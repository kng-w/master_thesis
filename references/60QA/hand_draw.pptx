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6" r:id="rId1"/>
  </p:sldMasterIdLst>
  <p:notesMasterIdLst>
    <p:notesMasterId r:id="rId6"/>
  </p:notesMasterIdLst>
  <p:sldIdLst>
    <p:sldId id="289" r:id="rId2"/>
    <p:sldId id="326" r:id="rId3"/>
    <p:sldId id="328" r:id="rId4"/>
    <p:sldId id="33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9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889C"/>
    <a:srgbClr val="78FFD6"/>
    <a:srgbClr val="A8FF78"/>
    <a:srgbClr val="F7797D"/>
    <a:srgbClr val="FBD786"/>
    <a:srgbClr val="C6FFD3"/>
    <a:srgbClr val="000000"/>
    <a:srgbClr val="7D7D7D"/>
    <a:srgbClr val="003366"/>
    <a:srgbClr val="B00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997" autoAdjust="0"/>
    <p:restoredTop sz="96224" autoAdjust="0"/>
  </p:normalViewPr>
  <p:slideViewPr>
    <p:cSldViewPr>
      <p:cViewPr varScale="1">
        <p:scale>
          <a:sx n="85" d="100"/>
          <a:sy n="85" d="100"/>
        </p:scale>
        <p:origin x="102" y="558"/>
      </p:cViewPr>
      <p:guideLst>
        <p:guide orient="horz" pos="2160"/>
        <p:guide pos="379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49738D-D75D-40B1-BF46-FC9ACBB15E75}" type="datetimeFigureOut">
              <a:rPr kumimoji="1" lang="ja-JP" altLang="en-US" smtClean="0"/>
              <a:t>2021/9/12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5198F-549A-4508-B579-8CA394E947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8267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BE827E-404A-42BE-A160-655696A58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8466" y="3429000"/>
            <a:ext cx="7155068" cy="0"/>
          </a:xfrm>
          <a:ln>
            <a:solidFill>
              <a:schemeClr val="tx1"/>
            </a:solidFill>
          </a:ln>
        </p:spPr>
        <p:txBody>
          <a:bodyPr bIns="360000"/>
          <a:lstStyle>
            <a:lvl1pPr algn="ctr">
              <a:lnSpc>
                <a:spcPct val="130000"/>
              </a:lnSpc>
              <a:spcAft>
                <a:spcPts val="600"/>
              </a:spcAft>
              <a:defRPr sz="32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C185BAD-3CED-4FEE-B5D8-BCE844DC36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ja-JP" dirty="0"/>
              <a:t>Copyright.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0AAF1B-0C4A-4398-BA98-D5B176AA5A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624458-F4DE-4903-8109-826F4524485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46F9050E-5634-4EA3-B360-83633D8E58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8575" y="3778250"/>
            <a:ext cx="4383088" cy="1190561"/>
          </a:xfrm>
        </p:spPr>
        <p:txBody>
          <a:bodyPr anchor="t"/>
          <a:lstStyle>
            <a:lvl1pPr algn="ctr">
              <a:lnSpc>
                <a:spcPct val="130000"/>
              </a:lnSpc>
              <a:spcAft>
                <a:spcPts val="600"/>
              </a:spcAft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社名を入力</a:t>
            </a:r>
          </a:p>
        </p:txBody>
      </p:sp>
      <p:sp>
        <p:nvSpPr>
          <p:cNvPr id="7" name="テキスト プレースホルダー 5">
            <a:extLst>
              <a:ext uri="{FF2B5EF4-FFF2-40B4-BE49-F238E27FC236}">
                <a16:creationId xmlns:a16="http://schemas.microsoft.com/office/drawing/2014/main" id="{CB53B960-D380-426E-B01A-8F0A5A8ADE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8575" y="5318060"/>
            <a:ext cx="4383088" cy="691536"/>
          </a:xfrm>
        </p:spPr>
        <p:txBody>
          <a:bodyPr anchor="t"/>
          <a:lstStyle>
            <a:lvl1pPr algn="ctr">
              <a:lnSpc>
                <a:spcPct val="130000"/>
              </a:lnSpc>
              <a:spcAft>
                <a:spcPts val="600"/>
              </a:spcAft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 dirty="0"/>
              <a:t>YYYY</a:t>
            </a:r>
            <a:r>
              <a:rPr kumimoji="1" lang="ja-JP" altLang="en-US" dirty="0"/>
              <a:t>年</a:t>
            </a:r>
            <a:r>
              <a:rPr kumimoji="1" lang="en-US" altLang="ja-JP" dirty="0"/>
              <a:t>MM</a:t>
            </a:r>
            <a:r>
              <a:rPr kumimoji="1" lang="ja-JP" altLang="en-US" dirty="0"/>
              <a:t>月</a:t>
            </a:r>
            <a:r>
              <a:rPr kumimoji="1" lang="en-US" altLang="ja-JP" dirty="0"/>
              <a:t>DD</a:t>
            </a:r>
            <a:r>
              <a:rPr kumimoji="1" lang="ja-JP" altLang="en-US" dirty="0"/>
              <a:t>日</a:t>
            </a:r>
          </a:p>
        </p:txBody>
      </p:sp>
      <p:sp>
        <p:nvSpPr>
          <p:cNvPr id="14" name="フリーフォーム: 図形 13">
            <a:extLst>
              <a:ext uri="{FF2B5EF4-FFF2-40B4-BE49-F238E27FC236}">
                <a16:creationId xmlns:a16="http://schemas.microsoft.com/office/drawing/2014/main" id="{59FCE081-65E5-453E-8E38-5E7661772D20}"/>
              </a:ext>
            </a:extLst>
          </p:cNvPr>
          <p:cNvSpPr/>
          <p:nvPr userDrawn="1"/>
        </p:nvSpPr>
        <p:spPr>
          <a:xfrm>
            <a:off x="0" y="0"/>
            <a:ext cx="1690222" cy="6858000"/>
          </a:xfrm>
          <a:custGeom>
            <a:avLst/>
            <a:gdLst>
              <a:gd name="connsiteX0" fmla="*/ 0 w 1690222"/>
              <a:gd name="connsiteY0" fmla="*/ 0 h 6858000"/>
              <a:gd name="connsiteX1" fmla="*/ 1690222 w 1690222"/>
              <a:gd name="connsiteY1" fmla="*/ 0 h 6858000"/>
              <a:gd name="connsiteX2" fmla="*/ 1621167 w 1690222"/>
              <a:gd name="connsiteY2" fmla="*/ 87873 h 6858000"/>
              <a:gd name="connsiteX3" fmla="*/ 511780 w 1690222"/>
              <a:gd name="connsiteY3" fmla="*/ 3429001 h 6858000"/>
              <a:gd name="connsiteX4" fmla="*/ 1621167 w 1690222"/>
              <a:gd name="connsiteY4" fmla="*/ 6770129 h 6858000"/>
              <a:gd name="connsiteX5" fmla="*/ 1690220 w 1690222"/>
              <a:gd name="connsiteY5" fmla="*/ 6858000 h 6858000"/>
              <a:gd name="connsiteX6" fmla="*/ 0 w 1690222"/>
              <a:gd name="connsiteY6" fmla="*/ 6858000 h 6858000"/>
              <a:gd name="connsiteX7" fmla="*/ 0 w 169022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90222" h="6858000">
                <a:moveTo>
                  <a:pt x="0" y="0"/>
                </a:moveTo>
                <a:lnTo>
                  <a:pt x="1690222" y="0"/>
                </a:lnTo>
                <a:lnTo>
                  <a:pt x="1621167" y="87873"/>
                </a:lnTo>
                <a:cubicBezTo>
                  <a:pt x="924401" y="1019559"/>
                  <a:pt x="511780" y="2176094"/>
                  <a:pt x="511780" y="3429001"/>
                </a:cubicBezTo>
                <a:cubicBezTo>
                  <a:pt x="511780" y="4681909"/>
                  <a:pt x="924401" y="5838444"/>
                  <a:pt x="1621167" y="6770129"/>
                </a:cubicBezTo>
                <a:lnTo>
                  <a:pt x="169022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endParaRPr kumimoji="1" lang="ja-JP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フリーフォーム: 図形 12">
            <a:extLst>
              <a:ext uri="{FF2B5EF4-FFF2-40B4-BE49-F238E27FC236}">
                <a16:creationId xmlns:a16="http://schemas.microsoft.com/office/drawing/2014/main" id="{270E104E-1724-4E16-8E71-ED5EF664B849}"/>
              </a:ext>
            </a:extLst>
          </p:cNvPr>
          <p:cNvSpPr/>
          <p:nvPr userDrawn="1"/>
        </p:nvSpPr>
        <p:spPr>
          <a:xfrm>
            <a:off x="10501780" y="0"/>
            <a:ext cx="1690220" cy="6858000"/>
          </a:xfrm>
          <a:custGeom>
            <a:avLst/>
            <a:gdLst>
              <a:gd name="connsiteX0" fmla="*/ 0 w 1690220"/>
              <a:gd name="connsiteY0" fmla="*/ 0 h 6858000"/>
              <a:gd name="connsiteX1" fmla="*/ 1690220 w 1690220"/>
              <a:gd name="connsiteY1" fmla="*/ 0 h 6858000"/>
              <a:gd name="connsiteX2" fmla="*/ 1690220 w 1690220"/>
              <a:gd name="connsiteY2" fmla="*/ 6858000 h 6858000"/>
              <a:gd name="connsiteX3" fmla="*/ 2 w 1690220"/>
              <a:gd name="connsiteY3" fmla="*/ 6858000 h 6858000"/>
              <a:gd name="connsiteX4" fmla="*/ 69055 w 1690220"/>
              <a:gd name="connsiteY4" fmla="*/ 6770129 h 6858000"/>
              <a:gd name="connsiteX5" fmla="*/ 1178442 w 1690220"/>
              <a:gd name="connsiteY5" fmla="*/ 3429001 h 6858000"/>
              <a:gd name="connsiteX6" fmla="*/ 69055 w 1690220"/>
              <a:gd name="connsiteY6" fmla="*/ 87873 h 6858000"/>
              <a:gd name="connsiteX7" fmla="*/ 0 w 1690220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90220" h="6858000">
                <a:moveTo>
                  <a:pt x="0" y="0"/>
                </a:moveTo>
                <a:lnTo>
                  <a:pt x="1690220" y="0"/>
                </a:lnTo>
                <a:lnTo>
                  <a:pt x="1690220" y="6858000"/>
                </a:lnTo>
                <a:lnTo>
                  <a:pt x="2" y="6858000"/>
                </a:lnTo>
                <a:lnTo>
                  <a:pt x="69055" y="6770129"/>
                </a:lnTo>
                <a:cubicBezTo>
                  <a:pt x="765821" y="5838444"/>
                  <a:pt x="1178442" y="4681909"/>
                  <a:pt x="1178442" y="3429001"/>
                </a:cubicBezTo>
                <a:cubicBezTo>
                  <a:pt x="1178442" y="2176094"/>
                  <a:pt x="765821" y="1019559"/>
                  <a:pt x="69055" y="8787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endParaRPr kumimoji="1" lang="ja-JP" altLang="en-US" sz="16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18885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B9311E-F68C-4701-8498-2CBBFCEB10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901" y="620688"/>
            <a:ext cx="11523307" cy="0"/>
          </a:xfrm>
          <a:ln>
            <a:solidFill>
              <a:schemeClr val="tx1"/>
            </a:solidFill>
          </a:ln>
        </p:spPr>
        <p:txBody>
          <a:bodyPr/>
          <a:lstStyle>
            <a:lvl1pPr>
              <a:lnSpc>
                <a:spcPct val="130000"/>
              </a:lnSpc>
              <a:spcAft>
                <a:spcPts val="600"/>
              </a:spcAft>
              <a:defRPr sz="20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目次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26A25F4-89DE-4F58-A545-DCC5193776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lnSpc>
                <a:spcPct val="130000"/>
              </a:lnSpc>
              <a:spcAft>
                <a:spcPts val="600"/>
              </a:spcAft>
              <a:defRPr/>
            </a:lvl1pPr>
          </a:lstStyle>
          <a:p>
            <a:r>
              <a:rPr kumimoji="1" lang="en-US" altLang="ja-JP"/>
              <a:t>Copyright.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BE4C7E5-2C2C-4C1B-900C-4FEF0C6CAA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30000"/>
              </a:lnSpc>
              <a:spcAft>
                <a:spcPts val="600"/>
              </a:spcAft>
              <a:defRPr/>
            </a:lvl1pPr>
          </a:lstStyle>
          <a:p>
            <a:fld id="{5A624458-F4DE-4903-8109-826F4524485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0" name="テキスト プレースホルダー 10">
            <a:extLst>
              <a:ext uri="{FF2B5EF4-FFF2-40B4-BE49-F238E27FC236}">
                <a16:creationId xmlns:a16="http://schemas.microsoft.com/office/drawing/2014/main" id="{B232D7A6-1B18-4CC4-A924-F02DD2F66F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4773" y="1278865"/>
            <a:ext cx="4986518" cy="461963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30000"/>
              </a:lnSpc>
              <a:spcAft>
                <a:spcPts val="600"/>
              </a:spcAft>
              <a:buFont typeface="+mj-lt"/>
              <a:buAutoNum type="arabicPeriod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1D37A1EA-B107-467D-9EA7-A3D6FABE26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88853" y="1805677"/>
            <a:ext cx="4192438" cy="461964"/>
          </a:xfr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30000"/>
              </a:lnSpc>
              <a:spcAft>
                <a:spcPts val="6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16" name="テキスト プレースホルダー 10">
            <a:extLst>
              <a:ext uri="{FF2B5EF4-FFF2-40B4-BE49-F238E27FC236}">
                <a16:creationId xmlns:a16="http://schemas.microsoft.com/office/drawing/2014/main" id="{A45A46C7-FB65-47F1-94C1-05E67F7DF2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4773" y="2466164"/>
            <a:ext cx="4986518" cy="461963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30000"/>
              </a:lnSpc>
              <a:spcAft>
                <a:spcPts val="600"/>
              </a:spcAft>
              <a:buFont typeface="+mj-lt"/>
              <a:buAutoNum type="arabicPeriod" startAt="2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7" name="テキスト プレースホルダー 10">
            <a:extLst>
              <a:ext uri="{FF2B5EF4-FFF2-40B4-BE49-F238E27FC236}">
                <a16:creationId xmlns:a16="http://schemas.microsoft.com/office/drawing/2014/main" id="{BDA459BE-460D-4F78-B310-CBE8E344E1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388853" y="2992976"/>
            <a:ext cx="4192438" cy="461964"/>
          </a:xfr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30000"/>
              </a:lnSpc>
              <a:spcAft>
                <a:spcPts val="6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18" name="テキスト プレースホルダー 10">
            <a:extLst>
              <a:ext uri="{FF2B5EF4-FFF2-40B4-BE49-F238E27FC236}">
                <a16:creationId xmlns:a16="http://schemas.microsoft.com/office/drawing/2014/main" id="{7DFE000D-6490-4E4D-9F07-B21C1565A6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94773" y="3653463"/>
            <a:ext cx="4986518" cy="461963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30000"/>
              </a:lnSpc>
              <a:spcAft>
                <a:spcPts val="600"/>
              </a:spcAft>
              <a:buFont typeface="+mj-lt"/>
              <a:buAutoNum type="arabicPeriod" startAt="3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9" name="テキスト プレースホルダー 10">
            <a:extLst>
              <a:ext uri="{FF2B5EF4-FFF2-40B4-BE49-F238E27FC236}">
                <a16:creationId xmlns:a16="http://schemas.microsoft.com/office/drawing/2014/main" id="{51BD221F-7778-4158-AD40-43DC207610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88853" y="4180275"/>
            <a:ext cx="4192438" cy="461964"/>
          </a:xfr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30000"/>
              </a:lnSpc>
              <a:spcAft>
                <a:spcPts val="6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20" name="テキスト プレースホルダー 10">
            <a:extLst>
              <a:ext uri="{FF2B5EF4-FFF2-40B4-BE49-F238E27FC236}">
                <a16:creationId xmlns:a16="http://schemas.microsoft.com/office/drawing/2014/main" id="{672ECA52-B525-4ECC-9C17-A9871980178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4773" y="4840761"/>
            <a:ext cx="4986518" cy="461963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30000"/>
              </a:lnSpc>
              <a:spcAft>
                <a:spcPts val="600"/>
              </a:spcAft>
              <a:buFont typeface="+mj-lt"/>
              <a:buAutoNum type="arabicPeriod" startAt="4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21" name="テキスト プレースホルダー 10">
            <a:extLst>
              <a:ext uri="{FF2B5EF4-FFF2-40B4-BE49-F238E27FC236}">
                <a16:creationId xmlns:a16="http://schemas.microsoft.com/office/drawing/2014/main" id="{F4E1AEC3-31B1-442D-AC49-AE954610645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88853" y="5367573"/>
            <a:ext cx="4192438" cy="461964"/>
          </a:xfr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30000"/>
              </a:lnSpc>
              <a:spcAft>
                <a:spcPts val="6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23" name="テキスト プレースホルダー 10">
            <a:extLst>
              <a:ext uri="{FF2B5EF4-FFF2-40B4-BE49-F238E27FC236}">
                <a16:creationId xmlns:a16="http://schemas.microsoft.com/office/drawing/2014/main" id="{3174BAEE-3703-4FAF-9CE2-38E78FAF844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10709" y="1278865"/>
            <a:ext cx="4986518" cy="461963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30000"/>
              </a:lnSpc>
              <a:spcAft>
                <a:spcPts val="600"/>
              </a:spcAft>
              <a:buFont typeface="+mj-lt"/>
              <a:buAutoNum type="arabicPeriod" startAt="5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24" name="テキスト プレースホルダー 10">
            <a:extLst>
              <a:ext uri="{FF2B5EF4-FFF2-40B4-BE49-F238E27FC236}">
                <a16:creationId xmlns:a16="http://schemas.microsoft.com/office/drawing/2014/main" id="{8C0D46B9-C098-4D3C-9E08-F8230D32C2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04789" y="1805677"/>
            <a:ext cx="4192438" cy="461964"/>
          </a:xfr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30000"/>
              </a:lnSpc>
              <a:spcAft>
                <a:spcPts val="6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25" name="テキスト プレースホルダー 10">
            <a:extLst>
              <a:ext uri="{FF2B5EF4-FFF2-40B4-BE49-F238E27FC236}">
                <a16:creationId xmlns:a16="http://schemas.microsoft.com/office/drawing/2014/main" id="{D92F9985-ADEF-46FC-9E07-EDED4BBAEC7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10709" y="2466164"/>
            <a:ext cx="4986518" cy="461963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30000"/>
              </a:lnSpc>
              <a:spcAft>
                <a:spcPts val="600"/>
              </a:spcAft>
              <a:buFont typeface="+mj-lt"/>
              <a:buAutoNum type="arabicPeriod" startAt="6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26" name="テキスト プレースホルダー 10">
            <a:extLst>
              <a:ext uri="{FF2B5EF4-FFF2-40B4-BE49-F238E27FC236}">
                <a16:creationId xmlns:a16="http://schemas.microsoft.com/office/drawing/2014/main" id="{8DD7843F-0DD5-4CD6-8DE3-D446C4AB15A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404789" y="2992976"/>
            <a:ext cx="4192438" cy="461964"/>
          </a:xfr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30000"/>
              </a:lnSpc>
              <a:spcAft>
                <a:spcPts val="6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27" name="テキスト プレースホルダー 10">
            <a:extLst>
              <a:ext uri="{FF2B5EF4-FFF2-40B4-BE49-F238E27FC236}">
                <a16:creationId xmlns:a16="http://schemas.microsoft.com/office/drawing/2014/main" id="{E3B37C08-FD62-45B5-B86A-B33221D0803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10709" y="3653463"/>
            <a:ext cx="4986518" cy="461963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30000"/>
              </a:lnSpc>
              <a:spcAft>
                <a:spcPts val="600"/>
              </a:spcAft>
              <a:buFont typeface="+mj-lt"/>
              <a:buAutoNum type="arabicPeriod" startAt="7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28" name="テキスト プレースホルダー 10">
            <a:extLst>
              <a:ext uri="{FF2B5EF4-FFF2-40B4-BE49-F238E27FC236}">
                <a16:creationId xmlns:a16="http://schemas.microsoft.com/office/drawing/2014/main" id="{1D15F835-CF97-486F-9613-085CA72CEF4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404789" y="4180275"/>
            <a:ext cx="4192438" cy="461964"/>
          </a:xfr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30000"/>
              </a:lnSpc>
              <a:spcAft>
                <a:spcPts val="6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29" name="テキスト プレースホルダー 10">
            <a:extLst>
              <a:ext uri="{FF2B5EF4-FFF2-40B4-BE49-F238E27FC236}">
                <a16:creationId xmlns:a16="http://schemas.microsoft.com/office/drawing/2014/main" id="{F2C67A84-1E01-4055-BF39-C79D941903C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10709" y="4840761"/>
            <a:ext cx="4986518" cy="461963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30000"/>
              </a:lnSpc>
              <a:spcAft>
                <a:spcPts val="600"/>
              </a:spcAft>
              <a:buFont typeface="+mj-lt"/>
              <a:buAutoNum type="arabicPeriod" startAt="8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30" name="テキスト プレースホルダー 10">
            <a:extLst>
              <a:ext uri="{FF2B5EF4-FFF2-40B4-BE49-F238E27FC236}">
                <a16:creationId xmlns:a16="http://schemas.microsoft.com/office/drawing/2014/main" id="{1B3DBAB1-B141-4CC4-94E2-42A670EE266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404789" y="5367573"/>
            <a:ext cx="4192438" cy="461964"/>
          </a:xfr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30000"/>
              </a:lnSpc>
              <a:spcAft>
                <a:spcPts val="6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090688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FA1F23-6C64-4634-BF2B-AD12EC7D6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01" y="620688"/>
            <a:ext cx="11523307" cy="0"/>
          </a:xfrm>
          <a:ln>
            <a:solidFill>
              <a:schemeClr val="tx1"/>
            </a:solidFill>
          </a:ln>
        </p:spPr>
        <p:txBody>
          <a:bodyPr/>
          <a:lstStyle>
            <a:lvl1pPr>
              <a:lnSpc>
                <a:spcPct val="130000"/>
              </a:lnSpc>
              <a:spcAft>
                <a:spcPts val="600"/>
              </a:spcAft>
              <a:defRPr sz="20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F4C9291-5E73-44DA-8560-45BA94E68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ja-JP"/>
              <a:t>Copyright.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5344135-B3C5-4EF6-9EF4-C784FF64B2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624458-F4DE-4903-8109-826F4524485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E9887C17-8B9A-47B2-A86D-F88C21E78B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137" y="1035050"/>
            <a:ext cx="10471727" cy="1130169"/>
          </a:xfrm>
        </p:spPr>
        <p:txBody>
          <a:bodyPr anchor="ctr"/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83644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1649C9-9451-4710-BBC0-5FF3CE6D4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01" y="620688"/>
            <a:ext cx="11523307" cy="0"/>
          </a:xfrm>
          <a:ln>
            <a:solidFill>
              <a:schemeClr val="tx1"/>
            </a:solidFill>
          </a:ln>
        </p:spPr>
        <p:txBody>
          <a:bodyPr/>
          <a:lstStyle>
            <a:lvl1pPr>
              <a:lnSpc>
                <a:spcPct val="130000"/>
              </a:lnSpc>
              <a:spcAft>
                <a:spcPts val="600"/>
              </a:spcAft>
              <a:defRPr sz="20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8CBD575-29FA-494E-9B81-C708AFC833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lnSpc>
                <a:spcPct val="130000"/>
              </a:lnSpc>
              <a:spcAft>
                <a:spcPts val="600"/>
              </a:spcAft>
              <a:defRPr/>
            </a:lvl1pPr>
          </a:lstStyle>
          <a:p>
            <a:r>
              <a:rPr kumimoji="1" lang="en-US" altLang="ja-JP"/>
              <a:t>Copyright.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14B820E-70FB-4D14-8A4F-7BE3FC1761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30000"/>
              </a:lnSpc>
              <a:spcAft>
                <a:spcPts val="600"/>
              </a:spcAft>
              <a:defRPr/>
            </a:lvl1pPr>
          </a:lstStyle>
          <a:p>
            <a:fld id="{5A624458-F4DE-4903-8109-826F4524485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図プレースホルダー 5">
            <a:extLst>
              <a:ext uri="{FF2B5EF4-FFF2-40B4-BE49-F238E27FC236}">
                <a16:creationId xmlns:a16="http://schemas.microsoft.com/office/drawing/2014/main" id="{FF6A98DB-7857-49EC-A11C-28A89071BE3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0137" y="2570511"/>
            <a:ext cx="1575693" cy="1575692"/>
          </a:xfrm>
        </p:spPr>
        <p:txBody>
          <a:bodyPr/>
          <a:lstStyle>
            <a:lvl1pPr>
              <a:lnSpc>
                <a:spcPct val="130000"/>
              </a:lnSpc>
              <a:spcAft>
                <a:spcPts val="600"/>
              </a:spcAft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61643707-E63B-4303-BBA0-B3E17558AD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137" y="1035050"/>
            <a:ext cx="10471727" cy="1130169"/>
          </a:xfrm>
        </p:spPr>
        <p:txBody>
          <a:bodyPr anchor="ctr"/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ja-JP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39EC3E60-5FF9-43F9-8AD4-F033A66A8E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09838" y="2561255"/>
            <a:ext cx="3451225" cy="4619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30000"/>
              </a:lnSpc>
              <a:spcAft>
                <a:spcPts val="600"/>
              </a:spcAft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5ED937E5-48EC-4A82-B3AA-E9FC891BD4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09838" y="3079750"/>
            <a:ext cx="3451225" cy="1056437"/>
          </a:xfr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30000"/>
              </a:lnSpc>
              <a:spcAft>
                <a:spcPts val="6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3" name="図プレースホルダー 5">
            <a:extLst>
              <a:ext uri="{FF2B5EF4-FFF2-40B4-BE49-F238E27FC236}">
                <a16:creationId xmlns:a16="http://schemas.microsoft.com/office/drawing/2014/main" id="{F368B07E-D19D-4FD9-B132-3AF05B9CBD6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60137" y="4551495"/>
            <a:ext cx="1575693" cy="1575692"/>
          </a:xfrm>
        </p:spPr>
        <p:txBody>
          <a:bodyPr/>
          <a:lstStyle>
            <a:lvl1pPr>
              <a:lnSpc>
                <a:spcPct val="130000"/>
              </a:lnSpc>
              <a:spcAft>
                <a:spcPts val="600"/>
              </a:spcAft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14" name="テキスト プレースホルダー 10">
            <a:extLst>
              <a:ext uri="{FF2B5EF4-FFF2-40B4-BE49-F238E27FC236}">
                <a16:creationId xmlns:a16="http://schemas.microsoft.com/office/drawing/2014/main" id="{EA776627-E2E3-4A45-BFBB-46BB399FF53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509838" y="4552255"/>
            <a:ext cx="3451225" cy="4619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30000"/>
              </a:lnSpc>
              <a:spcAft>
                <a:spcPts val="600"/>
              </a:spcAft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5" name="テキスト プレースホルダー 10">
            <a:extLst>
              <a:ext uri="{FF2B5EF4-FFF2-40B4-BE49-F238E27FC236}">
                <a16:creationId xmlns:a16="http://schemas.microsoft.com/office/drawing/2014/main" id="{2B8986B2-EC3B-4774-A78B-4174DB6AE6F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509838" y="5070750"/>
            <a:ext cx="3451225" cy="1056437"/>
          </a:xfr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30000"/>
              </a:lnSpc>
              <a:spcAft>
                <a:spcPts val="6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6" name="図プレースホルダー 5">
            <a:extLst>
              <a:ext uri="{FF2B5EF4-FFF2-40B4-BE49-F238E27FC236}">
                <a16:creationId xmlns:a16="http://schemas.microsoft.com/office/drawing/2014/main" id="{C1F940A7-7255-42E4-A9AD-2018D8DC615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99884" y="2570511"/>
            <a:ext cx="1575693" cy="1575692"/>
          </a:xfrm>
        </p:spPr>
        <p:txBody>
          <a:bodyPr/>
          <a:lstStyle>
            <a:lvl1pPr>
              <a:lnSpc>
                <a:spcPct val="130000"/>
              </a:lnSpc>
              <a:spcAft>
                <a:spcPts val="600"/>
              </a:spcAft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17" name="テキスト プレースホルダー 10">
            <a:extLst>
              <a:ext uri="{FF2B5EF4-FFF2-40B4-BE49-F238E27FC236}">
                <a16:creationId xmlns:a16="http://schemas.microsoft.com/office/drawing/2014/main" id="{9533D2B4-C674-46B8-8FCA-13D1DA479AA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949585" y="2561255"/>
            <a:ext cx="3451225" cy="4619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30000"/>
              </a:lnSpc>
              <a:spcAft>
                <a:spcPts val="600"/>
              </a:spcAft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8" name="テキスト プレースホルダー 10">
            <a:extLst>
              <a:ext uri="{FF2B5EF4-FFF2-40B4-BE49-F238E27FC236}">
                <a16:creationId xmlns:a16="http://schemas.microsoft.com/office/drawing/2014/main" id="{A1C4A968-9834-4D2F-9D2C-2BE825D8D50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949585" y="3079750"/>
            <a:ext cx="3451225" cy="1056437"/>
          </a:xfr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30000"/>
              </a:lnSpc>
              <a:spcAft>
                <a:spcPts val="6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9" name="図プレースホルダー 5">
            <a:extLst>
              <a:ext uri="{FF2B5EF4-FFF2-40B4-BE49-F238E27FC236}">
                <a16:creationId xmlns:a16="http://schemas.microsoft.com/office/drawing/2014/main" id="{C1A95DD1-3B80-4F92-BD21-822E9638A63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99884" y="4551495"/>
            <a:ext cx="1575693" cy="1575692"/>
          </a:xfrm>
        </p:spPr>
        <p:txBody>
          <a:bodyPr/>
          <a:lstStyle>
            <a:lvl1pPr>
              <a:lnSpc>
                <a:spcPct val="130000"/>
              </a:lnSpc>
              <a:spcAft>
                <a:spcPts val="600"/>
              </a:spcAft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20" name="テキスト プレースホルダー 10">
            <a:extLst>
              <a:ext uri="{FF2B5EF4-FFF2-40B4-BE49-F238E27FC236}">
                <a16:creationId xmlns:a16="http://schemas.microsoft.com/office/drawing/2014/main" id="{8A087231-1587-4E2B-8255-4BFC170F3FB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949585" y="4552255"/>
            <a:ext cx="3451225" cy="4619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30000"/>
              </a:lnSpc>
              <a:spcAft>
                <a:spcPts val="600"/>
              </a:spcAft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21" name="テキスト プレースホルダー 10">
            <a:extLst>
              <a:ext uri="{FF2B5EF4-FFF2-40B4-BE49-F238E27FC236}">
                <a16:creationId xmlns:a16="http://schemas.microsoft.com/office/drawing/2014/main" id="{400C5617-C855-4741-879A-0DBA54454F3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949585" y="5070750"/>
            <a:ext cx="3451225" cy="1056437"/>
          </a:xfr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30000"/>
              </a:lnSpc>
              <a:spcAft>
                <a:spcPts val="6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14553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92A83B-8B89-40B4-BA95-178BFBB5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01" y="620688"/>
            <a:ext cx="11523307" cy="0"/>
          </a:xfrm>
          <a:ln>
            <a:solidFill>
              <a:schemeClr val="tx1"/>
            </a:solidFill>
          </a:ln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6AB1681-B960-4FC6-A3F8-518356A384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ja-JP"/>
              <a:t>Copyright.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42CE22-6E39-412F-9B93-B277FD6182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624458-F4DE-4903-8109-826F4524485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3257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92A83B-8B89-40B4-BA95-178BFBB5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01" y="0"/>
            <a:ext cx="11523307" cy="648072"/>
          </a:xfrm>
          <a:ln>
            <a:noFill/>
          </a:ln>
        </p:spPr>
        <p:txBody>
          <a:bodyPr anchor="ctr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6AB1681-B960-4FC6-A3F8-518356A384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ja-JP"/>
              <a:t>Copyright.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42CE22-6E39-412F-9B93-B277FD6182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624458-F4DE-4903-8109-826F4524485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1032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4734F40-5956-41FB-A5CB-5A2CD26C3BC0}"/>
              </a:ext>
            </a:extLst>
          </p:cNvPr>
          <p:cNvSpPr/>
          <p:nvPr userDrawn="1"/>
        </p:nvSpPr>
        <p:spPr>
          <a:xfrm>
            <a:off x="0" y="0"/>
            <a:ext cx="2520821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endParaRPr kumimoji="1" lang="ja-JP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592A83B-8B89-40B4-BA95-178BFBB5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821" y="0"/>
            <a:ext cx="9671179" cy="648072"/>
          </a:xfrm>
          <a:ln>
            <a:noFill/>
          </a:ln>
        </p:spPr>
        <p:txBody>
          <a:bodyPr anchor="ctr"/>
          <a:lstStyle>
            <a:lvl1pPr algn="ctr">
              <a:defRPr sz="20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6AB1681-B960-4FC6-A3F8-518356A384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ja-JP"/>
              <a:t>Copyright.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42CE22-6E39-412F-9B93-B277FD6182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624458-F4DE-4903-8109-826F4524485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2201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6AB1681-B960-4FC6-A3F8-518356A384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ja-JP"/>
              <a:t>Copyright.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42CE22-6E39-412F-9B93-B277FD6182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624458-F4DE-4903-8109-826F4524485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544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901" y="620688"/>
            <a:ext cx="11523307" cy="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901" y="1129004"/>
            <a:ext cx="11523307" cy="50479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901" y="6356350"/>
            <a:ext cx="25208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kumimoji="1" lang="en-US" altLang="ja-JP"/>
              <a:t>Copyright.</a:t>
            </a:r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50081" y="6356350"/>
            <a:ext cx="7060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5A624458-F4DE-4903-8109-826F4524485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490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2" r:id="rId2"/>
    <p:sldLayoutId id="2147483693" r:id="rId3"/>
    <p:sldLayoutId id="2147483689" r:id="rId4"/>
    <p:sldLayoutId id="2147483691" r:id="rId5"/>
    <p:sldLayoutId id="2147483694" r:id="rId6"/>
    <p:sldLayoutId id="2147483695" r:id="rId7"/>
    <p:sldLayoutId id="214748369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000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+mj-lt"/>
        <a:buNone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E35932-8827-4A8A-A11F-B3AAE7338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8466" y="2420888"/>
            <a:ext cx="7155068" cy="0"/>
          </a:xfrm>
        </p:spPr>
        <p:txBody>
          <a:bodyPr bIns="360000"/>
          <a:lstStyle/>
          <a:p>
            <a:r>
              <a:rPr kumimoji="1" lang="ja-JP" altLang="en-US" sz="2000" dirty="0"/>
              <a:t>プレゼン資料に使える</a:t>
            </a:r>
            <a:br>
              <a:rPr lang="en-US" altLang="ja-JP" dirty="0"/>
            </a:br>
            <a:r>
              <a:rPr lang="ja-JP" altLang="en-US" dirty="0"/>
              <a:t>手書き風図形</a:t>
            </a:r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656EC1B-3CFA-4182-B722-F7C8467F1C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282" y="2780928"/>
            <a:ext cx="3995435" cy="1101622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EB05169-A1B2-413C-B27C-4C21FF83DB6B}"/>
              </a:ext>
            </a:extLst>
          </p:cNvPr>
          <p:cNvSpPr txBox="1"/>
          <p:nvPr/>
        </p:nvSpPr>
        <p:spPr>
          <a:xfrm>
            <a:off x="4531894" y="3962737"/>
            <a:ext cx="3128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dirty="0">
                <a:solidFill>
                  <a:schemeClr val="tx2"/>
                </a:solidFill>
              </a:rPr>
              <a:t>https://raku-pre.com/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EFEFD9C-FB23-4498-BEAD-D4D60EB86C15}"/>
              </a:ext>
            </a:extLst>
          </p:cNvPr>
          <p:cNvSpPr txBox="1"/>
          <p:nvPr/>
        </p:nvSpPr>
        <p:spPr>
          <a:xfrm>
            <a:off x="2166109" y="5013176"/>
            <a:ext cx="7524836" cy="1355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ja-JP" altLang="en-US" sz="1200" dirty="0">
                <a:latin typeface="+mn-ea"/>
              </a:rPr>
              <a:t>本ファイルのスライドは個人・商用目的ともに無料でご自由に利用いただけます。</a:t>
            </a:r>
            <a:br>
              <a:rPr kumimoji="1" lang="en-US" altLang="ja-JP" sz="1200" dirty="0">
                <a:latin typeface="+mn-ea"/>
              </a:rPr>
            </a:br>
            <a:r>
              <a:rPr kumimoji="1" lang="ja-JP" altLang="en-US" sz="1200" dirty="0">
                <a:latin typeface="+mn-ea"/>
              </a:rPr>
              <a:t>また、カスタマイズもご自由にいただきます。</a:t>
            </a:r>
            <a:endParaRPr kumimoji="1" lang="en-US" altLang="ja-JP" sz="1200" dirty="0">
              <a:latin typeface="+mn-ea"/>
            </a:endParaRPr>
          </a:p>
          <a:p>
            <a:pPr marL="285750" indent="-285750" algn="l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ja-JP" altLang="en-US" sz="1200" dirty="0">
                <a:latin typeface="+mn-ea"/>
              </a:rPr>
              <a:t>ただし、本ファイル自体の商用を目的とした大量の再配布は、原則禁止させていただいております。</a:t>
            </a:r>
            <a:br>
              <a:rPr kumimoji="1" lang="en-US" altLang="ja-JP" sz="1200" dirty="0">
                <a:latin typeface="+mn-ea"/>
              </a:rPr>
            </a:br>
            <a:r>
              <a:rPr kumimoji="1" lang="ja-JP" altLang="en-US" sz="1200" dirty="0">
                <a:latin typeface="+mn-ea"/>
              </a:rPr>
              <a:t>再配布をご検討の際には、サイト内のお問い合わせフォーム（</a:t>
            </a:r>
            <a:r>
              <a:rPr kumimoji="1" lang="en-US" altLang="ja-JP" sz="1200" dirty="0">
                <a:latin typeface="+mn-ea"/>
              </a:rPr>
              <a:t>https://raku-pre.com/contact/</a:t>
            </a:r>
            <a:r>
              <a:rPr kumimoji="1" lang="ja-JP" altLang="en-US" sz="1200" dirty="0">
                <a:latin typeface="+mn-ea"/>
              </a:rPr>
              <a:t>）</a:t>
            </a:r>
            <a:br>
              <a:rPr kumimoji="1" lang="en-US" altLang="ja-JP" sz="1200" dirty="0">
                <a:latin typeface="+mn-ea"/>
              </a:rPr>
            </a:br>
            <a:r>
              <a:rPr kumimoji="1" lang="ja-JP" altLang="en-US" sz="1200" dirty="0">
                <a:latin typeface="+mn-ea"/>
              </a:rPr>
              <a:t>よりご連絡いただきますようお願いいたします。</a:t>
            </a:r>
          </a:p>
        </p:txBody>
      </p:sp>
    </p:spTree>
    <p:extLst>
      <p:ext uri="{BB962C8B-B14F-4D97-AF65-F5344CB8AC3E}">
        <p14:creationId xmlns:p14="http://schemas.microsoft.com/office/powerpoint/2010/main" val="1775430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 5">
            <a:extLst>
              <a:ext uri="{FF2B5EF4-FFF2-40B4-BE49-F238E27FC236}">
                <a16:creationId xmlns:a16="http://schemas.microsoft.com/office/drawing/2014/main" id="{7ABC835A-138C-4DF6-915C-C98C83FCEFF4}"/>
              </a:ext>
            </a:extLst>
          </p:cNvPr>
          <p:cNvSpPr>
            <a:spLocks noEditPoints="1"/>
          </p:cNvSpPr>
          <p:nvPr/>
        </p:nvSpPr>
        <p:spPr bwMode="auto">
          <a:xfrm>
            <a:off x="366564" y="5549947"/>
            <a:ext cx="3272727" cy="89610"/>
          </a:xfrm>
          <a:custGeom>
            <a:avLst/>
            <a:gdLst>
              <a:gd name="T0" fmla="*/ 1870 w 11463"/>
              <a:gd name="T1" fmla="*/ 29 h 328"/>
              <a:gd name="T2" fmla="*/ 49 w 11463"/>
              <a:gd name="T3" fmla="*/ 81 h 328"/>
              <a:gd name="T4" fmla="*/ 10 w 11463"/>
              <a:gd name="T5" fmla="*/ 92 h 328"/>
              <a:gd name="T6" fmla="*/ 207 w 11463"/>
              <a:gd name="T7" fmla="*/ 115 h 328"/>
              <a:gd name="T8" fmla="*/ 1268 w 11463"/>
              <a:gd name="T9" fmla="*/ 108 h 328"/>
              <a:gd name="T10" fmla="*/ 2114 w 11463"/>
              <a:gd name="T11" fmla="*/ 90 h 328"/>
              <a:gd name="T12" fmla="*/ 4876 w 11463"/>
              <a:gd name="T13" fmla="*/ 69 h 328"/>
              <a:gd name="T14" fmla="*/ 8621 w 11463"/>
              <a:gd name="T15" fmla="*/ 85 h 328"/>
              <a:gd name="T16" fmla="*/ 9150 w 11463"/>
              <a:gd name="T17" fmla="*/ 102 h 328"/>
              <a:gd name="T18" fmla="*/ 9173 w 11463"/>
              <a:gd name="T19" fmla="*/ 108 h 328"/>
              <a:gd name="T20" fmla="*/ 9139 w 11463"/>
              <a:gd name="T21" fmla="*/ 117 h 328"/>
              <a:gd name="T22" fmla="*/ 8201 w 11463"/>
              <a:gd name="T23" fmla="*/ 135 h 328"/>
              <a:gd name="T24" fmla="*/ 6379 w 11463"/>
              <a:gd name="T25" fmla="*/ 138 h 328"/>
              <a:gd name="T26" fmla="*/ 3793 w 11463"/>
              <a:gd name="T27" fmla="*/ 167 h 328"/>
              <a:gd name="T28" fmla="*/ 2494 w 11463"/>
              <a:gd name="T29" fmla="*/ 210 h 328"/>
              <a:gd name="T30" fmla="*/ 1314 w 11463"/>
              <a:gd name="T31" fmla="*/ 247 h 328"/>
              <a:gd name="T32" fmla="*/ 654 w 11463"/>
              <a:gd name="T33" fmla="*/ 273 h 328"/>
              <a:gd name="T34" fmla="*/ 614 w 11463"/>
              <a:gd name="T35" fmla="*/ 295 h 328"/>
              <a:gd name="T36" fmla="*/ 626 w 11463"/>
              <a:gd name="T37" fmla="*/ 306 h 328"/>
              <a:gd name="T38" fmla="*/ 821 w 11463"/>
              <a:gd name="T39" fmla="*/ 325 h 328"/>
              <a:gd name="T40" fmla="*/ 2973 w 11463"/>
              <a:gd name="T41" fmla="*/ 319 h 328"/>
              <a:gd name="T42" fmla="*/ 9493 w 11463"/>
              <a:gd name="T43" fmla="*/ 286 h 328"/>
              <a:gd name="T44" fmla="*/ 10807 w 11463"/>
              <a:gd name="T45" fmla="*/ 298 h 328"/>
              <a:gd name="T46" fmla="*/ 11407 w 11463"/>
              <a:gd name="T47" fmla="*/ 305 h 328"/>
              <a:gd name="T48" fmla="*/ 11463 w 11463"/>
              <a:gd name="T49" fmla="*/ 292 h 328"/>
              <a:gd name="T50" fmla="*/ 11447 w 11463"/>
              <a:gd name="T51" fmla="*/ 282 h 328"/>
              <a:gd name="T52" fmla="*/ 11260 w 11463"/>
              <a:gd name="T53" fmla="*/ 256 h 328"/>
              <a:gd name="T54" fmla="*/ 10314 w 11463"/>
              <a:gd name="T55" fmla="*/ 224 h 328"/>
              <a:gd name="T56" fmla="*/ 9339 w 11463"/>
              <a:gd name="T57" fmla="*/ 204 h 328"/>
              <a:gd name="T58" fmla="*/ 9169 w 11463"/>
              <a:gd name="T59" fmla="*/ 194 h 328"/>
              <a:gd name="T60" fmla="*/ 9457 w 11463"/>
              <a:gd name="T61" fmla="*/ 186 h 328"/>
              <a:gd name="T62" fmla="*/ 9891 w 11463"/>
              <a:gd name="T63" fmla="*/ 166 h 328"/>
              <a:gd name="T64" fmla="*/ 9901 w 11463"/>
              <a:gd name="T65" fmla="*/ 147 h 328"/>
              <a:gd name="T66" fmla="*/ 9874 w 11463"/>
              <a:gd name="T67" fmla="*/ 133 h 328"/>
              <a:gd name="T68" fmla="*/ 9651 w 11463"/>
              <a:gd name="T69" fmla="*/ 91 h 328"/>
              <a:gd name="T70" fmla="*/ 8851 w 11463"/>
              <a:gd name="T71" fmla="*/ 39 h 328"/>
              <a:gd name="T72" fmla="*/ 7502 w 11463"/>
              <a:gd name="T73" fmla="*/ 11 h 328"/>
              <a:gd name="T74" fmla="*/ 5011 w 11463"/>
              <a:gd name="T75" fmla="*/ 2 h 328"/>
              <a:gd name="T76" fmla="*/ 2769 w 11463"/>
              <a:gd name="T77" fmla="*/ 11 h 328"/>
              <a:gd name="T78" fmla="*/ 5980 w 11463"/>
              <a:gd name="T79" fmla="*/ 229 h 328"/>
              <a:gd name="T80" fmla="*/ 5101 w 11463"/>
              <a:gd name="T81" fmla="*/ 226 h 328"/>
              <a:gd name="T82" fmla="*/ 4971 w 11463"/>
              <a:gd name="T83" fmla="*/ 224 h 328"/>
              <a:gd name="T84" fmla="*/ 5670 w 11463"/>
              <a:gd name="T85" fmla="*/ 222 h 328"/>
              <a:gd name="T86" fmla="*/ 6369 w 11463"/>
              <a:gd name="T87" fmla="*/ 224 h 328"/>
              <a:gd name="T88" fmla="*/ 6241 w 11463"/>
              <a:gd name="T89" fmla="*/ 226 h 328"/>
              <a:gd name="T90" fmla="*/ 4139 w 11463"/>
              <a:gd name="T91" fmla="*/ 253 h 328"/>
              <a:gd name="T92" fmla="*/ 3711 w 11463"/>
              <a:gd name="T93" fmla="*/ 250 h 328"/>
              <a:gd name="T94" fmla="*/ 3644 w 11463"/>
              <a:gd name="T95" fmla="*/ 247 h 328"/>
              <a:gd name="T96" fmla="*/ 3980 w 11463"/>
              <a:gd name="T97" fmla="*/ 243 h 328"/>
              <a:gd name="T98" fmla="*/ 4322 w 11463"/>
              <a:gd name="T99" fmla="*/ 247 h 328"/>
              <a:gd name="T100" fmla="*/ 4263 w 11463"/>
              <a:gd name="T101" fmla="*/ 250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1463" h="328">
                <a:moveTo>
                  <a:pt x="2769" y="11"/>
                </a:moveTo>
                <a:lnTo>
                  <a:pt x="1870" y="29"/>
                </a:lnTo>
                <a:lnTo>
                  <a:pt x="568" y="62"/>
                </a:lnTo>
                <a:lnTo>
                  <a:pt x="49" y="81"/>
                </a:lnTo>
                <a:lnTo>
                  <a:pt x="0" y="85"/>
                </a:lnTo>
                <a:lnTo>
                  <a:pt x="10" y="92"/>
                </a:lnTo>
                <a:lnTo>
                  <a:pt x="60" y="104"/>
                </a:lnTo>
                <a:lnTo>
                  <a:pt x="207" y="115"/>
                </a:lnTo>
                <a:lnTo>
                  <a:pt x="601" y="118"/>
                </a:lnTo>
                <a:lnTo>
                  <a:pt x="1268" y="108"/>
                </a:lnTo>
                <a:lnTo>
                  <a:pt x="1739" y="97"/>
                </a:lnTo>
                <a:lnTo>
                  <a:pt x="2114" y="90"/>
                </a:lnTo>
                <a:lnTo>
                  <a:pt x="3096" y="79"/>
                </a:lnTo>
                <a:lnTo>
                  <a:pt x="4876" y="69"/>
                </a:lnTo>
                <a:lnTo>
                  <a:pt x="7295" y="72"/>
                </a:lnTo>
                <a:lnTo>
                  <a:pt x="8621" y="85"/>
                </a:lnTo>
                <a:lnTo>
                  <a:pt x="9012" y="95"/>
                </a:lnTo>
                <a:lnTo>
                  <a:pt x="9150" y="102"/>
                </a:lnTo>
                <a:lnTo>
                  <a:pt x="9169" y="107"/>
                </a:lnTo>
                <a:lnTo>
                  <a:pt x="9173" y="108"/>
                </a:lnTo>
                <a:lnTo>
                  <a:pt x="9169" y="112"/>
                </a:lnTo>
                <a:lnTo>
                  <a:pt x="9139" y="117"/>
                </a:lnTo>
                <a:lnTo>
                  <a:pt x="8981" y="125"/>
                </a:lnTo>
                <a:lnTo>
                  <a:pt x="8201" y="135"/>
                </a:lnTo>
                <a:lnTo>
                  <a:pt x="7144" y="138"/>
                </a:lnTo>
                <a:lnTo>
                  <a:pt x="6379" y="138"/>
                </a:lnTo>
                <a:lnTo>
                  <a:pt x="4985" y="148"/>
                </a:lnTo>
                <a:lnTo>
                  <a:pt x="3793" y="167"/>
                </a:lnTo>
                <a:lnTo>
                  <a:pt x="2848" y="193"/>
                </a:lnTo>
                <a:lnTo>
                  <a:pt x="2494" y="210"/>
                </a:lnTo>
                <a:lnTo>
                  <a:pt x="1978" y="230"/>
                </a:lnTo>
                <a:lnTo>
                  <a:pt x="1314" y="247"/>
                </a:lnTo>
                <a:lnTo>
                  <a:pt x="903" y="258"/>
                </a:lnTo>
                <a:lnTo>
                  <a:pt x="654" y="273"/>
                </a:lnTo>
                <a:lnTo>
                  <a:pt x="617" y="285"/>
                </a:lnTo>
                <a:lnTo>
                  <a:pt x="614" y="295"/>
                </a:lnTo>
                <a:lnTo>
                  <a:pt x="618" y="301"/>
                </a:lnTo>
                <a:lnTo>
                  <a:pt x="626" y="306"/>
                </a:lnTo>
                <a:lnTo>
                  <a:pt x="667" y="315"/>
                </a:lnTo>
                <a:lnTo>
                  <a:pt x="821" y="325"/>
                </a:lnTo>
                <a:lnTo>
                  <a:pt x="1658" y="328"/>
                </a:lnTo>
                <a:lnTo>
                  <a:pt x="2973" y="319"/>
                </a:lnTo>
                <a:lnTo>
                  <a:pt x="6560" y="296"/>
                </a:lnTo>
                <a:lnTo>
                  <a:pt x="9493" y="286"/>
                </a:lnTo>
                <a:lnTo>
                  <a:pt x="10527" y="292"/>
                </a:lnTo>
                <a:lnTo>
                  <a:pt x="10807" y="298"/>
                </a:lnTo>
                <a:lnTo>
                  <a:pt x="11152" y="306"/>
                </a:lnTo>
                <a:lnTo>
                  <a:pt x="11407" y="305"/>
                </a:lnTo>
                <a:lnTo>
                  <a:pt x="11454" y="299"/>
                </a:lnTo>
                <a:lnTo>
                  <a:pt x="11463" y="292"/>
                </a:lnTo>
                <a:lnTo>
                  <a:pt x="11459" y="289"/>
                </a:lnTo>
                <a:lnTo>
                  <a:pt x="11447" y="282"/>
                </a:lnTo>
                <a:lnTo>
                  <a:pt x="11398" y="272"/>
                </a:lnTo>
                <a:lnTo>
                  <a:pt x="11260" y="256"/>
                </a:lnTo>
                <a:lnTo>
                  <a:pt x="10905" y="240"/>
                </a:lnTo>
                <a:lnTo>
                  <a:pt x="10314" y="224"/>
                </a:lnTo>
                <a:lnTo>
                  <a:pt x="9901" y="217"/>
                </a:lnTo>
                <a:lnTo>
                  <a:pt x="9339" y="204"/>
                </a:lnTo>
                <a:lnTo>
                  <a:pt x="9150" y="197"/>
                </a:lnTo>
                <a:lnTo>
                  <a:pt x="9169" y="194"/>
                </a:lnTo>
                <a:lnTo>
                  <a:pt x="9295" y="190"/>
                </a:lnTo>
                <a:lnTo>
                  <a:pt x="9457" y="186"/>
                </a:lnTo>
                <a:lnTo>
                  <a:pt x="9730" y="179"/>
                </a:lnTo>
                <a:lnTo>
                  <a:pt x="9891" y="166"/>
                </a:lnTo>
                <a:lnTo>
                  <a:pt x="9908" y="156"/>
                </a:lnTo>
                <a:lnTo>
                  <a:pt x="9901" y="147"/>
                </a:lnTo>
                <a:lnTo>
                  <a:pt x="9894" y="143"/>
                </a:lnTo>
                <a:lnTo>
                  <a:pt x="9874" y="133"/>
                </a:lnTo>
                <a:lnTo>
                  <a:pt x="9808" y="115"/>
                </a:lnTo>
                <a:lnTo>
                  <a:pt x="9651" y="91"/>
                </a:lnTo>
                <a:lnTo>
                  <a:pt x="9319" y="62"/>
                </a:lnTo>
                <a:lnTo>
                  <a:pt x="8851" y="39"/>
                </a:lnTo>
                <a:lnTo>
                  <a:pt x="8247" y="22"/>
                </a:lnTo>
                <a:lnTo>
                  <a:pt x="7502" y="11"/>
                </a:lnTo>
                <a:lnTo>
                  <a:pt x="6137" y="0"/>
                </a:lnTo>
                <a:lnTo>
                  <a:pt x="5011" y="2"/>
                </a:lnTo>
                <a:lnTo>
                  <a:pt x="3439" y="5"/>
                </a:lnTo>
                <a:lnTo>
                  <a:pt x="2769" y="11"/>
                </a:lnTo>
                <a:close/>
                <a:moveTo>
                  <a:pt x="6241" y="226"/>
                </a:moveTo>
                <a:lnTo>
                  <a:pt x="5980" y="229"/>
                </a:lnTo>
                <a:lnTo>
                  <a:pt x="5360" y="229"/>
                </a:lnTo>
                <a:lnTo>
                  <a:pt x="5101" y="226"/>
                </a:lnTo>
                <a:lnTo>
                  <a:pt x="5002" y="226"/>
                </a:lnTo>
                <a:lnTo>
                  <a:pt x="4971" y="224"/>
                </a:lnTo>
                <a:lnTo>
                  <a:pt x="5247" y="222"/>
                </a:lnTo>
                <a:lnTo>
                  <a:pt x="5670" y="222"/>
                </a:lnTo>
                <a:lnTo>
                  <a:pt x="6092" y="222"/>
                </a:lnTo>
                <a:lnTo>
                  <a:pt x="6369" y="224"/>
                </a:lnTo>
                <a:lnTo>
                  <a:pt x="6340" y="226"/>
                </a:lnTo>
                <a:lnTo>
                  <a:pt x="6241" y="226"/>
                </a:lnTo>
                <a:close/>
                <a:moveTo>
                  <a:pt x="4263" y="250"/>
                </a:moveTo>
                <a:lnTo>
                  <a:pt x="4139" y="253"/>
                </a:lnTo>
                <a:lnTo>
                  <a:pt x="3839" y="253"/>
                </a:lnTo>
                <a:lnTo>
                  <a:pt x="3711" y="250"/>
                </a:lnTo>
                <a:lnTo>
                  <a:pt x="3662" y="249"/>
                </a:lnTo>
                <a:lnTo>
                  <a:pt x="3644" y="247"/>
                </a:lnTo>
                <a:lnTo>
                  <a:pt x="3775" y="243"/>
                </a:lnTo>
                <a:lnTo>
                  <a:pt x="3980" y="243"/>
                </a:lnTo>
                <a:lnTo>
                  <a:pt x="4185" y="243"/>
                </a:lnTo>
                <a:lnTo>
                  <a:pt x="4322" y="247"/>
                </a:lnTo>
                <a:lnTo>
                  <a:pt x="4309" y="249"/>
                </a:lnTo>
                <a:lnTo>
                  <a:pt x="4263" y="25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5" name="Freeform 21">
            <a:extLst>
              <a:ext uri="{FF2B5EF4-FFF2-40B4-BE49-F238E27FC236}">
                <a16:creationId xmlns:a16="http://schemas.microsoft.com/office/drawing/2014/main" id="{8A651DF5-2355-43EC-9D02-D4421D6B07CA}"/>
              </a:ext>
            </a:extLst>
          </p:cNvPr>
          <p:cNvSpPr>
            <a:spLocks/>
          </p:cNvSpPr>
          <p:nvPr/>
        </p:nvSpPr>
        <p:spPr bwMode="auto">
          <a:xfrm>
            <a:off x="366564" y="3362981"/>
            <a:ext cx="3272727" cy="92055"/>
          </a:xfrm>
          <a:custGeom>
            <a:avLst/>
            <a:gdLst>
              <a:gd name="T0" fmla="*/ 5861 w 9716"/>
              <a:gd name="T1" fmla="*/ 3 h 337"/>
              <a:gd name="T2" fmla="*/ 5580 w 9716"/>
              <a:gd name="T3" fmla="*/ 8 h 337"/>
              <a:gd name="T4" fmla="*/ 4872 w 9716"/>
              <a:gd name="T5" fmla="*/ 28 h 337"/>
              <a:gd name="T6" fmla="*/ 3529 w 9716"/>
              <a:gd name="T7" fmla="*/ 80 h 337"/>
              <a:gd name="T8" fmla="*/ 2421 w 9716"/>
              <a:gd name="T9" fmla="*/ 132 h 337"/>
              <a:gd name="T10" fmla="*/ 1142 w 9716"/>
              <a:gd name="T11" fmla="*/ 191 h 337"/>
              <a:gd name="T12" fmla="*/ 458 w 9716"/>
              <a:gd name="T13" fmla="*/ 222 h 337"/>
              <a:gd name="T14" fmla="*/ 303 w 9716"/>
              <a:gd name="T15" fmla="*/ 228 h 337"/>
              <a:gd name="T16" fmla="*/ 97 w 9716"/>
              <a:gd name="T17" fmla="*/ 245 h 337"/>
              <a:gd name="T18" fmla="*/ 21 w 9716"/>
              <a:gd name="T19" fmla="*/ 261 h 337"/>
              <a:gd name="T20" fmla="*/ 0 w 9716"/>
              <a:gd name="T21" fmla="*/ 275 h 337"/>
              <a:gd name="T22" fmla="*/ 3 w 9716"/>
              <a:gd name="T23" fmla="*/ 291 h 337"/>
              <a:gd name="T24" fmla="*/ 28 w 9716"/>
              <a:gd name="T25" fmla="*/ 311 h 337"/>
              <a:gd name="T26" fmla="*/ 48 w 9716"/>
              <a:gd name="T27" fmla="*/ 323 h 337"/>
              <a:gd name="T28" fmla="*/ 61 w 9716"/>
              <a:gd name="T29" fmla="*/ 329 h 337"/>
              <a:gd name="T30" fmla="*/ 117 w 9716"/>
              <a:gd name="T31" fmla="*/ 336 h 337"/>
              <a:gd name="T32" fmla="*/ 291 w 9716"/>
              <a:gd name="T33" fmla="*/ 337 h 337"/>
              <a:gd name="T34" fmla="*/ 1141 w 9716"/>
              <a:gd name="T35" fmla="*/ 300 h 337"/>
              <a:gd name="T36" fmla="*/ 2410 w 9716"/>
              <a:gd name="T37" fmla="*/ 227 h 337"/>
              <a:gd name="T38" fmla="*/ 3455 w 9716"/>
              <a:gd name="T39" fmla="*/ 166 h 337"/>
              <a:gd name="T40" fmla="*/ 5011 w 9716"/>
              <a:gd name="T41" fmla="*/ 86 h 337"/>
              <a:gd name="T42" fmla="*/ 5869 w 9716"/>
              <a:gd name="T43" fmla="*/ 54 h 337"/>
              <a:gd name="T44" fmla="*/ 6358 w 9716"/>
              <a:gd name="T45" fmla="*/ 43 h 337"/>
              <a:gd name="T46" fmla="*/ 7025 w 9716"/>
              <a:gd name="T47" fmla="*/ 39 h 337"/>
              <a:gd name="T48" fmla="*/ 7468 w 9716"/>
              <a:gd name="T49" fmla="*/ 46 h 337"/>
              <a:gd name="T50" fmla="*/ 7937 w 9716"/>
              <a:gd name="T51" fmla="*/ 54 h 337"/>
              <a:gd name="T52" fmla="*/ 8683 w 9716"/>
              <a:gd name="T53" fmla="*/ 82 h 337"/>
              <a:gd name="T54" fmla="*/ 9093 w 9716"/>
              <a:gd name="T55" fmla="*/ 109 h 337"/>
              <a:gd name="T56" fmla="*/ 9308 w 9716"/>
              <a:gd name="T57" fmla="*/ 132 h 337"/>
              <a:gd name="T58" fmla="*/ 9473 w 9716"/>
              <a:gd name="T59" fmla="*/ 159 h 337"/>
              <a:gd name="T60" fmla="*/ 9594 w 9716"/>
              <a:gd name="T61" fmla="*/ 189 h 337"/>
              <a:gd name="T62" fmla="*/ 9634 w 9716"/>
              <a:gd name="T63" fmla="*/ 205 h 337"/>
              <a:gd name="T64" fmla="*/ 9683 w 9716"/>
              <a:gd name="T65" fmla="*/ 227 h 337"/>
              <a:gd name="T66" fmla="*/ 9715 w 9716"/>
              <a:gd name="T67" fmla="*/ 232 h 337"/>
              <a:gd name="T68" fmla="*/ 9716 w 9716"/>
              <a:gd name="T69" fmla="*/ 224 h 337"/>
              <a:gd name="T70" fmla="*/ 9709 w 9716"/>
              <a:gd name="T71" fmla="*/ 215 h 337"/>
              <a:gd name="T72" fmla="*/ 9693 w 9716"/>
              <a:gd name="T73" fmla="*/ 198 h 337"/>
              <a:gd name="T74" fmla="*/ 9640 w 9716"/>
              <a:gd name="T75" fmla="*/ 168 h 337"/>
              <a:gd name="T76" fmla="*/ 9558 w 9716"/>
              <a:gd name="T77" fmla="*/ 142 h 337"/>
              <a:gd name="T78" fmla="*/ 9441 w 9716"/>
              <a:gd name="T79" fmla="*/ 119 h 337"/>
              <a:gd name="T80" fmla="*/ 9195 w 9716"/>
              <a:gd name="T81" fmla="*/ 89 h 337"/>
              <a:gd name="T82" fmla="*/ 8679 w 9716"/>
              <a:gd name="T83" fmla="*/ 54 h 337"/>
              <a:gd name="T84" fmla="*/ 8318 w 9716"/>
              <a:gd name="T85" fmla="*/ 39 h 337"/>
              <a:gd name="T86" fmla="*/ 8084 w 9716"/>
              <a:gd name="T87" fmla="*/ 28 h 337"/>
              <a:gd name="T88" fmla="*/ 7448 w 9716"/>
              <a:gd name="T89" fmla="*/ 13 h 337"/>
              <a:gd name="T90" fmla="*/ 6737 w 9716"/>
              <a:gd name="T91" fmla="*/ 3 h 337"/>
              <a:gd name="T92" fmla="*/ 6099 w 9716"/>
              <a:gd name="T93" fmla="*/ 0 h 337"/>
              <a:gd name="T94" fmla="*/ 5861 w 9716"/>
              <a:gd name="T95" fmla="*/ 3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9716" h="337">
                <a:moveTo>
                  <a:pt x="5861" y="3"/>
                </a:moveTo>
                <a:lnTo>
                  <a:pt x="5580" y="8"/>
                </a:lnTo>
                <a:lnTo>
                  <a:pt x="4872" y="28"/>
                </a:lnTo>
                <a:lnTo>
                  <a:pt x="3529" y="80"/>
                </a:lnTo>
                <a:lnTo>
                  <a:pt x="2421" y="132"/>
                </a:lnTo>
                <a:lnTo>
                  <a:pt x="1142" y="191"/>
                </a:lnTo>
                <a:lnTo>
                  <a:pt x="458" y="222"/>
                </a:lnTo>
                <a:lnTo>
                  <a:pt x="303" y="228"/>
                </a:lnTo>
                <a:lnTo>
                  <a:pt x="97" y="245"/>
                </a:lnTo>
                <a:lnTo>
                  <a:pt x="21" y="261"/>
                </a:lnTo>
                <a:lnTo>
                  <a:pt x="0" y="275"/>
                </a:lnTo>
                <a:lnTo>
                  <a:pt x="3" y="291"/>
                </a:lnTo>
                <a:lnTo>
                  <a:pt x="28" y="311"/>
                </a:lnTo>
                <a:lnTo>
                  <a:pt x="48" y="323"/>
                </a:lnTo>
                <a:lnTo>
                  <a:pt x="61" y="329"/>
                </a:lnTo>
                <a:lnTo>
                  <a:pt x="117" y="336"/>
                </a:lnTo>
                <a:lnTo>
                  <a:pt x="291" y="337"/>
                </a:lnTo>
                <a:lnTo>
                  <a:pt x="1141" y="300"/>
                </a:lnTo>
                <a:lnTo>
                  <a:pt x="2410" y="227"/>
                </a:lnTo>
                <a:lnTo>
                  <a:pt x="3455" y="166"/>
                </a:lnTo>
                <a:lnTo>
                  <a:pt x="5011" y="86"/>
                </a:lnTo>
                <a:lnTo>
                  <a:pt x="5869" y="54"/>
                </a:lnTo>
                <a:lnTo>
                  <a:pt x="6358" y="43"/>
                </a:lnTo>
                <a:lnTo>
                  <a:pt x="7025" y="39"/>
                </a:lnTo>
                <a:lnTo>
                  <a:pt x="7468" y="46"/>
                </a:lnTo>
                <a:lnTo>
                  <a:pt x="7937" y="54"/>
                </a:lnTo>
                <a:lnTo>
                  <a:pt x="8683" y="82"/>
                </a:lnTo>
                <a:lnTo>
                  <a:pt x="9093" y="109"/>
                </a:lnTo>
                <a:lnTo>
                  <a:pt x="9308" y="132"/>
                </a:lnTo>
                <a:lnTo>
                  <a:pt x="9473" y="159"/>
                </a:lnTo>
                <a:lnTo>
                  <a:pt x="9594" y="189"/>
                </a:lnTo>
                <a:lnTo>
                  <a:pt x="9634" y="205"/>
                </a:lnTo>
                <a:lnTo>
                  <a:pt x="9683" y="227"/>
                </a:lnTo>
                <a:lnTo>
                  <a:pt x="9715" y="232"/>
                </a:lnTo>
                <a:lnTo>
                  <a:pt x="9716" y="224"/>
                </a:lnTo>
                <a:lnTo>
                  <a:pt x="9709" y="215"/>
                </a:lnTo>
                <a:lnTo>
                  <a:pt x="9693" y="198"/>
                </a:lnTo>
                <a:lnTo>
                  <a:pt x="9640" y="168"/>
                </a:lnTo>
                <a:lnTo>
                  <a:pt x="9558" y="142"/>
                </a:lnTo>
                <a:lnTo>
                  <a:pt x="9441" y="119"/>
                </a:lnTo>
                <a:lnTo>
                  <a:pt x="9195" y="89"/>
                </a:lnTo>
                <a:lnTo>
                  <a:pt x="8679" y="54"/>
                </a:lnTo>
                <a:lnTo>
                  <a:pt x="8318" y="39"/>
                </a:lnTo>
                <a:lnTo>
                  <a:pt x="8084" y="28"/>
                </a:lnTo>
                <a:lnTo>
                  <a:pt x="7448" y="13"/>
                </a:lnTo>
                <a:lnTo>
                  <a:pt x="6737" y="3"/>
                </a:lnTo>
                <a:lnTo>
                  <a:pt x="6099" y="0"/>
                </a:lnTo>
                <a:lnTo>
                  <a:pt x="5861" y="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8" name="Freeform 25">
            <a:extLst>
              <a:ext uri="{FF2B5EF4-FFF2-40B4-BE49-F238E27FC236}">
                <a16:creationId xmlns:a16="http://schemas.microsoft.com/office/drawing/2014/main" id="{FE37BDA2-A6DA-4D8A-8F53-6DD871708690}"/>
              </a:ext>
            </a:extLst>
          </p:cNvPr>
          <p:cNvSpPr>
            <a:spLocks/>
          </p:cNvSpPr>
          <p:nvPr/>
        </p:nvSpPr>
        <p:spPr bwMode="auto">
          <a:xfrm>
            <a:off x="366564" y="6259990"/>
            <a:ext cx="3272727" cy="160485"/>
          </a:xfrm>
          <a:custGeom>
            <a:avLst/>
            <a:gdLst>
              <a:gd name="T0" fmla="*/ 3107 w 10158"/>
              <a:gd name="T1" fmla="*/ 29 h 592"/>
              <a:gd name="T2" fmla="*/ 521 w 10158"/>
              <a:gd name="T3" fmla="*/ 105 h 592"/>
              <a:gd name="T4" fmla="*/ 64 w 10158"/>
              <a:gd name="T5" fmla="*/ 116 h 592"/>
              <a:gd name="T6" fmla="*/ 9 w 10158"/>
              <a:gd name="T7" fmla="*/ 131 h 592"/>
              <a:gd name="T8" fmla="*/ 0 w 10158"/>
              <a:gd name="T9" fmla="*/ 164 h 592"/>
              <a:gd name="T10" fmla="*/ 10 w 10158"/>
              <a:gd name="T11" fmla="*/ 197 h 592"/>
              <a:gd name="T12" fmla="*/ 77 w 10158"/>
              <a:gd name="T13" fmla="*/ 250 h 592"/>
              <a:gd name="T14" fmla="*/ 138 w 10158"/>
              <a:gd name="T15" fmla="*/ 272 h 592"/>
              <a:gd name="T16" fmla="*/ 613 w 10158"/>
              <a:gd name="T17" fmla="*/ 283 h 592"/>
              <a:gd name="T18" fmla="*/ 1882 w 10158"/>
              <a:gd name="T19" fmla="*/ 247 h 592"/>
              <a:gd name="T20" fmla="*/ 4413 w 10158"/>
              <a:gd name="T21" fmla="*/ 178 h 592"/>
              <a:gd name="T22" fmla="*/ 6671 w 10158"/>
              <a:gd name="T23" fmla="*/ 170 h 592"/>
              <a:gd name="T24" fmla="*/ 7731 w 10158"/>
              <a:gd name="T25" fmla="*/ 200 h 592"/>
              <a:gd name="T26" fmla="*/ 7016 w 10158"/>
              <a:gd name="T27" fmla="*/ 220 h 592"/>
              <a:gd name="T28" fmla="*/ 5178 w 10158"/>
              <a:gd name="T29" fmla="*/ 233 h 592"/>
              <a:gd name="T30" fmla="*/ 3347 w 10158"/>
              <a:gd name="T31" fmla="*/ 249 h 592"/>
              <a:gd name="T32" fmla="*/ 2166 w 10158"/>
              <a:gd name="T33" fmla="*/ 296 h 592"/>
              <a:gd name="T34" fmla="*/ 1834 w 10158"/>
              <a:gd name="T35" fmla="*/ 330 h 592"/>
              <a:gd name="T36" fmla="*/ 1462 w 10158"/>
              <a:gd name="T37" fmla="*/ 386 h 592"/>
              <a:gd name="T38" fmla="*/ 1273 w 10158"/>
              <a:gd name="T39" fmla="*/ 441 h 592"/>
              <a:gd name="T40" fmla="*/ 1252 w 10158"/>
              <a:gd name="T41" fmla="*/ 467 h 592"/>
              <a:gd name="T42" fmla="*/ 1288 w 10158"/>
              <a:gd name="T43" fmla="*/ 478 h 592"/>
              <a:gd name="T44" fmla="*/ 1836 w 10158"/>
              <a:gd name="T45" fmla="*/ 498 h 592"/>
              <a:gd name="T46" fmla="*/ 3989 w 10158"/>
              <a:gd name="T47" fmla="*/ 477 h 592"/>
              <a:gd name="T48" fmla="*/ 5237 w 10158"/>
              <a:gd name="T49" fmla="*/ 447 h 592"/>
              <a:gd name="T50" fmla="*/ 7617 w 10158"/>
              <a:gd name="T51" fmla="*/ 437 h 592"/>
              <a:gd name="T52" fmla="*/ 8685 w 10158"/>
              <a:gd name="T53" fmla="*/ 465 h 592"/>
              <a:gd name="T54" fmla="*/ 9103 w 10158"/>
              <a:gd name="T55" fmla="*/ 496 h 592"/>
              <a:gd name="T56" fmla="*/ 10044 w 10158"/>
              <a:gd name="T57" fmla="*/ 585 h 592"/>
              <a:gd name="T58" fmla="*/ 10155 w 10158"/>
              <a:gd name="T59" fmla="*/ 589 h 592"/>
              <a:gd name="T60" fmla="*/ 10129 w 10158"/>
              <a:gd name="T61" fmla="*/ 566 h 592"/>
              <a:gd name="T62" fmla="*/ 9948 w 10158"/>
              <a:gd name="T63" fmla="*/ 527 h 592"/>
              <a:gd name="T64" fmla="*/ 9441 w 10158"/>
              <a:gd name="T65" fmla="*/ 477 h 592"/>
              <a:gd name="T66" fmla="*/ 8355 w 10158"/>
              <a:gd name="T67" fmla="*/ 414 h 592"/>
              <a:gd name="T68" fmla="*/ 7718 w 10158"/>
              <a:gd name="T69" fmla="*/ 391 h 592"/>
              <a:gd name="T70" fmla="*/ 5975 w 10158"/>
              <a:gd name="T71" fmla="*/ 382 h 592"/>
              <a:gd name="T72" fmla="*/ 3956 w 10158"/>
              <a:gd name="T73" fmla="*/ 415 h 592"/>
              <a:gd name="T74" fmla="*/ 2064 w 10158"/>
              <a:gd name="T75" fmla="*/ 447 h 592"/>
              <a:gd name="T76" fmla="*/ 1641 w 10158"/>
              <a:gd name="T77" fmla="*/ 438 h 592"/>
              <a:gd name="T78" fmla="*/ 2172 w 10158"/>
              <a:gd name="T79" fmla="*/ 375 h 592"/>
              <a:gd name="T80" fmla="*/ 3826 w 10158"/>
              <a:gd name="T81" fmla="*/ 343 h 592"/>
              <a:gd name="T82" fmla="*/ 7964 w 10158"/>
              <a:gd name="T83" fmla="*/ 342 h 592"/>
              <a:gd name="T84" fmla="*/ 9431 w 10158"/>
              <a:gd name="T85" fmla="*/ 322 h 592"/>
              <a:gd name="T86" fmla="*/ 9487 w 10158"/>
              <a:gd name="T87" fmla="*/ 307 h 592"/>
              <a:gd name="T88" fmla="*/ 9476 w 10158"/>
              <a:gd name="T89" fmla="*/ 247 h 592"/>
              <a:gd name="T90" fmla="*/ 9457 w 10158"/>
              <a:gd name="T91" fmla="*/ 221 h 592"/>
              <a:gd name="T92" fmla="*/ 9341 w 10158"/>
              <a:gd name="T93" fmla="*/ 188 h 592"/>
              <a:gd name="T94" fmla="*/ 8903 w 10158"/>
              <a:gd name="T95" fmla="*/ 132 h 592"/>
              <a:gd name="T96" fmla="*/ 7590 w 10158"/>
              <a:gd name="T97" fmla="*/ 40 h 592"/>
              <a:gd name="T98" fmla="*/ 6871 w 10158"/>
              <a:gd name="T99" fmla="*/ 12 h 592"/>
              <a:gd name="T100" fmla="*/ 4918 w 10158"/>
              <a:gd name="T101" fmla="*/ 0 h 592"/>
              <a:gd name="T102" fmla="*/ 3668 w 10158"/>
              <a:gd name="T103" fmla="*/ 13 h 5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0158" h="592">
                <a:moveTo>
                  <a:pt x="3668" y="13"/>
                </a:moveTo>
                <a:lnTo>
                  <a:pt x="3107" y="29"/>
                </a:lnTo>
                <a:lnTo>
                  <a:pt x="1795" y="68"/>
                </a:lnTo>
                <a:lnTo>
                  <a:pt x="521" y="105"/>
                </a:lnTo>
                <a:lnTo>
                  <a:pt x="88" y="115"/>
                </a:lnTo>
                <a:lnTo>
                  <a:pt x="64" y="116"/>
                </a:lnTo>
                <a:lnTo>
                  <a:pt x="28" y="121"/>
                </a:lnTo>
                <a:lnTo>
                  <a:pt x="9" y="131"/>
                </a:lnTo>
                <a:lnTo>
                  <a:pt x="0" y="149"/>
                </a:lnTo>
                <a:lnTo>
                  <a:pt x="0" y="164"/>
                </a:lnTo>
                <a:lnTo>
                  <a:pt x="0" y="174"/>
                </a:lnTo>
                <a:lnTo>
                  <a:pt x="10" y="197"/>
                </a:lnTo>
                <a:lnTo>
                  <a:pt x="44" y="230"/>
                </a:lnTo>
                <a:lnTo>
                  <a:pt x="77" y="250"/>
                </a:lnTo>
                <a:lnTo>
                  <a:pt x="94" y="259"/>
                </a:lnTo>
                <a:lnTo>
                  <a:pt x="138" y="272"/>
                </a:lnTo>
                <a:lnTo>
                  <a:pt x="256" y="284"/>
                </a:lnTo>
                <a:lnTo>
                  <a:pt x="613" y="283"/>
                </a:lnTo>
                <a:lnTo>
                  <a:pt x="1325" y="264"/>
                </a:lnTo>
                <a:lnTo>
                  <a:pt x="1882" y="247"/>
                </a:lnTo>
                <a:lnTo>
                  <a:pt x="2845" y="217"/>
                </a:lnTo>
                <a:lnTo>
                  <a:pt x="4413" y="178"/>
                </a:lnTo>
                <a:lnTo>
                  <a:pt x="5651" y="162"/>
                </a:lnTo>
                <a:lnTo>
                  <a:pt x="6671" y="170"/>
                </a:lnTo>
                <a:lnTo>
                  <a:pt x="7131" y="182"/>
                </a:lnTo>
                <a:lnTo>
                  <a:pt x="7731" y="200"/>
                </a:lnTo>
                <a:lnTo>
                  <a:pt x="7287" y="214"/>
                </a:lnTo>
                <a:lnTo>
                  <a:pt x="7016" y="220"/>
                </a:lnTo>
                <a:lnTo>
                  <a:pt x="5869" y="230"/>
                </a:lnTo>
                <a:lnTo>
                  <a:pt x="5178" y="233"/>
                </a:lnTo>
                <a:lnTo>
                  <a:pt x="4449" y="236"/>
                </a:lnTo>
                <a:lnTo>
                  <a:pt x="3347" y="249"/>
                </a:lnTo>
                <a:lnTo>
                  <a:pt x="2579" y="270"/>
                </a:lnTo>
                <a:lnTo>
                  <a:pt x="2166" y="296"/>
                </a:lnTo>
                <a:lnTo>
                  <a:pt x="1936" y="319"/>
                </a:lnTo>
                <a:lnTo>
                  <a:pt x="1834" y="330"/>
                </a:lnTo>
                <a:lnTo>
                  <a:pt x="1682" y="350"/>
                </a:lnTo>
                <a:lnTo>
                  <a:pt x="1462" y="386"/>
                </a:lnTo>
                <a:lnTo>
                  <a:pt x="1326" y="418"/>
                </a:lnTo>
                <a:lnTo>
                  <a:pt x="1273" y="441"/>
                </a:lnTo>
                <a:lnTo>
                  <a:pt x="1256" y="458"/>
                </a:lnTo>
                <a:lnTo>
                  <a:pt x="1252" y="467"/>
                </a:lnTo>
                <a:lnTo>
                  <a:pt x="1253" y="471"/>
                </a:lnTo>
                <a:lnTo>
                  <a:pt x="1288" y="478"/>
                </a:lnTo>
                <a:lnTo>
                  <a:pt x="1403" y="488"/>
                </a:lnTo>
                <a:lnTo>
                  <a:pt x="1836" y="498"/>
                </a:lnTo>
                <a:lnTo>
                  <a:pt x="2779" y="496"/>
                </a:lnTo>
                <a:lnTo>
                  <a:pt x="3989" y="477"/>
                </a:lnTo>
                <a:lnTo>
                  <a:pt x="4650" y="460"/>
                </a:lnTo>
                <a:lnTo>
                  <a:pt x="5237" y="447"/>
                </a:lnTo>
                <a:lnTo>
                  <a:pt x="6467" y="432"/>
                </a:lnTo>
                <a:lnTo>
                  <a:pt x="7617" y="437"/>
                </a:lnTo>
                <a:lnTo>
                  <a:pt x="8321" y="451"/>
                </a:lnTo>
                <a:lnTo>
                  <a:pt x="8685" y="465"/>
                </a:lnTo>
                <a:lnTo>
                  <a:pt x="8821" y="474"/>
                </a:lnTo>
                <a:lnTo>
                  <a:pt x="9103" y="496"/>
                </a:lnTo>
                <a:lnTo>
                  <a:pt x="9772" y="556"/>
                </a:lnTo>
                <a:lnTo>
                  <a:pt x="10044" y="585"/>
                </a:lnTo>
                <a:lnTo>
                  <a:pt x="10110" y="592"/>
                </a:lnTo>
                <a:lnTo>
                  <a:pt x="10155" y="589"/>
                </a:lnTo>
                <a:lnTo>
                  <a:pt x="10158" y="582"/>
                </a:lnTo>
                <a:lnTo>
                  <a:pt x="10129" y="566"/>
                </a:lnTo>
                <a:lnTo>
                  <a:pt x="10025" y="540"/>
                </a:lnTo>
                <a:lnTo>
                  <a:pt x="9948" y="527"/>
                </a:lnTo>
                <a:lnTo>
                  <a:pt x="9830" y="511"/>
                </a:lnTo>
                <a:lnTo>
                  <a:pt x="9441" y="477"/>
                </a:lnTo>
                <a:lnTo>
                  <a:pt x="8929" y="444"/>
                </a:lnTo>
                <a:lnTo>
                  <a:pt x="8355" y="414"/>
                </a:lnTo>
                <a:lnTo>
                  <a:pt x="8069" y="402"/>
                </a:lnTo>
                <a:lnTo>
                  <a:pt x="7718" y="391"/>
                </a:lnTo>
                <a:lnTo>
                  <a:pt x="6937" y="379"/>
                </a:lnTo>
                <a:lnTo>
                  <a:pt x="5975" y="382"/>
                </a:lnTo>
                <a:lnTo>
                  <a:pt x="4731" y="399"/>
                </a:lnTo>
                <a:lnTo>
                  <a:pt x="3956" y="415"/>
                </a:lnTo>
                <a:lnTo>
                  <a:pt x="3199" y="429"/>
                </a:lnTo>
                <a:lnTo>
                  <a:pt x="2064" y="447"/>
                </a:lnTo>
                <a:lnTo>
                  <a:pt x="1870" y="445"/>
                </a:lnTo>
                <a:lnTo>
                  <a:pt x="1641" y="438"/>
                </a:lnTo>
                <a:lnTo>
                  <a:pt x="2037" y="391"/>
                </a:lnTo>
                <a:lnTo>
                  <a:pt x="2172" y="375"/>
                </a:lnTo>
                <a:lnTo>
                  <a:pt x="2537" y="355"/>
                </a:lnTo>
                <a:lnTo>
                  <a:pt x="3826" y="343"/>
                </a:lnTo>
                <a:lnTo>
                  <a:pt x="5956" y="343"/>
                </a:lnTo>
                <a:lnTo>
                  <a:pt x="7964" y="342"/>
                </a:lnTo>
                <a:lnTo>
                  <a:pt x="9213" y="332"/>
                </a:lnTo>
                <a:lnTo>
                  <a:pt x="9431" y="322"/>
                </a:lnTo>
                <a:lnTo>
                  <a:pt x="9483" y="313"/>
                </a:lnTo>
                <a:lnTo>
                  <a:pt x="9487" y="307"/>
                </a:lnTo>
                <a:lnTo>
                  <a:pt x="9489" y="289"/>
                </a:lnTo>
                <a:lnTo>
                  <a:pt x="9476" y="247"/>
                </a:lnTo>
                <a:lnTo>
                  <a:pt x="9464" y="228"/>
                </a:lnTo>
                <a:lnTo>
                  <a:pt x="9457" y="221"/>
                </a:lnTo>
                <a:lnTo>
                  <a:pt x="9425" y="208"/>
                </a:lnTo>
                <a:lnTo>
                  <a:pt x="9341" y="188"/>
                </a:lnTo>
                <a:lnTo>
                  <a:pt x="9158" y="160"/>
                </a:lnTo>
                <a:lnTo>
                  <a:pt x="8903" y="132"/>
                </a:lnTo>
                <a:lnTo>
                  <a:pt x="8417" y="89"/>
                </a:lnTo>
                <a:lnTo>
                  <a:pt x="7590" y="40"/>
                </a:lnTo>
                <a:lnTo>
                  <a:pt x="7120" y="20"/>
                </a:lnTo>
                <a:lnTo>
                  <a:pt x="6871" y="12"/>
                </a:lnTo>
                <a:lnTo>
                  <a:pt x="5986" y="3"/>
                </a:lnTo>
                <a:lnTo>
                  <a:pt x="4918" y="0"/>
                </a:lnTo>
                <a:lnTo>
                  <a:pt x="3971" y="6"/>
                </a:lnTo>
                <a:lnTo>
                  <a:pt x="3668" y="1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61" name="Freeform 29">
            <a:extLst>
              <a:ext uri="{FF2B5EF4-FFF2-40B4-BE49-F238E27FC236}">
                <a16:creationId xmlns:a16="http://schemas.microsoft.com/office/drawing/2014/main" id="{D330B9CC-646E-4E83-9D79-053AD228BEF7}"/>
              </a:ext>
            </a:extLst>
          </p:cNvPr>
          <p:cNvSpPr>
            <a:spLocks/>
          </p:cNvSpPr>
          <p:nvPr/>
        </p:nvSpPr>
        <p:spPr bwMode="auto">
          <a:xfrm>
            <a:off x="690545" y="2695301"/>
            <a:ext cx="2624765" cy="47249"/>
          </a:xfrm>
          <a:custGeom>
            <a:avLst/>
            <a:gdLst>
              <a:gd name="T0" fmla="*/ 0 w 9665"/>
              <a:gd name="T1" fmla="*/ 34 h 174"/>
              <a:gd name="T2" fmla="*/ 1 w 9665"/>
              <a:gd name="T3" fmla="*/ 43 h 174"/>
              <a:gd name="T4" fmla="*/ 13 w 9665"/>
              <a:gd name="T5" fmla="*/ 64 h 174"/>
              <a:gd name="T6" fmla="*/ 47 w 9665"/>
              <a:gd name="T7" fmla="*/ 102 h 174"/>
              <a:gd name="T8" fmla="*/ 79 w 9665"/>
              <a:gd name="T9" fmla="*/ 123 h 174"/>
              <a:gd name="T10" fmla="*/ 155 w 9665"/>
              <a:gd name="T11" fmla="*/ 174 h 174"/>
              <a:gd name="T12" fmla="*/ 2816 w 9665"/>
              <a:gd name="T13" fmla="*/ 152 h 174"/>
              <a:gd name="T14" fmla="*/ 5353 w 9665"/>
              <a:gd name="T15" fmla="*/ 138 h 174"/>
              <a:gd name="T16" fmla="*/ 7580 w 9665"/>
              <a:gd name="T17" fmla="*/ 132 h 174"/>
              <a:gd name="T18" fmla="*/ 8421 w 9665"/>
              <a:gd name="T19" fmla="*/ 133 h 174"/>
              <a:gd name="T20" fmla="*/ 9326 w 9665"/>
              <a:gd name="T21" fmla="*/ 126 h 174"/>
              <a:gd name="T22" fmla="*/ 9639 w 9665"/>
              <a:gd name="T23" fmla="*/ 119 h 174"/>
              <a:gd name="T24" fmla="*/ 9665 w 9665"/>
              <a:gd name="T25" fmla="*/ 116 h 174"/>
              <a:gd name="T26" fmla="*/ 9628 w 9665"/>
              <a:gd name="T27" fmla="*/ 110 h 174"/>
              <a:gd name="T28" fmla="*/ 9248 w 9665"/>
              <a:gd name="T29" fmla="*/ 99 h 174"/>
              <a:gd name="T30" fmla="*/ 8156 w 9665"/>
              <a:gd name="T31" fmla="*/ 76 h 174"/>
              <a:gd name="T32" fmla="*/ 5974 w 9665"/>
              <a:gd name="T33" fmla="*/ 44 h 174"/>
              <a:gd name="T34" fmla="*/ 3508 w 9665"/>
              <a:gd name="T35" fmla="*/ 17 h 174"/>
              <a:gd name="T36" fmla="*/ 2356 w 9665"/>
              <a:gd name="T37" fmla="*/ 8 h 174"/>
              <a:gd name="T38" fmla="*/ 963 w 9665"/>
              <a:gd name="T39" fmla="*/ 0 h 174"/>
              <a:gd name="T40" fmla="*/ 152 w 9665"/>
              <a:gd name="T41" fmla="*/ 6 h 174"/>
              <a:gd name="T42" fmla="*/ 27 w 9665"/>
              <a:gd name="T43" fmla="*/ 16 h 174"/>
              <a:gd name="T44" fmla="*/ 1 w 9665"/>
              <a:gd name="T45" fmla="*/ 27 h 174"/>
              <a:gd name="T46" fmla="*/ 0 w 9665"/>
              <a:gd name="T47" fmla="*/ 34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9665" h="174">
                <a:moveTo>
                  <a:pt x="0" y="34"/>
                </a:moveTo>
                <a:lnTo>
                  <a:pt x="1" y="43"/>
                </a:lnTo>
                <a:lnTo>
                  <a:pt x="13" y="64"/>
                </a:lnTo>
                <a:lnTo>
                  <a:pt x="47" y="102"/>
                </a:lnTo>
                <a:lnTo>
                  <a:pt x="79" y="123"/>
                </a:lnTo>
                <a:lnTo>
                  <a:pt x="155" y="174"/>
                </a:lnTo>
                <a:lnTo>
                  <a:pt x="2816" y="152"/>
                </a:lnTo>
                <a:lnTo>
                  <a:pt x="5353" y="138"/>
                </a:lnTo>
                <a:lnTo>
                  <a:pt x="7580" y="132"/>
                </a:lnTo>
                <a:lnTo>
                  <a:pt x="8421" y="133"/>
                </a:lnTo>
                <a:lnTo>
                  <a:pt x="9326" y="126"/>
                </a:lnTo>
                <a:lnTo>
                  <a:pt x="9639" y="119"/>
                </a:lnTo>
                <a:lnTo>
                  <a:pt x="9665" y="116"/>
                </a:lnTo>
                <a:lnTo>
                  <a:pt x="9628" y="110"/>
                </a:lnTo>
                <a:lnTo>
                  <a:pt x="9248" y="99"/>
                </a:lnTo>
                <a:lnTo>
                  <a:pt x="8156" y="76"/>
                </a:lnTo>
                <a:lnTo>
                  <a:pt x="5974" y="44"/>
                </a:lnTo>
                <a:lnTo>
                  <a:pt x="3508" y="17"/>
                </a:lnTo>
                <a:lnTo>
                  <a:pt x="2356" y="8"/>
                </a:lnTo>
                <a:lnTo>
                  <a:pt x="963" y="0"/>
                </a:lnTo>
                <a:lnTo>
                  <a:pt x="152" y="6"/>
                </a:lnTo>
                <a:lnTo>
                  <a:pt x="27" y="16"/>
                </a:lnTo>
                <a:lnTo>
                  <a:pt x="1" y="27"/>
                </a:lnTo>
                <a:lnTo>
                  <a:pt x="0" y="3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grpSp>
        <p:nvGrpSpPr>
          <p:cNvPr id="70" name="グループ化 69">
            <a:extLst>
              <a:ext uri="{FF2B5EF4-FFF2-40B4-BE49-F238E27FC236}">
                <a16:creationId xmlns:a16="http://schemas.microsoft.com/office/drawing/2014/main" id="{76DC49A0-7EB3-426E-9A13-31F77A1F9C05}"/>
              </a:ext>
            </a:extLst>
          </p:cNvPr>
          <p:cNvGrpSpPr/>
          <p:nvPr/>
        </p:nvGrpSpPr>
        <p:grpSpPr>
          <a:xfrm>
            <a:off x="10148187" y="4144867"/>
            <a:ext cx="1387524" cy="769848"/>
            <a:chOff x="3400426" y="6680200"/>
            <a:chExt cx="5002213" cy="2011363"/>
          </a:xfrm>
          <a:solidFill>
            <a:schemeClr val="tx1"/>
          </a:solidFill>
        </p:grpSpPr>
        <p:sp>
          <p:nvSpPr>
            <p:cNvPr id="67" name="Freeform 37">
              <a:extLst>
                <a:ext uri="{FF2B5EF4-FFF2-40B4-BE49-F238E27FC236}">
                  <a16:creationId xmlns:a16="http://schemas.microsoft.com/office/drawing/2014/main" id="{614093BF-DA7F-4486-A8DA-F0C5AE7016C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6926" y="6680200"/>
              <a:ext cx="1255713" cy="833437"/>
            </a:xfrm>
            <a:custGeom>
              <a:avLst/>
              <a:gdLst>
                <a:gd name="T0" fmla="*/ 212 w 2373"/>
                <a:gd name="T1" fmla="*/ 41 h 1575"/>
                <a:gd name="T2" fmla="*/ 200 w 2373"/>
                <a:gd name="T3" fmla="*/ 87 h 1575"/>
                <a:gd name="T4" fmla="*/ 210 w 2373"/>
                <a:gd name="T5" fmla="*/ 110 h 1575"/>
                <a:gd name="T6" fmla="*/ 269 w 2373"/>
                <a:gd name="T7" fmla="*/ 158 h 1575"/>
                <a:gd name="T8" fmla="*/ 417 w 2373"/>
                <a:gd name="T9" fmla="*/ 210 h 1575"/>
                <a:gd name="T10" fmla="*/ 727 w 2373"/>
                <a:gd name="T11" fmla="*/ 263 h 1575"/>
                <a:gd name="T12" fmla="*/ 1342 w 2373"/>
                <a:gd name="T13" fmla="*/ 359 h 1575"/>
                <a:gd name="T14" fmla="*/ 1941 w 2373"/>
                <a:gd name="T15" fmla="*/ 481 h 1575"/>
                <a:gd name="T16" fmla="*/ 2032 w 2373"/>
                <a:gd name="T17" fmla="*/ 511 h 1575"/>
                <a:gd name="T18" fmla="*/ 2035 w 2373"/>
                <a:gd name="T19" fmla="*/ 533 h 1575"/>
                <a:gd name="T20" fmla="*/ 1934 w 2373"/>
                <a:gd name="T21" fmla="*/ 622 h 1575"/>
                <a:gd name="T22" fmla="*/ 1562 w 2373"/>
                <a:gd name="T23" fmla="*/ 829 h 1575"/>
                <a:gd name="T24" fmla="*/ 802 w 2373"/>
                <a:gd name="T25" fmla="*/ 1176 h 1575"/>
                <a:gd name="T26" fmla="*/ 66 w 2373"/>
                <a:gd name="T27" fmla="*/ 1504 h 1575"/>
                <a:gd name="T28" fmla="*/ 0 w 2373"/>
                <a:gd name="T29" fmla="*/ 1550 h 1575"/>
                <a:gd name="T30" fmla="*/ 0 w 2373"/>
                <a:gd name="T31" fmla="*/ 1563 h 1575"/>
                <a:gd name="T32" fmla="*/ 34 w 2373"/>
                <a:gd name="T33" fmla="*/ 1575 h 1575"/>
                <a:gd name="T34" fmla="*/ 238 w 2373"/>
                <a:gd name="T35" fmla="*/ 1505 h 1575"/>
                <a:gd name="T36" fmla="*/ 467 w 2373"/>
                <a:gd name="T37" fmla="*/ 1410 h 1575"/>
                <a:gd name="T38" fmla="*/ 1191 w 2373"/>
                <a:gd name="T39" fmla="*/ 1133 h 1575"/>
                <a:gd name="T40" fmla="*/ 1983 w 2373"/>
                <a:gd name="T41" fmla="*/ 829 h 1575"/>
                <a:gd name="T42" fmla="*/ 2288 w 2373"/>
                <a:gd name="T43" fmla="*/ 676 h 1575"/>
                <a:gd name="T44" fmla="*/ 2370 w 2373"/>
                <a:gd name="T45" fmla="*/ 592 h 1575"/>
                <a:gd name="T46" fmla="*/ 2371 w 2373"/>
                <a:gd name="T47" fmla="*/ 560 h 1575"/>
                <a:gd name="T48" fmla="*/ 2335 w 2373"/>
                <a:gd name="T49" fmla="*/ 494 h 1575"/>
                <a:gd name="T50" fmla="*/ 2164 w 2373"/>
                <a:gd name="T51" fmla="*/ 389 h 1575"/>
                <a:gd name="T52" fmla="*/ 1849 w 2373"/>
                <a:gd name="T53" fmla="*/ 286 h 1575"/>
                <a:gd name="T54" fmla="*/ 1386 w 2373"/>
                <a:gd name="T55" fmla="*/ 181 h 1575"/>
                <a:gd name="T56" fmla="*/ 923 w 2373"/>
                <a:gd name="T57" fmla="*/ 95 h 1575"/>
                <a:gd name="T58" fmla="*/ 365 w 2373"/>
                <a:gd name="T59" fmla="*/ 3 h 1575"/>
                <a:gd name="T60" fmla="*/ 267 w 2373"/>
                <a:gd name="T61" fmla="*/ 6 h 1575"/>
                <a:gd name="T62" fmla="*/ 230 w 2373"/>
                <a:gd name="T63" fmla="*/ 27 h 1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3" h="1575">
                  <a:moveTo>
                    <a:pt x="230" y="27"/>
                  </a:moveTo>
                  <a:lnTo>
                    <a:pt x="212" y="41"/>
                  </a:lnTo>
                  <a:lnTo>
                    <a:pt x="201" y="69"/>
                  </a:lnTo>
                  <a:lnTo>
                    <a:pt x="200" y="87"/>
                  </a:lnTo>
                  <a:lnTo>
                    <a:pt x="202" y="97"/>
                  </a:lnTo>
                  <a:lnTo>
                    <a:pt x="210" y="110"/>
                  </a:lnTo>
                  <a:lnTo>
                    <a:pt x="233" y="135"/>
                  </a:lnTo>
                  <a:lnTo>
                    <a:pt x="269" y="158"/>
                  </a:lnTo>
                  <a:lnTo>
                    <a:pt x="317" y="181"/>
                  </a:lnTo>
                  <a:lnTo>
                    <a:pt x="417" y="210"/>
                  </a:lnTo>
                  <a:lnTo>
                    <a:pt x="607" y="245"/>
                  </a:lnTo>
                  <a:lnTo>
                    <a:pt x="727" y="263"/>
                  </a:lnTo>
                  <a:lnTo>
                    <a:pt x="916" y="289"/>
                  </a:lnTo>
                  <a:lnTo>
                    <a:pt x="1342" y="359"/>
                  </a:lnTo>
                  <a:lnTo>
                    <a:pt x="1736" y="434"/>
                  </a:lnTo>
                  <a:lnTo>
                    <a:pt x="1941" y="481"/>
                  </a:lnTo>
                  <a:lnTo>
                    <a:pt x="2019" y="504"/>
                  </a:lnTo>
                  <a:lnTo>
                    <a:pt x="2032" y="511"/>
                  </a:lnTo>
                  <a:lnTo>
                    <a:pt x="2036" y="517"/>
                  </a:lnTo>
                  <a:lnTo>
                    <a:pt x="2035" y="533"/>
                  </a:lnTo>
                  <a:lnTo>
                    <a:pt x="2010" y="564"/>
                  </a:lnTo>
                  <a:lnTo>
                    <a:pt x="1934" y="622"/>
                  </a:lnTo>
                  <a:lnTo>
                    <a:pt x="1813" y="695"/>
                  </a:lnTo>
                  <a:lnTo>
                    <a:pt x="1562" y="829"/>
                  </a:lnTo>
                  <a:lnTo>
                    <a:pt x="1090" y="1051"/>
                  </a:lnTo>
                  <a:lnTo>
                    <a:pt x="802" y="1176"/>
                  </a:lnTo>
                  <a:lnTo>
                    <a:pt x="355" y="1370"/>
                  </a:lnTo>
                  <a:lnTo>
                    <a:pt x="66" y="1504"/>
                  </a:lnTo>
                  <a:lnTo>
                    <a:pt x="13" y="1537"/>
                  </a:lnTo>
                  <a:lnTo>
                    <a:pt x="0" y="1550"/>
                  </a:lnTo>
                  <a:lnTo>
                    <a:pt x="0" y="1555"/>
                  </a:lnTo>
                  <a:lnTo>
                    <a:pt x="0" y="1563"/>
                  </a:lnTo>
                  <a:lnTo>
                    <a:pt x="7" y="1571"/>
                  </a:lnTo>
                  <a:lnTo>
                    <a:pt x="34" y="1575"/>
                  </a:lnTo>
                  <a:lnTo>
                    <a:pt x="109" y="1555"/>
                  </a:lnTo>
                  <a:lnTo>
                    <a:pt x="238" y="1505"/>
                  </a:lnTo>
                  <a:lnTo>
                    <a:pt x="330" y="1466"/>
                  </a:lnTo>
                  <a:lnTo>
                    <a:pt x="467" y="1410"/>
                  </a:lnTo>
                  <a:lnTo>
                    <a:pt x="935" y="1229"/>
                  </a:lnTo>
                  <a:lnTo>
                    <a:pt x="1191" y="1133"/>
                  </a:lnTo>
                  <a:lnTo>
                    <a:pt x="1518" y="1011"/>
                  </a:lnTo>
                  <a:lnTo>
                    <a:pt x="1983" y="829"/>
                  </a:lnTo>
                  <a:lnTo>
                    <a:pt x="2194" y="731"/>
                  </a:lnTo>
                  <a:lnTo>
                    <a:pt x="2288" y="676"/>
                  </a:lnTo>
                  <a:lnTo>
                    <a:pt x="2344" y="632"/>
                  </a:lnTo>
                  <a:lnTo>
                    <a:pt x="2370" y="592"/>
                  </a:lnTo>
                  <a:lnTo>
                    <a:pt x="2373" y="573"/>
                  </a:lnTo>
                  <a:lnTo>
                    <a:pt x="2371" y="560"/>
                  </a:lnTo>
                  <a:lnTo>
                    <a:pt x="2363" y="533"/>
                  </a:lnTo>
                  <a:lnTo>
                    <a:pt x="2335" y="494"/>
                  </a:lnTo>
                  <a:lnTo>
                    <a:pt x="2268" y="441"/>
                  </a:lnTo>
                  <a:lnTo>
                    <a:pt x="2164" y="389"/>
                  </a:lnTo>
                  <a:lnTo>
                    <a:pt x="2025" y="337"/>
                  </a:lnTo>
                  <a:lnTo>
                    <a:pt x="1849" y="286"/>
                  </a:lnTo>
                  <a:lnTo>
                    <a:pt x="1636" y="234"/>
                  </a:lnTo>
                  <a:lnTo>
                    <a:pt x="1386" y="181"/>
                  </a:lnTo>
                  <a:lnTo>
                    <a:pt x="1245" y="155"/>
                  </a:lnTo>
                  <a:lnTo>
                    <a:pt x="923" y="95"/>
                  </a:lnTo>
                  <a:lnTo>
                    <a:pt x="520" y="23"/>
                  </a:lnTo>
                  <a:lnTo>
                    <a:pt x="365" y="3"/>
                  </a:lnTo>
                  <a:lnTo>
                    <a:pt x="305" y="0"/>
                  </a:lnTo>
                  <a:lnTo>
                    <a:pt x="267" y="6"/>
                  </a:lnTo>
                  <a:lnTo>
                    <a:pt x="241" y="18"/>
                  </a:lnTo>
                  <a:lnTo>
                    <a:pt x="230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9" name="Freeform 38">
              <a:extLst>
                <a:ext uri="{FF2B5EF4-FFF2-40B4-BE49-F238E27FC236}">
                  <a16:creationId xmlns:a16="http://schemas.microsoft.com/office/drawing/2014/main" id="{B0AC75B7-583A-4D81-B30C-48903BD1DB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00426" y="7021513"/>
              <a:ext cx="4246563" cy="1670050"/>
            </a:xfrm>
            <a:custGeom>
              <a:avLst/>
              <a:gdLst>
                <a:gd name="T0" fmla="*/ 6333 w 8026"/>
                <a:gd name="T1" fmla="*/ 204 h 3155"/>
                <a:gd name="T2" fmla="*/ 4752 w 8026"/>
                <a:gd name="T3" fmla="*/ 511 h 3155"/>
                <a:gd name="T4" fmla="*/ 3582 w 8026"/>
                <a:gd name="T5" fmla="*/ 919 h 3155"/>
                <a:gd name="T6" fmla="*/ 3304 w 8026"/>
                <a:gd name="T7" fmla="*/ 1047 h 3155"/>
                <a:gd name="T8" fmla="*/ 3088 w 8026"/>
                <a:gd name="T9" fmla="*/ 1083 h 3155"/>
                <a:gd name="T10" fmla="*/ 2404 w 8026"/>
                <a:gd name="T11" fmla="*/ 1212 h 3155"/>
                <a:gd name="T12" fmla="*/ 1557 w 8026"/>
                <a:gd name="T13" fmla="*/ 1580 h 3155"/>
                <a:gd name="T14" fmla="*/ 882 w 8026"/>
                <a:gd name="T15" fmla="*/ 2039 h 3155"/>
                <a:gd name="T16" fmla="*/ 304 w 8026"/>
                <a:gd name="T17" fmla="*/ 2592 h 3155"/>
                <a:gd name="T18" fmla="*/ 0 w 8026"/>
                <a:gd name="T19" fmla="*/ 2969 h 3155"/>
                <a:gd name="T20" fmla="*/ 131 w 8026"/>
                <a:gd name="T21" fmla="*/ 3102 h 3155"/>
                <a:gd name="T22" fmla="*/ 343 w 8026"/>
                <a:gd name="T23" fmla="*/ 3155 h 3155"/>
                <a:gd name="T24" fmla="*/ 472 w 8026"/>
                <a:gd name="T25" fmla="*/ 3122 h 3155"/>
                <a:gd name="T26" fmla="*/ 541 w 8026"/>
                <a:gd name="T27" fmla="*/ 3006 h 3155"/>
                <a:gd name="T28" fmla="*/ 885 w 8026"/>
                <a:gd name="T29" fmla="*/ 2591 h 3155"/>
                <a:gd name="T30" fmla="*/ 1303 w 8026"/>
                <a:gd name="T31" fmla="*/ 2194 h 3155"/>
                <a:gd name="T32" fmla="*/ 2043 w 8026"/>
                <a:gd name="T33" fmla="*/ 1690 h 3155"/>
                <a:gd name="T34" fmla="*/ 2431 w 8026"/>
                <a:gd name="T35" fmla="*/ 1505 h 3155"/>
                <a:gd name="T36" fmla="*/ 2765 w 8026"/>
                <a:gd name="T37" fmla="*/ 1386 h 3155"/>
                <a:gd name="T38" fmla="*/ 2704 w 8026"/>
                <a:gd name="T39" fmla="*/ 1462 h 3155"/>
                <a:gd name="T40" fmla="*/ 2538 w 8026"/>
                <a:gd name="T41" fmla="*/ 1631 h 3155"/>
                <a:gd name="T42" fmla="*/ 2411 w 8026"/>
                <a:gd name="T43" fmla="*/ 1853 h 3155"/>
                <a:gd name="T44" fmla="*/ 2420 w 8026"/>
                <a:gd name="T45" fmla="*/ 2039 h 3155"/>
                <a:gd name="T46" fmla="*/ 2477 w 8026"/>
                <a:gd name="T47" fmla="*/ 2114 h 3155"/>
                <a:gd name="T48" fmla="*/ 2630 w 8026"/>
                <a:gd name="T49" fmla="*/ 2192 h 3155"/>
                <a:gd name="T50" fmla="*/ 2968 w 8026"/>
                <a:gd name="T51" fmla="*/ 2235 h 3155"/>
                <a:gd name="T52" fmla="*/ 3619 w 8026"/>
                <a:gd name="T53" fmla="*/ 2184 h 3155"/>
                <a:gd name="T54" fmla="*/ 4184 w 8026"/>
                <a:gd name="T55" fmla="*/ 1986 h 3155"/>
                <a:gd name="T56" fmla="*/ 4432 w 8026"/>
                <a:gd name="T57" fmla="*/ 1812 h 3155"/>
                <a:gd name="T58" fmla="*/ 4521 w 8026"/>
                <a:gd name="T59" fmla="*/ 1670 h 3155"/>
                <a:gd name="T60" fmla="*/ 4530 w 8026"/>
                <a:gd name="T61" fmla="*/ 1558 h 3155"/>
                <a:gd name="T62" fmla="*/ 4484 w 8026"/>
                <a:gd name="T63" fmla="*/ 1404 h 3155"/>
                <a:gd name="T64" fmla="*/ 4299 w 8026"/>
                <a:gd name="T65" fmla="*/ 1213 h 3155"/>
                <a:gd name="T66" fmla="*/ 3882 w 8026"/>
                <a:gd name="T67" fmla="*/ 1067 h 3155"/>
                <a:gd name="T68" fmla="*/ 3762 w 8026"/>
                <a:gd name="T69" fmla="*/ 972 h 3155"/>
                <a:gd name="T70" fmla="*/ 4220 w 8026"/>
                <a:gd name="T71" fmla="*/ 780 h 3155"/>
                <a:gd name="T72" fmla="*/ 5197 w 8026"/>
                <a:gd name="T73" fmla="*/ 488 h 3155"/>
                <a:gd name="T74" fmla="*/ 6296 w 8026"/>
                <a:gd name="T75" fmla="*/ 277 h 3155"/>
                <a:gd name="T76" fmla="*/ 7846 w 8026"/>
                <a:gd name="T77" fmla="*/ 72 h 3155"/>
                <a:gd name="T78" fmla="*/ 8026 w 8026"/>
                <a:gd name="T79" fmla="*/ 59 h 3155"/>
                <a:gd name="T80" fmla="*/ 8000 w 8026"/>
                <a:gd name="T81" fmla="*/ 20 h 3155"/>
                <a:gd name="T82" fmla="*/ 7805 w 8026"/>
                <a:gd name="T83" fmla="*/ 18 h 3155"/>
                <a:gd name="T84" fmla="*/ 4115 w 8026"/>
                <a:gd name="T85" fmla="*/ 1295 h 3155"/>
                <a:gd name="T86" fmla="*/ 4171 w 8026"/>
                <a:gd name="T87" fmla="*/ 1436 h 3155"/>
                <a:gd name="T88" fmla="*/ 4147 w 8026"/>
                <a:gd name="T89" fmla="*/ 1600 h 3155"/>
                <a:gd name="T90" fmla="*/ 4045 w 8026"/>
                <a:gd name="T91" fmla="*/ 1754 h 3155"/>
                <a:gd name="T92" fmla="*/ 3832 w 8026"/>
                <a:gd name="T93" fmla="*/ 1903 h 3155"/>
                <a:gd name="T94" fmla="*/ 3275 w 8026"/>
                <a:gd name="T95" fmla="*/ 2064 h 3155"/>
                <a:gd name="T96" fmla="*/ 2657 w 8026"/>
                <a:gd name="T97" fmla="*/ 2092 h 3155"/>
                <a:gd name="T98" fmla="*/ 2653 w 8026"/>
                <a:gd name="T99" fmla="*/ 1949 h 3155"/>
                <a:gd name="T100" fmla="*/ 2743 w 8026"/>
                <a:gd name="T101" fmla="*/ 1762 h 3155"/>
                <a:gd name="T102" fmla="*/ 2995 w 8026"/>
                <a:gd name="T103" fmla="*/ 1479 h 3155"/>
                <a:gd name="T104" fmla="*/ 3291 w 8026"/>
                <a:gd name="T105" fmla="*/ 1271 h 3155"/>
                <a:gd name="T106" fmla="*/ 3632 w 8026"/>
                <a:gd name="T107" fmla="*/ 1251 h 3155"/>
                <a:gd name="T108" fmla="*/ 4089 w 8026"/>
                <a:gd name="T109" fmla="*/ 1282 h 3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8026" h="3155">
                  <a:moveTo>
                    <a:pt x="7343" y="72"/>
                  </a:moveTo>
                  <a:lnTo>
                    <a:pt x="6986" y="115"/>
                  </a:lnTo>
                  <a:lnTo>
                    <a:pt x="6333" y="204"/>
                  </a:lnTo>
                  <a:lnTo>
                    <a:pt x="5749" y="297"/>
                  </a:lnTo>
                  <a:lnTo>
                    <a:pt x="5224" y="400"/>
                  </a:lnTo>
                  <a:lnTo>
                    <a:pt x="4752" y="511"/>
                  </a:lnTo>
                  <a:lnTo>
                    <a:pt x="4327" y="635"/>
                  </a:lnTo>
                  <a:lnTo>
                    <a:pt x="3940" y="770"/>
                  </a:lnTo>
                  <a:lnTo>
                    <a:pt x="3582" y="919"/>
                  </a:lnTo>
                  <a:lnTo>
                    <a:pt x="3413" y="1001"/>
                  </a:lnTo>
                  <a:lnTo>
                    <a:pt x="3376" y="1018"/>
                  </a:lnTo>
                  <a:lnTo>
                    <a:pt x="3304" y="1047"/>
                  </a:lnTo>
                  <a:lnTo>
                    <a:pt x="3228" y="1066"/>
                  </a:lnTo>
                  <a:lnTo>
                    <a:pt x="3140" y="1078"/>
                  </a:lnTo>
                  <a:lnTo>
                    <a:pt x="3088" y="1083"/>
                  </a:lnTo>
                  <a:lnTo>
                    <a:pt x="2955" y="1094"/>
                  </a:lnTo>
                  <a:lnTo>
                    <a:pt x="2683" y="1140"/>
                  </a:lnTo>
                  <a:lnTo>
                    <a:pt x="2404" y="1212"/>
                  </a:lnTo>
                  <a:lnTo>
                    <a:pt x="2122" y="1311"/>
                  </a:lnTo>
                  <a:lnTo>
                    <a:pt x="1839" y="1435"/>
                  </a:lnTo>
                  <a:lnTo>
                    <a:pt x="1557" y="1580"/>
                  </a:lnTo>
                  <a:lnTo>
                    <a:pt x="1280" y="1748"/>
                  </a:lnTo>
                  <a:lnTo>
                    <a:pt x="1013" y="1937"/>
                  </a:lnTo>
                  <a:lnTo>
                    <a:pt x="882" y="2039"/>
                  </a:lnTo>
                  <a:lnTo>
                    <a:pt x="789" y="2120"/>
                  </a:lnTo>
                  <a:lnTo>
                    <a:pt x="548" y="2344"/>
                  </a:lnTo>
                  <a:lnTo>
                    <a:pt x="304" y="2592"/>
                  </a:lnTo>
                  <a:lnTo>
                    <a:pt x="115" y="2801"/>
                  </a:lnTo>
                  <a:lnTo>
                    <a:pt x="68" y="2865"/>
                  </a:lnTo>
                  <a:lnTo>
                    <a:pt x="0" y="2969"/>
                  </a:lnTo>
                  <a:lnTo>
                    <a:pt x="46" y="3030"/>
                  </a:lnTo>
                  <a:lnTo>
                    <a:pt x="68" y="3058"/>
                  </a:lnTo>
                  <a:lnTo>
                    <a:pt x="131" y="3102"/>
                  </a:lnTo>
                  <a:lnTo>
                    <a:pt x="209" y="3134"/>
                  </a:lnTo>
                  <a:lnTo>
                    <a:pt x="298" y="3153"/>
                  </a:lnTo>
                  <a:lnTo>
                    <a:pt x="343" y="3155"/>
                  </a:lnTo>
                  <a:lnTo>
                    <a:pt x="380" y="3155"/>
                  </a:lnTo>
                  <a:lnTo>
                    <a:pt x="433" y="3148"/>
                  </a:lnTo>
                  <a:lnTo>
                    <a:pt x="472" y="3122"/>
                  </a:lnTo>
                  <a:lnTo>
                    <a:pt x="505" y="3072"/>
                  </a:lnTo>
                  <a:lnTo>
                    <a:pt x="525" y="3033"/>
                  </a:lnTo>
                  <a:lnTo>
                    <a:pt x="541" y="3006"/>
                  </a:lnTo>
                  <a:lnTo>
                    <a:pt x="590" y="2934"/>
                  </a:lnTo>
                  <a:lnTo>
                    <a:pt x="697" y="2801"/>
                  </a:lnTo>
                  <a:lnTo>
                    <a:pt x="885" y="2591"/>
                  </a:lnTo>
                  <a:lnTo>
                    <a:pt x="1093" y="2381"/>
                  </a:lnTo>
                  <a:lnTo>
                    <a:pt x="1194" y="2289"/>
                  </a:lnTo>
                  <a:lnTo>
                    <a:pt x="1303" y="2194"/>
                  </a:lnTo>
                  <a:lnTo>
                    <a:pt x="1542" y="2011"/>
                  </a:lnTo>
                  <a:lnTo>
                    <a:pt x="1793" y="1840"/>
                  </a:lnTo>
                  <a:lnTo>
                    <a:pt x="2043" y="1690"/>
                  </a:lnTo>
                  <a:lnTo>
                    <a:pt x="2162" y="1629"/>
                  </a:lnTo>
                  <a:lnTo>
                    <a:pt x="2246" y="1587"/>
                  </a:lnTo>
                  <a:lnTo>
                    <a:pt x="2431" y="1505"/>
                  </a:lnTo>
                  <a:lnTo>
                    <a:pt x="2608" y="1433"/>
                  </a:lnTo>
                  <a:lnTo>
                    <a:pt x="2736" y="1390"/>
                  </a:lnTo>
                  <a:lnTo>
                    <a:pt x="2765" y="1386"/>
                  </a:lnTo>
                  <a:lnTo>
                    <a:pt x="2766" y="1389"/>
                  </a:lnTo>
                  <a:lnTo>
                    <a:pt x="2755" y="1407"/>
                  </a:lnTo>
                  <a:lnTo>
                    <a:pt x="2704" y="1462"/>
                  </a:lnTo>
                  <a:lnTo>
                    <a:pt x="2651" y="1511"/>
                  </a:lnTo>
                  <a:lnTo>
                    <a:pt x="2609" y="1552"/>
                  </a:lnTo>
                  <a:lnTo>
                    <a:pt x="2538" y="1631"/>
                  </a:lnTo>
                  <a:lnTo>
                    <a:pt x="2480" y="1709"/>
                  </a:lnTo>
                  <a:lnTo>
                    <a:pt x="2438" y="1782"/>
                  </a:lnTo>
                  <a:lnTo>
                    <a:pt x="2411" y="1853"/>
                  </a:lnTo>
                  <a:lnTo>
                    <a:pt x="2398" y="1919"/>
                  </a:lnTo>
                  <a:lnTo>
                    <a:pt x="2401" y="1982"/>
                  </a:lnTo>
                  <a:lnTo>
                    <a:pt x="2420" y="2039"/>
                  </a:lnTo>
                  <a:lnTo>
                    <a:pt x="2435" y="2067"/>
                  </a:lnTo>
                  <a:lnTo>
                    <a:pt x="2448" y="2084"/>
                  </a:lnTo>
                  <a:lnTo>
                    <a:pt x="2477" y="2114"/>
                  </a:lnTo>
                  <a:lnTo>
                    <a:pt x="2512" y="2141"/>
                  </a:lnTo>
                  <a:lnTo>
                    <a:pt x="2553" y="2163"/>
                  </a:lnTo>
                  <a:lnTo>
                    <a:pt x="2630" y="2192"/>
                  </a:lnTo>
                  <a:lnTo>
                    <a:pt x="2768" y="2217"/>
                  </a:lnTo>
                  <a:lnTo>
                    <a:pt x="2858" y="2226"/>
                  </a:lnTo>
                  <a:lnTo>
                    <a:pt x="2968" y="2235"/>
                  </a:lnTo>
                  <a:lnTo>
                    <a:pt x="3188" y="2236"/>
                  </a:lnTo>
                  <a:lnTo>
                    <a:pt x="3406" y="2219"/>
                  </a:lnTo>
                  <a:lnTo>
                    <a:pt x="3619" y="2184"/>
                  </a:lnTo>
                  <a:lnTo>
                    <a:pt x="3823" y="2134"/>
                  </a:lnTo>
                  <a:lnTo>
                    <a:pt x="4013" y="2068"/>
                  </a:lnTo>
                  <a:lnTo>
                    <a:pt x="4184" y="1986"/>
                  </a:lnTo>
                  <a:lnTo>
                    <a:pt x="4335" y="1893"/>
                  </a:lnTo>
                  <a:lnTo>
                    <a:pt x="4399" y="1841"/>
                  </a:lnTo>
                  <a:lnTo>
                    <a:pt x="4432" y="1812"/>
                  </a:lnTo>
                  <a:lnTo>
                    <a:pt x="4476" y="1765"/>
                  </a:lnTo>
                  <a:lnTo>
                    <a:pt x="4505" y="1720"/>
                  </a:lnTo>
                  <a:lnTo>
                    <a:pt x="4521" y="1670"/>
                  </a:lnTo>
                  <a:lnTo>
                    <a:pt x="4527" y="1640"/>
                  </a:lnTo>
                  <a:lnTo>
                    <a:pt x="4530" y="1613"/>
                  </a:lnTo>
                  <a:lnTo>
                    <a:pt x="4530" y="1558"/>
                  </a:lnTo>
                  <a:lnTo>
                    <a:pt x="4522" y="1505"/>
                  </a:lnTo>
                  <a:lnTo>
                    <a:pt x="4507" y="1455"/>
                  </a:lnTo>
                  <a:lnTo>
                    <a:pt x="4484" y="1404"/>
                  </a:lnTo>
                  <a:lnTo>
                    <a:pt x="4455" y="1359"/>
                  </a:lnTo>
                  <a:lnTo>
                    <a:pt x="4397" y="1291"/>
                  </a:lnTo>
                  <a:lnTo>
                    <a:pt x="4299" y="1213"/>
                  </a:lnTo>
                  <a:lnTo>
                    <a:pt x="4180" y="1149"/>
                  </a:lnTo>
                  <a:lnTo>
                    <a:pt x="4039" y="1099"/>
                  </a:lnTo>
                  <a:lnTo>
                    <a:pt x="3882" y="1067"/>
                  </a:lnTo>
                  <a:lnTo>
                    <a:pt x="3797" y="1058"/>
                  </a:lnTo>
                  <a:lnTo>
                    <a:pt x="3621" y="1044"/>
                  </a:lnTo>
                  <a:lnTo>
                    <a:pt x="3762" y="972"/>
                  </a:lnTo>
                  <a:lnTo>
                    <a:pt x="3820" y="943"/>
                  </a:lnTo>
                  <a:lnTo>
                    <a:pt x="3964" y="880"/>
                  </a:lnTo>
                  <a:lnTo>
                    <a:pt x="4220" y="780"/>
                  </a:lnTo>
                  <a:lnTo>
                    <a:pt x="4614" y="648"/>
                  </a:lnTo>
                  <a:lnTo>
                    <a:pt x="5014" y="533"/>
                  </a:lnTo>
                  <a:lnTo>
                    <a:pt x="5197" y="488"/>
                  </a:lnTo>
                  <a:lnTo>
                    <a:pt x="5348" y="455"/>
                  </a:lnTo>
                  <a:lnTo>
                    <a:pt x="5700" y="385"/>
                  </a:lnTo>
                  <a:lnTo>
                    <a:pt x="6296" y="277"/>
                  </a:lnTo>
                  <a:lnTo>
                    <a:pt x="7103" y="153"/>
                  </a:lnTo>
                  <a:lnTo>
                    <a:pt x="7600" y="93"/>
                  </a:lnTo>
                  <a:lnTo>
                    <a:pt x="7846" y="72"/>
                  </a:lnTo>
                  <a:lnTo>
                    <a:pt x="7928" y="70"/>
                  </a:lnTo>
                  <a:lnTo>
                    <a:pt x="7991" y="69"/>
                  </a:lnTo>
                  <a:lnTo>
                    <a:pt x="8026" y="59"/>
                  </a:lnTo>
                  <a:lnTo>
                    <a:pt x="8023" y="44"/>
                  </a:lnTo>
                  <a:lnTo>
                    <a:pt x="8015" y="34"/>
                  </a:lnTo>
                  <a:lnTo>
                    <a:pt x="8000" y="20"/>
                  </a:lnTo>
                  <a:lnTo>
                    <a:pt x="7968" y="3"/>
                  </a:lnTo>
                  <a:lnTo>
                    <a:pt x="7957" y="0"/>
                  </a:lnTo>
                  <a:lnTo>
                    <a:pt x="7805" y="18"/>
                  </a:lnTo>
                  <a:lnTo>
                    <a:pt x="7343" y="72"/>
                  </a:lnTo>
                  <a:close/>
                  <a:moveTo>
                    <a:pt x="4104" y="1288"/>
                  </a:moveTo>
                  <a:lnTo>
                    <a:pt x="4115" y="1295"/>
                  </a:lnTo>
                  <a:lnTo>
                    <a:pt x="4135" y="1315"/>
                  </a:lnTo>
                  <a:lnTo>
                    <a:pt x="4158" y="1360"/>
                  </a:lnTo>
                  <a:lnTo>
                    <a:pt x="4171" y="1436"/>
                  </a:lnTo>
                  <a:lnTo>
                    <a:pt x="4166" y="1527"/>
                  </a:lnTo>
                  <a:lnTo>
                    <a:pt x="4154" y="1573"/>
                  </a:lnTo>
                  <a:lnTo>
                    <a:pt x="4147" y="1600"/>
                  </a:lnTo>
                  <a:lnTo>
                    <a:pt x="4121" y="1653"/>
                  </a:lnTo>
                  <a:lnTo>
                    <a:pt x="4088" y="1705"/>
                  </a:lnTo>
                  <a:lnTo>
                    <a:pt x="4045" y="1754"/>
                  </a:lnTo>
                  <a:lnTo>
                    <a:pt x="3993" y="1799"/>
                  </a:lnTo>
                  <a:lnTo>
                    <a:pt x="3934" y="1843"/>
                  </a:lnTo>
                  <a:lnTo>
                    <a:pt x="3832" y="1903"/>
                  </a:lnTo>
                  <a:lnTo>
                    <a:pt x="3669" y="1970"/>
                  </a:lnTo>
                  <a:lnTo>
                    <a:pt x="3482" y="2025"/>
                  </a:lnTo>
                  <a:lnTo>
                    <a:pt x="3275" y="2064"/>
                  </a:lnTo>
                  <a:lnTo>
                    <a:pt x="3051" y="2085"/>
                  </a:lnTo>
                  <a:lnTo>
                    <a:pt x="2932" y="2088"/>
                  </a:lnTo>
                  <a:lnTo>
                    <a:pt x="2657" y="2092"/>
                  </a:lnTo>
                  <a:lnTo>
                    <a:pt x="2650" y="2016"/>
                  </a:lnTo>
                  <a:lnTo>
                    <a:pt x="2648" y="1995"/>
                  </a:lnTo>
                  <a:lnTo>
                    <a:pt x="2653" y="1949"/>
                  </a:lnTo>
                  <a:lnTo>
                    <a:pt x="2667" y="1900"/>
                  </a:lnTo>
                  <a:lnTo>
                    <a:pt x="2690" y="1847"/>
                  </a:lnTo>
                  <a:lnTo>
                    <a:pt x="2743" y="1762"/>
                  </a:lnTo>
                  <a:lnTo>
                    <a:pt x="2848" y="1631"/>
                  </a:lnTo>
                  <a:lnTo>
                    <a:pt x="2917" y="1558"/>
                  </a:lnTo>
                  <a:lnTo>
                    <a:pt x="2995" y="1479"/>
                  </a:lnTo>
                  <a:lnTo>
                    <a:pt x="3113" y="1370"/>
                  </a:lnTo>
                  <a:lnTo>
                    <a:pt x="3205" y="1304"/>
                  </a:lnTo>
                  <a:lnTo>
                    <a:pt x="3291" y="1271"/>
                  </a:lnTo>
                  <a:lnTo>
                    <a:pt x="3340" y="1262"/>
                  </a:lnTo>
                  <a:lnTo>
                    <a:pt x="3409" y="1254"/>
                  </a:lnTo>
                  <a:lnTo>
                    <a:pt x="3632" y="1251"/>
                  </a:lnTo>
                  <a:lnTo>
                    <a:pt x="3879" y="1259"/>
                  </a:lnTo>
                  <a:lnTo>
                    <a:pt x="4026" y="1272"/>
                  </a:lnTo>
                  <a:lnTo>
                    <a:pt x="4089" y="1282"/>
                  </a:lnTo>
                  <a:lnTo>
                    <a:pt x="4104" y="12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  <p:sp>
        <p:nvSpPr>
          <p:cNvPr id="73" name="Freeform 42">
            <a:extLst>
              <a:ext uri="{FF2B5EF4-FFF2-40B4-BE49-F238E27FC236}">
                <a16:creationId xmlns:a16="http://schemas.microsoft.com/office/drawing/2014/main" id="{B512DC2C-187A-4951-B0BD-87AF340895B3}"/>
              </a:ext>
            </a:extLst>
          </p:cNvPr>
          <p:cNvSpPr>
            <a:spLocks noEditPoints="1"/>
          </p:cNvSpPr>
          <p:nvPr/>
        </p:nvSpPr>
        <p:spPr bwMode="auto">
          <a:xfrm>
            <a:off x="4510763" y="261671"/>
            <a:ext cx="3376676" cy="440720"/>
          </a:xfrm>
          <a:custGeom>
            <a:avLst/>
            <a:gdLst>
              <a:gd name="T0" fmla="*/ 10313 w 12437"/>
              <a:gd name="T1" fmla="*/ 385 h 1623"/>
              <a:gd name="T2" fmla="*/ 10195 w 12437"/>
              <a:gd name="T3" fmla="*/ 423 h 1623"/>
              <a:gd name="T4" fmla="*/ 10214 w 12437"/>
              <a:gd name="T5" fmla="*/ 486 h 1623"/>
              <a:gd name="T6" fmla="*/ 10349 w 12437"/>
              <a:gd name="T7" fmla="*/ 572 h 1623"/>
              <a:gd name="T8" fmla="*/ 8819 w 12437"/>
              <a:gd name="T9" fmla="*/ 1029 h 1623"/>
              <a:gd name="T10" fmla="*/ 6604 w 12437"/>
              <a:gd name="T11" fmla="*/ 1072 h 1623"/>
              <a:gd name="T12" fmla="*/ 2148 w 12437"/>
              <a:gd name="T13" fmla="*/ 1198 h 1623"/>
              <a:gd name="T14" fmla="*/ 0 w 12437"/>
              <a:gd name="T15" fmla="*/ 1218 h 1623"/>
              <a:gd name="T16" fmla="*/ 26 w 12437"/>
              <a:gd name="T17" fmla="*/ 1311 h 1623"/>
              <a:gd name="T18" fmla="*/ 122 w 12437"/>
              <a:gd name="T19" fmla="*/ 1380 h 1623"/>
              <a:gd name="T20" fmla="*/ 1886 w 12437"/>
              <a:gd name="T21" fmla="*/ 1419 h 1623"/>
              <a:gd name="T22" fmla="*/ 5126 w 12437"/>
              <a:gd name="T23" fmla="*/ 1276 h 1623"/>
              <a:gd name="T24" fmla="*/ 8370 w 12437"/>
              <a:gd name="T25" fmla="*/ 1108 h 1623"/>
              <a:gd name="T26" fmla="*/ 10209 w 12437"/>
              <a:gd name="T27" fmla="*/ 1067 h 1623"/>
              <a:gd name="T28" fmla="*/ 10192 w 12437"/>
              <a:gd name="T29" fmla="*/ 1500 h 1623"/>
              <a:gd name="T30" fmla="*/ 10253 w 12437"/>
              <a:gd name="T31" fmla="*/ 1596 h 1623"/>
              <a:gd name="T32" fmla="*/ 10462 w 12437"/>
              <a:gd name="T33" fmla="*/ 1623 h 1623"/>
              <a:gd name="T34" fmla="*/ 11210 w 12437"/>
              <a:gd name="T35" fmla="*/ 1547 h 1623"/>
              <a:gd name="T36" fmla="*/ 11716 w 12437"/>
              <a:gd name="T37" fmla="*/ 1423 h 1623"/>
              <a:gd name="T38" fmla="*/ 12340 w 12437"/>
              <a:gd name="T39" fmla="*/ 1214 h 1623"/>
              <a:gd name="T40" fmla="*/ 12431 w 12437"/>
              <a:gd name="T41" fmla="*/ 1151 h 1623"/>
              <a:gd name="T42" fmla="*/ 12417 w 12437"/>
              <a:gd name="T43" fmla="*/ 1075 h 1623"/>
              <a:gd name="T44" fmla="*/ 12339 w 12437"/>
              <a:gd name="T45" fmla="*/ 998 h 1623"/>
              <a:gd name="T46" fmla="*/ 11784 w 12437"/>
              <a:gd name="T47" fmla="*/ 787 h 1623"/>
              <a:gd name="T48" fmla="*/ 10648 w 12437"/>
              <a:gd name="T49" fmla="*/ 451 h 1623"/>
              <a:gd name="T50" fmla="*/ 10575 w 12437"/>
              <a:gd name="T51" fmla="*/ 338 h 1623"/>
              <a:gd name="T52" fmla="*/ 10688 w 12437"/>
              <a:gd name="T53" fmla="*/ 120 h 1623"/>
              <a:gd name="T54" fmla="*/ 10717 w 12437"/>
              <a:gd name="T55" fmla="*/ 33 h 1623"/>
              <a:gd name="T56" fmla="*/ 10662 w 12437"/>
              <a:gd name="T57" fmla="*/ 0 h 1623"/>
              <a:gd name="T58" fmla="*/ 10560 w 12437"/>
              <a:gd name="T59" fmla="*/ 121 h 1623"/>
              <a:gd name="T60" fmla="*/ 10917 w 12437"/>
              <a:gd name="T61" fmla="*/ 739 h 1623"/>
              <a:gd name="T62" fmla="*/ 11952 w 12437"/>
              <a:gd name="T63" fmla="*/ 1033 h 1623"/>
              <a:gd name="T64" fmla="*/ 11972 w 12437"/>
              <a:gd name="T65" fmla="*/ 1075 h 1623"/>
              <a:gd name="T66" fmla="*/ 11509 w 12437"/>
              <a:gd name="T67" fmla="*/ 1296 h 1623"/>
              <a:gd name="T68" fmla="*/ 11085 w 12437"/>
              <a:gd name="T69" fmla="*/ 1429 h 1623"/>
              <a:gd name="T70" fmla="*/ 10537 w 12437"/>
              <a:gd name="T71" fmla="*/ 1520 h 1623"/>
              <a:gd name="T72" fmla="*/ 10335 w 12437"/>
              <a:gd name="T73" fmla="*/ 1378 h 1623"/>
              <a:gd name="T74" fmla="*/ 10465 w 12437"/>
              <a:gd name="T75" fmla="*/ 1075 h 1623"/>
              <a:gd name="T76" fmla="*/ 10960 w 12437"/>
              <a:gd name="T77" fmla="*/ 1125 h 1623"/>
              <a:gd name="T78" fmla="*/ 11307 w 12437"/>
              <a:gd name="T79" fmla="*/ 1181 h 1623"/>
              <a:gd name="T80" fmla="*/ 11413 w 12437"/>
              <a:gd name="T81" fmla="*/ 1176 h 1623"/>
              <a:gd name="T82" fmla="*/ 11366 w 12437"/>
              <a:gd name="T83" fmla="*/ 1136 h 1623"/>
              <a:gd name="T84" fmla="*/ 10698 w 12437"/>
              <a:gd name="T85" fmla="*/ 1046 h 1623"/>
              <a:gd name="T86" fmla="*/ 10411 w 12437"/>
              <a:gd name="T87" fmla="*/ 1004 h 1623"/>
              <a:gd name="T88" fmla="*/ 10396 w 12437"/>
              <a:gd name="T89" fmla="*/ 861 h 1623"/>
              <a:gd name="T90" fmla="*/ 10467 w 12437"/>
              <a:gd name="T91" fmla="*/ 645 h 1623"/>
              <a:gd name="T92" fmla="*/ 10546 w 12437"/>
              <a:gd name="T93" fmla="*/ 631 h 16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2437" h="1623">
                <a:moveTo>
                  <a:pt x="10526" y="187"/>
                </a:moveTo>
                <a:lnTo>
                  <a:pt x="10428" y="378"/>
                </a:lnTo>
                <a:lnTo>
                  <a:pt x="10313" y="385"/>
                </a:lnTo>
                <a:lnTo>
                  <a:pt x="10263" y="391"/>
                </a:lnTo>
                <a:lnTo>
                  <a:pt x="10214" y="408"/>
                </a:lnTo>
                <a:lnTo>
                  <a:pt x="10195" y="423"/>
                </a:lnTo>
                <a:lnTo>
                  <a:pt x="10189" y="441"/>
                </a:lnTo>
                <a:lnTo>
                  <a:pt x="10195" y="463"/>
                </a:lnTo>
                <a:lnTo>
                  <a:pt x="10214" y="486"/>
                </a:lnTo>
                <a:lnTo>
                  <a:pt x="10245" y="512"/>
                </a:lnTo>
                <a:lnTo>
                  <a:pt x="10267" y="525"/>
                </a:lnTo>
                <a:lnTo>
                  <a:pt x="10349" y="572"/>
                </a:lnTo>
                <a:lnTo>
                  <a:pt x="10284" y="795"/>
                </a:lnTo>
                <a:lnTo>
                  <a:pt x="10221" y="1014"/>
                </a:lnTo>
                <a:lnTo>
                  <a:pt x="8819" y="1029"/>
                </a:lnTo>
                <a:lnTo>
                  <a:pt x="8213" y="1037"/>
                </a:lnTo>
                <a:lnTo>
                  <a:pt x="7010" y="1060"/>
                </a:lnTo>
                <a:lnTo>
                  <a:pt x="6604" y="1072"/>
                </a:lnTo>
                <a:lnTo>
                  <a:pt x="5545" y="1106"/>
                </a:lnTo>
                <a:lnTo>
                  <a:pt x="3682" y="1161"/>
                </a:lnTo>
                <a:lnTo>
                  <a:pt x="2148" y="1198"/>
                </a:lnTo>
                <a:lnTo>
                  <a:pt x="956" y="1217"/>
                </a:lnTo>
                <a:lnTo>
                  <a:pt x="510" y="1218"/>
                </a:lnTo>
                <a:lnTo>
                  <a:pt x="0" y="1218"/>
                </a:lnTo>
                <a:lnTo>
                  <a:pt x="7" y="1271"/>
                </a:lnTo>
                <a:lnTo>
                  <a:pt x="10" y="1284"/>
                </a:lnTo>
                <a:lnTo>
                  <a:pt x="26" y="1311"/>
                </a:lnTo>
                <a:lnTo>
                  <a:pt x="54" y="1340"/>
                </a:lnTo>
                <a:lnTo>
                  <a:pt x="96" y="1367"/>
                </a:lnTo>
                <a:lnTo>
                  <a:pt x="122" y="1380"/>
                </a:lnTo>
                <a:lnTo>
                  <a:pt x="230" y="1438"/>
                </a:lnTo>
                <a:lnTo>
                  <a:pt x="1416" y="1423"/>
                </a:lnTo>
                <a:lnTo>
                  <a:pt x="1886" y="1419"/>
                </a:lnTo>
                <a:lnTo>
                  <a:pt x="2631" y="1403"/>
                </a:lnTo>
                <a:lnTo>
                  <a:pt x="3556" y="1363"/>
                </a:lnTo>
                <a:lnTo>
                  <a:pt x="5126" y="1276"/>
                </a:lnTo>
                <a:lnTo>
                  <a:pt x="6353" y="1207"/>
                </a:lnTo>
                <a:lnTo>
                  <a:pt x="7348" y="1151"/>
                </a:lnTo>
                <a:lnTo>
                  <a:pt x="8370" y="1108"/>
                </a:lnTo>
                <a:lnTo>
                  <a:pt x="9003" y="1089"/>
                </a:lnTo>
                <a:lnTo>
                  <a:pt x="9354" y="1082"/>
                </a:lnTo>
                <a:lnTo>
                  <a:pt x="10209" y="1067"/>
                </a:lnTo>
                <a:lnTo>
                  <a:pt x="10195" y="1304"/>
                </a:lnTo>
                <a:lnTo>
                  <a:pt x="10189" y="1400"/>
                </a:lnTo>
                <a:lnTo>
                  <a:pt x="10192" y="1500"/>
                </a:lnTo>
                <a:lnTo>
                  <a:pt x="10202" y="1544"/>
                </a:lnTo>
                <a:lnTo>
                  <a:pt x="10222" y="1576"/>
                </a:lnTo>
                <a:lnTo>
                  <a:pt x="10253" y="1596"/>
                </a:lnTo>
                <a:lnTo>
                  <a:pt x="10320" y="1614"/>
                </a:lnTo>
                <a:lnTo>
                  <a:pt x="10389" y="1620"/>
                </a:lnTo>
                <a:lnTo>
                  <a:pt x="10462" y="1623"/>
                </a:lnTo>
                <a:lnTo>
                  <a:pt x="10682" y="1613"/>
                </a:lnTo>
                <a:lnTo>
                  <a:pt x="10946" y="1586"/>
                </a:lnTo>
                <a:lnTo>
                  <a:pt x="11210" y="1547"/>
                </a:lnTo>
                <a:lnTo>
                  <a:pt x="11327" y="1524"/>
                </a:lnTo>
                <a:lnTo>
                  <a:pt x="11433" y="1501"/>
                </a:lnTo>
                <a:lnTo>
                  <a:pt x="11716" y="1423"/>
                </a:lnTo>
                <a:lnTo>
                  <a:pt x="12016" y="1332"/>
                </a:lnTo>
                <a:lnTo>
                  <a:pt x="12264" y="1245"/>
                </a:lnTo>
                <a:lnTo>
                  <a:pt x="12340" y="1214"/>
                </a:lnTo>
                <a:lnTo>
                  <a:pt x="12379" y="1194"/>
                </a:lnTo>
                <a:lnTo>
                  <a:pt x="12417" y="1168"/>
                </a:lnTo>
                <a:lnTo>
                  <a:pt x="12431" y="1151"/>
                </a:lnTo>
                <a:lnTo>
                  <a:pt x="12437" y="1132"/>
                </a:lnTo>
                <a:lnTo>
                  <a:pt x="12434" y="1110"/>
                </a:lnTo>
                <a:lnTo>
                  <a:pt x="12417" y="1075"/>
                </a:lnTo>
                <a:lnTo>
                  <a:pt x="12392" y="1043"/>
                </a:lnTo>
                <a:lnTo>
                  <a:pt x="12379" y="1029"/>
                </a:lnTo>
                <a:lnTo>
                  <a:pt x="12339" y="998"/>
                </a:lnTo>
                <a:lnTo>
                  <a:pt x="12247" y="948"/>
                </a:lnTo>
                <a:lnTo>
                  <a:pt x="12054" y="874"/>
                </a:lnTo>
                <a:lnTo>
                  <a:pt x="11784" y="787"/>
                </a:lnTo>
                <a:lnTo>
                  <a:pt x="11614" y="740"/>
                </a:lnTo>
                <a:lnTo>
                  <a:pt x="11308" y="652"/>
                </a:lnTo>
                <a:lnTo>
                  <a:pt x="10648" y="451"/>
                </a:lnTo>
                <a:lnTo>
                  <a:pt x="10552" y="417"/>
                </a:lnTo>
                <a:lnTo>
                  <a:pt x="10550" y="405"/>
                </a:lnTo>
                <a:lnTo>
                  <a:pt x="10575" y="338"/>
                </a:lnTo>
                <a:lnTo>
                  <a:pt x="10618" y="243"/>
                </a:lnTo>
                <a:lnTo>
                  <a:pt x="10668" y="151"/>
                </a:lnTo>
                <a:lnTo>
                  <a:pt x="10688" y="120"/>
                </a:lnTo>
                <a:lnTo>
                  <a:pt x="10711" y="85"/>
                </a:lnTo>
                <a:lnTo>
                  <a:pt x="10721" y="51"/>
                </a:lnTo>
                <a:lnTo>
                  <a:pt x="10717" y="33"/>
                </a:lnTo>
                <a:lnTo>
                  <a:pt x="10710" y="26"/>
                </a:lnTo>
                <a:lnTo>
                  <a:pt x="10690" y="8"/>
                </a:lnTo>
                <a:lnTo>
                  <a:pt x="10662" y="0"/>
                </a:lnTo>
                <a:lnTo>
                  <a:pt x="10644" y="8"/>
                </a:lnTo>
                <a:lnTo>
                  <a:pt x="10613" y="38"/>
                </a:lnTo>
                <a:lnTo>
                  <a:pt x="10560" y="121"/>
                </a:lnTo>
                <a:lnTo>
                  <a:pt x="10526" y="187"/>
                </a:lnTo>
                <a:close/>
                <a:moveTo>
                  <a:pt x="10670" y="665"/>
                </a:moveTo>
                <a:lnTo>
                  <a:pt x="10917" y="739"/>
                </a:lnTo>
                <a:lnTo>
                  <a:pt x="11399" y="871"/>
                </a:lnTo>
                <a:lnTo>
                  <a:pt x="11629" y="937"/>
                </a:lnTo>
                <a:lnTo>
                  <a:pt x="11952" y="1033"/>
                </a:lnTo>
                <a:lnTo>
                  <a:pt x="11992" y="1049"/>
                </a:lnTo>
                <a:lnTo>
                  <a:pt x="11994" y="1054"/>
                </a:lnTo>
                <a:lnTo>
                  <a:pt x="11972" y="1075"/>
                </a:lnTo>
                <a:lnTo>
                  <a:pt x="11892" y="1123"/>
                </a:lnTo>
                <a:lnTo>
                  <a:pt x="11718" y="1208"/>
                </a:lnTo>
                <a:lnTo>
                  <a:pt x="11509" y="1296"/>
                </a:lnTo>
                <a:lnTo>
                  <a:pt x="11407" y="1333"/>
                </a:lnTo>
                <a:lnTo>
                  <a:pt x="11307" y="1367"/>
                </a:lnTo>
                <a:lnTo>
                  <a:pt x="11085" y="1429"/>
                </a:lnTo>
                <a:lnTo>
                  <a:pt x="10856" y="1478"/>
                </a:lnTo>
                <a:lnTo>
                  <a:pt x="10638" y="1511"/>
                </a:lnTo>
                <a:lnTo>
                  <a:pt x="10537" y="1520"/>
                </a:lnTo>
                <a:lnTo>
                  <a:pt x="10332" y="1537"/>
                </a:lnTo>
                <a:lnTo>
                  <a:pt x="10332" y="1467"/>
                </a:lnTo>
                <a:lnTo>
                  <a:pt x="10335" y="1378"/>
                </a:lnTo>
                <a:lnTo>
                  <a:pt x="10349" y="1235"/>
                </a:lnTo>
                <a:lnTo>
                  <a:pt x="10363" y="1075"/>
                </a:lnTo>
                <a:lnTo>
                  <a:pt x="10465" y="1075"/>
                </a:lnTo>
                <a:lnTo>
                  <a:pt x="10523" y="1076"/>
                </a:lnTo>
                <a:lnTo>
                  <a:pt x="10718" y="1095"/>
                </a:lnTo>
                <a:lnTo>
                  <a:pt x="10960" y="1125"/>
                </a:lnTo>
                <a:lnTo>
                  <a:pt x="11181" y="1158"/>
                </a:lnTo>
                <a:lnTo>
                  <a:pt x="11262" y="1172"/>
                </a:lnTo>
                <a:lnTo>
                  <a:pt x="11307" y="1181"/>
                </a:lnTo>
                <a:lnTo>
                  <a:pt x="11376" y="1187"/>
                </a:lnTo>
                <a:lnTo>
                  <a:pt x="11404" y="1182"/>
                </a:lnTo>
                <a:lnTo>
                  <a:pt x="11413" y="1176"/>
                </a:lnTo>
                <a:lnTo>
                  <a:pt x="11409" y="1161"/>
                </a:lnTo>
                <a:lnTo>
                  <a:pt x="11389" y="1146"/>
                </a:lnTo>
                <a:lnTo>
                  <a:pt x="11366" y="1136"/>
                </a:lnTo>
                <a:lnTo>
                  <a:pt x="11258" y="1113"/>
                </a:lnTo>
                <a:lnTo>
                  <a:pt x="10976" y="1075"/>
                </a:lnTo>
                <a:lnTo>
                  <a:pt x="10698" y="1046"/>
                </a:lnTo>
                <a:lnTo>
                  <a:pt x="10573" y="1034"/>
                </a:lnTo>
                <a:lnTo>
                  <a:pt x="10458" y="1020"/>
                </a:lnTo>
                <a:lnTo>
                  <a:pt x="10411" y="1004"/>
                </a:lnTo>
                <a:lnTo>
                  <a:pt x="10388" y="980"/>
                </a:lnTo>
                <a:lnTo>
                  <a:pt x="10381" y="944"/>
                </a:lnTo>
                <a:lnTo>
                  <a:pt x="10396" y="861"/>
                </a:lnTo>
                <a:lnTo>
                  <a:pt x="10421" y="773"/>
                </a:lnTo>
                <a:lnTo>
                  <a:pt x="10438" y="711"/>
                </a:lnTo>
                <a:lnTo>
                  <a:pt x="10467" y="645"/>
                </a:lnTo>
                <a:lnTo>
                  <a:pt x="10484" y="622"/>
                </a:lnTo>
                <a:lnTo>
                  <a:pt x="10490" y="619"/>
                </a:lnTo>
                <a:lnTo>
                  <a:pt x="10546" y="631"/>
                </a:lnTo>
                <a:lnTo>
                  <a:pt x="10670" y="66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77" name="Freeform 46">
            <a:extLst>
              <a:ext uri="{FF2B5EF4-FFF2-40B4-BE49-F238E27FC236}">
                <a16:creationId xmlns:a16="http://schemas.microsoft.com/office/drawing/2014/main" id="{FDE6762E-7F24-491E-9C5C-B57DD18655D4}"/>
              </a:ext>
            </a:extLst>
          </p:cNvPr>
          <p:cNvSpPr>
            <a:spLocks/>
          </p:cNvSpPr>
          <p:nvPr/>
        </p:nvSpPr>
        <p:spPr bwMode="auto">
          <a:xfrm>
            <a:off x="4671654" y="1836470"/>
            <a:ext cx="3054895" cy="284309"/>
          </a:xfrm>
          <a:custGeom>
            <a:avLst/>
            <a:gdLst>
              <a:gd name="T0" fmla="*/ 10646 w 12376"/>
              <a:gd name="T1" fmla="*/ 60 h 1045"/>
              <a:gd name="T2" fmla="*/ 10681 w 12376"/>
              <a:gd name="T3" fmla="*/ 114 h 1045"/>
              <a:gd name="T4" fmla="*/ 10790 w 12376"/>
              <a:gd name="T5" fmla="*/ 178 h 1045"/>
              <a:gd name="T6" fmla="*/ 11043 w 12376"/>
              <a:gd name="T7" fmla="*/ 251 h 1045"/>
              <a:gd name="T8" fmla="*/ 11751 w 12376"/>
              <a:gd name="T9" fmla="*/ 438 h 1045"/>
              <a:gd name="T10" fmla="*/ 11978 w 12376"/>
              <a:gd name="T11" fmla="*/ 509 h 1045"/>
              <a:gd name="T12" fmla="*/ 11818 w 12376"/>
              <a:gd name="T13" fmla="*/ 548 h 1045"/>
              <a:gd name="T14" fmla="*/ 11551 w 12376"/>
              <a:gd name="T15" fmla="*/ 598 h 1045"/>
              <a:gd name="T16" fmla="*/ 11341 w 12376"/>
              <a:gd name="T17" fmla="*/ 606 h 1045"/>
              <a:gd name="T18" fmla="*/ 11167 w 12376"/>
              <a:gd name="T19" fmla="*/ 573 h 1045"/>
              <a:gd name="T20" fmla="*/ 10426 w 12376"/>
              <a:gd name="T21" fmla="*/ 512 h 1045"/>
              <a:gd name="T22" fmla="*/ 9435 w 12376"/>
              <a:gd name="T23" fmla="*/ 502 h 1045"/>
              <a:gd name="T24" fmla="*/ 8282 w 12376"/>
              <a:gd name="T25" fmla="*/ 509 h 1045"/>
              <a:gd name="T26" fmla="*/ 5037 w 12376"/>
              <a:gd name="T27" fmla="*/ 597 h 1045"/>
              <a:gd name="T28" fmla="*/ 1840 w 12376"/>
              <a:gd name="T29" fmla="*/ 677 h 1045"/>
              <a:gd name="T30" fmla="*/ 511 w 12376"/>
              <a:gd name="T31" fmla="*/ 693 h 1045"/>
              <a:gd name="T32" fmla="*/ 7 w 12376"/>
              <a:gd name="T33" fmla="*/ 746 h 1045"/>
              <a:gd name="T34" fmla="*/ 26 w 12376"/>
              <a:gd name="T35" fmla="*/ 786 h 1045"/>
              <a:gd name="T36" fmla="*/ 96 w 12376"/>
              <a:gd name="T37" fmla="*/ 842 h 1045"/>
              <a:gd name="T38" fmla="*/ 230 w 12376"/>
              <a:gd name="T39" fmla="*/ 913 h 1045"/>
              <a:gd name="T40" fmla="*/ 1887 w 12376"/>
              <a:gd name="T41" fmla="*/ 894 h 1045"/>
              <a:gd name="T42" fmla="*/ 3557 w 12376"/>
              <a:gd name="T43" fmla="*/ 838 h 1045"/>
              <a:gd name="T44" fmla="*/ 6354 w 12376"/>
              <a:gd name="T45" fmla="*/ 682 h 1045"/>
              <a:gd name="T46" fmla="*/ 7775 w 12376"/>
              <a:gd name="T47" fmla="*/ 606 h 1045"/>
              <a:gd name="T48" fmla="*/ 9112 w 12376"/>
              <a:gd name="T49" fmla="*/ 564 h 1045"/>
              <a:gd name="T50" fmla="*/ 9867 w 12376"/>
              <a:gd name="T51" fmla="*/ 554 h 1045"/>
              <a:gd name="T52" fmla="*/ 10751 w 12376"/>
              <a:gd name="T53" fmla="*/ 571 h 1045"/>
              <a:gd name="T54" fmla="*/ 11222 w 12376"/>
              <a:gd name="T55" fmla="*/ 639 h 1045"/>
              <a:gd name="T56" fmla="*/ 11269 w 12376"/>
              <a:gd name="T57" fmla="*/ 650 h 1045"/>
              <a:gd name="T58" fmla="*/ 11237 w 12376"/>
              <a:gd name="T59" fmla="*/ 670 h 1045"/>
              <a:gd name="T60" fmla="*/ 10991 w 12376"/>
              <a:gd name="T61" fmla="*/ 738 h 1045"/>
              <a:gd name="T62" fmla="*/ 10389 w 12376"/>
              <a:gd name="T63" fmla="*/ 930 h 1045"/>
              <a:gd name="T64" fmla="*/ 10200 w 12376"/>
              <a:gd name="T65" fmla="*/ 1008 h 1045"/>
              <a:gd name="T66" fmla="*/ 10200 w 12376"/>
              <a:gd name="T67" fmla="*/ 1023 h 1045"/>
              <a:gd name="T68" fmla="*/ 10242 w 12376"/>
              <a:gd name="T69" fmla="*/ 1045 h 1045"/>
              <a:gd name="T70" fmla="*/ 10413 w 12376"/>
              <a:gd name="T71" fmla="*/ 1002 h 1045"/>
              <a:gd name="T72" fmla="*/ 10541 w 12376"/>
              <a:gd name="T73" fmla="*/ 950 h 1045"/>
              <a:gd name="T74" fmla="*/ 10917 w 12376"/>
              <a:gd name="T75" fmla="*/ 840 h 1045"/>
              <a:gd name="T76" fmla="*/ 11757 w 12376"/>
              <a:gd name="T77" fmla="*/ 696 h 1045"/>
              <a:gd name="T78" fmla="*/ 12109 w 12376"/>
              <a:gd name="T79" fmla="*/ 659 h 1045"/>
              <a:gd name="T80" fmla="*/ 12325 w 12376"/>
              <a:gd name="T81" fmla="*/ 621 h 1045"/>
              <a:gd name="T82" fmla="*/ 12372 w 12376"/>
              <a:gd name="T83" fmla="*/ 574 h 1045"/>
              <a:gd name="T84" fmla="*/ 12376 w 12376"/>
              <a:gd name="T85" fmla="*/ 548 h 1045"/>
              <a:gd name="T86" fmla="*/ 12328 w 12376"/>
              <a:gd name="T87" fmla="*/ 482 h 1045"/>
              <a:gd name="T88" fmla="*/ 12165 w 12376"/>
              <a:gd name="T89" fmla="*/ 394 h 1045"/>
              <a:gd name="T90" fmla="*/ 11798 w 12376"/>
              <a:gd name="T91" fmla="*/ 262 h 1045"/>
              <a:gd name="T92" fmla="*/ 11308 w 12376"/>
              <a:gd name="T93" fmla="*/ 122 h 1045"/>
              <a:gd name="T94" fmla="*/ 11001 w 12376"/>
              <a:gd name="T95" fmla="*/ 34 h 1045"/>
              <a:gd name="T96" fmla="*/ 10768 w 12376"/>
              <a:gd name="T97" fmla="*/ 0 h 1045"/>
              <a:gd name="T98" fmla="*/ 10682 w 12376"/>
              <a:gd name="T99" fmla="*/ 2 h 1045"/>
              <a:gd name="T100" fmla="*/ 10646 w 12376"/>
              <a:gd name="T101" fmla="*/ 31 h 1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2376" h="1045">
                <a:moveTo>
                  <a:pt x="10646" y="44"/>
                </a:moveTo>
                <a:lnTo>
                  <a:pt x="10646" y="60"/>
                </a:lnTo>
                <a:lnTo>
                  <a:pt x="10658" y="89"/>
                </a:lnTo>
                <a:lnTo>
                  <a:pt x="10681" y="114"/>
                </a:lnTo>
                <a:lnTo>
                  <a:pt x="10715" y="140"/>
                </a:lnTo>
                <a:lnTo>
                  <a:pt x="10790" y="178"/>
                </a:lnTo>
                <a:lnTo>
                  <a:pt x="10942" y="225"/>
                </a:lnTo>
                <a:lnTo>
                  <a:pt x="11043" y="251"/>
                </a:lnTo>
                <a:lnTo>
                  <a:pt x="11293" y="311"/>
                </a:lnTo>
                <a:lnTo>
                  <a:pt x="11751" y="438"/>
                </a:lnTo>
                <a:lnTo>
                  <a:pt x="11952" y="498"/>
                </a:lnTo>
                <a:lnTo>
                  <a:pt x="11978" y="509"/>
                </a:lnTo>
                <a:lnTo>
                  <a:pt x="11967" y="515"/>
                </a:lnTo>
                <a:lnTo>
                  <a:pt x="11818" y="548"/>
                </a:lnTo>
                <a:lnTo>
                  <a:pt x="11705" y="571"/>
                </a:lnTo>
                <a:lnTo>
                  <a:pt x="11551" y="598"/>
                </a:lnTo>
                <a:lnTo>
                  <a:pt x="11413" y="611"/>
                </a:lnTo>
                <a:lnTo>
                  <a:pt x="11341" y="606"/>
                </a:lnTo>
                <a:lnTo>
                  <a:pt x="11305" y="600"/>
                </a:lnTo>
                <a:lnTo>
                  <a:pt x="11167" y="573"/>
                </a:lnTo>
                <a:lnTo>
                  <a:pt x="10850" y="534"/>
                </a:lnTo>
                <a:lnTo>
                  <a:pt x="10426" y="512"/>
                </a:lnTo>
                <a:lnTo>
                  <a:pt x="9829" y="502"/>
                </a:lnTo>
                <a:lnTo>
                  <a:pt x="9435" y="502"/>
                </a:lnTo>
                <a:lnTo>
                  <a:pt x="9028" y="502"/>
                </a:lnTo>
                <a:lnTo>
                  <a:pt x="8282" y="509"/>
                </a:lnTo>
                <a:lnTo>
                  <a:pt x="6833" y="542"/>
                </a:lnTo>
                <a:lnTo>
                  <a:pt x="5037" y="597"/>
                </a:lnTo>
                <a:lnTo>
                  <a:pt x="3727" y="636"/>
                </a:lnTo>
                <a:lnTo>
                  <a:pt x="1840" y="677"/>
                </a:lnTo>
                <a:lnTo>
                  <a:pt x="850" y="692"/>
                </a:lnTo>
                <a:lnTo>
                  <a:pt x="511" y="693"/>
                </a:lnTo>
                <a:lnTo>
                  <a:pt x="0" y="693"/>
                </a:lnTo>
                <a:lnTo>
                  <a:pt x="7" y="746"/>
                </a:lnTo>
                <a:lnTo>
                  <a:pt x="10" y="759"/>
                </a:lnTo>
                <a:lnTo>
                  <a:pt x="26" y="786"/>
                </a:lnTo>
                <a:lnTo>
                  <a:pt x="55" y="815"/>
                </a:lnTo>
                <a:lnTo>
                  <a:pt x="96" y="842"/>
                </a:lnTo>
                <a:lnTo>
                  <a:pt x="122" y="855"/>
                </a:lnTo>
                <a:lnTo>
                  <a:pt x="230" y="913"/>
                </a:lnTo>
                <a:lnTo>
                  <a:pt x="1417" y="898"/>
                </a:lnTo>
                <a:lnTo>
                  <a:pt x="1887" y="894"/>
                </a:lnTo>
                <a:lnTo>
                  <a:pt x="2632" y="878"/>
                </a:lnTo>
                <a:lnTo>
                  <a:pt x="3557" y="838"/>
                </a:lnTo>
                <a:lnTo>
                  <a:pt x="5128" y="751"/>
                </a:lnTo>
                <a:lnTo>
                  <a:pt x="6354" y="682"/>
                </a:lnTo>
                <a:lnTo>
                  <a:pt x="6922" y="650"/>
                </a:lnTo>
                <a:lnTo>
                  <a:pt x="7775" y="606"/>
                </a:lnTo>
                <a:lnTo>
                  <a:pt x="8447" y="580"/>
                </a:lnTo>
                <a:lnTo>
                  <a:pt x="9112" y="564"/>
                </a:lnTo>
                <a:lnTo>
                  <a:pt x="9507" y="560"/>
                </a:lnTo>
                <a:lnTo>
                  <a:pt x="9867" y="554"/>
                </a:lnTo>
                <a:lnTo>
                  <a:pt x="10386" y="555"/>
                </a:lnTo>
                <a:lnTo>
                  <a:pt x="10751" y="571"/>
                </a:lnTo>
                <a:lnTo>
                  <a:pt x="11056" y="608"/>
                </a:lnTo>
                <a:lnTo>
                  <a:pt x="11222" y="639"/>
                </a:lnTo>
                <a:lnTo>
                  <a:pt x="11249" y="643"/>
                </a:lnTo>
                <a:lnTo>
                  <a:pt x="11269" y="650"/>
                </a:lnTo>
                <a:lnTo>
                  <a:pt x="11272" y="654"/>
                </a:lnTo>
                <a:lnTo>
                  <a:pt x="11237" y="670"/>
                </a:lnTo>
                <a:lnTo>
                  <a:pt x="11137" y="697"/>
                </a:lnTo>
                <a:lnTo>
                  <a:pt x="10991" y="738"/>
                </a:lnTo>
                <a:lnTo>
                  <a:pt x="10674" y="835"/>
                </a:lnTo>
                <a:lnTo>
                  <a:pt x="10389" y="930"/>
                </a:lnTo>
                <a:lnTo>
                  <a:pt x="10248" y="985"/>
                </a:lnTo>
                <a:lnTo>
                  <a:pt x="10200" y="1008"/>
                </a:lnTo>
                <a:lnTo>
                  <a:pt x="10197" y="1013"/>
                </a:lnTo>
                <a:lnTo>
                  <a:pt x="10200" y="1023"/>
                </a:lnTo>
                <a:lnTo>
                  <a:pt x="10213" y="1036"/>
                </a:lnTo>
                <a:lnTo>
                  <a:pt x="10242" y="1045"/>
                </a:lnTo>
                <a:lnTo>
                  <a:pt x="10310" y="1036"/>
                </a:lnTo>
                <a:lnTo>
                  <a:pt x="10413" y="1002"/>
                </a:lnTo>
                <a:lnTo>
                  <a:pt x="10482" y="973"/>
                </a:lnTo>
                <a:lnTo>
                  <a:pt x="10541" y="950"/>
                </a:lnTo>
                <a:lnTo>
                  <a:pt x="10676" y="904"/>
                </a:lnTo>
                <a:lnTo>
                  <a:pt x="10917" y="840"/>
                </a:lnTo>
                <a:lnTo>
                  <a:pt x="11308" y="762"/>
                </a:lnTo>
                <a:lnTo>
                  <a:pt x="11757" y="696"/>
                </a:lnTo>
                <a:lnTo>
                  <a:pt x="12000" y="669"/>
                </a:lnTo>
                <a:lnTo>
                  <a:pt x="12109" y="659"/>
                </a:lnTo>
                <a:lnTo>
                  <a:pt x="12250" y="640"/>
                </a:lnTo>
                <a:lnTo>
                  <a:pt x="12325" y="621"/>
                </a:lnTo>
                <a:lnTo>
                  <a:pt x="12361" y="594"/>
                </a:lnTo>
                <a:lnTo>
                  <a:pt x="12372" y="574"/>
                </a:lnTo>
                <a:lnTo>
                  <a:pt x="12375" y="565"/>
                </a:lnTo>
                <a:lnTo>
                  <a:pt x="12376" y="548"/>
                </a:lnTo>
                <a:lnTo>
                  <a:pt x="12368" y="521"/>
                </a:lnTo>
                <a:lnTo>
                  <a:pt x="12328" y="482"/>
                </a:lnTo>
                <a:lnTo>
                  <a:pt x="12261" y="440"/>
                </a:lnTo>
                <a:lnTo>
                  <a:pt x="12165" y="394"/>
                </a:lnTo>
                <a:lnTo>
                  <a:pt x="12038" y="344"/>
                </a:lnTo>
                <a:lnTo>
                  <a:pt x="11798" y="262"/>
                </a:lnTo>
                <a:lnTo>
                  <a:pt x="11593" y="202"/>
                </a:lnTo>
                <a:lnTo>
                  <a:pt x="11308" y="122"/>
                </a:lnTo>
                <a:lnTo>
                  <a:pt x="11086" y="57"/>
                </a:lnTo>
                <a:lnTo>
                  <a:pt x="11001" y="34"/>
                </a:lnTo>
                <a:lnTo>
                  <a:pt x="10827" y="2"/>
                </a:lnTo>
                <a:lnTo>
                  <a:pt x="10768" y="0"/>
                </a:lnTo>
                <a:lnTo>
                  <a:pt x="10731" y="0"/>
                </a:lnTo>
                <a:lnTo>
                  <a:pt x="10682" y="2"/>
                </a:lnTo>
                <a:lnTo>
                  <a:pt x="10656" y="13"/>
                </a:lnTo>
                <a:lnTo>
                  <a:pt x="10646" y="31"/>
                </a:lnTo>
                <a:lnTo>
                  <a:pt x="10646" y="4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14559989-5387-46E6-BD41-4EB8FC39913B}"/>
              </a:ext>
            </a:extLst>
          </p:cNvPr>
          <p:cNvGrpSpPr/>
          <p:nvPr/>
        </p:nvGrpSpPr>
        <p:grpSpPr>
          <a:xfrm>
            <a:off x="8462408" y="2324380"/>
            <a:ext cx="3046748" cy="316895"/>
            <a:chOff x="1973263" y="7773988"/>
            <a:chExt cx="5937250" cy="617538"/>
          </a:xfrm>
          <a:solidFill>
            <a:schemeClr val="tx1"/>
          </a:solidFill>
        </p:grpSpPr>
        <p:sp>
          <p:nvSpPr>
            <p:cNvPr id="80" name="Freeform 50">
              <a:extLst>
                <a:ext uri="{FF2B5EF4-FFF2-40B4-BE49-F238E27FC236}">
                  <a16:creationId xmlns:a16="http://schemas.microsoft.com/office/drawing/2014/main" id="{746411C8-FCE8-45F2-B940-936AFE5B32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73263" y="7773988"/>
              <a:ext cx="5443538" cy="617538"/>
            </a:xfrm>
            <a:custGeom>
              <a:avLst/>
              <a:gdLst>
                <a:gd name="T0" fmla="*/ 450 w 10286"/>
                <a:gd name="T1" fmla="*/ 244 h 1169"/>
                <a:gd name="T2" fmla="*/ 86 w 10286"/>
                <a:gd name="T3" fmla="*/ 382 h 1169"/>
                <a:gd name="T4" fmla="*/ 13 w 10286"/>
                <a:gd name="T5" fmla="*/ 432 h 1169"/>
                <a:gd name="T6" fmla="*/ 0 w 10286"/>
                <a:gd name="T7" fmla="*/ 467 h 1169"/>
                <a:gd name="T8" fmla="*/ 46 w 10286"/>
                <a:gd name="T9" fmla="*/ 497 h 1169"/>
                <a:gd name="T10" fmla="*/ 295 w 10286"/>
                <a:gd name="T11" fmla="*/ 574 h 1169"/>
                <a:gd name="T12" fmla="*/ 643 w 10286"/>
                <a:gd name="T13" fmla="*/ 683 h 1169"/>
                <a:gd name="T14" fmla="*/ 873 w 10286"/>
                <a:gd name="T15" fmla="*/ 791 h 1169"/>
                <a:gd name="T16" fmla="*/ 1146 w 10286"/>
                <a:gd name="T17" fmla="*/ 975 h 1169"/>
                <a:gd name="T18" fmla="*/ 1317 w 10286"/>
                <a:gd name="T19" fmla="*/ 1114 h 1169"/>
                <a:gd name="T20" fmla="*/ 1402 w 10286"/>
                <a:gd name="T21" fmla="*/ 1169 h 1169"/>
                <a:gd name="T22" fmla="*/ 1398 w 10286"/>
                <a:gd name="T23" fmla="*/ 1153 h 1169"/>
                <a:gd name="T24" fmla="*/ 1263 w 10286"/>
                <a:gd name="T25" fmla="*/ 1031 h 1169"/>
                <a:gd name="T26" fmla="*/ 812 w 10286"/>
                <a:gd name="T27" fmla="*/ 718 h 1169"/>
                <a:gd name="T28" fmla="*/ 561 w 10286"/>
                <a:gd name="T29" fmla="*/ 581 h 1169"/>
                <a:gd name="T30" fmla="*/ 4779 w 10286"/>
                <a:gd name="T31" fmla="*/ 547 h 1169"/>
                <a:gd name="T32" fmla="*/ 7168 w 10286"/>
                <a:gd name="T33" fmla="*/ 515 h 1169"/>
                <a:gd name="T34" fmla="*/ 9449 w 10286"/>
                <a:gd name="T35" fmla="*/ 507 h 1169"/>
                <a:gd name="T36" fmla="*/ 10091 w 10286"/>
                <a:gd name="T37" fmla="*/ 530 h 1169"/>
                <a:gd name="T38" fmla="*/ 10181 w 10286"/>
                <a:gd name="T39" fmla="*/ 546 h 1169"/>
                <a:gd name="T40" fmla="*/ 10279 w 10286"/>
                <a:gd name="T41" fmla="*/ 550 h 1169"/>
                <a:gd name="T42" fmla="*/ 10282 w 10286"/>
                <a:gd name="T43" fmla="*/ 530 h 1169"/>
                <a:gd name="T44" fmla="*/ 10242 w 10286"/>
                <a:gd name="T45" fmla="*/ 507 h 1169"/>
                <a:gd name="T46" fmla="*/ 9708 w 10286"/>
                <a:gd name="T47" fmla="*/ 474 h 1169"/>
                <a:gd name="T48" fmla="*/ 6656 w 10286"/>
                <a:gd name="T49" fmla="*/ 429 h 1169"/>
                <a:gd name="T50" fmla="*/ 3548 w 10286"/>
                <a:gd name="T51" fmla="*/ 401 h 1169"/>
                <a:gd name="T52" fmla="*/ 903 w 10286"/>
                <a:gd name="T53" fmla="*/ 362 h 1169"/>
                <a:gd name="T54" fmla="*/ 890 w 10286"/>
                <a:gd name="T55" fmla="*/ 352 h 1169"/>
                <a:gd name="T56" fmla="*/ 1073 w 10286"/>
                <a:gd name="T57" fmla="*/ 283 h 1169"/>
                <a:gd name="T58" fmla="*/ 1375 w 10286"/>
                <a:gd name="T59" fmla="*/ 197 h 1169"/>
                <a:gd name="T60" fmla="*/ 1385 w 10286"/>
                <a:gd name="T61" fmla="*/ 145 h 1169"/>
                <a:gd name="T62" fmla="*/ 1350 w 10286"/>
                <a:gd name="T63" fmla="*/ 75 h 1169"/>
                <a:gd name="T64" fmla="*/ 1290 w 10286"/>
                <a:gd name="T65" fmla="*/ 17 h 1169"/>
                <a:gd name="T66" fmla="*/ 1240 w 10286"/>
                <a:gd name="T67" fmla="*/ 0 h 1169"/>
                <a:gd name="T68" fmla="*/ 859 w 10286"/>
                <a:gd name="T69" fmla="*/ 111 h 1169"/>
                <a:gd name="T70" fmla="*/ 489 w 10286"/>
                <a:gd name="T71" fmla="*/ 524 h 1169"/>
                <a:gd name="T72" fmla="*/ 515 w 10286"/>
                <a:gd name="T73" fmla="*/ 557 h 1169"/>
                <a:gd name="T74" fmla="*/ 427 w 10286"/>
                <a:gd name="T75" fmla="*/ 534 h 1169"/>
                <a:gd name="T76" fmla="*/ 316 w 10286"/>
                <a:gd name="T77" fmla="*/ 487 h 1169"/>
                <a:gd name="T78" fmla="*/ 345 w 10286"/>
                <a:gd name="T79" fmla="*/ 480 h 1169"/>
                <a:gd name="T80" fmla="*/ 408 w 10286"/>
                <a:gd name="T81" fmla="*/ 481 h 1169"/>
                <a:gd name="T82" fmla="*/ 489 w 10286"/>
                <a:gd name="T83" fmla="*/ 524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0286" h="1169">
                  <a:moveTo>
                    <a:pt x="636" y="182"/>
                  </a:moveTo>
                  <a:lnTo>
                    <a:pt x="450" y="244"/>
                  </a:lnTo>
                  <a:lnTo>
                    <a:pt x="197" y="335"/>
                  </a:lnTo>
                  <a:lnTo>
                    <a:pt x="86" y="382"/>
                  </a:lnTo>
                  <a:lnTo>
                    <a:pt x="40" y="409"/>
                  </a:lnTo>
                  <a:lnTo>
                    <a:pt x="13" y="432"/>
                  </a:lnTo>
                  <a:lnTo>
                    <a:pt x="1" y="455"/>
                  </a:lnTo>
                  <a:lnTo>
                    <a:pt x="0" y="467"/>
                  </a:lnTo>
                  <a:lnTo>
                    <a:pt x="4" y="474"/>
                  </a:lnTo>
                  <a:lnTo>
                    <a:pt x="46" y="497"/>
                  </a:lnTo>
                  <a:lnTo>
                    <a:pt x="171" y="541"/>
                  </a:lnTo>
                  <a:lnTo>
                    <a:pt x="295" y="574"/>
                  </a:lnTo>
                  <a:lnTo>
                    <a:pt x="449" y="616"/>
                  </a:lnTo>
                  <a:lnTo>
                    <a:pt x="643" y="683"/>
                  </a:lnTo>
                  <a:lnTo>
                    <a:pt x="761" y="734"/>
                  </a:lnTo>
                  <a:lnTo>
                    <a:pt x="873" y="791"/>
                  </a:lnTo>
                  <a:lnTo>
                    <a:pt x="981" y="857"/>
                  </a:lnTo>
                  <a:lnTo>
                    <a:pt x="1146" y="975"/>
                  </a:lnTo>
                  <a:lnTo>
                    <a:pt x="1266" y="1073"/>
                  </a:lnTo>
                  <a:lnTo>
                    <a:pt x="1317" y="1114"/>
                  </a:lnTo>
                  <a:lnTo>
                    <a:pt x="1391" y="1166"/>
                  </a:lnTo>
                  <a:lnTo>
                    <a:pt x="1402" y="1169"/>
                  </a:lnTo>
                  <a:lnTo>
                    <a:pt x="1404" y="1164"/>
                  </a:lnTo>
                  <a:lnTo>
                    <a:pt x="1398" y="1153"/>
                  </a:lnTo>
                  <a:lnTo>
                    <a:pt x="1371" y="1123"/>
                  </a:lnTo>
                  <a:lnTo>
                    <a:pt x="1263" y="1031"/>
                  </a:lnTo>
                  <a:lnTo>
                    <a:pt x="1043" y="870"/>
                  </a:lnTo>
                  <a:lnTo>
                    <a:pt x="812" y="718"/>
                  </a:lnTo>
                  <a:lnTo>
                    <a:pt x="719" y="666"/>
                  </a:lnTo>
                  <a:lnTo>
                    <a:pt x="561" y="581"/>
                  </a:lnTo>
                  <a:lnTo>
                    <a:pt x="2757" y="566"/>
                  </a:lnTo>
                  <a:lnTo>
                    <a:pt x="4779" y="547"/>
                  </a:lnTo>
                  <a:lnTo>
                    <a:pt x="6389" y="527"/>
                  </a:lnTo>
                  <a:lnTo>
                    <a:pt x="7168" y="515"/>
                  </a:lnTo>
                  <a:lnTo>
                    <a:pt x="8480" y="504"/>
                  </a:lnTo>
                  <a:lnTo>
                    <a:pt x="9449" y="507"/>
                  </a:lnTo>
                  <a:lnTo>
                    <a:pt x="9908" y="518"/>
                  </a:lnTo>
                  <a:lnTo>
                    <a:pt x="10091" y="530"/>
                  </a:lnTo>
                  <a:lnTo>
                    <a:pt x="10135" y="537"/>
                  </a:lnTo>
                  <a:lnTo>
                    <a:pt x="10181" y="546"/>
                  </a:lnTo>
                  <a:lnTo>
                    <a:pt x="10250" y="553"/>
                  </a:lnTo>
                  <a:lnTo>
                    <a:pt x="10279" y="550"/>
                  </a:lnTo>
                  <a:lnTo>
                    <a:pt x="10286" y="543"/>
                  </a:lnTo>
                  <a:lnTo>
                    <a:pt x="10282" y="530"/>
                  </a:lnTo>
                  <a:lnTo>
                    <a:pt x="10262" y="515"/>
                  </a:lnTo>
                  <a:lnTo>
                    <a:pt x="10242" y="507"/>
                  </a:lnTo>
                  <a:lnTo>
                    <a:pt x="10115" y="492"/>
                  </a:lnTo>
                  <a:lnTo>
                    <a:pt x="9708" y="474"/>
                  </a:lnTo>
                  <a:lnTo>
                    <a:pt x="8586" y="452"/>
                  </a:lnTo>
                  <a:lnTo>
                    <a:pt x="6656" y="429"/>
                  </a:lnTo>
                  <a:lnTo>
                    <a:pt x="5286" y="416"/>
                  </a:lnTo>
                  <a:lnTo>
                    <a:pt x="3548" y="401"/>
                  </a:lnTo>
                  <a:lnTo>
                    <a:pt x="1165" y="370"/>
                  </a:lnTo>
                  <a:lnTo>
                    <a:pt x="903" y="362"/>
                  </a:lnTo>
                  <a:lnTo>
                    <a:pt x="896" y="359"/>
                  </a:lnTo>
                  <a:lnTo>
                    <a:pt x="890" y="352"/>
                  </a:lnTo>
                  <a:lnTo>
                    <a:pt x="907" y="337"/>
                  </a:lnTo>
                  <a:lnTo>
                    <a:pt x="1073" y="283"/>
                  </a:lnTo>
                  <a:lnTo>
                    <a:pt x="1362" y="201"/>
                  </a:lnTo>
                  <a:lnTo>
                    <a:pt x="1375" y="197"/>
                  </a:lnTo>
                  <a:lnTo>
                    <a:pt x="1386" y="175"/>
                  </a:lnTo>
                  <a:lnTo>
                    <a:pt x="1385" y="145"/>
                  </a:lnTo>
                  <a:lnTo>
                    <a:pt x="1372" y="111"/>
                  </a:lnTo>
                  <a:lnTo>
                    <a:pt x="1350" y="75"/>
                  </a:lnTo>
                  <a:lnTo>
                    <a:pt x="1323" y="43"/>
                  </a:lnTo>
                  <a:lnTo>
                    <a:pt x="1290" y="17"/>
                  </a:lnTo>
                  <a:lnTo>
                    <a:pt x="1255" y="1"/>
                  </a:lnTo>
                  <a:lnTo>
                    <a:pt x="1240" y="0"/>
                  </a:lnTo>
                  <a:lnTo>
                    <a:pt x="1188" y="11"/>
                  </a:lnTo>
                  <a:lnTo>
                    <a:pt x="859" y="111"/>
                  </a:lnTo>
                  <a:lnTo>
                    <a:pt x="636" y="182"/>
                  </a:lnTo>
                  <a:close/>
                  <a:moveTo>
                    <a:pt x="489" y="524"/>
                  </a:moveTo>
                  <a:lnTo>
                    <a:pt x="503" y="540"/>
                  </a:lnTo>
                  <a:lnTo>
                    <a:pt x="515" y="557"/>
                  </a:lnTo>
                  <a:lnTo>
                    <a:pt x="490" y="557"/>
                  </a:lnTo>
                  <a:lnTo>
                    <a:pt x="427" y="534"/>
                  </a:lnTo>
                  <a:lnTo>
                    <a:pt x="344" y="504"/>
                  </a:lnTo>
                  <a:lnTo>
                    <a:pt x="316" y="487"/>
                  </a:lnTo>
                  <a:lnTo>
                    <a:pt x="321" y="482"/>
                  </a:lnTo>
                  <a:lnTo>
                    <a:pt x="345" y="480"/>
                  </a:lnTo>
                  <a:lnTo>
                    <a:pt x="377" y="480"/>
                  </a:lnTo>
                  <a:lnTo>
                    <a:pt x="408" y="481"/>
                  </a:lnTo>
                  <a:lnTo>
                    <a:pt x="467" y="505"/>
                  </a:lnTo>
                  <a:lnTo>
                    <a:pt x="489" y="5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1" name="Freeform 51">
              <a:extLst>
                <a:ext uri="{FF2B5EF4-FFF2-40B4-BE49-F238E27FC236}">
                  <a16:creationId xmlns:a16="http://schemas.microsoft.com/office/drawing/2014/main" id="{B9761D50-D128-4303-A095-CA76F95EA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5188" y="7786688"/>
              <a:ext cx="695325" cy="487363"/>
            </a:xfrm>
            <a:custGeom>
              <a:avLst/>
              <a:gdLst>
                <a:gd name="T0" fmla="*/ 66 w 1313"/>
                <a:gd name="T1" fmla="*/ 26 h 922"/>
                <a:gd name="T2" fmla="*/ 68 w 1313"/>
                <a:gd name="T3" fmla="*/ 41 h 922"/>
                <a:gd name="T4" fmla="*/ 77 w 1313"/>
                <a:gd name="T5" fmla="*/ 69 h 922"/>
                <a:gd name="T6" fmla="*/ 98 w 1313"/>
                <a:gd name="T7" fmla="*/ 98 h 922"/>
                <a:gd name="T8" fmla="*/ 134 w 1313"/>
                <a:gd name="T9" fmla="*/ 130 h 922"/>
                <a:gd name="T10" fmla="*/ 217 w 1313"/>
                <a:gd name="T11" fmla="*/ 186 h 922"/>
                <a:gd name="T12" fmla="*/ 406 w 1313"/>
                <a:gd name="T13" fmla="*/ 289 h 922"/>
                <a:gd name="T14" fmla="*/ 541 w 1313"/>
                <a:gd name="T15" fmla="*/ 356 h 922"/>
                <a:gd name="T16" fmla="*/ 889 w 1313"/>
                <a:gd name="T17" fmla="*/ 527 h 922"/>
                <a:gd name="T18" fmla="*/ 1050 w 1313"/>
                <a:gd name="T19" fmla="*/ 599 h 922"/>
                <a:gd name="T20" fmla="*/ 1076 w 1313"/>
                <a:gd name="T21" fmla="*/ 609 h 922"/>
                <a:gd name="T22" fmla="*/ 1088 w 1313"/>
                <a:gd name="T23" fmla="*/ 621 h 922"/>
                <a:gd name="T24" fmla="*/ 1076 w 1313"/>
                <a:gd name="T25" fmla="*/ 626 h 922"/>
                <a:gd name="T26" fmla="*/ 971 w 1313"/>
                <a:gd name="T27" fmla="*/ 638 h 922"/>
                <a:gd name="T28" fmla="*/ 738 w 1313"/>
                <a:gd name="T29" fmla="*/ 649 h 922"/>
                <a:gd name="T30" fmla="*/ 591 w 1313"/>
                <a:gd name="T31" fmla="*/ 655 h 922"/>
                <a:gd name="T32" fmla="*/ 364 w 1313"/>
                <a:gd name="T33" fmla="*/ 677 h 922"/>
                <a:gd name="T34" fmla="*/ 239 w 1313"/>
                <a:gd name="T35" fmla="*/ 701 h 922"/>
                <a:gd name="T36" fmla="*/ 171 w 1313"/>
                <a:gd name="T37" fmla="*/ 721 h 922"/>
                <a:gd name="T38" fmla="*/ 115 w 1313"/>
                <a:gd name="T39" fmla="*/ 746 h 922"/>
                <a:gd name="T40" fmla="*/ 68 w 1313"/>
                <a:gd name="T41" fmla="*/ 774 h 922"/>
                <a:gd name="T42" fmla="*/ 48 w 1313"/>
                <a:gd name="T43" fmla="*/ 790 h 922"/>
                <a:gd name="T44" fmla="*/ 28 w 1313"/>
                <a:gd name="T45" fmla="*/ 809 h 922"/>
                <a:gd name="T46" fmla="*/ 5 w 1313"/>
                <a:gd name="T47" fmla="*/ 853 h 922"/>
                <a:gd name="T48" fmla="*/ 0 w 1313"/>
                <a:gd name="T49" fmla="*/ 893 h 922"/>
                <a:gd name="T50" fmla="*/ 13 w 1313"/>
                <a:gd name="T51" fmla="*/ 914 h 922"/>
                <a:gd name="T52" fmla="*/ 28 w 1313"/>
                <a:gd name="T53" fmla="*/ 921 h 922"/>
                <a:gd name="T54" fmla="*/ 38 w 1313"/>
                <a:gd name="T55" fmla="*/ 922 h 922"/>
                <a:gd name="T56" fmla="*/ 52 w 1313"/>
                <a:gd name="T57" fmla="*/ 918 h 922"/>
                <a:gd name="T58" fmla="*/ 84 w 1313"/>
                <a:gd name="T59" fmla="*/ 886 h 922"/>
                <a:gd name="T60" fmla="*/ 98 w 1313"/>
                <a:gd name="T61" fmla="*/ 862 h 922"/>
                <a:gd name="T62" fmla="*/ 105 w 1313"/>
                <a:gd name="T63" fmla="*/ 849 h 922"/>
                <a:gd name="T64" fmla="*/ 131 w 1313"/>
                <a:gd name="T65" fmla="*/ 822 h 922"/>
                <a:gd name="T66" fmla="*/ 189 w 1313"/>
                <a:gd name="T67" fmla="*/ 781 h 922"/>
                <a:gd name="T68" fmla="*/ 235 w 1313"/>
                <a:gd name="T69" fmla="*/ 761 h 922"/>
                <a:gd name="T70" fmla="*/ 269 w 1313"/>
                <a:gd name="T71" fmla="*/ 748 h 922"/>
                <a:gd name="T72" fmla="*/ 350 w 1313"/>
                <a:gd name="T73" fmla="*/ 731 h 922"/>
                <a:gd name="T74" fmla="*/ 473 w 1313"/>
                <a:gd name="T75" fmla="*/ 724 h 922"/>
                <a:gd name="T76" fmla="*/ 679 w 1313"/>
                <a:gd name="T77" fmla="*/ 727 h 922"/>
                <a:gd name="T78" fmla="*/ 829 w 1313"/>
                <a:gd name="T79" fmla="*/ 730 h 922"/>
                <a:gd name="T80" fmla="*/ 1124 w 1313"/>
                <a:gd name="T81" fmla="*/ 740 h 922"/>
                <a:gd name="T82" fmla="*/ 1286 w 1313"/>
                <a:gd name="T83" fmla="*/ 733 h 922"/>
                <a:gd name="T84" fmla="*/ 1309 w 1313"/>
                <a:gd name="T85" fmla="*/ 720 h 922"/>
                <a:gd name="T86" fmla="*/ 1313 w 1313"/>
                <a:gd name="T87" fmla="*/ 707 h 922"/>
                <a:gd name="T88" fmla="*/ 1313 w 1313"/>
                <a:gd name="T89" fmla="*/ 700 h 922"/>
                <a:gd name="T90" fmla="*/ 1312 w 1313"/>
                <a:gd name="T91" fmla="*/ 678 h 922"/>
                <a:gd name="T92" fmla="*/ 1293 w 1313"/>
                <a:gd name="T93" fmla="*/ 638 h 922"/>
                <a:gd name="T94" fmla="*/ 1280 w 1313"/>
                <a:gd name="T95" fmla="*/ 625 h 922"/>
                <a:gd name="T96" fmla="*/ 1115 w 1313"/>
                <a:gd name="T97" fmla="*/ 533 h 922"/>
                <a:gd name="T98" fmla="*/ 233 w 1313"/>
                <a:gd name="T99" fmla="*/ 75 h 922"/>
                <a:gd name="T100" fmla="*/ 77 w 1313"/>
                <a:gd name="T101" fmla="*/ 0 h 922"/>
                <a:gd name="T102" fmla="*/ 72 w 1313"/>
                <a:gd name="T103" fmla="*/ 2 h 922"/>
                <a:gd name="T104" fmla="*/ 68 w 1313"/>
                <a:gd name="T105" fmla="*/ 16 h 922"/>
                <a:gd name="T106" fmla="*/ 66 w 1313"/>
                <a:gd name="T107" fmla="*/ 26 h 9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13" h="922">
                  <a:moveTo>
                    <a:pt x="66" y="26"/>
                  </a:moveTo>
                  <a:lnTo>
                    <a:pt x="68" y="41"/>
                  </a:lnTo>
                  <a:lnTo>
                    <a:pt x="77" y="69"/>
                  </a:lnTo>
                  <a:lnTo>
                    <a:pt x="98" y="98"/>
                  </a:lnTo>
                  <a:lnTo>
                    <a:pt x="134" y="130"/>
                  </a:lnTo>
                  <a:lnTo>
                    <a:pt x="217" y="186"/>
                  </a:lnTo>
                  <a:lnTo>
                    <a:pt x="406" y="289"/>
                  </a:lnTo>
                  <a:lnTo>
                    <a:pt x="541" y="356"/>
                  </a:lnTo>
                  <a:lnTo>
                    <a:pt x="889" y="527"/>
                  </a:lnTo>
                  <a:lnTo>
                    <a:pt x="1050" y="599"/>
                  </a:lnTo>
                  <a:lnTo>
                    <a:pt x="1076" y="609"/>
                  </a:lnTo>
                  <a:lnTo>
                    <a:pt x="1088" y="621"/>
                  </a:lnTo>
                  <a:lnTo>
                    <a:pt x="1076" y="626"/>
                  </a:lnTo>
                  <a:lnTo>
                    <a:pt x="971" y="638"/>
                  </a:lnTo>
                  <a:lnTo>
                    <a:pt x="738" y="649"/>
                  </a:lnTo>
                  <a:lnTo>
                    <a:pt x="591" y="655"/>
                  </a:lnTo>
                  <a:lnTo>
                    <a:pt x="364" y="677"/>
                  </a:lnTo>
                  <a:lnTo>
                    <a:pt x="239" y="701"/>
                  </a:lnTo>
                  <a:lnTo>
                    <a:pt x="171" y="721"/>
                  </a:lnTo>
                  <a:lnTo>
                    <a:pt x="115" y="746"/>
                  </a:lnTo>
                  <a:lnTo>
                    <a:pt x="68" y="774"/>
                  </a:lnTo>
                  <a:lnTo>
                    <a:pt x="48" y="790"/>
                  </a:lnTo>
                  <a:lnTo>
                    <a:pt x="28" y="809"/>
                  </a:lnTo>
                  <a:lnTo>
                    <a:pt x="5" y="853"/>
                  </a:lnTo>
                  <a:lnTo>
                    <a:pt x="0" y="893"/>
                  </a:lnTo>
                  <a:lnTo>
                    <a:pt x="13" y="914"/>
                  </a:lnTo>
                  <a:lnTo>
                    <a:pt x="28" y="921"/>
                  </a:lnTo>
                  <a:lnTo>
                    <a:pt x="38" y="922"/>
                  </a:lnTo>
                  <a:lnTo>
                    <a:pt x="52" y="918"/>
                  </a:lnTo>
                  <a:lnTo>
                    <a:pt x="84" y="886"/>
                  </a:lnTo>
                  <a:lnTo>
                    <a:pt x="98" y="862"/>
                  </a:lnTo>
                  <a:lnTo>
                    <a:pt x="105" y="849"/>
                  </a:lnTo>
                  <a:lnTo>
                    <a:pt x="131" y="822"/>
                  </a:lnTo>
                  <a:lnTo>
                    <a:pt x="189" y="781"/>
                  </a:lnTo>
                  <a:lnTo>
                    <a:pt x="235" y="761"/>
                  </a:lnTo>
                  <a:lnTo>
                    <a:pt x="269" y="748"/>
                  </a:lnTo>
                  <a:lnTo>
                    <a:pt x="350" y="731"/>
                  </a:lnTo>
                  <a:lnTo>
                    <a:pt x="473" y="724"/>
                  </a:lnTo>
                  <a:lnTo>
                    <a:pt x="679" y="727"/>
                  </a:lnTo>
                  <a:lnTo>
                    <a:pt x="829" y="730"/>
                  </a:lnTo>
                  <a:lnTo>
                    <a:pt x="1124" y="740"/>
                  </a:lnTo>
                  <a:lnTo>
                    <a:pt x="1286" y="733"/>
                  </a:lnTo>
                  <a:lnTo>
                    <a:pt x="1309" y="720"/>
                  </a:lnTo>
                  <a:lnTo>
                    <a:pt x="1313" y="707"/>
                  </a:lnTo>
                  <a:lnTo>
                    <a:pt x="1313" y="700"/>
                  </a:lnTo>
                  <a:lnTo>
                    <a:pt x="1312" y="678"/>
                  </a:lnTo>
                  <a:lnTo>
                    <a:pt x="1293" y="638"/>
                  </a:lnTo>
                  <a:lnTo>
                    <a:pt x="1280" y="625"/>
                  </a:lnTo>
                  <a:lnTo>
                    <a:pt x="1115" y="533"/>
                  </a:lnTo>
                  <a:lnTo>
                    <a:pt x="233" y="75"/>
                  </a:lnTo>
                  <a:lnTo>
                    <a:pt x="77" y="0"/>
                  </a:lnTo>
                  <a:lnTo>
                    <a:pt x="72" y="2"/>
                  </a:lnTo>
                  <a:lnTo>
                    <a:pt x="68" y="16"/>
                  </a:lnTo>
                  <a:lnTo>
                    <a:pt x="66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  <p:sp>
        <p:nvSpPr>
          <p:cNvPr id="86" name="Freeform 55">
            <a:extLst>
              <a:ext uri="{FF2B5EF4-FFF2-40B4-BE49-F238E27FC236}">
                <a16:creationId xmlns:a16="http://schemas.microsoft.com/office/drawing/2014/main" id="{9FF24ADC-FBCD-412F-B5FA-AF68A8D3B973}"/>
              </a:ext>
            </a:extLst>
          </p:cNvPr>
          <p:cNvSpPr>
            <a:spLocks/>
          </p:cNvSpPr>
          <p:nvPr/>
        </p:nvSpPr>
        <p:spPr bwMode="auto">
          <a:xfrm>
            <a:off x="4417440" y="5682276"/>
            <a:ext cx="1821532" cy="480636"/>
          </a:xfrm>
          <a:custGeom>
            <a:avLst/>
            <a:gdLst>
              <a:gd name="T0" fmla="*/ 4929 w 6708"/>
              <a:gd name="T1" fmla="*/ 56 h 1768"/>
              <a:gd name="T2" fmla="*/ 4904 w 6708"/>
              <a:gd name="T3" fmla="*/ 366 h 1768"/>
              <a:gd name="T4" fmla="*/ 4878 w 6708"/>
              <a:gd name="T5" fmla="*/ 987 h 1768"/>
              <a:gd name="T6" fmla="*/ 4648 w 6708"/>
              <a:gd name="T7" fmla="*/ 1059 h 1768"/>
              <a:gd name="T8" fmla="*/ 3561 w 6708"/>
              <a:gd name="T9" fmla="*/ 1161 h 1768"/>
              <a:gd name="T10" fmla="*/ 1711 w 6708"/>
              <a:gd name="T11" fmla="*/ 1195 h 1768"/>
              <a:gd name="T12" fmla="*/ 264 w 6708"/>
              <a:gd name="T13" fmla="*/ 1168 h 1768"/>
              <a:gd name="T14" fmla="*/ 0 w 6708"/>
              <a:gd name="T15" fmla="*/ 1181 h 1768"/>
              <a:gd name="T16" fmla="*/ 33 w 6708"/>
              <a:gd name="T17" fmla="*/ 1237 h 1768"/>
              <a:gd name="T18" fmla="*/ 247 w 6708"/>
              <a:gd name="T19" fmla="*/ 1291 h 1768"/>
              <a:gd name="T20" fmla="*/ 1759 w 6708"/>
              <a:gd name="T21" fmla="*/ 1304 h 1768"/>
              <a:gd name="T22" fmla="*/ 2944 w 6708"/>
              <a:gd name="T23" fmla="*/ 1264 h 1768"/>
              <a:gd name="T24" fmla="*/ 4707 w 6708"/>
              <a:gd name="T25" fmla="*/ 1093 h 1768"/>
              <a:gd name="T26" fmla="*/ 4890 w 6708"/>
              <a:gd name="T27" fmla="*/ 1224 h 1768"/>
              <a:gd name="T28" fmla="*/ 4926 w 6708"/>
              <a:gd name="T29" fmla="*/ 1542 h 1768"/>
              <a:gd name="T30" fmla="*/ 4950 w 6708"/>
              <a:gd name="T31" fmla="*/ 1590 h 1768"/>
              <a:gd name="T32" fmla="*/ 4916 w 6708"/>
              <a:gd name="T33" fmla="*/ 1195 h 1768"/>
              <a:gd name="T34" fmla="*/ 4950 w 6708"/>
              <a:gd name="T35" fmla="*/ 1064 h 1768"/>
              <a:gd name="T36" fmla="*/ 5232 w 6708"/>
              <a:gd name="T37" fmla="*/ 1014 h 1768"/>
              <a:gd name="T38" fmla="*/ 5438 w 6708"/>
              <a:gd name="T39" fmla="*/ 967 h 1768"/>
              <a:gd name="T40" fmla="*/ 5432 w 6708"/>
              <a:gd name="T41" fmla="*/ 951 h 1768"/>
              <a:gd name="T42" fmla="*/ 5280 w 6708"/>
              <a:gd name="T43" fmla="*/ 974 h 1768"/>
              <a:gd name="T44" fmla="*/ 4926 w 6708"/>
              <a:gd name="T45" fmla="*/ 1011 h 1768"/>
              <a:gd name="T46" fmla="*/ 4930 w 6708"/>
              <a:gd name="T47" fmla="*/ 580 h 1768"/>
              <a:gd name="T48" fmla="*/ 5628 w 6708"/>
              <a:gd name="T49" fmla="*/ 473 h 1768"/>
              <a:gd name="T50" fmla="*/ 6417 w 6708"/>
              <a:gd name="T51" fmla="*/ 786 h 1768"/>
              <a:gd name="T52" fmla="*/ 6272 w 6708"/>
              <a:gd name="T53" fmla="*/ 971 h 1768"/>
              <a:gd name="T54" fmla="*/ 5779 w 6708"/>
              <a:gd name="T55" fmla="*/ 1334 h 1768"/>
              <a:gd name="T56" fmla="*/ 5412 w 6708"/>
              <a:gd name="T57" fmla="*/ 1596 h 1768"/>
              <a:gd name="T58" fmla="*/ 5048 w 6708"/>
              <a:gd name="T59" fmla="*/ 1726 h 1768"/>
              <a:gd name="T60" fmla="*/ 4978 w 6708"/>
              <a:gd name="T61" fmla="*/ 1719 h 1768"/>
              <a:gd name="T62" fmla="*/ 4973 w 6708"/>
              <a:gd name="T63" fmla="*/ 1746 h 1768"/>
              <a:gd name="T64" fmla="*/ 5116 w 6708"/>
              <a:gd name="T65" fmla="*/ 1768 h 1768"/>
              <a:gd name="T66" fmla="*/ 5308 w 6708"/>
              <a:gd name="T67" fmla="*/ 1726 h 1768"/>
              <a:gd name="T68" fmla="*/ 5786 w 6708"/>
              <a:gd name="T69" fmla="*/ 1461 h 1768"/>
              <a:gd name="T70" fmla="*/ 6230 w 6708"/>
              <a:gd name="T71" fmla="*/ 1146 h 1768"/>
              <a:gd name="T72" fmla="*/ 6590 w 6708"/>
              <a:gd name="T73" fmla="*/ 965 h 1768"/>
              <a:gd name="T74" fmla="*/ 6705 w 6708"/>
              <a:gd name="T75" fmla="*/ 903 h 1768"/>
              <a:gd name="T76" fmla="*/ 6660 w 6708"/>
              <a:gd name="T77" fmla="*/ 807 h 1768"/>
              <a:gd name="T78" fmla="*/ 6587 w 6708"/>
              <a:gd name="T79" fmla="*/ 773 h 1768"/>
              <a:gd name="T80" fmla="*/ 5652 w 6708"/>
              <a:gd name="T81" fmla="*/ 397 h 1768"/>
              <a:gd name="T82" fmla="*/ 5018 w 6708"/>
              <a:gd name="T83" fmla="*/ 111 h 1768"/>
              <a:gd name="T84" fmla="*/ 4989 w 6708"/>
              <a:gd name="T85" fmla="*/ 58 h 1768"/>
              <a:gd name="T86" fmla="*/ 5045 w 6708"/>
              <a:gd name="T87" fmla="*/ 16 h 1768"/>
              <a:gd name="T88" fmla="*/ 5031 w 6708"/>
              <a:gd name="T89" fmla="*/ 0 h 17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708" h="1768">
                <a:moveTo>
                  <a:pt x="4966" y="20"/>
                </a:moveTo>
                <a:lnTo>
                  <a:pt x="4947" y="30"/>
                </a:lnTo>
                <a:lnTo>
                  <a:pt x="4929" y="56"/>
                </a:lnTo>
                <a:lnTo>
                  <a:pt x="4920" y="86"/>
                </a:lnTo>
                <a:lnTo>
                  <a:pt x="4911" y="164"/>
                </a:lnTo>
                <a:lnTo>
                  <a:pt x="4904" y="366"/>
                </a:lnTo>
                <a:lnTo>
                  <a:pt x="4900" y="527"/>
                </a:lnTo>
                <a:lnTo>
                  <a:pt x="4893" y="718"/>
                </a:lnTo>
                <a:lnTo>
                  <a:pt x="4878" y="987"/>
                </a:lnTo>
                <a:lnTo>
                  <a:pt x="4871" y="1021"/>
                </a:lnTo>
                <a:lnTo>
                  <a:pt x="4845" y="1030"/>
                </a:lnTo>
                <a:lnTo>
                  <a:pt x="4648" y="1059"/>
                </a:lnTo>
                <a:lnTo>
                  <a:pt x="4126" y="1115"/>
                </a:lnTo>
                <a:lnTo>
                  <a:pt x="3677" y="1152"/>
                </a:lnTo>
                <a:lnTo>
                  <a:pt x="3561" y="1161"/>
                </a:lnTo>
                <a:lnTo>
                  <a:pt x="3247" y="1173"/>
                </a:lnTo>
                <a:lnTo>
                  <a:pt x="2645" y="1188"/>
                </a:lnTo>
                <a:lnTo>
                  <a:pt x="1711" y="1195"/>
                </a:lnTo>
                <a:lnTo>
                  <a:pt x="830" y="1188"/>
                </a:lnTo>
                <a:lnTo>
                  <a:pt x="486" y="1176"/>
                </a:lnTo>
                <a:lnTo>
                  <a:pt x="264" y="1168"/>
                </a:lnTo>
                <a:lnTo>
                  <a:pt x="66" y="1168"/>
                </a:lnTo>
                <a:lnTo>
                  <a:pt x="5" y="1175"/>
                </a:lnTo>
                <a:lnTo>
                  <a:pt x="0" y="1181"/>
                </a:lnTo>
                <a:lnTo>
                  <a:pt x="0" y="1192"/>
                </a:lnTo>
                <a:lnTo>
                  <a:pt x="8" y="1211"/>
                </a:lnTo>
                <a:lnTo>
                  <a:pt x="33" y="1237"/>
                </a:lnTo>
                <a:lnTo>
                  <a:pt x="93" y="1264"/>
                </a:lnTo>
                <a:lnTo>
                  <a:pt x="187" y="1284"/>
                </a:lnTo>
                <a:lnTo>
                  <a:pt x="247" y="1291"/>
                </a:lnTo>
                <a:lnTo>
                  <a:pt x="394" y="1300"/>
                </a:lnTo>
                <a:lnTo>
                  <a:pt x="996" y="1307"/>
                </a:lnTo>
                <a:lnTo>
                  <a:pt x="1759" y="1304"/>
                </a:lnTo>
                <a:lnTo>
                  <a:pt x="2448" y="1291"/>
                </a:lnTo>
                <a:lnTo>
                  <a:pt x="2672" y="1281"/>
                </a:lnTo>
                <a:lnTo>
                  <a:pt x="2944" y="1264"/>
                </a:lnTo>
                <a:lnTo>
                  <a:pt x="3591" y="1211"/>
                </a:lnTo>
                <a:lnTo>
                  <a:pt x="4228" y="1149"/>
                </a:lnTo>
                <a:lnTo>
                  <a:pt x="4707" y="1093"/>
                </a:lnTo>
                <a:lnTo>
                  <a:pt x="4825" y="1073"/>
                </a:lnTo>
                <a:lnTo>
                  <a:pt x="4890" y="1059"/>
                </a:lnTo>
                <a:lnTo>
                  <a:pt x="4890" y="1224"/>
                </a:lnTo>
                <a:lnTo>
                  <a:pt x="4893" y="1297"/>
                </a:lnTo>
                <a:lnTo>
                  <a:pt x="4911" y="1471"/>
                </a:lnTo>
                <a:lnTo>
                  <a:pt x="4926" y="1542"/>
                </a:lnTo>
                <a:lnTo>
                  <a:pt x="4943" y="1619"/>
                </a:lnTo>
                <a:lnTo>
                  <a:pt x="4953" y="1642"/>
                </a:lnTo>
                <a:lnTo>
                  <a:pt x="4950" y="1590"/>
                </a:lnTo>
                <a:lnTo>
                  <a:pt x="4937" y="1459"/>
                </a:lnTo>
                <a:lnTo>
                  <a:pt x="4923" y="1277"/>
                </a:lnTo>
                <a:lnTo>
                  <a:pt x="4916" y="1195"/>
                </a:lnTo>
                <a:lnTo>
                  <a:pt x="4914" y="1120"/>
                </a:lnTo>
                <a:lnTo>
                  <a:pt x="4924" y="1087"/>
                </a:lnTo>
                <a:lnTo>
                  <a:pt x="4950" y="1064"/>
                </a:lnTo>
                <a:lnTo>
                  <a:pt x="4996" y="1050"/>
                </a:lnTo>
                <a:lnTo>
                  <a:pt x="5110" y="1031"/>
                </a:lnTo>
                <a:lnTo>
                  <a:pt x="5232" y="1014"/>
                </a:lnTo>
                <a:lnTo>
                  <a:pt x="5316" y="1000"/>
                </a:lnTo>
                <a:lnTo>
                  <a:pt x="5406" y="980"/>
                </a:lnTo>
                <a:lnTo>
                  <a:pt x="5438" y="967"/>
                </a:lnTo>
                <a:lnTo>
                  <a:pt x="5441" y="961"/>
                </a:lnTo>
                <a:lnTo>
                  <a:pt x="5441" y="957"/>
                </a:lnTo>
                <a:lnTo>
                  <a:pt x="5432" y="951"/>
                </a:lnTo>
                <a:lnTo>
                  <a:pt x="5409" y="948"/>
                </a:lnTo>
                <a:lnTo>
                  <a:pt x="5389" y="951"/>
                </a:lnTo>
                <a:lnTo>
                  <a:pt x="5280" y="974"/>
                </a:lnTo>
                <a:lnTo>
                  <a:pt x="5047" y="1004"/>
                </a:lnTo>
                <a:lnTo>
                  <a:pt x="4940" y="1013"/>
                </a:lnTo>
                <a:lnTo>
                  <a:pt x="4926" y="1011"/>
                </a:lnTo>
                <a:lnTo>
                  <a:pt x="4922" y="984"/>
                </a:lnTo>
                <a:lnTo>
                  <a:pt x="4924" y="750"/>
                </a:lnTo>
                <a:lnTo>
                  <a:pt x="4930" y="580"/>
                </a:lnTo>
                <a:lnTo>
                  <a:pt x="4945" y="161"/>
                </a:lnTo>
                <a:lnTo>
                  <a:pt x="5318" y="333"/>
                </a:lnTo>
                <a:lnTo>
                  <a:pt x="5628" y="473"/>
                </a:lnTo>
                <a:lnTo>
                  <a:pt x="6084" y="662"/>
                </a:lnTo>
                <a:lnTo>
                  <a:pt x="6330" y="757"/>
                </a:lnTo>
                <a:lnTo>
                  <a:pt x="6417" y="786"/>
                </a:lnTo>
                <a:lnTo>
                  <a:pt x="6541" y="827"/>
                </a:lnTo>
                <a:lnTo>
                  <a:pt x="6360" y="921"/>
                </a:lnTo>
                <a:lnTo>
                  <a:pt x="6272" y="971"/>
                </a:lnTo>
                <a:lnTo>
                  <a:pt x="6020" y="1145"/>
                </a:lnTo>
                <a:lnTo>
                  <a:pt x="5900" y="1238"/>
                </a:lnTo>
                <a:lnTo>
                  <a:pt x="5779" y="1334"/>
                </a:lnTo>
                <a:lnTo>
                  <a:pt x="5547" y="1508"/>
                </a:lnTo>
                <a:lnTo>
                  <a:pt x="5472" y="1560"/>
                </a:lnTo>
                <a:lnTo>
                  <a:pt x="5412" y="1596"/>
                </a:lnTo>
                <a:lnTo>
                  <a:pt x="5271" y="1662"/>
                </a:lnTo>
                <a:lnTo>
                  <a:pt x="5131" y="1709"/>
                </a:lnTo>
                <a:lnTo>
                  <a:pt x="5048" y="1726"/>
                </a:lnTo>
                <a:lnTo>
                  <a:pt x="5006" y="1728"/>
                </a:lnTo>
                <a:lnTo>
                  <a:pt x="4993" y="1725"/>
                </a:lnTo>
                <a:lnTo>
                  <a:pt x="4978" y="1719"/>
                </a:lnTo>
                <a:lnTo>
                  <a:pt x="4966" y="1728"/>
                </a:lnTo>
                <a:lnTo>
                  <a:pt x="4969" y="1739"/>
                </a:lnTo>
                <a:lnTo>
                  <a:pt x="4973" y="1746"/>
                </a:lnTo>
                <a:lnTo>
                  <a:pt x="4995" y="1758"/>
                </a:lnTo>
                <a:lnTo>
                  <a:pt x="5054" y="1768"/>
                </a:lnTo>
                <a:lnTo>
                  <a:pt x="5116" y="1768"/>
                </a:lnTo>
                <a:lnTo>
                  <a:pt x="5150" y="1765"/>
                </a:lnTo>
                <a:lnTo>
                  <a:pt x="5225" y="1752"/>
                </a:lnTo>
                <a:lnTo>
                  <a:pt x="5308" y="1726"/>
                </a:lnTo>
                <a:lnTo>
                  <a:pt x="5399" y="1689"/>
                </a:lnTo>
                <a:lnTo>
                  <a:pt x="5551" y="1611"/>
                </a:lnTo>
                <a:lnTo>
                  <a:pt x="5786" y="1461"/>
                </a:lnTo>
                <a:lnTo>
                  <a:pt x="5921" y="1363"/>
                </a:lnTo>
                <a:lnTo>
                  <a:pt x="6035" y="1280"/>
                </a:lnTo>
                <a:lnTo>
                  <a:pt x="6230" y="1146"/>
                </a:lnTo>
                <a:lnTo>
                  <a:pt x="6394" y="1049"/>
                </a:lnTo>
                <a:lnTo>
                  <a:pt x="6531" y="985"/>
                </a:lnTo>
                <a:lnTo>
                  <a:pt x="6590" y="965"/>
                </a:lnTo>
                <a:lnTo>
                  <a:pt x="6630" y="952"/>
                </a:lnTo>
                <a:lnTo>
                  <a:pt x="6693" y="918"/>
                </a:lnTo>
                <a:lnTo>
                  <a:pt x="6705" y="903"/>
                </a:lnTo>
                <a:lnTo>
                  <a:pt x="6708" y="888"/>
                </a:lnTo>
                <a:lnTo>
                  <a:pt x="6692" y="847"/>
                </a:lnTo>
                <a:lnTo>
                  <a:pt x="6660" y="807"/>
                </a:lnTo>
                <a:lnTo>
                  <a:pt x="6624" y="780"/>
                </a:lnTo>
                <a:lnTo>
                  <a:pt x="6609" y="777"/>
                </a:lnTo>
                <a:lnTo>
                  <a:pt x="6587" y="773"/>
                </a:lnTo>
                <a:lnTo>
                  <a:pt x="6469" y="731"/>
                </a:lnTo>
                <a:lnTo>
                  <a:pt x="6170" y="613"/>
                </a:lnTo>
                <a:lnTo>
                  <a:pt x="5652" y="397"/>
                </a:lnTo>
                <a:lnTo>
                  <a:pt x="5188" y="194"/>
                </a:lnTo>
                <a:lnTo>
                  <a:pt x="5051" y="128"/>
                </a:lnTo>
                <a:lnTo>
                  <a:pt x="5018" y="111"/>
                </a:lnTo>
                <a:lnTo>
                  <a:pt x="4979" y="88"/>
                </a:lnTo>
                <a:lnTo>
                  <a:pt x="4970" y="74"/>
                </a:lnTo>
                <a:lnTo>
                  <a:pt x="4989" y="58"/>
                </a:lnTo>
                <a:lnTo>
                  <a:pt x="5008" y="46"/>
                </a:lnTo>
                <a:lnTo>
                  <a:pt x="5029" y="33"/>
                </a:lnTo>
                <a:lnTo>
                  <a:pt x="5045" y="16"/>
                </a:lnTo>
                <a:lnTo>
                  <a:pt x="5047" y="6"/>
                </a:lnTo>
                <a:lnTo>
                  <a:pt x="5044" y="3"/>
                </a:lnTo>
                <a:lnTo>
                  <a:pt x="5031" y="0"/>
                </a:lnTo>
                <a:lnTo>
                  <a:pt x="4989" y="9"/>
                </a:lnTo>
                <a:lnTo>
                  <a:pt x="4966" y="2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grpSp>
        <p:nvGrpSpPr>
          <p:cNvPr id="94" name="グループ化 93">
            <a:extLst>
              <a:ext uri="{FF2B5EF4-FFF2-40B4-BE49-F238E27FC236}">
                <a16:creationId xmlns:a16="http://schemas.microsoft.com/office/drawing/2014/main" id="{719A8B06-73BD-46B6-A46E-62FA726B0B9E}"/>
              </a:ext>
            </a:extLst>
          </p:cNvPr>
          <p:cNvGrpSpPr/>
          <p:nvPr/>
        </p:nvGrpSpPr>
        <p:grpSpPr>
          <a:xfrm>
            <a:off x="4555506" y="4148037"/>
            <a:ext cx="1620000" cy="650082"/>
            <a:chOff x="709613" y="7434263"/>
            <a:chExt cx="3765550" cy="1266825"/>
          </a:xfrm>
          <a:solidFill>
            <a:schemeClr val="tx1"/>
          </a:solidFill>
        </p:grpSpPr>
        <p:sp>
          <p:nvSpPr>
            <p:cNvPr id="92" name="Freeform 63">
              <a:extLst>
                <a:ext uri="{FF2B5EF4-FFF2-40B4-BE49-F238E27FC236}">
                  <a16:creationId xmlns:a16="http://schemas.microsoft.com/office/drawing/2014/main" id="{585D7216-014C-4DE1-A83F-F05DE5FB2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8038" y="7434263"/>
              <a:ext cx="1127125" cy="1266825"/>
            </a:xfrm>
            <a:custGeom>
              <a:avLst/>
              <a:gdLst>
                <a:gd name="T0" fmla="*/ 0 w 2130"/>
                <a:gd name="T1" fmla="*/ 34 h 2395"/>
                <a:gd name="T2" fmla="*/ 0 w 2130"/>
                <a:gd name="T3" fmla="*/ 51 h 2395"/>
                <a:gd name="T4" fmla="*/ 25 w 2130"/>
                <a:gd name="T5" fmla="*/ 82 h 2395"/>
                <a:gd name="T6" fmla="*/ 160 w 2130"/>
                <a:gd name="T7" fmla="*/ 139 h 2395"/>
                <a:gd name="T8" fmla="*/ 396 w 2130"/>
                <a:gd name="T9" fmla="*/ 218 h 2395"/>
                <a:gd name="T10" fmla="*/ 550 w 2130"/>
                <a:gd name="T11" fmla="*/ 271 h 2395"/>
                <a:gd name="T12" fmla="*/ 921 w 2130"/>
                <a:gd name="T13" fmla="*/ 418 h 2395"/>
                <a:gd name="T14" fmla="*/ 1079 w 2130"/>
                <a:gd name="T15" fmla="*/ 488 h 2395"/>
                <a:gd name="T16" fmla="*/ 1417 w 2130"/>
                <a:gd name="T17" fmla="*/ 643 h 2395"/>
                <a:gd name="T18" fmla="*/ 1730 w 2130"/>
                <a:gd name="T19" fmla="*/ 785 h 2395"/>
                <a:gd name="T20" fmla="*/ 1853 w 2130"/>
                <a:gd name="T21" fmla="*/ 840 h 2395"/>
                <a:gd name="T22" fmla="*/ 2018 w 2130"/>
                <a:gd name="T23" fmla="*/ 920 h 2395"/>
                <a:gd name="T24" fmla="*/ 2037 w 2130"/>
                <a:gd name="T25" fmla="*/ 933 h 2395"/>
                <a:gd name="T26" fmla="*/ 2033 w 2130"/>
                <a:gd name="T27" fmla="*/ 942 h 2395"/>
                <a:gd name="T28" fmla="*/ 1991 w 2130"/>
                <a:gd name="T29" fmla="*/ 965 h 2395"/>
                <a:gd name="T30" fmla="*/ 1961 w 2130"/>
                <a:gd name="T31" fmla="*/ 976 h 2395"/>
                <a:gd name="T32" fmla="*/ 1905 w 2130"/>
                <a:gd name="T33" fmla="*/ 1001 h 2395"/>
                <a:gd name="T34" fmla="*/ 1735 w 2130"/>
                <a:gd name="T35" fmla="*/ 1100 h 2395"/>
                <a:gd name="T36" fmla="*/ 1525 w 2130"/>
                <a:gd name="T37" fmla="*/ 1240 h 2395"/>
                <a:gd name="T38" fmla="*/ 1309 w 2130"/>
                <a:gd name="T39" fmla="*/ 1403 h 2395"/>
                <a:gd name="T40" fmla="*/ 1210 w 2130"/>
                <a:gd name="T41" fmla="*/ 1484 h 2395"/>
                <a:gd name="T42" fmla="*/ 1086 w 2130"/>
                <a:gd name="T43" fmla="*/ 1589 h 2395"/>
                <a:gd name="T44" fmla="*/ 771 w 2130"/>
                <a:gd name="T45" fmla="*/ 1869 h 2395"/>
                <a:gd name="T46" fmla="*/ 463 w 2130"/>
                <a:gd name="T47" fmla="*/ 2152 h 2395"/>
                <a:gd name="T48" fmla="*/ 261 w 2130"/>
                <a:gd name="T49" fmla="*/ 2347 h 2395"/>
                <a:gd name="T50" fmla="*/ 239 w 2130"/>
                <a:gd name="T51" fmla="*/ 2375 h 2395"/>
                <a:gd name="T52" fmla="*/ 240 w 2130"/>
                <a:gd name="T53" fmla="*/ 2382 h 2395"/>
                <a:gd name="T54" fmla="*/ 245 w 2130"/>
                <a:gd name="T55" fmla="*/ 2392 h 2395"/>
                <a:gd name="T56" fmla="*/ 259 w 2130"/>
                <a:gd name="T57" fmla="*/ 2395 h 2395"/>
                <a:gd name="T58" fmla="*/ 292 w 2130"/>
                <a:gd name="T59" fmla="*/ 2375 h 2395"/>
                <a:gd name="T60" fmla="*/ 337 w 2130"/>
                <a:gd name="T61" fmla="*/ 2333 h 2395"/>
                <a:gd name="T62" fmla="*/ 364 w 2130"/>
                <a:gd name="T63" fmla="*/ 2303 h 2395"/>
                <a:gd name="T64" fmla="*/ 419 w 2130"/>
                <a:gd name="T65" fmla="*/ 2247 h 2395"/>
                <a:gd name="T66" fmla="*/ 688 w 2130"/>
                <a:gd name="T67" fmla="*/ 2010 h 2395"/>
                <a:gd name="T68" fmla="*/ 1047 w 2130"/>
                <a:gd name="T69" fmla="*/ 1707 h 2395"/>
                <a:gd name="T70" fmla="*/ 1385 w 2130"/>
                <a:gd name="T71" fmla="*/ 1434 h 2395"/>
                <a:gd name="T72" fmla="*/ 1503 w 2130"/>
                <a:gd name="T73" fmla="*/ 1345 h 2395"/>
                <a:gd name="T74" fmla="*/ 1571 w 2130"/>
                <a:gd name="T75" fmla="*/ 1296 h 2395"/>
                <a:gd name="T76" fmla="*/ 1718 w 2130"/>
                <a:gd name="T77" fmla="*/ 1203 h 2395"/>
                <a:gd name="T78" fmla="*/ 1866 w 2130"/>
                <a:gd name="T79" fmla="*/ 1120 h 2395"/>
                <a:gd name="T80" fmla="*/ 2001 w 2130"/>
                <a:gd name="T81" fmla="*/ 1055 h 2395"/>
                <a:gd name="T82" fmla="*/ 2057 w 2130"/>
                <a:gd name="T83" fmla="*/ 1034 h 2395"/>
                <a:gd name="T84" fmla="*/ 2094 w 2130"/>
                <a:gd name="T85" fmla="*/ 1019 h 2395"/>
                <a:gd name="T86" fmla="*/ 2123 w 2130"/>
                <a:gd name="T87" fmla="*/ 995 h 2395"/>
                <a:gd name="T88" fmla="*/ 2130 w 2130"/>
                <a:gd name="T89" fmla="*/ 976 h 2395"/>
                <a:gd name="T90" fmla="*/ 2129 w 2130"/>
                <a:gd name="T91" fmla="*/ 968 h 2395"/>
                <a:gd name="T92" fmla="*/ 2122 w 2130"/>
                <a:gd name="T93" fmla="*/ 956 h 2395"/>
                <a:gd name="T94" fmla="*/ 2071 w 2130"/>
                <a:gd name="T95" fmla="*/ 916 h 2395"/>
                <a:gd name="T96" fmla="*/ 1923 w 2130"/>
                <a:gd name="T97" fmla="*/ 827 h 2395"/>
                <a:gd name="T98" fmla="*/ 1615 w 2130"/>
                <a:gd name="T99" fmla="*/ 665 h 2395"/>
                <a:gd name="T100" fmla="*/ 1240 w 2130"/>
                <a:gd name="T101" fmla="*/ 482 h 2395"/>
                <a:gd name="T102" fmla="*/ 1043 w 2130"/>
                <a:gd name="T103" fmla="*/ 393 h 2395"/>
                <a:gd name="T104" fmla="*/ 922 w 2130"/>
                <a:gd name="T105" fmla="*/ 340 h 2395"/>
                <a:gd name="T106" fmla="*/ 603 w 2130"/>
                <a:gd name="T107" fmla="*/ 211 h 2395"/>
                <a:gd name="T108" fmla="*/ 279 w 2130"/>
                <a:gd name="T109" fmla="*/ 89 h 2395"/>
                <a:gd name="T110" fmla="*/ 48 w 2130"/>
                <a:gd name="T111" fmla="*/ 8 h 2395"/>
                <a:gd name="T112" fmla="*/ 9 w 2130"/>
                <a:gd name="T113" fmla="*/ 0 h 2395"/>
                <a:gd name="T114" fmla="*/ 6 w 2130"/>
                <a:gd name="T115" fmla="*/ 3 h 2395"/>
                <a:gd name="T116" fmla="*/ 0 w 2130"/>
                <a:gd name="T117" fmla="*/ 20 h 2395"/>
                <a:gd name="T118" fmla="*/ 0 w 2130"/>
                <a:gd name="T119" fmla="*/ 34 h 2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130" h="2395">
                  <a:moveTo>
                    <a:pt x="0" y="34"/>
                  </a:moveTo>
                  <a:lnTo>
                    <a:pt x="0" y="51"/>
                  </a:lnTo>
                  <a:lnTo>
                    <a:pt x="25" y="82"/>
                  </a:lnTo>
                  <a:lnTo>
                    <a:pt x="160" y="139"/>
                  </a:lnTo>
                  <a:lnTo>
                    <a:pt x="396" y="218"/>
                  </a:lnTo>
                  <a:lnTo>
                    <a:pt x="550" y="271"/>
                  </a:lnTo>
                  <a:lnTo>
                    <a:pt x="921" y="418"/>
                  </a:lnTo>
                  <a:lnTo>
                    <a:pt x="1079" y="488"/>
                  </a:lnTo>
                  <a:lnTo>
                    <a:pt x="1417" y="643"/>
                  </a:lnTo>
                  <a:lnTo>
                    <a:pt x="1730" y="785"/>
                  </a:lnTo>
                  <a:lnTo>
                    <a:pt x="1853" y="840"/>
                  </a:lnTo>
                  <a:lnTo>
                    <a:pt x="2018" y="920"/>
                  </a:lnTo>
                  <a:lnTo>
                    <a:pt x="2037" y="933"/>
                  </a:lnTo>
                  <a:lnTo>
                    <a:pt x="2033" y="942"/>
                  </a:lnTo>
                  <a:lnTo>
                    <a:pt x="1991" y="965"/>
                  </a:lnTo>
                  <a:lnTo>
                    <a:pt x="1961" y="976"/>
                  </a:lnTo>
                  <a:lnTo>
                    <a:pt x="1905" y="1001"/>
                  </a:lnTo>
                  <a:lnTo>
                    <a:pt x="1735" y="1100"/>
                  </a:lnTo>
                  <a:lnTo>
                    <a:pt x="1525" y="1240"/>
                  </a:lnTo>
                  <a:lnTo>
                    <a:pt x="1309" y="1403"/>
                  </a:lnTo>
                  <a:lnTo>
                    <a:pt x="1210" y="1484"/>
                  </a:lnTo>
                  <a:lnTo>
                    <a:pt x="1086" y="1589"/>
                  </a:lnTo>
                  <a:lnTo>
                    <a:pt x="771" y="1869"/>
                  </a:lnTo>
                  <a:lnTo>
                    <a:pt x="463" y="2152"/>
                  </a:lnTo>
                  <a:lnTo>
                    <a:pt x="261" y="2347"/>
                  </a:lnTo>
                  <a:lnTo>
                    <a:pt x="239" y="2375"/>
                  </a:lnTo>
                  <a:lnTo>
                    <a:pt x="240" y="2382"/>
                  </a:lnTo>
                  <a:lnTo>
                    <a:pt x="245" y="2392"/>
                  </a:lnTo>
                  <a:lnTo>
                    <a:pt x="259" y="2395"/>
                  </a:lnTo>
                  <a:lnTo>
                    <a:pt x="292" y="2375"/>
                  </a:lnTo>
                  <a:lnTo>
                    <a:pt x="337" y="2333"/>
                  </a:lnTo>
                  <a:lnTo>
                    <a:pt x="364" y="2303"/>
                  </a:lnTo>
                  <a:lnTo>
                    <a:pt x="419" y="2247"/>
                  </a:lnTo>
                  <a:lnTo>
                    <a:pt x="688" y="2010"/>
                  </a:lnTo>
                  <a:lnTo>
                    <a:pt x="1047" y="1707"/>
                  </a:lnTo>
                  <a:lnTo>
                    <a:pt x="1385" y="1434"/>
                  </a:lnTo>
                  <a:lnTo>
                    <a:pt x="1503" y="1345"/>
                  </a:lnTo>
                  <a:lnTo>
                    <a:pt x="1571" y="1296"/>
                  </a:lnTo>
                  <a:lnTo>
                    <a:pt x="1718" y="1203"/>
                  </a:lnTo>
                  <a:lnTo>
                    <a:pt x="1866" y="1120"/>
                  </a:lnTo>
                  <a:lnTo>
                    <a:pt x="2001" y="1055"/>
                  </a:lnTo>
                  <a:lnTo>
                    <a:pt x="2057" y="1034"/>
                  </a:lnTo>
                  <a:lnTo>
                    <a:pt x="2094" y="1019"/>
                  </a:lnTo>
                  <a:lnTo>
                    <a:pt x="2123" y="995"/>
                  </a:lnTo>
                  <a:lnTo>
                    <a:pt x="2130" y="976"/>
                  </a:lnTo>
                  <a:lnTo>
                    <a:pt x="2129" y="968"/>
                  </a:lnTo>
                  <a:lnTo>
                    <a:pt x="2122" y="956"/>
                  </a:lnTo>
                  <a:lnTo>
                    <a:pt x="2071" y="916"/>
                  </a:lnTo>
                  <a:lnTo>
                    <a:pt x="1923" y="827"/>
                  </a:lnTo>
                  <a:lnTo>
                    <a:pt x="1615" y="665"/>
                  </a:lnTo>
                  <a:lnTo>
                    <a:pt x="1240" y="482"/>
                  </a:lnTo>
                  <a:lnTo>
                    <a:pt x="1043" y="393"/>
                  </a:lnTo>
                  <a:lnTo>
                    <a:pt x="922" y="340"/>
                  </a:lnTo>
                  <a:lnTo>
                    <a:pt x="603" y="211"/>
                  </a:lnTo>
                  <a:lnTo>
                    <a:pt x="279" y="89"/>
                  </a:lnTo>
                  <a:lnTo>
                    <a:pt x="48" y="8"/>
                  </a:lnTo>
                  <a:lnTo>
                    <a:pt x="9" y="0"/>
                  </a:lnTo>
                  <a:lnTo>
                    <a:pt x="6" y="3"/>
                  </a:lnTo>
                  <a:lnTo>
                    <a:pt x="0" y="20"/>
                  </a:lnTo>
                  <a:lnTo>
                    <a:pt x="0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3" name="Freeform 64">
              <a:extLst>
                <a:ext uri="{FF2B5EF4-FFF2-40B4-BE49-F238E27FC236}">
                  <a16:creationId xmlns:a16="http://schemas.microsoft.com/office/drawing/2014/main" id="{DF978CD5-73D6-494D-A4D3-C1029D349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613" y="8005763"/>
              <a:ext cx="2878138" cy="190500"/>
            </a:xfrm>
            <a:custGeom>
              <a:avLst/>
              <a:gdLst>
                <a:gd name="T0" fmla="*/ 5116 w 5441"/>
                <a:gd name="T1" fmla="*/ 45 h 359"/>
                <a:gd name="T2" fmla="*/ 4972 w 5441"/>
                <a:gd name="T3" fmla="*/ 66 h 359"/>
                <a:gd name="T4" fmla="*/ 4651 w 5441"/>
                <a:gd name="T5" fmla="*/ 109 h 359"/>
                <a:gd name="T6" fmla="*/ 4102 w 5441"/>
                <a:gd name="T7" fmla="*/ 168 h 359"/>
                <a:gd name="T8" fmla="*/ 3677 w 5441"/>
                <a:gd name="T9" fmla="*/ 204 h 359"/>
                <a:gd name="T10" fmla="*/ 3561 w 5441"/>
                <a:gd name="T11" fmla="*/ 213 h 359"/>
                <a:gd name="T12" fmla="*/ 3247 w 5441"/>
                <a:gd name="T13" fmla="*/ 225 h 359"/>
                <a:gd name="T14" fmla="*/ 2645 w 5441"/>
                <a:gd name="T15" fmla="*/ 240 h 359"/>
                <a:gd name="T16" fmla="*/ 1711 w 5441"/>
                <a:gd name="T17" fmla="*/ 247 h 359"/>
                <a:gd name="T18" fmla="*/ 830 w 5441"/>
                <a:gd name="T19" fmla="*/ 240 h 359"/>
                <a:gd name="T20" fmla="*/ 486 w 5441"/>
                <a:gd name="T21" fmla="*/ 228 h 359"/>
                <a:gd name="T22" fmla="*/ 264 w 5441"/>
                <a:gd name="T23" fmla="*/ 220 h 359"/>
                <a:gd name="T24" fmla="*/ 66 w 5441"/>
                <a:gd name="T25" fmla="*/ 220 h 359"/>
                <a:gd name="T26" fmla="*/ 5 w 5441"/>
                <a:gd name="T27" fmla="*/ 227 h 359"/>
                <a:gd name="T28" fmla="*/ 0 w 5441"/>
                <a:gd name="T29" fmla="*/ 233 h 359"/>
                <a:gd name="T30" fmla="*/ 0 w 5441"/>
                <a:gd name="T31" fmla="*/ 244 h 359"/>
                <a:gd name="T32" fmla="*/ 8 w 5441"/>
                <a:gd name="T33" fmla="*/ 263 h 359"/>
                <a:gd name="T34" fmla="*/ 33 w 5441"/>
                <a:gd name="T35" fmla="*/ 289 h 359"/>
                <a:gd name="T36" fmla="*/ 93 w 5441"/>
                <a:gd name="T37" fmla="*/ 316 h 359"/>
                <a:gd name="T38" fmla="*/ 187 w 5441"/>
                <a:gd name="T39" fmla="*/ 336 h 359"/>
                <a:gd name="T40" fmla="*/ 247 w 5441"/>
                <a:gd name="T41" fmla="*/ 343 h 359"/>
                <a:gd name="T42" fmla="*/ 394 w 5441"/>
                <a:gd name="T43" fmla="*/ 352 h 359"/>
                <a:gd name="T44" fmla="*/ 999 w 5441"/>
                <a:gd name="T45" fmla="*/ 359 h 359"/>
                <a:gd name="T46" fmla="*/ 1763 w 5441"/>
                <a:gd name="T47" fmla="*/ 356 h 359"/>
                <a:gd name="T48" fmla="*/ 2456 w 5441"/>
                <a:gd name="T49" fmla="*/ 342 h 359"/>
                <a:gd name="T50" fmla="*/ 2685 w 5441"/>
                <a:gd name="T51" fmla="*/ 332 h 359"/>
                <a:gd name="T52" fmla="*/ 2882 w 5441"/>
                <a:gd name="T53" fmla="*/ 319 h 359"/>
                <a:gd name="T54" fmla="*/ 3318 w 5441"/>
                <a:gd name="T55" fmla="*/ 286 h 359"/>
                <a:gd name="T56" fmla="*/ 4010 w 5441"/>
                <a:gd name="T57" fmla="*/ 223 h 359"/>
                <a:gd name="T58" fmla="*/ 4653 w 5441"/>
                <a:gd name="T59" fmla="*/ 149 h 359"/>
                <a:gd name="T60" fmla="*/ 5012 w 5441"/>
                <a:gd name="T61" fmla="*/ 103 h 359"/>
                <a:gd name="T62" fmla="*/ 5280 w 5441"/>
                <a:gd name="T63" fmla="*/ 62 h 359"/>
                <a:gd name="T64" fmla="*/ 5399 w 5441"/>
                <a:gd name="T65" fmla="*/ 36 h 359"/>
                <a:gd name="T66" fmla="*/ 5438 w 5441"/>
                <a:gd name="T67" fmla="*/ 22 h 359"/>
                <a:gd name="T68" fmla="*/ 5441 w 5441"/>
                <a:gd name="T69" fmla="*/ 16 h 359"/>
                <a:gd name="T70" fmla="*/ 5441 w 5441"/>
                <a:gd name="T71" fmla="*/ 7 h 359"/>
                <a:gd name="T72" fmla="*/ 5428 w 5441"/>
                <a:gd name="T73" fmla="*/ 0 h 359"/>
                <a:gd name="T74" fmla="*/ 5323 w 5441"/>
                <a:gd name="T75" fmla="*/ 11 h 359"/>
                <a:gd name="T76" fmla="*/ 5116 w 5441"/>
                <a:gd name="T77" fmla="*/ 45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441" h="359">
                  <a:moveTo>
                    <a:pt x="5116" y="45"/>
                  </a:moveTo>
                  <a:lnTo>
                    <a:pt x="4972" y="66"/>
                  </a:lnTo>
                  <a:lnTo>
                    <a:pt x="4651" y="109"/>
                  </a:lnTo>
                  <a:lnTo>
                    <a:pt x="4102" y="168"/>
                  </a:lnTo>
                  <a:lnTo>
                    <a:pt x="3677" y="204"/>
                  </a:lnTo>
                  <a:lnTo>
                    <a:pt x="3561" y="213"/>
                  </a:lnTo>
                  <a:lnTo>
                    <a:pt x="3247" y="225"/>
                  </a:lnTo>
                  <a:lnTo>
                    <a:pt x="2645" y="240"/>
                  </a:lnTo>
                  <a:lnTo>
                    <a:pt x="1711" y="247"/>
                  </a:lnTo>
                  <a:lnTo>
                    <a:pt x="830" y="240"/>
                  </a:lnTo>
                  <a:lnTo>
                    <a:pt x="486" y="228"/>
                  </a:lnTo>
                  <a:lnTo>
                    <a:pt x="264" y="220"/>
                  </a:lnTo>
                  <a:lnTo>
                    <a:pt x="66" y="220"/>
                  </a:lnTo>
                  <a:lnTo>
                    <a:pt x="5" y="227"/>
                  </a:lnTo>
                  <a:lnTo>
                    <a:pt x="0" y="233"/>
                  </a:lnTo>
                  <a:lnTo>
                    <a:pt x="0" y="244"/>
                  </a:lnTo>
                  <a:lnTo>
                    <a:pt x="8" y="263"/>
                  </a:lnTo>
                  <a:lnTo>
                    <a:pt x="33" y="289"/>
                  </a:lnTo>
                  <a:lnTo>
                    <a:pt x="93" y="316"/>
                  </a:lnTo>
                  <a:lnTo>
                    <a:pt x="187" y="336"/>
                  </a:lnTo>
                  <a:lnTo>
                    <a:pt x="247" y="343"/>
                  </a:lnTo>
                  <a:lnTo>
                    <a:pt x="394" y="352"/>
                  </a:lnTo>
                  <a:lnTo>
                    <a:pt x="999" y="359"/>
                  </a:lnTo>
                  <a:lnTo>
                    <a:pt x="1763" y="356"/>
                  </a:lnTo>
                  <a:lnTo>
                    <a:pt x="2456" y="342"/>
                  </a:lnTo>
                  <a:lnTo>
                    <a:pt x="2685" y="332"/>
                  </a:lnTo>
                  <a:lnTo>
                    <a:pt x="2882" y="319"/>
                  </a:lnTo>
                  <a:lnTo>
                    <a:pt x="3318" y="286"/>
                  </a:lnTo>
                  <a:lnTo>
                    <a:pt x="4010" y="223"/>
                  </a:lnTo>
                  <a:lnTo>
                    <a:pt x="4653" y="149"/>
                  </a:lnTo>
                  <a:lnTo>
                    <a:pt x="5012" y="103"/>
                  </a:lnTo>
                  <a:lnTo>
                    <a:pt x="5280" y="62"/>
                  </a:lnTo>
                  <a:lnTo>
                    <a:pt x="5399" y="36"/>
                  </a:lnTo>
                  <a:lnTo>
                    <a:pt x="5438" y="22"/>
                  </a:lnTo>
                  <a:lnTo>
                    <a:pt x="5441" y="16"/>
                  </a:lnTo>
                  <a:lnTo>
                    <a:pt x="5441" y="7"/>
                  </a:lnTo>
                  <a:lnTo>
                    <a:pt x="5428" y="0"/>
                  </a:lnTo>
                  <a:lnTo>
                    <a:pt x="5323" y="11"/>
                  </a:lnTo>
                  <a:lnTo>
                    <a:pt x="5116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  <p:grpSp>
        <p:nvGrpSpPr>
          <p:cNvPr id="99" name="グループ化 98">
            <a:extLst>
              <a:ext uri="{FF2B5EF4-FFF2-40B4-BE49-F238E27FC236}">
                <a16:creationId xmlns:a16="http://schemas.microsoft.com/office/drawing/2014/main" id="{075F3461-944F-4118-87C7-757D6DEA00FE}"/>
              </a:ext>
            </a:extLst>
          </p:cNvPr>
          <p:cNvGrpSpPr/>
          <p:nvPr/>
        </p:nvGrpSpPr>
        <p:grpSpPr>
          <a:xfrm>
            <a:off x="4648029" y="1156196"/>
            <a:ext cx="3102145" cy="226470"/>
            <a:chOff x="628650" y="7183438"/>
            <a:chExt cx="6045201" cy="441325"/>
          </a:xfrm>
          <a:solidFill>
            <a:schemeClr val="tx1"/>
          </a:solidFill>
        </p:grpSpPr>
        <p:sp>
          <p:nvSpPr>
            <p:cNvPr id="97" name="Freeform 68">
              <a:extLst>
                <a:ext uri="{FF2B5EF4-FFF2-40B4-BE49-F238E27FC236}">
                  <a16:creationId xmlns:a16="http://schemas.microsoft.com/office/drawing/2014/main" id="{D7D36CE5-D6A8-422E-B365-334FA79C86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9513" y="7183438"/>
              <a:ext cx="414338" cy="441325"/>
            </a:xfrm>
            <a:custGeom>
              <a:avLst/>
              <a:gdLst>
                <a:gd name="T0" fmla="*/ 139 w 783"/>
                <a:gd name="T1" fmla="*/ 97 h 836"/>
                <a:gd name="T2" fmla="*/ 112 w 783"/>
                <a:gd name="T3" fmla="*/ 154 h 836"/>
                <a:gd name="T4" fmla="*/ 51 w 783"/>
                <a:gd name="T5" fmla="*/ 141 h 836"/>
                <a:gd name="T6" fmla="*/ 5 w 783"/>
                <a:gd name="T7" fmla="*/ 135 h 836"/>
                <a:gd name="T8" fmla="*/ 4 w 783"/>
                <a:gd name="T9" fmla="*/ 156 h 836"/>
                <a:gd name="T10" fmla="*/ 59 w 783"/>
                <a:gd name="T11" fmla="*/ 201 h 836"/>
                <a:gd name="T12" fmla="*/ 116 w 783"/>
                <a:gd name="T13" fmla="*/ 238 h 836"/>
                <a:gd name="T14" fmla="*/ 174 w 783"/>
                <a:gd name="T15" fmla="*/ 258 h 836"/>
                <a:gd name="T16" fmla="*/ 274 w 783"/>
                <a:gd name="T17" fmla="*/ 303 h 836"/>
                <a:gd name="T18" fmla="*/ 365 w 783"/>
                <a:gd name="T19" fmla="*/ 357 h 836"/>
                <a:gd name="T20" fmla="*/ 558 w 783"/>
                <a:gd name="T21" fmla="*/ 454 h 836"/>
                <a:gd name="T22" fmla="*/ 594 w 783"/>
                <a:gd name="T23" fmla="*/ 597 h 836"/>
                <a:gd name="T24" fmla="*/ 431 w 783"/>
                <a:gd name="T25" fmla="*/ 698 h 836"/>
                <a:gd name="T26" fmla="*/ 213 w 783"/>
                <a:gd name="T27" fmla="*/ 774 h 836"/>
                <a:gd name="T28" fmla="*/ 97 w 783"/>
                <a:gd name="T29" fmla="*/ 791 h 836"/>
                <a:gd name="T30" fmla="*/ 41 w 783"/>
                <a:gd name="T31" fmla="*/ 816 h 836"/>
                <a:gd name="T32" fmla="*/ 142 w 783"/>
                <a:gd name="T33" fmla="*/ 836 h 836"/>
                <a:gd name="T34" fmla="*/ 251 w 783"/>
                <a:gd name="T35" fmla="*/ 829 h 836"/>
                <a:gd name="T36" fmla="*/ 408 w 783"/>
                <a:gd name="T37" fmla="*/ 793 h 836"/>
                <a:gd name="T38" fmla="*/ 529 w 783"/>
                <a:gd name="T39" fmla="*/ 741 h 836"/>
                <a:gd name="T40" fmla="*/ 664 w 783"/>
                <a:gd name="T41" fmla="*/ 668 h 836"/>
                <a:gd name="T42" fmla="*/ 766 w 783"/>
                <a:gd name="T43" fmla="*/ 579 h 836"/>
                <a:gd name="T44" fmla="*/ 779 w 783"/>
                <a:gd name="T45" fmla="*/ 504 h 836"/>
                <a:gd name="T46" fmla="*/ 702 w 783"/>
                <a:gd name="T47" fmla="*/ 448 h 836"/>
                <a:gd name="T48" fmla="*/ 612 w 783"/>
                <a:gd name="T49" fmla="*/ 419 h 836"/>
                <a:gd name="T50" fmla="*/ 356 w 783"/>
                <a:gd name="T51" fmla="*/ 289 h 836"/>
                <a:gd name="T52" fmla="*/ 201 w 783"/>
                <a:gd name="T53" fmla="*/ 197 h 836"/>
                <a:gd name="T54" fmla="*/ 161 w 783"/>
                <a:gd name="T55" fmla="*/ 148 h 836"/>
                <a:gd name="T56" fmla="*/ 159 w 783"/>
                <a:gd name="T57" fmla="*/ 86 h 836"/>
                <a:gd name="T58" fmla="*/ 159 w 783"/>
                <a:gd name="T59" fmla="*/ 4 h 836"/>
                <a:gd name="T60" fmla="*/ 149 w 783"/>
                <a:gd name="T61" fmla="*/ 3 h 836"/>
                <a:gd name="T62" fmla="*/ 141 w 783"/>
                <a:gd name="T63" fmla="*/ 66 h 8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83" h="836">
                  <a:moveTo>
                    <a:pt x="141" y="66"/>
                  </a:moveTo>
                  <a:lnTo>
                    <a:pt x="139" y="97"/>
                  </a:lnTo>
                  <a:lnTo>
                    <a:pt x="132" y="138"/>
                  </a:lnTo>
                  <a:lnTo>
                    <a:pt x="112" y="154"/>
                  </a:lnTo>
                  <a:lnTo>
                    <a:pt x="77" y="151"/>
                  </a:lnTo>
                  <a:lnTo>
                    <a:pt x="51" y="141"/>
                  </a:lnTo>
                  <a:lnTo>
                    <a:pt x="27" y="133"/>
                  </a:lnTo>
                  <a:lnTo>
                    <a:pt x="5" y="135"/>
                  </a:lnTo>
                  <a:lnTo>
                    <a:pt x="0" y="141"/>
                  </a:lnTo>
                  <a:lnTo>
                    <a:pt x="4" y="156"/>
                  </a:lnTo>
                  <a:lnTo>
                    <a:pt x="33" y="185"/>
                  </a:lnTo>
                  <a:lnTo>
                    <a:pt x="59" y="201"/>
                  </a:lnTo>
                  <a:lnTo>
                    <a:pt x="96" y="222"/>
                  </a:lnTo>
                  <a:lnTo>
                    <a:pt x="116" y="238"/>
                  </a:lnTo>
                  <a:lnTo>
                    <a:pt x="136" y="250"/>
                  </a:lnTo>
                  <a:lnTo>
                    <a:pt x="174" y="258"/>
                  </a:lnTo>
                  <a:lnTo>
                    <a:pt x="197" y="264"/>
                  </a:lnTo>
                  <a:lnTo>
                    <a:pt x="274" y="303"/>
                  </a:lnTo>
                  <a:lnTo>
                    <a:pt x="317" y="327"/>
                  </a:lnTo>
                  <a:lnTo>
                    <a:pt x="365" y="357"/>
                  </a:lnTo>
                  <a:lnTo>
                    <a:pt x="496" y="426"/>
                  </a:lnTo>
                  <a:lnTo>
                    <a:pt x="558" y="454"/>
                  </a:lnTo>
                  <a:lnTo>
                    <a:pt x="702" y="518"/>
                  </a:lnTo>
                  <a:lnTo>
                    <a:pt x="594" y="597"/>
                  </a:lnTo>
                  <a:lnTo>
                    <a:pt x="540" y="635"/>
                  </a:lnTo>
                  <a:lnTo>
                    <a:pt x="431" y="698"/>
                  </a:lnTo>
                  <a:lnTo>
                    <a:pt x="320" y="744"/>
                  </a:lnTo>
                  <a:lnTo>
                    <a:pt x="213" y="774"/>
                  </a:lnTo>
                  <a:lnTo>
                    <a:pt x="159" y="783"/>
                  </a:lnTo>
                  <a:lnTo>
                    <a:pt x="97" y="791"/>
                  </a:lnTo>
                  <a:lnTo>
                    <a:pt x="51" y="806"/>
                  </a:lnTo>
                  <a:lnTo>
                    <a:pt x="41" y="816"/>
                  </a:lnTo>
                  <a:lnTo>
                    <a:pt x="59" y="827"/>
                  </a:lnTo>
                  <a:lnTo>
                    <a:pt x="142" y="836"/>
                  </a:lnTo>
                  <a:lnTo>
                    <a:pt x="207" y="833"/>
                  </a:lnTo>
                  <a:lnTo>
                    <a:pt x="251" y="829"/>
                  </a:lnTo>
                  <a:lnTo>
                    <a:pt x="332" y="814"/>
                  </a:lnTo>
                  <a:lnTo>
                    <a:pt x="408" y="793"/>
                  </a:lnTo>
                  <a:lnTo>
                    <a:pt x="486" y="763"/>
                  </a:lnTo>
                  <a:lnTo>
                    <a:pt x="529" y="741"/>
                  </a:lnTo>
                  <a:lnTo>
                    <a:pt x="579" y="717"/>
                  </a:lnTo>
                  <a:lnTo>
                    <a:pt x="664" y="668"/>
                  </a:lnTo>
                  <a:lnTo>
                    <a:pt x="726" y="622"/>
                  </a:lnTo>
                  <a:lnTo>
                    <a:pt x="766" y="579"/>
                  </a:lnTo>
                  <a:lnTo>
                    <a:pt x="783" y="540"/>
                  </a:lnTo>
                  <a:lnTo>
                    <a:pt x="779" y="504"/>
                  </a:lnTo>
                  <a:lnTo>
                    <a:pt x="752" y="474"/>
                  </a:lnTo>
                  <a:lnTo>
                    <a:pt x="702" y="448"/>
                  </a:lnTo>
                  <a:lnTo>
                    <a:pt x="667" y="438"/>
                  </a:lnTo>
                  <a:lnTo>
                    <a:pt x="612" y="419"/>
                  </a:lnTo>
                  <a:lnTo>
                    <a:pt x="444" y="337"/>
                  </a:lnTo>
                  <a:lnTo>
                    <a:pt x="356" y="289"/>
                  </a:lnTo>
                  <a:lnTo>
                    <a:pt x="286" y="250"/>
                  </a:lnTo>
                  <a:lnTo>
                    <a:pt x="201" y="197"/>
                  </a:lnTo>
                  <a:lnTo>
                    <a:pt x="171" y="166"/>
                  </a:lnTo>
                  <a:lnTo>
                    <a:pt x="161" y="148"/>
                  </a:lnTo>
                  <a:lnTo>
                    <a:pt x="156" y="115"/>
                  </a:lnTo>
                  <a:lnTo>
                    <a:pt x="159" y="86"/>
                  </a:lnTo>
                  <a:lnTo>
                    <a:pt x="162" y="50"/>
                  </a:lnTo>
                  <a:lnTo>
                    <a:pt x="159" y="4"/>
                  </a:lnTo>
                  <a:lnTo>
                    <a:pt x="155" y="0"/>
                  </a:lnTo>
                  <a:lnTo>
                    <a:pt x="149" y="3"/>
                  </a:lnTo>
                  <a:lnTo>
                    <a:pt x="141" y="40"/>
                  </a:lnTo>
                  <a:lnTo>
                    <a:pt x="141" y="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8" name="Freeform 69">
              <a:extLst>
                <a:ext uri="{FF2B5EF4-FFF2-40B4-BE49-F238E27FC236}">
                  <a16:creationId xmlns:a16="http://schemas.microsoft.com/office/drawing/2014/main" id="{D7B039A7-0850-4DFC-85D9-51E100B33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650" y="7337425"/>
              <a:ext cx="5776913" cy="274638"/>
            </a:xfrm>
            <a:custGeom>
              <a:avLst/>
              <a:gdLst>
                <a:gd name="T0" fmla="*/ 10719 w 10916"/>
                <a:gd name="T1" fmla="*/ 84 h 519"/>
                <a:gd name="T2" fmla="*/ 10698 w 10916"/>
                <a:gd name="T3" fmla="*/ 176 h 519"/>
                <a:gd name="T4" fmla="*/ 9320 w 10916"/>
                <a:gd name="T5" fmla="*/ 183 h 519"/>
                <a:gd name="T6" fmla="*/ 8546 w 10916"/>
                <a:gd name="T7" fmla="*/ 184 h 519"/>
                <a:gd name="T8" fmla="*/ 5641 w 10916"/>
                <a:gd name="T9" fmla="*/ 173 h 519"/>
                <a:gd name="T10" fmla="*/ 3980 w 10916"/>
                <a:gd name="T11" fmla="*/ 163 h 519"/>
                <a:gd name="T12" fmla="*/ 2392 w 10916"/>
                <a:gd name="T13" fmla="*/ 153 h 519"/>
                <a:gd name="T14" fmla="*/ 230 w 10916"/>
                <a:gd name="T15" fmla="*/ 145 h 519"/>
                <a:gd name="T16" fmla="*/ 3 w 10916"/>
                <a:gd name="T17" fmla="*/ 148 h 519"/>
                <a:gd name="T18" fmla="*/ 0 w 10916"/>
                <a:gd name="T19" fmla="*/ 153 h 519"/>
                <a:gd name="T20" fmla="*/ 1 w 10916"/>
                <a:gd name="T21" fmla="*/ 164 h 519"/>
                <a:gd name="T22" fmla="*/ 16 w 10916"/>
                <a:gd name="T23" fmla="*/ 191 h 519"/>
                <a:gd name="T24" fmla="*/ 33 w 10916"/>
                <a:gd name="T25" fmla="*/ 213 h 519"/>
                <a:gd name="T26" fmla="*/ 79 w 10916"/>
                <a:gd name="T27" fmla="*/ 266 h 519"/>
                <a:gd name="T28" fmla="*/ 5375 w 10916"/>
                <a:gd name="T29" fmla="*/ 247 h 519"/>
                <a:gd name="T30" fmla="*/ 10669 w 10916"/>
                <a:gd name="T31" fmla="*/ 230 h 519"/>
                <a:gd name="T32" fmla="*/ 10653 w 10916"/>
                <a:gd name="T33" fmla="*/ 324 h 519"/>
                <a:gd name="T34" fmla="*/ 10626 w 10916"/>
                <a:gd name="T35" fmla="*/ 466 h 519"/>
                <a:gd name="T36" fmla="*/ 10619 w 10916"/>
                <a:gd name="T37" fmla="*/ 516 h 519"/>
                <a:gd name="T38" fmla="*/ 10620 w 10916"/>
                <a:gd name="T39" fmla="*/ 519 h 519"/>
                <a:gd name="T40" fmla="*/ 10627 w 10916"/>
                <a:gd name="T41" fmla="*/ 505 h 519"/>
                <a:gd name="T42" fmla="*/ 10636 w 10916"/>
                <a:gd name="T43" fmla="*/ 486 h 519"/>
                <a:gd name="T44" fmla="*/ 10647 w 10916"/>
                <a:gd name="T45" fmla="*/ 461 h 519"/>
                <a:gd name="T46" fmla="*/ 10675 w 10916"/>
                <a:gd name="T47" fmla="*/ 380 h 519"/>
                <a:gd name="T48" fmla="*/ 10686 w 10916"/>
                <a:gd name="T49" fmla="*/ 335 h 519"/>
                <a:gd name="T50" fmla="*/ 10695 w 10916"/>
                <a:gd name="T51" fmla="*/ 301 h 519"/>
                <a:gd name="T52" fmla="*/ 10712 w 10916"/>
                <a:gd name="T53" fmla="*/ 259 h 519"/>
                <a:gd name="T54" fmla="*/ 10737 w 10916"/>
                <a:gd name="T55" fmla="*/ 240 h 519"/>
                <a:gd name="T56" fmla="*/ 10784 w 10916"/>
                <a:gd name="T57" fmla="*/ 235 h 519"/>
                <a:gd name="T58" fmla="*/ 10820 w 10916"/>
                <a:gd name="T59" fmla="*/ 235 h 519"/>
                <a:gd name="T60" fmla="*/ 10867 w 10916"/>
                <a:gd name="T61" fmla="*/ 233 h 519"/>
                <a:gd name="T62" fmla="*/ 10906 w 10916"/>
                <a:gd name="T63" fmla="*/ 224 h 519"/>
                <a:gd name="T64" fmla="*/ 10916 w 10916"/>
                <a:gd name="T65" fmla="*/ 216 h 519"/>
                <a:gd name="T66" fmla="*/ 10913 w 10916"/>
                <a:gd name="T67" fmla="*/ 212 h 519"/>
                <a:gd name="T68" fmla="*/ 10911 w 10916"/>
                <a:gd name="T69" fmla="*/ 206 h 519"/>
                <a:gd name="T70" fmla="*/ 10892 w 10916"/>
                <a:gd name="T71" fmla="*/ 197 h 519"/>
                <a:gd name="T72" fmla="*/ 10850 w 10916"/>
                <a:gd name="T73" fmla="*/ 189 h 519"/>
                <a:gd name="T74" fmla="*/ 10816 w 10916"/>
                <a:gd name="T75" fmla="*/ 187 h 519"/>
                <a:gd name="T76" fmla="*/ 10729 w 10916"/>
                <a:gd name="T77" fmla="*/ 187 h 519"/>
                <a:gd name="T78" fmla="*/ 10747 w 10916"/>
                <a:gd name="T79" fmla="*/ 91 h 519"/>
                <a:gd name="T80" fmla="*/ 10752 w 10916"/>
                <a:gd name="T81" fmla="*/ 49 h 519"/>
                <a:gd name="T82" fmla="*/ 10755 w 10916"/>
                <a:gd name="T83" fmla="*/ 3 h 519"/>
                <a:gd name="T84" fmla="*/ 10748 w 10916"/>
                <a:gd name="T85" fmla="*/ 0 h 519"/>
                <a:gd name="T86" fmla="*/ 10731 w 10916"/>
                <a:gd name="T87" fmla="*/ 43 h 519"/>
                <a:gd name="T88" fmla="*/ 10719 w 10916"/>
                <a:gd name="T89" fmla="*/ 84 h 5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916" h="519">
                  <a:moveTo>
                    <a:pt x="10719" y="84"/>
                  </a:moveTo>
                  <a:lnTo>
                    <a:pt x="10698" y="176"/>
                  </a:lnTo>
                  <a:lnTo>
                    <a:pt x="9320" y="183"/>
                  </a:lnTo>
                  <a:lnTo>
                    <a:pt x="8546" y="184"/>
                  </a:lnTo>
                  <a:lnTo>
                    <a:pt x="5641" y="173"/>
                  </a:lnTo>
                  <a:lnTo>
                    <a:pt x="3980" y="163"/>
                  </a:lnTo>
                  <a:lnTo>
                    <a:pt x="2392" y="153"/>
                  </a:lnTo>
                  <a:lnTo>
                    <a:pt x="230" y="145"/>
                  </a:lnTo>
                  <a:lnTo>
                    <a:pt x="3" y="148"/>
                  </a:lnTo>
                  <a:lnTo>
                    <a:pt x="0" y="153"/>
                  </a:lnTo>
                  <a:lnTo>
                    <a:pt x="1" y="164"/>
                  </a:lnTo>
                  <a:lnTo>
                    <a:pt x="16" y="191"/>
                  </a:lnTo>
                  <a:lnTo>
                    <a:pt x="33" y="213"/>
                  </a:lnTo>
                  <a:lnTo>
                    <a:pt x="79" y="266"/>
                  </a:lnTo>
                  <a:lnTo>
                    <a:pt x="5375" y="247"/>
                  </a:lnTo>
                  <a:lnTo>
                    <a:pt x="10669" y="230"/>
                  </a:lnTo>
                  <a:lnTo>
                    <a:pt x="10653" y="324"/>
                  </a:lnTo>
                  <a:lnTo>
                    <a:pt x="10626" y="466"/>
                  </a:lnTo>
                  <a:lnTo>
                    <a:pt x="10619" y="516"/>
                  </a:lnTo>
                  <a:lnTo>
                    <a:pt x="10620" y="519"/>
                  </a:lnTo>
                  <a:lnTo>
                    <a:pt x="10627" y="505"/>
                  </a:lnTo>
                  <a:lnTo>
                    <a:pt x="10636" y="486"/>
                  </a:lnTo>
                  <a:lnTo>
                    <a:pt x="10647" y="461"/>
                  </a:lnTo>
                  <a:lnTo>
                    <a:pt x="10675" y="380"/>
                  </a:lnTo>
                  <a:lnTo>
                    <a:pt x="10686" y="335"/>
                  </a:lnTo>
                  <a:lnTo>
                    <a:pt x="10695" y="301"/>
                  </a:lnTo>
                  <a:lnTo>
                    <a:pt x="10712" y="259"/>
                  </a:lnTo>
                  <a:lnTo>
                    <a:pt x="10737" y="240"/>
                  </a:lnTo>
                  <a:lnTo>
                    <a:pt x="10784" y="235"/>
                  </a:lnTo>
                  <a:lnTo>
                    <a:pt x="10820" y="235"/>
                  </a:lnTo>
                  <a:lnTo>
                    <a:pt x="10867" y="233"/>
                  </a:lnTo>
                  <a:lnTo>
                    <a:pt x="10906" y="224"/>
                  </a:lnTo>
                  <a:lnTo>
                    <a:pt x="10916" y="216"/>
                  </a:lnTo>
                  <a:lnTo>
                    <a:pt x="10913" y="212"/>
                  </a:lnTo>
                  <a:lnTo>
                    <a:pt x="10911" y="206"/>
                  </a:lnTo>
                  <a:lnTo>
                    <a:pt x="10892" y="197"/>
                  </a:lnTo>
                  <a:lnTo>
                    <a:pt x="10850" y="189"/>
                  </a:lnTo>
                  <a:lnTo>
                    <a:pt x="10816" y="187"/>
                  </a:lnTo>
                  <a:lnTo>
                    <a:pt x="10729" y="187"/>
                  </a:lnTo>
                  <a:lnTo>
                    <a:pt x="10747" y="91"/>
                  </a:lnTo>
                  <a:lnTo>
                    <a:pt x="10752" y="49"/>
                  </a:lnTo>
                  <a:lnTo>
                    <a:pt x="10755" y="3"/>
                  </a:lnTo>
                  <a:lnTo>
                    <a:pt x="10748" y="0"/>
                  </a:lnTo>
                  <a:lnTo>
                    <a:pt x="10731" y="43"/>
                  </a:lnTo>
                  <a:lnTo>
                    <a:pt x="10719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  <p:sp>
        <p:nvSpPr>
          <p:cNvPr id="107" name="Freeform 78">
            <a:extLst>
              <a:ext uri="{FF2B5EF4-FFF2-40B4-BE49-F238E27FC236}">
                <a16:creationId xmlns:a16="http://schemas.microsoft.com/office/drawing/2014/main" id="{D8075298-95FD-4ECD-9B27-0D42653C426B}"/>
              </a:ext>
            </a:extLst>
          </p:cNvPr>
          <p:cNvSpPr>
            <a:spLocks noEditPoints="1"/>
          </p:cNvSpPr>
          <p:nvPr/>
        </p:nvSpPr>
        <p:spPr bwMode="auto">
          <a:xfrm>
            <a:off x="6532340" y="5424985"/>
            <a:ext cx="1620000" cy="835005"/>
          </a:xfrm>
          <a:custGeom>
            <a:avLst/>
            <a:gdLst>
              <a:gd name="T0" fmla="*/ 4352 w 6489"/>
              <a:gd name="T1" fmla="*/ 257 h 3073"/>
              <a:gd name="T2" fmla="*/ 4322 w 6489"/>
              <a:gd name="T3" fmla="*/ 270 h 3073"/>
              <a:gd name="T4" fmla="*/ 4303 w 6489"/>
              <a:gd name="T5" fmla="*/ 341 h 3073"/>
              <a:gd name="T6" fmla="*/ 4325 w 6489"/>
              <a:gd name="T7" fmla="*/ 434 h 3073"/>
              <a:gd name="T8" fmla="*/ 4256 w 6489"/>
              <a:gd name="T9" fmla="*/ 1075 h 3073"/>
              <a:gd name="T10" fmla="*/ 4192 w 6489"/>
              <a:gd name="T11" fmla="*/ 1849 h 3073"/>
              <a:gd name="T12" fmla="*/ 4102 w 6489"/>
              <a:gd name="T13" fmla="*/ 1886 h 3073"/>
              <a:gd name="T14" fmla="*/ 3630 w 6489"/>
              <a:gd name="T15" fmla="*/ 1906 h 3073"/>
              <a:gd name="T16" fmla="*/ 2551 w 6489"/>
              <a:gd name="T17" fmla="*/ 1879 h 3073"/>
              <a:gd name="T18" fmla="*/ 416 w 6489"/>
              <a:gd name="T19" fmla="*/ 1738 h 3073"/>
              <a:gd name="T20" fmla="*/ 23 w 6489"/>
              <a:gd name="T21" fmla="*/ 1705 h 3073"/>
              <a:gd name="T22" fmla="*/ 16 w 6489"/>
              <a:gd name="T23" fmla="*/ 1761 h 3073"/>
              <a:gd name="T24" fmla="*/ 108 w 6489"/>
              <a:gd name="T25" fmla="*/ 1896 h 3073"/>
              <a:gd name="T26" fmla="*/ 289 w 6489"/>
              <a:gd name="T27" fmla="*/ 1944 h 3073"/>
              <a:gd name="T28" fmla="*/ 1316 w 6489"/>
              <a:gd name="T29" fmla="*/ 2011 h 3073"/>
              <a:gd name="T30" fmla="*/ 2927 w 6489"/>
              <a:gd name="T31" fmla="*/ 2027 h 3073"/>
              <a:gd name="T32" fmla="*/ 4192 w 6489"/>
              <a:gd name="T33" fmla="*/ 1957 h 3073"/>
              <a:gd name="T34" fmla="*/ 4208 w 6489"/>
              <a:gd name="T35" fmla="*/ 2505 h 3073"/>
              <a:gd name="T36" fmla="*/ 4287 w 6489"/>
              <a:gd name="T37" fmla="*/ 2900 h 3073"/>
              <a:gd name="T38" fmla="*/ 4401 w 6489"/>
              <a:gd name="T39" fmla="*/ 3024 h 3073"/>
              <a:gd name="T40" fmla="*/ 4856 w 6489"/>
              <a:gd name="T41" fmla="*/ 2876 h 3073"/>
              <a:gd name="T42" fmla="*/ 5878 w 6489"/>
              <a:gd name="T43" fmla="*/ 2221 h 3073"/>
              <a:gd name="T44" fmla="*/ 6361 w 6489"/>
              <a:gd name="T45" fmla="*/ 1827 h 3073"/>
              <a:gd name="T46" fmla="*/ 6478 w 6489"/>
              <a:gd name="T47" fmla="*/ 1699 h 3073"/>
              <a:gd name="T48" fmla="*/ 6476 w 6489"/>
              <a:gd name="T49" fmla="*/ 1595 h 3073"/>
              <a:gd name="T50" fmla="*/ 6422 w 6489"/>
              <a:gd name="T51" fmla="*/ 1504 h 3073"/>
              <a:gd name="T52" fmla="*/ 5805 w 6489"/>
              <a:gd name="T53" fmla="*/ 1121 h 3073"/>
              <a:gd name="T54" fmla="*/ 4654 w 6489"/>
              <a:gd name="T55" fmla="*/ 474 h 3073"/>
              <a:gd name="T56" fmla="*/ 4428 w 6489"/>
              <a:gd name="T57" fmla="*/ 322 h 3073"/>
              <a:gd name="T58" fmla="*/ 4433 w 6489"/>
              <a:gd name="T59" fmla="*/ 239 h 3073"/>
              <a:gd name="T60" fmla="*/ 4487 w 6489"/>
              <a:gd name="T61" fmla="*/ 118 h 3073"/>
              <a:gd name="T62" fmla="*/ 4479 w 6489"/>
              <a:gd name="T63" fmla="*/ 7 h 3073"/>
              <a:gd name="T64" fmla="*/ 4453 w 6489"/>
              <a:gd name="T65" fmla="*/ 3 h 3073"/>
              <a:gd name="T66" fmla="*/ 4394 w 6489"/>
              <a:gd name="T67" fmla="*/ 144 h 3073"/>
              <a:gd name="T68" fmla="*/ 5552 w 6489"/>
              <a:gd name="T69" fmla="*/ 1128 h 3073"/>
              <a:gd name="T70" fmla="*/ 6282 w 6489"/>
              <a:gd name="T71" fmla="*/ 1529 h 3073"/>
              <a:gd name="T72" fmla="*/ 5657 w 6489"/>
              <a:gd name="T73" fmla="*/ 2061 h 3073"/>
              <a:gd name="T74" fmla="*/ 4533 w 6489"/>
              <a:gd name="T75" fmla="*/ 2879 h 3073"/>
              <a:gd name="T76" fmla="*/ 4395 w 6489"/>
              <a:gd name="T77" fmla="*/ 2945 h 3073"/>
              <a:gd name="T78" fmla="*/ 4359 w 6489"/>
              <a:gd name="T79" fmla="*/ 2910 h 3073"/>
              <a:gd name="T80" fmla="*/ 4289 w 6489"/>
              <a:gd name="T81" fmla="*/ 2606 h 3073"/>
              <a:gd name="T82" fmla="*/ 4264 w 6489"/>
              <a:gd name="T83" fmla="*/ 1945 h 3073"/>
              <a:gd name="T84" fmla="*/ 4705 w 6489"/>
              <a:gd name="T85" fmla="*/ 1901 h 3073"/>
              <a:gd name="T86" fmla="*/ 4748 w 6489"/>
              <a:gd name="T87" fmla="*/ 1846 h 3073"/>
              <a:gd name="T88" fmla="*/ 4651 w 6489"/>
              <a:gd name="T89" fmla="*/ 1832 h 3073"/>
              <a:gd name="T90" fmla="*/ 4444 w 6489"/>
              <a:gd name="T91" fmla="*/ 1866 h 3073"/>
              <a:gd name="T92" fmla="*/ 4273 w 6489"/>
              <a:gd name="T93" fmla="*/ 1593 h 3073"/>
              <a:gd name="T94" fmla="*/ 4355 w 6489"/>
              <a:gd name="T95" fmla="*/ 760 h 3073"/>
              <a:gd name="T96" fmla="*/ 4484 w 6489"/>
              <a:gd name="T97" fmla="*/ 525 h 30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6489" h="3073">
                <a:moveTo>
                  <a:pt x="4394" y="144"/>
                </a:moveTo>
                <a:lnTo>
                  <a:pt x="4377" y="201"/>
                </a:lnTo>
                <a:lnTo>
                  <a:pt x="4352" y="257"/>
                </a:lnTo>
                <a:lnTo>
                  <a:pt x="4338" y="276"/>
                </a:lnTo>
                <a:lnTo>
                  <a:pt x="4333" y="276"/>
                </a:lnTo>
                <a:lnTo>
                  <a:pt x="4322" y="270"/>
                </a:lnTo>
                <a:lnTo>
                  <a:pt x="4305" y="279"/>
                </a:lnTo>
                <a:lnTo>
                  <a:pt x="4297" y="305"/>
                </a:lnTo>
                <a:lnTo>
                  <a:pt x="4303" y="341"/>
                </a:lnTo>
                <a:lnTo>
                  <a:pt x="4312" y="359"/>
                </a:lnTo>
                <a:lnTo>
                  <a:pt x="4319" y="377"/>
                </a:lnTo>
                <a:lnTo>
                  <a:pt x="4325" y="434"/>
                </a:lnTo>
                <a:lnTo>
                  <a:pt x="4313" y="595"/>
                </a:lnTo>
                <a:lnTo>
                  <a:pt x="4290" y="786"/>
                </a:lnTo>
                <a:lnTo>
                  <a:pt x="4256" y="1075"/>
                </a:lnTo>
                <a:lnTo>
                  <a:pt x="4198" y="1679"/>
                </a:lnTo>
                <a:lnTo>
                  <a:pt x="4192" y="1830"/>
                </a:lnTo>
                <a:lnTo>
                  <a:pt x="4192" y="1849"/>
                </a:lnTo>
                <a:lnTo>
                  <a:pt x="4180" y="1868"/>
                </a:lnTo>
                <a:lnTo>
                  <a:pt x="4159" y="1876"/>
                </a:lnTo>
                <a:lnTo>
                  <a:pt x="4102" y="1886"/>
                </a:lnTo>
                <a:lnTo>
                  <a:pt x="3944" y="1896"/>
                </a:lnTo>
                <a:lnTo>
                  <a:pt x="3816" y="1902"/>
                </a:lnTo>
                <a:lnTo>
                  <a:pt x="3630" y="1906"/>
                </a:lnTo>
                <a:lnTo>
                  <a:pt x="3099" y="1902"/>
                </a:lnTo>
                <a:lnTo>
                  <a:pt x="2838" y="1892"/>
                </a:lnTo>
                <a:lnTo>
                  <a:pt x="2551" y="1879"/>
                </a:lnTo>
                <a:lnTo>
                  <a:pt x="1806" y="1836"/>
                </a:lnTo>
                <a:lnTo>
                  <a:pt x="1030" y="1784"/>
                </a:lnTo>
                <a:lnTo>
                  <a:pt x="416" y="1738"/>
                </a:lnTo>
                <a:lnTo>
                  <a:pt x="249" y="1722"/>
                </a:lnTo>
                <a:lnTo>
                  <a:pt x="155" y="1714"/>
                </a:lnTo>
                <a:lnTo>
                  <a:pt x="23" y="1705"/>
                </a:lnTo>
                <a:lnTo>
                  <a:pt x="4" y="1708"/>
                </a:lnTo>
                <a:lnTo>
                  <a:pt x="0" y="1717"/>
                </a:lnTo>
                <a:lnTo>
                  <a:pt x="16" y="1761"/>
                </a:lnTo>
                <a:lnTo>
                  <a:pt x="47" y="1820"/>
                </a:lnTo>
                <a:lnTo>
                  <a:pt x="88" y="1876"/>
                </a:lnTo>
                <a:lnTo>
                  <a:pt x="108" y="1896"/>
                </a:lnTo>
                <a:lnTo>
                  <a:pt x="119" y="1905"/>
                </a:lnTo>
                <a:lnTo>
                  <a:pt x="167" y="1921"/>
                </a:lnTo>
                <a:lnTo>
                  <a:pt x="289" y="1944"/>
                </a:lnTo>
                <a:lnTo>
                  <a:pt x="577" y="1971"/>
                </a:lnTo>
                <a:lnTo>
                  <a:pt x="1021" y="1997"/>
                </a:lnTo>
                <a:lnTo>
                  <a:pt x="1316" y="2011"/>
                </a:lnTo>
                <a:lnTo>
                  <a:pt x="1637" y="2026"/>
                </a:lnTo>
                <a:lnTo>
                  <a:pt x="2277" y="2036"/>
                </a:lnTo>
                <a:lnTo>
                  <a:pt x="2927" y="2027"/>
                </a:lnTo>
                <a:lnTo>
                  <a:pt x="3604" y="1997"/>
                </a:lnTo>
                <a:lnTo>
                  <a:pt x="3959" y="1974"/>
                </a:lnTo>
                <a:lnTo>
                  <a:pt x="4192" y="1957"/>
                </a:lnTo>
                <a:lnTo>
                  <a:pt x="4192" y="2158"/>
                </a:lnTo>
                <a:lnTo>
                  <a:pt x="4194" y="2277"/>
                </a:lnTo>
                <a:lnTo>
                  <a:pt x="4208" y="2505"/>
                </a:lnTo>
                <a:lnTo>
                  <a:pt x="4234" y="2703"/>
                </a:lnTo>
                <a:lnTo>
                  <a:pt x="4269" y="2853"/>
                </a:lnTo>
                <a:lnTo>
                  <a:pt x="4287" y="2900"/>
                </a:lnTo>
                <a:lnTo>
                  <a:pt x="4313" y="2942"/>
                </a:lnTo>
                <a:lnTo>
                  <a:pt x="4364" y="2997"/>
                </a:lnTo>
                <a:lnTo>
                  <a:pt x="4401" y="3024"/>
                </a:lnTo>
                <a:lnTo>
                  <a:pt x="4420" y="3034"/>
                </a:lnTo>
                <a:lnTo>
                  <a:pt x="4502" y="3073"/>
                </a:lnTo>
                <a:lnTo>
                  <a:pt x="4856" y="2876"/>
                </a:lnTo>
                <a:lnTo>
                  <a:pt x="5073" y="2752"/>
                </a:lnTo>
                <a:lnTo>
                  <a:pt x="5491" y="2491"/>
                </a:lnTo>
                <a:lnTo>
                  <a:pt x="5878" y="2221"/>
                </a:lnTo>
                <a:lnTo>
                  <a:pt x="6137" y="2021"/>
                </a:lnTo>
                <a:lnTo>
                  <a:pt x="6291" y="1891"/>
                </a:lnTo>
                <a:lnTo>
                  <a:pt x="6361" y="1827"/>
                </a:lnTo>
                <a:lnTo>
                  <a:pt x="6410" y="1781"/>
                </a:lnTo>
                <a:lnTo>
                  <a:pt x="6458" y="1730"/>
                </a:lnTo>
                <a:lnTo>
                  <a:pt x="6478" y="1699"/>
                </a:lnTo>
                <a:lnTo>
                  <a:pt x="6488" y="1671"/>
                </a:lnTo>
                <a:lnTo>
                  <a:pt x="6489" y="1642"/>
                </a:lnTo>
                <a:lnTo>
                  <a:pt x="6476" y="1595"/>
                </a:lnTo>
                <a:lnTo>
                  <a:pt x="6458" y="1554"/>
                </a:lnTo>
                <a:lnTo>
                  <a:pt x="6448" y="1537"/>
                </a:lnTo>
                <a:lnTo>
                  <a:pt x="6422" y="1504"/>
                </a:lnTo>
                <a:lnTo>
                  <a:pt x="6354" y="1445"/>
                </a:lnTo>
                <a:lnTo>
                  <a:pt x="6163" y="1325"/>
                </a:lnTo>
                <a:lnTo>
                  <a:pt x="5805" y="1121"/>
                </a:lnTo>
                <a:lnTo>
                  <a:pt x="5534" y="970"/>
                </a:lnTo>
                <a:lnTo>
                  <a:pt x="4986" y="665"/>
                </a:lnTo>
                <a:lnTo>
                  <a:pt x="4654" y="474"/>
                </a:lnTo>
                <a:lnTo>
                  <a:pt x="4575" y="427"/>
                </a:lnTo>
                <a:lnTo>
                  <a:pt x="4474" y="364"/>
                </a:lnTo>
                <a:lnTo>
                  <a:pt x="4428" y="322"/>
                </a:lnTo>
                <a:lnTo>
                  <a:pt x="4420" y="288"/>
                </a:lnTo>
                <a:lnTo>
                  <a:pt x="4424" y="266"/>
                </a:lnTo>
                <a:lnTo>
                  <a:pt x="4433" y="239"/>
                </a:lnTo>
                <a:lnTo>
                  <a:pt x="4460" y="170"/>
                </a:lnTo>
                <a:lnTo>
                  <a:pt x="4474" y="142"/>
                </a:lnTo>
                <a:lnTo>
                  <a:pt x="4487" y="118"/>
                </a:lnTo>
                <a:lnTo>
                  <a:pt x="4497" y="69"/>
                </a:lnTo>
                <a:lnTo>
                  <a:pt x="4493" y="28"/>
                </a:lnTo>
                <a:lnTo>
                  <a:pt x="4479" y="7"/>
                </a:lnTo>
                <a:lnTo>
                  <a:pt x="4466" y="2"/>
                </a:lnTo>
                <a:lnTo>
                  <a:pt x="4459" y="0"/>
                </a:lnTo>
                <a:lnTo>
                  <a:pt x="4453" y="3"/>
                </a:lnTo>
                <a:lnTo>
                  <a:pt x="4437" y="25"/>
                </a:lnTo>
                <a:lnTo>
                  <a:pt x="4411" y="86"/>
                </a:lnTo>
                <a:lnTo>
                  <a:pt x="4394" y="144"/>
                </a:lnTo>
                <a:close/>
                <a:moveTo>
                  <a:pt x="4755" y="683"/>
                </a:moveTo>
                <a:lnTo>
                  <a:pt x="5124" y="894"/>
                </a:lnTo>
                <a:lnTo>
                  <a:pt x="5552" y="1128"/>
                </a:lnTo>
                <a:lnTo>
                  <a:pt x="5931" y="1335"/>
                </a:lnTo>
                <a:lnTo>
                  <a:pt x="6143" y="1450"/>
                </a:lnTo>
                <a:lnTo>
                  <a:pt x="6282" y="1529"/>
                </a:lnTo>
                <a:lnTo>
                  <a:pt x="5976" y="1796"/>
                </a:lnTo>
                <a:lnTo>
                  <a:pt x="5880" y="1879"/>
                </a:lnTo>
                <a:lnTo>
                  <a:pt x="5657" y="2061"/>
                </a:lnTo>
                <a:lnTo>
                  <a:pt x="5286" y="2350"/>
                </a:lnTo>
                <a:lnTo>
                  <a:pt x="4804" y="2701"/>
                </a:lnTo>
                <a:lnTo>
                  <a:pt x="4533" y="2879"/>
                </a:lnTo>
                <a:lnTo>
                  <a:pt x="4446" y="2928"/>
                </a:lnTo>
                <a:lnTo>
                  <a:pt x="4407" y="2943"/>
                </a:lnTo>
                <a:lnTo>
                  <a:pt x="4395" y="2945"/>
                </a:lnTo>
                <a:lnTo>
                  <a:pt x="4390" y="2945"/>
                </a:lnTo>
                <a:lnTo>
                  <a:pt x="4377" y="2936"/>
                </a:lnTo>
                <a:lnTo>
                  <a:pt x="4359" y="2910"/>
                </a:lnTo>
                <a:lnTo>
                  <a:pt x="4336" y="2850"/>
                </a:lnTo>
                <a:lnTo>
                  <a:pt x="4315" y="2767"/>
                </a:lnTo>
                <a:lnTo>
                  <a:pt x="4289" y="2606"/>
                </a:lnTo>
                <a:lnTo>
                  <a:pt x="4267" y="2342"/>
                </a:lnTo>
                <a:lnTo>
                  <a:pt x="4264" y="2198"/>
                </a:lnTo>
                <a:lnTo>
                  <a:pt x="4264" y="1945"/>
                </a:lnTo>
                <a:lnTo>
                  <a:pt x="4473" y="1928"/>
                </a:lnTo>
                <a:lnTo>
                  <a:pt x="4558" y="1919"/>
                </a:lnTo>
                <a:lnTo>
                  <a:pt x="4705" y="1901"/>
                </a:lnTo>
                <a:lnTo>
                  <a:pt x="4740" y="1892"/>
                </a:lnTo>
                <a:lnTo>
                  <a:pt x="4804" y="1875"/>
                </a:lnTo>
                <a:lnTo>
                  <a:pt x="4748" y="1846"/>
                </a:lnTo>
                <a:lnTo>
                  <a:pt x="4733" y="1839"/>
                </a:lnTo>
                <a:lnTo>
                  <a:pt x="4703" y="1830"/>
                </a:lnTo>
                <a:lnTo>
                  <a:pt x="4651" y="1832"/>
                </a:lnTo>
                <a:lnTo>
                  <a:pt x="4604" y="1845"/>
                </a:lnTo>
                <a:lnTo>
                  <a:pt x="4562" y="1853"/>
                </a:lnTo>
                <a:lnTo>
                  <a:pt x="4444" y="1866"/>
                </a:lnTo>
                <a:lnTo>
                  <a:pt x="4388" y="1868"/>
                </a:lnTo>
                <a:lnTo>
                  <a:pt x="4262" y="1868"/>
                </a:lnTo>
                <a:lnTo>
                  <a:pt x="4273" y="1593"/>
                </a:lnTo>
                <a:lnTo>
                  <a:pt x="4280" y="1478"/>
                </a:lnTo>
                <a:lnTo>
                  <a:pt x="4312" y="1129"/>
                </a:lnTo>
                <a:lnTo>
                  <a:pt x="4355" y="760"/>
                </a:lnTo>
                <a:lnTo>
                  <a:pt x="4391" y="506"/>
                </a:lnTo>
                <a:lnTo>
                  <a:pt x="4401" y="480"/>
                </a:lnTo>
                <a:lnTo>
                  <a:pt x="4484" y="525"/>
                </a:lnTo>
                <a:lnTo>
                  <a:pt x="4755" y="68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grpSp>
        <p:nvGrpSpPr>
          <p:cNvPr id="112" name="グループ化 111">
            <a:extLst>
              <a:ext uri="{FF2B5EF4-FFF2-40B4-BE49-F238E27FC236}">
                <a16:creationId xmlns:a16="http://schemas.microsoft.com/office/drawing/2014/main" id="{64B725BA-C01F-44B0-9CC0-6780BB202554}"/>
              </a:ext>
            </a:extLst>
          </p:cNvPr>
          <p:cNvGrpSpPr/>
          <p:nvPr/>
        </p:nvGrpSpPr>
        <p:grpSpPr>
          <a:xfrm>
            <a:off x="6528048" y="4084088"/>
            <a:ext cx="1620000" cy="777980"/>
            <a:chOff x="-3394075" y="6832600"/>
            <a:chExt cx="2938463" cy="1516063"/>
          </a:xfrm>
          <a:solidFill>
            <a:schemeClr val="tx1"/>
          </a:solidFill>
        </p:grpSpPr>
        <p:sp>
          <p:nvSpPr>
            <p:cNvPr id="110" name="Freeform 82">
              <a:extLst>
                <a:ext uri="{FF2B5EF4-FFF2-40B4-BE49-F238E27FC236}">
                  <a16:creationId xmlns:a16="http://schemas.microsoft.com/office/drawing/2014/main" id="{B2D901E0-5DEF-4AE0-B94F-D13566536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-1539875" y="6832600"/>
              <a:ext cx="1084263" cy="1516063"/>
            </a:xfrm>
            <a:custGeom>
              <a:avLst/>
              <a:gdLst>
                <a:gd name="T0" fmla="*/ 382 w 2048"/>
                <a:gd name="T1" fmla="*/ 53 h 2863"/>
                <a:gd name="T2" fmla="*/ 484 w 2048"/>
                <a:gd name="T3" fmla="*/ 203 h 2863"/>
                <a:gd name="T4" fmla="*/ 658 w 2048"/>
                <a:gd name="T5" fmla="*/ 402 h 2863"/>
                <a:gd name="T6" fmla="*/ 1205 w 2048"/>
                <a:gd name="T7" fmla="*/ 901 h 2863"/>
                <a:gd name="T8" fmla="*/ 1695 w 2048"/>
                <a:gd name="T9" fmla="*/ 1272 h 2863"/>
                <a:gd name="T10" fmla="*/ 1728 w 2048"/>
                <a:gd name="T11" fmla="*/ 1616 h 2863"/>
                <a:gd name="T12" fmla="*/ 1448 w 2048"/>
                <a:gd name="T13" fmla="*/ 1862 h 2863"/>
                <a:gd name="T14" fmla="*/ 975 w 2048"/>
                <a:gd name="T15" fmla="*/ 2173 h 2863"/>
                <a:gd name="T16" fmla="*/ 691 w 2048"/>
                <a:gd name="T17" fmla="*/ 2333 h 2863"/>
                <a:gd name="T18" fmla="*/ 300 w 2048"/>
                <a:gd name="T19" fmla="*/ 2571 h 2863"/>
                <a:gd name="T20" fmla="*/ 99 w 2048"/>
                <a:gd name="T21" fmla="*/ 2722 h 2863"/>
                <a:gd name="T22" fmla="*/ 13 w 2048"/>
                <a:gd name="T23" fmla="*/ 2800 h 2863"/>
                <a:gd name="T24" fmla="*/ 1 w 2048"/>
                <a:gd name="T25" fmla="*/ 2837 h 2863"/>
                <a:gd name="T26" fmla="*/ 34 w 2048"/>
                <a:gd name="T27" fmla="*/ 2861 h 2863"/>
                <a:gd name="T28" fmla="*/ 73 w 2048"/>
                <a:gd name="T29" fmla="*/ 2853 h 2863"/>
                <a:gd name="T30" fmla="*/ 195 w 2048"/>
                <a:gd name="T31" fmla="*/ 2754 h 2863"/>
                <a:gd name="T32" fmla="*/ 333 w 2048"/>
                <a:gd name="T33" fmla="*/ 2642 h 2863"/>
                <a:gd name="T34" fmla="*/ 722 w 2048"/>
                <a:gd name="T35" fmla="*/ 2429 h 2863"/>
                <a:gd name="T36" fmla="*/ 1117 w 2048"/>
                <a:gd name="T37" fmla="*/ 2227 h 2863"/>
                <a:gd name="T38" fmla="*/ 1613 w 2048"/>
                <a:gd name="T39" fmla="*/ 1954 h 2863"/>
                <a:gd name="T40" fmla="*/ 1838 w 2048"/>
                <a:gd name="T41" fmla="*/ 1786 h 2863"/>
                <a:gd name="T42" fmla="*/ 2018 w 2048"/>
                <a:gd name="T43" fmla="*/ 1609 h 2863"/>
                <a:gd name="T44" fmla="*/ 2045 w 2048"/>
                <a:gd name="T45" fmla="*/ 1559 h 2863"/>
                <a:gd name="T46" fmla="*/ 2036 w 2048"/>
                <a:gd name="T47" fmla="*/ 1503 h 2863"/>
                <a:gd name="T48" fmla="*/ 1951 w 2048"/>
                <a:gd name="T49" fmla="*/ 1389 h 2863"/>
                <a:gd name="T50" fmla="*/ 1593 w 2048"/>
                <a:gd name="T51" fmla="*/ 1069 h 2863"/>
                <a:gd name="T52" fmla="*/ 1300 w 2048"/>
                <a:gd name="T53" fmla="*/ 838 h 2863"/>
                <a:gd name="T54" fmla="*/ 899 w 2048"/>
                <a:gd name="T55" fmla="*/ 489 h 2863"/>
                <a:gd name="T56" fmla="*/ 602 w 2048"/>
                <a:gd name="T57" fmla="*/ 180 h 2863"/>
                <a:gd name="T58" fmla="*/ 454 w 2048"/>
                <a:gd name="T59" fmla="*/ 31 h 2863"/>
                <a:gd name="T60" fmla="*/ 397 w 2048"/>
                <a:gd name="T61" fmla="*/ 0 h 2863"/>
                <a:gd name="T62" fmla="*/ 379 w 2048"/>
                <a:gd name="T63" fmla="*/ 27 h 2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048" h="2863">
                  <a:moveTo>
                    <a:pt x="379" y="41"/>
                  </a:moveTo>
                  <a:lnTo>
                    <a:pt x="382" y="53"/>
                  </a:lnTo>
                  <a:lnTo>
                    <a:pt x="408" y="100"/>
                  </a:lnTo>
                  <a:lnTo>
                    <a:pt x="484" y="203"/>
                  </a:lnTo>
                  <a:lnTo>
                    <a:pt x="555" y="285"/>
                  </a:lnTo>
                  <a:lnTo>
                    <a:pt x="658" y="402"/>
                  </a:lnTo>
                  <a:lnTo>
                    <a:pt x="912" y="647"/>
                  </a:lnTo>
                  <a:lnTo>
                    <a:pt x="1205" y="901"/>
                  </a:lnTo>
                  <a:lnTo>
                    <a:pt x="1527" y="1151"/>
                  </a:lnTo>
                  <a:lnTo>
                    <a:pt x="1695" y="1272"/>
                  </a:lnTo>
                  <a:lnTo>
                    <a:pt x="1918" y="1433"/>
                  </a:lnTo>
                  <a:lnTo>
                    <a:pt x="1728" y="1616"/>
                  </a:lnTo>
                  <a:lnTo>
                    <a:pt x="1638" y="1703"/>
                  </a:lnTo>
                  <a:lnTo>
                    <a:pt x="1448" y="1862"/>
                  </a:lnTo>
                  <a:lnTo>
                    <a:pt x="1232" y="2016"/>
                  </a:lnTo>
                  <a:lnTo>
                    <a:pt x="975" y="2173"/>
                  </a:lnTo>
                  <a:lnTo>
                    <a:pt x="822" y="2260"/>
                  </a:lnTo>
                  <a:lnTo>
                    <a:pt x="691" y="2333"/>
                  </a:lnTo>
                  <a:lnTo>
                    <a:pt x="474" y="2461"/>
                  </a:lnTo>
                  <a:lnTo>
                    <a:pt x="300" y="2571"/>
                  </a:lnTo>
                  <a:lnTo>
                    <a:pt x="159" y="2673"/>
                  </a:lnTo>
                  <a:lnTo>
                    <a:pt x="99" y="2722"/>
                  </a:lnTo>
                  <a:lnTo>
                    <a:pt x="60" y="2754"/>
                  </a:lnTo>
                  <a:lnTo>
                    <a:pt x="13" y="2800"/>
                  </a:lnTo>
                  <a:lnTo>
                    <a:pt x="0" y="2824"/>
                  </a:lnTo>
                  <a:lnTo>
                    <a:pt x="1" y="2837"/>
                  </a:lnTo>
                  <a:lnTo>
                    <a:pt x="14" y="2851"/>
                  </a:lnTo>
                  <a:lnTo>
                    <a:pt x="34" y="2861"/>
                  </a:lnTo>
                  <a:lnTo>
                    <a:pt x="44" y="2863"/>
                  </a:lnTo>
                  <a:lnTo>
                    <a:pt x="73" y="2853"/>
                  </a:lnTo>
                  <a:lnTo>
                    <a:pt x="136" y="2808"/>
                  </a:lnTo>
                  <a:lnTo>
                    <a:pt x="195" y="2754"/>
                  </a:lnTo>
                  <a:lnTo>
                    <a:pt x="234" y="2716"/>
                  </a:lnTo>
                  <a:lnTo>
                    <a:pt x="333" y="2642"/>
                  </a:lnTo>
                  <a:lnTo>
                    <a:pt x="487" y="2553"/>
                  </a:lnTo>
                  <a:lnTo>
                    <a:pt x="722" y="2429"/>
                  </a:lnTo>
                  <a:lnTo>
                    <a:pt x="883" y="2346"/>
                  </a:lnTo>
                  <a:lnTo>
                    <a:pt x="1117" y="2227"/>
                  </a:lnTo>
                  <a:lnTo>
                    <a:pt x="1516" y="2013"/>
                  </a:lnTo>
                  <a:lnTo>
                    <a:pt x="1613" y="1954"/>
                  </a:lnTo>
                  <a:lnTo>
                    <a:pt x="1693" y="1901"/>
                  </a:lnTo>
                  <a:lnTo>
                    <a:pt x="1838" y="1786"/>
                  </a:lnTo>
                  <a:lnTo>
                    <a:pt x="1957" y="1677"/>
                  </a:lnTo>
                  <a:lnTo>
                    <a:pt x="2018" y="1609"/>
                  </a:lnTo>
                  <a:lnTo>
                    <a:pt x="2041" y="1573"/>
                  </a:lnTo>
                  <a:lnTo>
                    <a:pt x="2045" y="1559"/>
                  </a:lnTo>
                  <a:lnTo>
                    <a:pt x="2048" y="1543"/>
                  </a:lnTo>
                  <a:lnTo>
                    <a:pt x="2036" y="1503"/>
                  </a:lnTo>
                  <a:lnTo>
                    <a:pt x="2005" y="1453"/>
                  </a:lnTo>
                  <a:lnTo>
                    <a:pt x="1951" y="1389"/>
                  </a:lnTo>
                  <a:lnTo>
                    <a:pt x="1833" y="1273"/>
                  </a:lnTo>
                  <a:lnTo>
                    <a:pt x="1593" y="1069"/>
                  </a:lnTo>
                  <a:lnTo>
                    <a:pt x="1434" y="944"/>
                  </a:lnTo>
                  <a:lnTo>
                    <a:pt x="1300" y="838"/>
                  </a:lnTo>
                  <a:lnTo>
                    <a:pt x="1083" y="659"/>
                  </a:lnTo>
                  <a:lnTo>
                    <a:pt x="899" y="489"/>
                  </a:lnTo>
                  <a:lnTo>
                    <a:pt x="710" y="298"/>
                  </a:lnTo>
                  <a:lnTo>
                    <a:pt x="602" y="180"/>
                  </a:lnTo>
                  <a:lnTo>
                    <a:pt x="542" y="116"/>
                  </a:lnTo>
                  <a:lnTo>
                    <a:pt x="454" y="31"/>
                  </a:lnTo>
                  <a:lnTo>
                    <a:pt x="414" y="4"/>
                  </a:lnTo>
                  <a:lnTo>
                    <a:pt x="397" y="0"/>
                  </a:lnTo>
                  <a:lnTo>
                    <a:pt x="385" y="8"/>
                  </a:lnTo>
                  <a:lnTo>
                    <a:pt x="379" y="27"/>
                  </a:lnTo>
                  <a:lnTo>
                    <a:pt x="379" y="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1" name="Freeform 83">
              <a:extLst>
                <a:ext uri="{FF2B5EF4-FFF2-40B4-BE49-F238E27FC236}">
                  <a16:creationId xmlns:a16="http://schemas.microsoft.com/office/drawing/2014/main" id="{13736E94-C247-4879-BA63-6EF557EF5418}"/>
                </a:ext>
              </a:extLst>
            </p:cNvPr>
            <p:cNvSpPr>
              <a:spLocks/>
            </p:cNvSpPr>
            <p:nvPr/>
          </p:nvSpPr>
          <p:spPr bwMode="auto">
            <a:xfrm>
              <a:off x="-3394075" y="7591425"/>
              <a:ext cx="2535238" cy="174625"/>
            </a:xfrm>
            <a:custGeom>
              <a:avLst/>
              <a:gdLst>
                <a:gd name="T0" fmla="*/ 0 w 4789"/>
                <a:gd name="T1" fmla="*/ 11 h 330"/>
                <a:gd name="T2" fmla="*/ 3 w 4789"/>
                <a:gd name="T3" fmla="*/ 25 h 330"/>
                <a:gd name="T4" fmla="*/ 23 w 4789"/>
                <a:gd name="T5" fmla="*/ 73 h 330"/>
                <a:gd name="T6" fmla="*/ 58 w 4789"/>
                <a:gd name="T7" fmla="*/ 129 h 330"/>
                <a:gd name="T8" fmla="*/ 94 w 4789"/>
                <a:gd name="T9" fmla="*/ 179 h 330"/>
                <a:gd name="T10" fmla="*/ 111 w 4789"/>
                <a:gd name="T11" fmla="*/ 195 h 330"/>
                <a:gd name="T12" fmla="*/ 125 w 4789"/>
                <a:gd name="T13" fmla="*/ 205 h 330"/>
                <a:gd name="T14" fmla="*/ 187 w 4789"/>
                <a:gd name="T15" fmla="*/ 222 h 330"/>
                <a:gd name="T16" fmla="*/ 345 w 4789"/>
                <a:gd name="T17" fmla="*/ 248 h 330"/>
                <a:gd name="T18" fmla="*/ 670 w 4789"/>
                <a:gd name="T19" fmla="*/ 278 h 330"/>
                <a:gd name="T20" fmla="*/ 1089 w 4789"/>
                <a:gd name="T21" fmla="*/ 303 h 330"/>
                <a:gd name="T22" fmla="*/ 1571 w 4789"/>
                <a:gd name="T23" fmla="*/ 320 h 330"/>
                <a:gd name="T24" fmla="*/ 2086 w 4789"/>
                <a:gd name="T25" fmla="*/ 330 h 330"/>
                <a:gd name="T26" fmla="*/ 2602 w 4789"/>
                <a:gd name="T27" fmla="*/ 330 h 330"/>
                <a:gd name="T28" fmla="*/ 3088 w 4789"/>
                <a:gd name="T29" fmla="*/ 320 h 330"/>
                <a:gd name="T30" fmla="*/ 3308 w 4789"/>
                <a:gd name="T31" fmla="*/ 310 h 330"/>
                <a:gd name="T32" fmla="*/ 3740 w 4789"/>
                <a:gd name="T33" fmla="*/ 285 h 330"/>
                <a:gd name="T34" fmla="*/ 4381 w 4789"/>
                <a:gd name="T35" fmla="*/ 235 h 330"/>
                <a:gd name="T36" fmla="*/ 4673 w 4789"/>
                <a:gd name="T37" fmla="*/ 203 h 330"/>
                <a:gd name="T38" fmla="*/ 4735 w 4789"/>
                <a:gd name="T39" fmla="*/ 193 h 330"/>
                <a:gd name="T40" fmla="*/ 4779 w 4789"/>
                <a:gd name="T41" fmla="*/ 182 h 330"/>
                <a:gd name="T42" fmla="*/ 4789 w 4789"/>
                <a:gd name="T43" fmla="*/ 169 h 330"/>
                <a:gd name="T44" fmla="*/ 4771 w 4789"/>
                <a:gd name="T45" fmla="*/ 156 h 330"/>
                <a:gd name="T46" fmla="*/ 4751 w 4789"/>
                <a:gd name="T47" fmla="*/ 145 h 330"/>
                <a:gd name="T48" fmla="*/ 4736 w 4789"/>
                <a:gd name="T49" fmla="*/ 139 h 330"/>
                <a:gd name="T50" fmla="*/ 4706 w 4789"/>
                <a:gd name="T51" fmla="*/ 130 h 330"/>
                <a:gd name="T52" fmla="*/ 4654 w 4789"/>
                <a:gd name="T53" fmla="*/ 130 h 330"/>
                <a:gd name="T54" fmla="*/ 4607 w 4789"/>
                <a:gd name="T55" fmla="*/ 140 h 330"/>
                <a:gd name="T56" fmla="*/ 4565 w 4789"/>
                <a:gd name="T57" fmla="*/ 150 h 330"/>
                <a:gd name="T58" fmla="*/ 4433 w 4789"/>
                <a:gd name="T59" fmla="*/ 168 h 330"/>
                <a:gd name="T60" fmla="*/ 4149 w 4789"/>
                <a:gd name="T61" fmla="*/ 188 h 330"/>
                <a:gd name="T62" fmla="*/ 3655 w 4789"/>
                <a:gd name="T63" fmla="*/ 202 h 330"/>
                <a:gd name="T64" fmla="*/ 3121 w 4789"/>
                <a:gd name="T65" fmla="*/ 201 h 330"/>
                <a:gd name="T66" fmla="*/ 2869 w 4789"/>
                <a:gd name="T67" fmla="*/ 193 h 330"/>
                <a:gd name="T68" fmla="*/ 2582 w 4789"/>
                <a:gd name="T69" fmla="*/ 180 h 330"/>
                <a:gd name="T70" fmla="*/ 1830 w 4789"/>
                <a:gd name="T71" fmla="*/ 137 h 330"/>
                <a:gd name="T72" fmla="*/ 1046 w 4789"/>
                <a:gd name="T73" fmla="*/ 86 h 330"/>
                <a:gd name="T74" fmla="*/ 430 w 4789"/>
                <a:gd name="T75" fmla="*/ 40 h 330"/>
                <a:gd name="T76" fmla="*/ 269 w 4789"/>
                <a:gd name="T77" fmla="*/ 23 h 330"/>
                <a:gd name="T78" fmla="*/ 114 w 4789"/>
                <a:gd name="T79" fmla="*/ 7 h 330"/>
                <a:gd name="T80" fmla="*/ 20 w 4789"/>
                <a:gd name="T81" fmla="*/ 0 h 330"/>
                <a:gd name="T82" fmla="*/ 1 w 4789"/>
                <a:gd name="T83" fmla="*/ 5 h 330"/>
                <a:gd name="T84" fmla="*/ 0 w 4789"/>
                <a:gd name="T85" fmla="*/ 11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789" h="330">
                  <a:moveTo>
                    <a:pt x="0" y="11"/>
                  </a:moveTo>
                  <a:lnTo>
                    <a:pt x="3" y="25"/>
                  </a:lnTo>
                  <a:lnTo>
                    <a:pt x="23" y="73"/>
                  </a:lnTo>
                  <a:lnTo>
                    <a:pt x="58" y="129"/>
                  </a:lnTo>
                  <a:lnTo>
                    <a:pt x="94" y="179"/>
                  </a:lnTo>
                  <a:lnTo>
                    <a:pt x="111" y="195"/>
                  </a:lnTo>
                  <a:lnTo>
                    <a:pt x="125" y="205"/>
                  </a:lnTo>
                  <a:lnTo>
                    <a:pt x="187" y="222"/>
                  </a:lnTo>
                  <a:lnTo>
                    <a:pt x="345" y="248"/>
                  </a:lnTo>
                  <a:lnTo>
                    <a:pt x="670" y="278"/>
                  </a:lnTo>
                  <a:lnTo>
                    <a:pt x="1089" y="303"/>
                  </a:lnTo>
                  <a:lnTo>
                    <a:pt x="1571" y="320"/>
                  </a:lnTo>
                  <a:lnTo>
                    <a:pt x="2086" y="330"/>
                  </a:lnTo>
                  <a:lnTo>
                    <a:pt x="2602" y="330"/>
                  </a:lnTo>
                  <a:lnTo>
                    <a:pt x="3088" y="320"/>
                  </a:lnTo>
                  <a:lnTo>
                    <a:pt x="3308" y="310"/>
                  </a:lnTo>
                  <a:lnTo>
                    <a:pt x="3740" y="285"/>
                  </a:lnTo>
                  <a:lnTo>
                    <a:pt x="4381" y="235"/>
                  </a:lnTo>
                  <a:lnTo>
                    <a:pt x="4673" y="203"/>
                  </a:lnTo>
                  <a:lnTo>
                    <a:pt x="4735" y="193"/>
                  </a:lnTo>
                  <a:lnTo>
                    <a:pt x="4779" y="182"/>
                  </a:lnTo>
                  <a:lnTo>
                    <a:pt x="4789" y="169"/>
                  </a:lnTo>
                  <a:lnTo>
                    <a:pt x="4771" y="156"/>
                  </a:lnTo>
                  <a:lnTo>
                    <a:pt x="4751" y="145"/>
                  </a:lnTo>
                  <a:lnTo>
                    <a:pt x="4736" y="139"/>
                  </a:lnTo>
                  <a:lnTo>
                    <a:pt x="4706" y="130"/>
                  </a:lnTo>
                  <a:lnTo>
                    <a:pt x="4654" y="130"/>
                  </a:lnTo>
                  <a:lnTo>
                    <a:pt x="4607" y="140"/>
                  </a:lnTo>
                  <a:lnTo>
                    <a:pt x="4565" y="150"/>
                  </a:lnTo>
                  <a:lnTo>
                    <a:pt x="4433" y="168"/>
                  </a:lnTo>
                  <a:lnTo>
                    <a:pt x="4149" y="188"/>
                  </a:lnTo>
                  <a:lnTo>
                    <a:pt x="3655" y="202"/>
                  </a:lnTo>
                  <a:lnTo>
                    <a:pt x="3121" y="201"/>
                  </a:lnTo>
                  <a:lnTo>
                    <a:pt x="2869" y="193"/>
                  </a:lnTo>
                  <a:lnTo>
                    <a:pt x="2582" y="180"/>
                  </a:lnTo>
                  <a:lnTo>
                    <a:pt x="1830" y="137"/>
                  </a:lnTo>
                  <a:lnTo>
                    <a:pt x="1046" y="86"/>
                  </a:lnTo>
                  <a:lnTo>
                    <a:pt x="430" y="40"/>
                  </a:lnTo>
                  <a:lnTo>
                    <a:pt x="269" y="23"/>
                  </a:lnTo>
                  <a:lnTo>
                    <a:pt x="114" y="7"/>
                  </a:lnTo>
                  <a:lnTo>
                    <a:pt x="20" y="0"/>
                  </a:lnTo>
                  <a:lnTo>
                    <a:pt x="1" y="5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  <p:sp>
        <p:nvSpPr>
          <p:cNvPr id="115" name="Freeform 87">
            <a:extLst>
              <a:ext uri="{FF2B5EF4-FFF2-40B4-BE49-F238E27FC236}">
                <a16:creationId xmlns:a16="http://schemas.microsoft.com/office/drawing/2014/main" id="{BDE5712A-D2C0-4BF0-B38A-73C0856571EA}"/>
              </a:ext>
            </a:extLst>
          </p:cNvPr>
          <p:cNvSpPr>
            <a:spLocks noEditPoints="1"/>
          </p:cNvSpPr>
          <p:nvPr/>
        </p:nvSpPr>
        <p:spPr bwMode="auto">
          <a:xfrm>
            <a:off x="366564" y="4799989"/>
            <a:ext cx="3272727" cy="129527"/>
          </a:xfrm>
          <a:custGeom>
            <a:avLst/>
            <a:gdLst>
              <a:gd name="T0" fmla="*/ 6967 w 12126"/>
              <a:gd name="T1" fmla="*/ 33 h 476"/>
              <a:gd name="T2" fmla="*/ 3246 w 12126"/>
              <a:gd name="T3" fmla="*/ 51 h 476"/>
              <a:gd name="T4" fmla="*/ 1483 w 12126"/>
              <a:gd name="T5" fmla="*/ 35 h 476"/>
              <a:gd name="T6" fmla="*/ 1126 w 12126"/>
              <a:gd name="T7" fmla="*/ 74 h 476"/>
              <a:gd name="T8" fmla="*/ 1197 w 12126"/>
              <a:gd name="T9" fmla="*/ 117 h 476"/>
              <a:gd name="T10" fmla="*/ 1437 w 12126"/>
              <a:gd name="T11" fmla="*/ 140 h 476"/>
              <a:gd name="T12" fmla="*/ 1726 w 12126"/>
              <a:gd name="T13" fmla="*/ 153 h 476"/>
              <a:gd name="T14" fmla="*/ 2367 w 12126"/>
              <a:gd name="T15" fmla="*/ 164 h 476"/>
              <a:gd name="T16" fmla="*/ 3184 w 12126"/>
              <a:gd name="T17" fmla="*/ 186 h 476"/>
              <a:gd name="T18" fmla="*/ 3243 w 12126"/>
              <a:gd name="T19" fmla="*/ 191 h 476"/>
              <a:gd name="T20" fmla="*/ 2669 w 12126"/>
              <a:gd name="T21" fmla="*/ 201 h 476"/>
              <a:gd name="T22" fmla="*/ 1434 w 12126"/>
              <a:gd name="T23" fmla="*/ 200 h 476"/>
              <a:gd name="T24" fmla="*/ 545 w 12126"/>
              <a:gd name="T25" fmla="*/ 209 h 476"/>
              <a:gd name="T26" fmla="*/ 529 w 12126"/>
              <a:gd name="T27" fmla="*/ 227 h 476"/>
              <a:gd name="T28" fmla="*/ 555 w 12126"/>
              <a:gd name="T29" fmla="*/ 256 h 476"/>
              <a:gd name="T30" fmla="*/ 538 w 12126"/>
              <a:gd name="T31" fmla="*/ 269 h 476"/>
              <a:gd name="T32" fmla="*/ 289 w 12126"/>
              <a:gd name="T33" fmla="*/ 265 h 476"/>
              <a:gd name="T34" fmla="*/ 72 w 12126"/>
              <a:gd name="T35" fmla="*/ 260 h 476"/>
              <a:gd name="T36" fmla="*/ 3 w 12126"/>
              <a:gd name="T37" fmla="*/ 275 h 476"/>
              <a:gd name="T38" fmla="*/ 27 w 12126"/>
              <a:gd name="T39" fmla="*/ 324 h 476"/>
              <a:gd name="T40" fmla="*/ 148 w 12126"/>
              <a:gd name="T41" fmla="*/ 408 h 476"/>
              <a:gd name="T42" fmla="*/ 3153 w 12126"/>
              <a:gd name="T43" fmla="*/ 354 h 476"/>
              <a:gd name="T44" fmla="*/ 4791 w 12126"/>
              <a:gd name="T45" fmla="*/ 318 h 476"/>
              <a:gd name="T46" fmla="*/ 7354 w 12126"/>
              <a:gd name="T47" fmla="*/ 319 h 476"/>
              <a:gd name="T48" fmla="*/ 8575 w 12126"/>
              <a:gd name="T49" fmla="*/ 344 h 476"/>
              <a:gd name="T50" fmla="*/ 9120 w 12126"/>
              <a:gd name="T51" fmla="*/ 378 h 476"/>
              <a:gd name="T52" fmla="*/ 10101 w 12126"/>
              <a:gd name="T53" fmla="*/ 464 h 476"/>
              <a:gd name="T54" fmla="*/ 10110 w 12126"/>
              <a:gd name="T55" fmla="*/ 418 h 476"/>
              <a:gd name="T56" fmla="*/ 10033 w 12126"/>
              <a:gd name="T57" fmla="*/ 375 h 476"/>
              <a:gd name="T58" fmla="*/ 9753 w 12126"/>
              <a:gd name="T59" fmla="*/ 335 h 476"/>
              <a:gd name="T60" fmla="*/ 9185 w 12126"/>
              <a:gd name="T61" fmla="*/ 283 h 476"/>
              <a:gd name="T62" fmla="*/ 7926 w 12126"/>
              <a:gd name="T63" fmla="*/ 213 h 476"/>
              <a:gd name="T64" fmla="*/ 8039 w 12126"/>
              <a:gd name="T65" fmla="*/ 177 h 476"/>
              <a:gd name="T66" fmla="*/ 8787 w 12126"/>
              <a:gd name="T67" fmla="*/ 164 h 476"/>
              <a:gd name="T68" fmla="*/ 10476 w 12126"/>
              <a:gd name="T69" fmla="*/ 189 h 476"/>
              <a:gd name="T70" fmla="*/ 11332 w 12126"/>
              <a:gd name="T71" fmla="*/ 232 h 476"/>
              <a:gd name="T72" fmla="*/ 11590 w 12126"/>
              <a:gd name="T73" fmla="*/ 266 h 476"/>
              <a:gd name="T74" fmla="*/ 11631 w 12126"/>
              <a:gd name="T75" fmla="*/ 286 h 476"/>
              <a:gd name="T76" fmla="*/ 11670 w 12126"/>
              <a:gd name="T77" fmla="*/ 289 h 476"/>
              <a:gd name="T78" fmla="*/ 11669 w 12126"/>
              <a:gd name="T79" fmla="*/ 278 h 476"/>
              <a:gd name="T80" fmla="*/ 11603 w 12126"/>
              <a:gd name="T81" fmla="*/ 224 h 476"/>
              <a:gd name="T82" fmla="*/ 11443 w 12126"/>
              <a:gd name="T83" fmla="*/ 138 h 476"/>
              <a:gd name="T84" fmla="*/ 11922 w 12126"/>
              <a:gd name="T85" fmla="*/ 147 h 476"/>
              <a:gd name="T86" fmla="*/ 12122 w 12126"/>
              <a:gd name="T87" fmla="*/ 137 h 476"/>
              <a:gd name="T88" fmla="*/ 12123 w 12126"/>
              <a:gd name="T89" fmla="*/ 124 h 476"/>
              <a:gd name="T90" fmla="*/ 12066 w 12126"/>
              <a:gd name="T91" fmla="*/ 77 h 476"/>
              <a:gd name="T92" fmla="*/ 11990 w 12126"/>
              <a:gd name="T93" fmla="*/ 56 h 476"/>
              <a:gd name="T94" fmla="*/ 11472 w 12126"/>
              <a:gd name="T95" fmla="*/ 22 h 476"/>
              <a:gd name="T96" fmla="*/ 10059 w 12126"/>
              <a:gd name="T97" fmla="*/ 0 h 476"/>
              <a:gd name="T98" fmla="*/ 7607 w 12126"/>
              <a:gd name="T99" fmla="*/ 23 h 476"/>
              <a:gd name="T100" fmla="*/ 11335 w 12126"/>
              <a:gd name="T101" fmla="*/ 134 h 476"/>
              <a:gd name="T102" fmla="*/ 11270 w 12126"/>
              <a:gd name="T103" fmla="*/ 131 h 476"/>
              <a:gd name="T104" fmla="*/ 11260 w 12126"/>
              <a:gd name="T105" fmla="*/ 124 h 476"/>
              <a:gd name="T106" fmla="*/ 11311 w 12126"/>
              <a:gd name="T107" fmla="*/ 120 h 476"/>
              <a:gd name="T108" fmla="*/ 11362 w 12126"/>
              <a:gd name="T109" fmla="*/ 124 h 476"/>
              <a:gd name="T110" fmla="*/ 11354 w 12126"/>
              <a:gd name="T111" fmla="*/ 131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2126" h="476">
                <a:moveTo>
                  <a:pt x="7607" y="23"/>
                </a:moveTo>
                <a:lnTo>
                  <a:pt x="6967" y="33"/>
                </a:lnTo>
                <a:lnTo>
                  <a:pt x="5162" y="46"/>
                </a:lnTo>
                <a:lnTo>
                  <a:pt x="3246" y="51"/>
                </a:lnTo>
                <a:lnTo>
                  <a:pt x="1796" y="43"/>
                </a:lnTo>
                <a:lnTo>
                  <a:pt x="1483" y="35"/>
                </a:lnTo>
                <a:lnTo>
                  <a:pt x="1063" y="19"/>
                </a:lnTo>
                <a:lnTo>
                  <a:pt x="1126" y="74"/>
                </a:lnTo>
                <a:lnTo>
                  <a:pt x="1146" y="92"/>
                </a:lnTo>
                <a:lnTo>
                  <a:pt x="1197" y="117"/>
                </a:lnTo>
                <a:lnTo>
                  <a:pt x="1283" y="131"/>
                </a:lnTo>
                <a:lnTo>
                  <a:pt x="1437" y="140"/>
                </a:lnTo>
                <a:lnTo>
                  <a:pt x="1555" y="145"/>
                </a:lnTo>
                <a:lnTo>
                  <a:pt x="1726" y="153"/>
                </a:lnTo>
                <a:lnTo>
                  <a:pt x="2169" y="163"/>
                </a:lnTo>
                <a:lnTo>
                  <a:pt x="2367" y="164"/>
                </a:lnTo>
                <a:lnTo>
                  <a:pt x="2796" y="171"/>
                </a:lnTo>
                <a:lnTo>
                  <a:pt x="3184" y="186"/>
                </a:lnTo>
                <a:lnTo>
                  <a:pt x="3222" y="189"/>
                </a:lnTo>
                <a:lnTo>
                  <a:pt x="3243" y="191"/>
                </a:lnTo>
                <a:lnTo>
                  <a:pt x="3173" y="196"/>
                </a:lnTo>
                <a:lnTo>
                  <a:pt x="2669" y="201"/>
                </a:lnTo>
                <a:lnTo>
                  <a:pt x="2040" y="200"/>
                </a:lnTo>
                <a:lnTo>
                  <a:pt x="1434" y="200"/>
                </a:lnTo>
                <a:lnTo>
                  <a:pt x="777" y="204"/>
                </a:lnTo>
                <a:lnTo>
                  <a:pt x="545" y="209"/>
                </a:lnTo>
                <a:lnTo>
                  <a:pt x="524" y="213"/>
                </a:lnTo>
                <a:lnTo>
                  <a:pt x="529" y="227"/>
                </a:lnTo>
                <a:lnTo>
                  <a:pt x="552" y="253"/>
                </a:lnTo>
                <a:lnTo>
                  <a:pt x="555" y="256"/>
                </a:lnTo>
                <a:lnTo>
                  <a:pt x="555" y="262"/>
                </a:lnTo>
                <a:lnTo>
                  <a:pt x="538" y="269"/>
                </a:lnTo>
                <a:lnTo>
                  <a:pt x="434" y="272"/>
                </a:lnTo>
                <a:lnTo>
                  <a:pt x="289" y="265"/>
                </a:lnTo>
                <a:lnTo>
                  <a:pt x="180" y="260"/>
                </a:lnTo>
                <a:lnTo>
                  <a:pt x="72" y="260"/>
                </a:lnTo>
                <a:lnTo>
                  <a:pt x="26" y="265"/>
                </a:lnTo>
                <a:lnTo>
                  <a:pt x="3" y="275"/>
                </a:lnTo>
                <a:lnTo>
                  <a:pt x="0" y="290"/>
                </a:lnTo>
                <a:lnTo>
                  <a:pt x="27" y="324"/>
                </a:lnTo>
                <a:lnTo>
                  <a:pt x="71" y="357"/>
                </a:lnTo>
                <a:lnTo>
                  <a:pt x="148" y="408"/>
                </a:lnTo>
                <a:lnTo>
                  <a:pt x="1709" y="382"/>
                </a:lnTo>
                <a:lnTo>
                  <a:pt x="3153" y="354"/>
                </a:lnTo>
                <a:lnTo>
                  <a:pt x="4312" y="328"/>
                </a:lnTo>
                <a:lnTo>
                  <a:pt x="4791" y="318"/>
                </a:lnTo>
                <a:lnTo>
                  <a:pt x="6041" y="312"/>
                </a:lnTo>
                <a:lnTo>
                  <a:pt x="7354" y="319"/>
                </a:lnTo>
                <a:lnTo>
                  <a:pt x="8172" y="332"/>
                </a:lnTo>
                <a:lnTo>
                  <a:pt x="8575" y="344"/>
                </a:lnTo>
                <a:lnTo>
                  <a:pt x="8710" y="351"/>
                </a:lnTo>
                <a:lnTo>
                  <a:pt x="9120" y="378"/>
                </a:lnTo>
                <a:lnTo>
                  <a:pt x="9940" y="446"/>
                </a:lnTo>
                <a:lnTo>
                  <a:pt x="10101" y="464"/>
                </a:lnTo>
                <a:lnTo>
                  <a:pt x="10173" y="476"/>
                </a:lnTo>
                <a:lnTo>
                  <a:pt x="10110" y="418"/>
                </a:lnTo>
                <a:lnTo>
                  <a:pt x="10090" y="401"/>
                </a:lnTo>
                <a:lnTo>
                  <a:pt x="10033" y="375"/>
                </a:lnTo>
                <a:lnTo>
                  <a:pt x="9933" y="355"/>
                </a:lnTo>
                <a:lnTo>
                  <a:pt x="9753" y="335"/>
                </a:lnTo>
                <a:lnTo>
                  <a:pt x="9619" y="322"/>
                </a:lnTo>
                <a:lnTo>
                  <a:pt x="9185" y="283"/>
                </a:lnTo>
                <a:lnTo>
                  <a:pt x="8352" y="230"/>
                </a:lnTo>
                <a:lnTo>
                  <a:pt x="7926" y="213"/>
                </a:lnTo>
                <a:lnTo>
                  <a:pt x="7440" y="196"/>
                </a:lnTo>
                <a:lnTo>
                  <a:pt x="8039" y="177"/>
                </a:lnTo>
                <a:lnTo>
                  <a:pt x="8266" y="170"/>
                </a:lnTo>
                <a:lnTo>
                  <a:pt x="8787" y="164"/>
                </a:lnTo>
                <a:lnTo>
                  <a:pt x="9644" y="168"/>
                </a:lnTo>
                <a:lnTo>
                  <a:pt x="10476" y="189"/>
                </a:lnTo>
                <a:lnTo>
                  <a:pt x="10957" y="209"/>
                </a:lnTo>
                <a:lnTo>
                  <a:pt x="11332" y="232"/>
                </a:lnTo>
                <a:lnTo>
                  <a:pt x="11516" y="252"/>
                </a:lnTo>
                <a:lnTo>
                  <a:pt x="11590" y="266"/>
                </a:lnTo>
                <a:lnTo>
                  <a:pt x="11606" y="272"/>
                </a:lnTo>
                <a:lnTo>
                  <a:pt x="11631" y="286"/>
                </a:lnTo>
                <a:lnTo>
                  <a:pt x="11660" y="293"/>
                </a:lnTo>
                <a:lnTo>
                  <a:pt x="11670" y="289"/>
                </a:lnTo>
                <a:lnTo>
                  <a:pt x="11670" y="285"/>
                </a:lnTo>
                <a:lnTo>
                  <a:pt x="11669" y="278"/>
                </a:lnTo>
                <a:lnTo>
                  <a:pt x="11652" y="260"/>
                </a:lnTo>
                <a:lnTo>
                  <a:pt x="11603" y="224"/>
                </a:lnTo>
                <a:lnTo>
                  <a:pt x="11558" y="199"/>
                </a:lnTo>
                <a:lnTo>
                  <a:pt x="11443" y="138"/>
                </a:lnTo>
                <a:lnTo>
                  <a:pt x="11785" y="145"/>
                </a:lnTo>
                <a:lnTo>
                  <a:pt x="11922" y="147"/>
                </a:lnTo>
                <a:lnTo>
                  <a:pt x="12070" y="143"/>
                </a:lnTo>
                <a:lnTo>
                  <a:pt x="12122" y="137"/>
                </a:lnTo>
                <a:lnTo>
                  <a:pt x="12126" y="134"/>
                </a:lnTo>
                <a:lnTo>
                  <a:pt x="12123" y="124"/>
                </a:lnTo>
                <a:lnTo>
                  <a:pt x="12090" y="92"/>
                </a:lnTo>
                <a:lnTo>
                  <a:pt x="12066" y="77"/>
                </a:lnTo>
                <a:lnTo>
                  <a:pt x="12053" y="69"/>
                </a:lnTo>
                <a:lnTo>
                  <a:pt x="11990" y="56"/>
                </a:lnTo>
                <a:lnTo>
                  <a:pt x="11826" y="39"/>
                </a:lnTo>
                <a:lnTo>
                  <a:pt x="11472" y="22"/>
                </a:lnTo>
                <a:lnTo>
                  <a:pt x="10987" y="9"/>
                </a:lnTo>
                <a:lnTo>
                  <a:pt x="10059" y="0"/>
                </a:lnTo>
                <a:lnTo>
                  <a:pt x="8495" y="9"/>
                </a:lnTo>
                <a:lnTo>
                  <a:pt x="7607" y="23"/>
                </a:lnTo>
                <a:close/>
                <a:moveTo>
                  <a:pt x="11354" y="131"/>
                </a:moveTo>
                <a:lnTo>
                  <a:pt x="11335" y="134"/>
                </a:lnTo>
                <a:lnTo>
                  <a:pt x="11289" y="134"/>
                </a:lnTo>
                <a:lnTo>
                  <a:pt x="11270" y="131"/>
                </a:lnTo>
                <a:lnTo>
                  <a:pt x="11263" y="128"/>
                </a:lnTo>
                <a:lnTo>
                  <a:pt x="11260" y="124"/>
                </a:lnTo>
                <a:lnTo>
                  <a:pt x="11280" y="120"/>
                </a:lnTo>
                <a:lnTo>
                  <a:pt x="11311" y="120"/>
                </a:lnTo>
                <a:lnTo>
                  <a:pt x="11342" y="120"/>
                </a:lnTo>
                <a:lnTo>
                  <a:pt x="11362" y="124"/>
                </a:lnTo>
                <a:lnTo>
                  <a:pt x="11361" y="128"/>
                </a:lnTo>
                <a:lnTo>
                  <a:pt x="11354" y="13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9" name="Freeform 5">
            <a:extLst>
              <a:ext uri="{FF2B5EF4-FFF2-40B4-BE49-F238E27FC236}">
                <a16:creationId xmlns:a16="http://schemas.microsoft.com/office/drawing/2014/main" id="{9E1BBBA0-A190-474F-BC47-ACA304E962F3}"/>
              </a:ext>
            </a:extLst>
          </p:cNvPr>
          <p:cNvSpPr>
            <a:spLocks noEditPoints="1"/>
          </p:cNvSpPr>
          <p:nvPr/>
        </p:nvSpPr>
        <p:spPr bwMode="auto">
          <a:xfrm>
            <a:off x="636897" y="540135"/>
            <a:ext cx="2732061" cy="99755"/>
          </a:xfrm>
          <a:custGeom>
            <a:avLst/>
            <a:gdLst>
              <a:gd name="T0" fmla="*/ 4477 w 9053"/>
              <a:gd name="T1" fmla="*/ 87 h 641"/>
              <a:gd name="T2" fmla="*/ 2795 w 9053"/>
              <a:gd name="T3" fmla="*/ 166 h 641"/>
              <a:gd name="T4" fmla="*/ 2198 w 9053"/>
              <a:gd name="T5" fmla="*/ 195 h 641"/>
              <a:gd name="T6" fmla="*/ 1656 w 9053"/>
              <a:gd name="T7" fmla="*/ 236 h 641"/>
              <a:gd name="T8" fmla="*/ 1495 w 9053"/>
              <a:gd name="T9" fmla="*/ 262 h 641"/>
              <a:gd name="T10" fmla="*/ 1419 w 9053"/>
              <a:gd name="T11" fmla="*/ 264 h 641"/>
              <a:gd name="T12" fmla="*/ 1302 w 9053"/>
              <a:gd name="T13" fmla="*/ 269 h 641"/>
              <a:gd name="T14" fmla="*/ 1070 w 9053"/>
              <a:gd name="T15" fmla="*/ 290 h 641"/>
              <a:gd name="T16" fmla="*/ 833 w 9053"/>
              <a:gd name="T17" fmla="*/ 331 h 641"/>
              <a:gd name="T18" fmla="*/ 440 w 9053"/>
              <a:gd name="T19" fmla="*/ 350 h 641"/>
              <a:gd name="T20" fmla="*/ 401 w 9053"/>
              <a:gd name="T21" fmla="*/ 395 h 641"/>
              <a:gd name="T22" fmla="*/ 446 w 9053"/>
              <a:gd name="T23" fmla="*/ 444 h 641"/>
              <a:gd name="T24" fmla="*/ 210 w 9053"/>
              <a:gd name="T25" fmla="*/ 415 h 641"/>
              <a:gd name="T26" fmla="*/ 115 w 9053"/>
              <a:gd name="T27" fmla="*/ 375 h 641"/>
              <a:gd name="T28" fmla="*/ 1 w 9053"/>
              <a:gd name="T29" fmla="*/ 423 h 641"/>
              <a:gd name="T30" fmla="*/ 110 w 9053"/>
              <a:gd name="T31" fmla="*/ 522 h 641"/>
              <a:gd name="T32" fmla="*/ 610 w 9053"/>
              <a:gd name="T33" fmla="*/ 641 h 641"/>
              <a:gd name="T34" fmla="*/ 4024 w 9053"/>
              <a:gd name="T35" fmla="*/ 540 h 641"/>
              <a:gd name="T36" fmla="*/ 8930 w 9053"/>
              <a:gd name="T37" fmla="*/ 446 h 641"/>
              <a:gd name="T38" fmla="*/ 9046 w 9053"/>
              <a:gd name="T39" fmla="*/ 360 h 641"/>
              <a:gd name="T40" fmla="*/ 8875 w 9053"/>
              <a:gd name="T41" fmla="*/ 275 h 641"/>
              <a:gd name="T42" fmla="*/ 8768 w 9053"/>
              <a:gd name="T43" fmla="*/ 294 h 641"/>
              <a:gd name="T44" fmla="*/ 8861 w 9053"/>
              <a:gd name="T45" fmla="*/ 222 h 641"/>
              <a:gd name="T46" fmla="*/ 8813 w 9053"/>
              <a:gd name="T47" fmla="*/ 143 h 641"/>
              <a:gd name="T48" fmla="*/ 8876 w 9053"/>
              <a:gd name="T49" fmla="*/ 65 h 641"/>
              <a:gd name="T50" fmla="*/ 3759 w 9053"/>
              <a:gd name="T51" fmla="*/ 168 h 641"/>
              <a:gd name="T52" fmla="*/ 3373 w 9053"/>
              <a:gd name="T53" fmla="*/ 180 h 641"/>
              <a:gd name="T54" fmla="*/ 2636 w 9053"/>
              <a:gd name="T55" fmla="*/ 211 h 641"/>
              <a:gd name="T56" fmla="*/ 2889 w 9053"/>
              <a:gd name="T57" fmla="*/ 198 h 641"/>
              <a:gd name="T58" fmla="*/ 3024 w 9053"/>
              <a:gd name="T59" fmla="*/ 198 h 641"/>
              <a:gd name="T60" fmla="*/ 2450 w 9053"/>
              <a:gd name="T61" fmla="*/ 215 h 641"/>
              <a:gd name="T62" fmla="*/ 6252 w 9053"/>
              <a:gd name="T63" fmla="*/ 289 h 641"/>
              <a:gd name="T64" fmla="*/ 6454 w 9053"/>
              <a:gd name="T65" fmla="*/ 296 h 641"/>
              <a:gd name="T66" fmla="*/ 6591 w 9053"/>
              <a:gd name="T67" fmla="*/ 304 h 641"/>
              <a:gd name="T68" fmla="*/ 6842 w 9053"/>
              <a:gd name="T69" fmla="*/ 296 h 641"/>
              <a:gd name="T70" fmla="*/ 6978 w 9053"/>
              <a:gd name="T71" fmla="*/ 302 h 641"/>
              <a:gd name="T72" fmla="*/ 5062 w 9053"/>
              <a:gd name="T73" fmla="*/ 323 h 641"/>
              <a:gd name="T74" fmla="*/ 5403 w 9053"/>
              <a:gd name="T75" fmla="*/ 307 h 641"/>
              <a:gd name="T76" fmla="*/ 6037 w 9053"/>
              <a:gd name="T77" fmla="*/ 304 h 641"/>
              <a:gd name="T78" fmla="*/ 4618 w 9053"/>
              <a:gd name="T79" fmla="*/ 322 h 641"/>
              <a:gd name="T80" fmla="*/ 4720 w 9053"/>
              <a:gd name="T81" fmla="*/ 314 h 641"/>
              <a:gd name="T82" fmla="*/ 4769 w 9053"/>
              <a:gd name="T83" fmla="*/ 322 h 641"/>
              <a:gd name="T84" fmla="*/ 4414 w 9053"/>
              <a:gd name="T85" fmla="*/ 337 h 641"/>
              <a:gd name="T86" fmla="*/ 1420 w 9053"/>
              <a:gd name="T87" fmla="*/ 356 h 641"/>
              <a:gd name="T88" fmla="*/ 1511 w 9053"/>
              <a:gd name="T89" fmla="*/ 348 h 641"/>
              <a:gd name="T90" fmla="*/ 3855 w 9053"/>
              <a:gd name="T91" fmla="*/ 348 h 641"/>
              <a:gd name="T92" fmla="*/ 3512 w 9053"/>
              <a:gd name="T93" fmla="*/ 364 h 641"/>
              <a:gd name="T94" fmla="*/ 3605 w 9053"/>
              <a:gd name="T95" fmla="*/ 373 h 641"/>
              <a:gd name="T96" fmla="*/ 457 w 9053"/>
              <a:gd name="T97" fmla="*/ 384 h 641"/>
              <a:gd name="T98" fmla="*/ 2261 w 9053"/>
              <a:gd name="T99" fmla="*/ 416 h 641"/>
              <a:gd name="T100" fmla="*/ 2636 w 9053"/>
              <a:gd name="T101" fmla="*/ 408 h 641"/>
              <a:gd name="T102" fmla="*/ 2973 w 9053"/>
              <a:gd name="T103" fmla="*/ 398 h 641"/>
              <a:gd name="T104" fmla="*/ 2973 w 9053"/>
              <a:gd name="T105" fmla="*/ 395 h 641"/>
              <a:gd name="T106" fmla="*/ 2177 w 9053"/>
              <a:gd name="T107" fmla="*/ 403 h 641"/>
              <a:gd name="T108" fmla="*/ 2177 w 9053"/>
              <a:gd name="T109" fmla="*/ 403 h 641"/>
              <a:gd name="T110" fmla="*/ 1738 w 9053"/>
              <a:gd name="T111" fmla="*/ 423 h 641"/>
              <a:gd name="T112" fmla="*/ 1842 w 9053"/>
              <a:gd name="T113" fmla="*/ 416 h 641"/>
              <a:gd name="T114" fmla="*/ 1995 w 9053"/>
              <a:gd name="T115" fmla="*/ 414 h 641"/>
              <a:gd name="T116" fmla="*/ 1308 w 9053"/>
              <a:gd name="T117" fmla="*/ 463 h 641"/>
              <a:gd name="T118" fmla="*/ 1187 w 9053"/>
              <a:gd name="T119" fmla="*/ 483 h 641"/>
              <a:gd name="T120" fmla="*/ 1255 w 9053"/>
              <a:gd name="T121" fmla="*/ 466 h 641"/>
              <a:gd name="T122" fmla="*/ 994 w 9053"/>
              <a:gd name="T123" fmla="*/ 479 h 641"/>
              <a:gd name="T124" fmla="*/ 540 w 9053"/>
              <a:gd name="T125" fmla="*/ 514 h 6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9053" h="641">
                <a:moveTo>
                  <a:pt x="7597" y="4"/>
                </a:moveTo>
                <a:lnTo>
                  <a:pt x="7366" y="8"/>
                </a:lnTo>
                <a:lnTo>
                  <a:pt x="6580" y="18"/>
                </a:lnTo>
                <a:lnTo>
                  <a:pt x="5776" y="27"/>
                </a:lnTo>
                <a:lnTo>
                  <a:pt x="5482" y="34"/>
                </a:lnTo>
                <a:lnTo>
                  <a:pt x="5371" y="39"/>
                </a:lnTo>
                <a:lnTo>
                  <a:pt x="5195" y="43"/>
                </a:lnTo>
                <a:lnTo>
                  <a:pt x="5106" y="45"/>
                </a:lnTo>
                <a:lnTo>
                  <a:pt x="4913" y="55"/>
                </a:lnTo>
                <a:lnTo>
                  <a:pt x="4840" y="61"/>
                </a:lnTo>
                <a:lnTo>
                  <a:pt x="4675" y="74"/>
                </a:lnTo>
                <a:lnTo>
                  <a:pt x="4477" y="87"/>
                </a:lnTo>
                <a:lnTo>
                  <a:pt x="4296" y="95"/>
                </a:lnTo>
                <a:lnTo>
                  <a:pt x="4189" y="102"/>
                </a:lnTo>
                <a:lnTo>
                  <a:pt x="4079" y="109"/>
                </a:lnTo>
                <a:lnTo>
                  <a:pt x="3885" y="117"/>
                </a:lnTo>
                <a:lnTo>
                  <a:pt x="3691" y="125"/>
                </a:lnTo>
                <a:lnTo>
                  <a:pt x="3573" y="135"/>
                </a:lnTo>
                <a:lnTo>
                  <a:pt x="3439" y="144"/>
                </a:lnTo>
                <a:lnTo>
                  <a:pt x="3185" y="152"/>
                </a:lnTo>
                <a:lnTo>
                  <a:pt x="2939" y="160"/>
                </a:lnTo>
                <a:lnTo>
                  <a:pt x="2835" y="168"/>
                </a:lnTo>
                <a:lnTo>
                  <a:pt x="2815" y="169"/>
                </a:lnTo>
                <a:lnTo>
                  <a:pt x="2795" y="166"/>
                </a:lnTo>
                <a:lnTo>
                  <a:pt x="2789" y="160"/>
                </a:lnTo>
                <a:lnTo>
                  <a:pt x="2788" y="157"/>
                </a:lnTo>
                <a:lnTo>
                  <a:pt x="2787" y="151"/>
                </a:lnTo>
                <a:lnTo>
                  <a:pt x="2778" y="148"/>
                </a:lnTo>
                <a:lnTo>
                  <a:pt x="2772" y="150"/>
                </a:lnTo>
                <a:lnTo>
                  <a:pt x="2765" y="154"/>
                </a:lnTo>
                <a:lnTo>
                  <a:pt x="2734" y="160"/>
                </a:lnTo>
                <a:lnTo>
                  <a:pt x="2619" y="173"/>
                </a:lnTo>
                <a:lnTo>
                  <a:pt x="2455" y="186"/>
                </a:lnTo>
                <a:lnTo>
                  <a:pt x="2314" y="198"/>
                </a:lnTo>
                <a:lnTo>
                  <a:pt x="2220" y="200"/>
                </a:lnTo>
                <a:lnTo>
                  <a:pt x="2198" y="195"/>
                </a:lnTo>
                <a:lnTo>
                  <a:pt x="2197" y="190"/>
                </a:lnTo>
                <a:lnTo>
                  <a:pt x="2196" y="187"/>
                </a:lnTo>
                <a:lnTo>
                  <a:pt x="2191" y="183"/>
                </a:lnTo>
                <a:lnTo>
                  <a:pt x="2174" y="182"/>
                </a:lnTo>
                <a:lnTo>
                  <a:pt x="2159" y="186"/>
                </a:lnTo>
                <a:lnTo>
                  <a:pt x="2137" y="192"/>
                </a:lnTo>
                <a:lnTo>
                  <a:pt x="2057" y="202"/>
                </a:lnTo>
                <a:lnTo>
                  <a:pt x="2010" y="205"/>
                </a:lnTo>
                <a:lnTo>
                  <a:pt x="1897" y="211"/>
                </a:lnTo>
                <a:lnTo>
                  <a:pt x="1774" y="220"/>
                </a:lnTo>
                <a:lnTo>
                  <a:pt x="1713" y="224"/>
                </a:lnTo>
                <a:lnTo>
                  <a:pt x="1656" y="236"/>
                </a:lnTo>
                <a:lnTo>
                  <a:pt x="1635" y="247"/>
                </a:lnTo>
                <a:lnTo>
                  <a:pt x="1629" y="254"/>
                </a:lnTo>
                <a:lnTo>
                  <a:pt x="1623" y="261"/>
                </a:lnTo>
                <a:lnTo>
                  <a:pt x="1611" y="270"/>
                </a:lnTo>
                <a:lnTo>
                  <a:pt x="1598" y="271"/>
                </a:lnTo>
                <a:lnTo>
                  <a:pt x="1577" y="263"/>
                </a:lnTo>
                <a:lnTo>
                  <a:pt x="1563" y="256"/>
                </a:lnTo>
                <a:lnTo>
                  <a:pt x="1545" y="247"/>
                </a:lnTo>
                <a:lnTo>
                  <a:pt x="1516" y="238"/>
                </a:lnTo>
                <a:lnTo>
                  <a:pt x="1496" y="241"/>
                </a:lnTo>
                <a:lnTo>
                  <a:pt x="1490" y="253"/>
                </a:lnTo>
                <a:lnTo>
                  <a:pt x="1495" y="262"/>
                </a:lnTo>
                <a:lnTo>
                  <a:pt x="1498" y="269"/>
                </a:lnTo>
                <a:lnTo>
                  <a:pt x="1494" y="281"/>
                </a:lnTo>
                <a:lnTo>
                  <a:pt x="1488" y="286"/>
                </a:lnTo>
                <a:lnTo>
                  <a:pt x="1482" y="289"/>
                </a:lnTo>
                <a:lnTo>
                  <a:pt x="1467" y="286"/>
                </a:lnTo>
                <a:lnTo>
                  <a:pt x="1462" y="279"/>
                </a:lnTo>
                <a:lnTo>
                  <a:pt x="1456" y="272"/>
                </a:lnTo>
                <a:lnTo>
                  <a:pt x="1442" y="268"/>
                </a:lnTo>
                <a:lnTo>
                  <a:pt x="1435" y="271"/>
                </a:lnTo>
                <a:lnTo>
                  <a:pt x="1428" y="274"/>
                </a:lnTo>
                <a:lnTo>
                  <a:pt x="1420" y="270"/>
                </a:lnTo>
                <a:lnTo>
                  <a:pt x="1419" y="264"/>
                </a:lnTo>
                <a:lnTo>
                  <a:pt x="1418" y="257"/>
                </a:lnTo>
                <a:lnTo>
                  <a:pt x="1404" y="247"/>
                </a:lnTo>
                <a:lnTo>
                  <a:pt x="1394" y="246"/>
                </a:lnTo>
                <a:lnTo>
                  <a:pt x="1384" y="247"/>
                </a:lnTo>
                <a:lnTo>
                  <a:pt x="1370" y="263"/>
                </a:lnTo>
                <a:lnTo>
                  <a:pt x="1369" y="274"/>
                </a:lnTo>
                <a:lnTo>
                  <a:pt x="1368" y="286"/>
                </a:lnTo>
                <a:lnTo>
                  <a:pt x="1361" y="292"/>
                </a:lnTo>
                <a:lnTo>
                  <a:pt x="1355" y="286"/>
                </a:lnTo>
                <a:lnTo>
                  <a:pt x="1351" y="281"/>
                </a:lnTo>
                <a:lnTo>
                  <a:pt x="1336" y="275"/>
                </a:lnTo>
                <a:lnTo>
                  <a:pt x="1302" y="269"/>
                </a:lnTo>
                <a:lnTo>
                  <a:pt x="1247" y="271"/>
                </a:lnTo>
                <a:lnTo>
                  <a:pt x="1199" y="282"/>
                </a:lnTo>
                <a:lnTo>
                  <a:pt x="1186" y="291"/>
                </a:lnTo>
                <a:lnTo>
                  <a:pt x="1175" y="300"/>
                </a:lnTo>
                <a:lnTo>
                  <a:pt x="1156" y="310"/>
                </a:lnTo>
                <a:lnTo>
                  <a:pt x="1142" y="311"/>
                </a:lnTo>
                <a:lnTo>
                  <a:pt x="1132" y="303"/>
                </a:lnTo>
                <a:lnTo>
                  <a:pt x="1132" y="294"/>
                </a:lnTo>
                <a:lnTo>
                  <a:pt x="1131" y="291"/>
                </a:lnTo>
                <a:lnTo>
                  <a:pt x="1124" y="286"/>
                </a:lnTo>
                <a:lnTo>
                  <a:pt x="1104" y="284"/>
                </a:lnTo>
                <a:lnTo>
                  <a:pt x="1070" y="290"/>
                </a:lnTo>
                <a:lnTo>
                  <a:pt x="1038" y="303"/>
                </a:lnTo>
                <a:lnTo>
                  <a:pt x="1031" y="311"/>
                </a:lnTo>
                <a:lnTo>
                  <a:pt x="1024" y="319"/>
                </a:lnTo>
                <a:lnTo>
                  <a:pt x="1003" y="332"/>
                </a:lnTo>
                <a:lnTo>
                  <a:pt x="980" y="338"/>
                </a:lnTo>
                <a:lnTo>
                  <a:pt x="965" y="335"/>
                </a:lnTo>
                <a:lnTo>
                  <a:pt x="963" y="330"/>
                </a:lnTo>
                <a:lnTo>
                  <a:pt x="962" y="324"/>
                </a:lnTo>
                <a:lnTo>
                  <a:pt x="953" y="317"/>
                </a:lnTo>
                <a:lnTo>
                  <a:pt x="927" y="312"/>
                </a:lnTo>
                <a:lnTo>
                  <a:pt x="878" y="316"/>
                </a:lnTo>
                <a:lnTo>
                  <a:pt x="833" y="331"/>
                </a:lnTo>
                <a:lnTo>
                  <a:pt x="819" y="342"/>
                </a:lnTo>
                <a:lnTo>
                  <a:pt x="805" y="355"/>
                </a:lnTo>
                <a:lnTo>
                  <a:pt x="790" y="359"/>
                </a:lnTo>
                <a:lnTo>
                  <a:pt x="782" y="353"/>
                </a:lnTo>
                <a:lnTo>
                  <a:pt x="778" y="347"/>
                </a:lnTo>
                <a:lnTo>
                  <a:pt x="773" y="341"/>
                </a:lnTo>
                <a:lnTo>
                  <a:pt x="755" y="334"/>
                </a:lnTo>
                <a:lnTo>
                  <a:pt x="707" y="332"/>
                </a:lnTo>
                <a:lnTo>
                  <a:pt x="647" y="338"/>
                </a:lnTo>
                <a:lnTo>
                  <a:pt x="524" y="352"/>
                </a:lnTo>
                <a:lnTo>
                  <a:pt x="452" y="355"/>
                </a:lnTo>
                <a:lnTo>
                  <a:pt x="440" y="350"/>
                </a:lnTo>
                <a:lnTo>
                  <a:pt x="439" y="345"/>
                </a:lnTo>
                <a:lnTo>
                  <a:pt x="438" y="339"/>
                </a:lnTo>
                <a:lnTo>
                  <a:pt x="428" y="331"/>
                </a:lnTo>
                <a:lnTo>
                  <a:pt x="421" y="330"/>
                </a:lnTo>
                <a:lnTo>
                  <a:pt x="417" y="330"/>
                </a:lnTo>
                <a:lnTo>
                  <a:pt x="412" y="336"/>
                </a:lnTo>
                <a:lnTo>
                  <a:pt x="408" y="350"/>
                </a:lnTo>
                <a:lnTo>
                  <a:pt x="411" y="363"/>
                </a:lnTo>
                <a:lnTo>
                  <a:pt x="414" y="377"/>
                </a:lnTo>
                <a:lnTo>
                  <a:pt x="411" y="391"/>
                </a:lnTo>
                <a:lnTo>
                  <a:pt x="405" y="395"/>
                </a:lnTo>
                <a:lnTo>
                  <a:pt x="401" y="395"/>
                </a:lnTo>
                <a:lnTo>
                  <a:pt x="371" y="393"/>
                </a:lnTo>
                <a:lnTo>
                  <a:pt x="322" y="395"/>
                </a:lnTo>
                <a:lnTo>
                  <a:pt x="286" y="397"/>
                </a:lnTo>
                <a:lnTo>
                  <a:pt x="275" y="404"/>
                </a:lnTo>
                <a:lnTo>
                  <a:pt x="285" y="416"/>
                </a:lnTo>
                <a:lnTo>
                  <a:pt x="296" y="424"/>
                </a:lnTo>
                <a:lnTo>
                  <a:pt x="304" y="430"/>
                </a:lnTo>
                <a:lnTo>
                  <a:pt x="325" y="438"/>
                </a:lnTo>
                <a:lnTo>
                  <a:pt x="363" y="444"/>
                </a:lnTo>
                <a:lnTo>
                  <a:pt x="393" y="443"/>
                </a:lnTo>
                <a:lnTo>
                  <a:pt x="418" y="441"/>
                </a:lnTo>
                <a:lnTo>
                  <a:pt x="446" y="444"/>
                </a:lnTo>
                <a:lnTo>
                  <a:pt x="455" y="448"/>
                </a:lnTo>
                <a:lnTo>
                  <a:pt x="456" y="451"/>
                </a:lnTo>
                <a:lnTo>
                  <a:pt x="454" y="454"/>
                </a:lnTo>
                <a:lnTo>
                  <a:pt x="436" y="459"/>
                </a:lnTo>
                <a:lnTo>
                  <a:pt x="381" y="462"/>
                </a:lnTo>
                <a:lnTo>
                  <a:pt x="332" y="461"/>
                </a:lnTo>
                <a:lnTo>
                  <a:pt x="293" y="460"/>
                </a:lnTo>
                <a:lnTo>
                  <a:pt x="244" y="456"/>
                </a:lnTo>
                <a:lnTo>
                  <a:pt x="217" y="448"/>
                </a:lnTo>
                <a:lnTo>
                  <a:pt x="208" y="435"/>
                </a:lnTo>
                <a:lnTo>
                  <a:pt x="208" y="426"/>
                </a:lnTo>
                <a:lnTo>
                  <a:pt x="210" y="415"/>
                </a:lnTo>
                <a:lnTo>
                  <a:pt x="223" y="402"/>
                </a:lnTo>
                <a:lnTo>
                  <a:pt x="231" y="403"/>
                </a:lnTo>
                <a:lnTo>
                  <a:pt x="240" y="406"/>
                </a:lnTo>
                <a:lnTo>
                  <a:pt x="246" y="398"/>
                </a:lnTo>
                <a:lnTo>
                  <a:pt x="244" y="390"/>
                </a:lnTo>
                <a:lnTo>
                  <a:pt x="241" y="385"/>
                </a:lnTo>
                <a:lnTo>
                  <a:pt x="227" y="377"/>
                </a:lnTo>
                <a:lnTo>
                  <a:pt x="195" y="369"/>
                </a:lnTo>
                <a:lnTo>
                  <a:pt x="165" y="368"/>
                </a:lnTo>
                <a:lnTo>
                  <a:pt x="137" y="369"/>
                </a:lnTo>
                <a:lnTo>
                  <a:pt x="117" y="372"/>
                </a:lnTo>
                <a:lnTo>
                  <a:pt x="115" y="375"/>
                </a:lnTo>
                <a:lnTo>
                  <a:pt x="119" y="377"/>
                </a:lnTo>
                <a:lnTo>
                  <a:pt x="132" y="382"/>
                </a:lnTo>
                <a:lnTo>
                  <a:pt x="157" y="399"/>
                </a:lnTo>
                <a:lnTo>
                  <a:pt x="176" y="420"/>
                </a:lnTo>
                <a:lnTo>
                  <a:pt x="183" y="437"/>
                </a:lnTo>
                <a:lnTo>
                  <a:pt x="180" y="443"/>
                </a:lnTo>
                <a:lnTo>
                  <a:pt x="172" y="445"/>
                </a:lnTo>
                <a:lnTo>
                  <a:pt x="131" y="441"/>
                </a:lnTo>
                <a:lnTo>
                  <a:pt x="104" y="434"/>
                </a:lnTo>
                <a:lnTo>
                  <a:pt x="52" y="420"/>
                </a:lnTo>
                <a:lnTo>
                  <a:pt x="11" y="416"/>
                </a:lnTo>
                <a:lnTo>
                  <a:pt x="1" y="423"/>
                </a:lnTo>
                <a:lnTo>
                  <a:pt x="0" y="429"/>
                </a:lnTo>
                <a:lnTo>
                  <a:pt x="1" y="433"/>
                </a:lnTo>
                <a:lnTo>
                  <a:pt x="16" y="441"/>
                </a:lnTo>
                <a:lnTo>
                  <a:pt x="53" y="457"/>
                </a:lnTo>
                <a:lnTo>
                  <a:pt x="89" y="466"/>
                </a:lnTo>
                <a:lnTo>
                  <a:pt x="128" y="475"/>
                </a:lnTo>
                <a:lnTo>
                  <a:pt x="223" y="505"/>
                </a:lnTo>
                <a:lnTo>
                  <a:pt x="262" y="519"/>
                </a:lnTo>
                <a:lnTo>
                  <a:pt x="347" y="550"/>
                </a:lnTo>
                <a:lnTo>
                  <a:pt x="262" y="540"/>
                </a:lnTo>
                <a:lnTo>
                  <a:pt x="182" y="530"/>
                </a:lnTo>
                <a:lnTo>
                  <a:pt x="110" y="522"/>
                </a:lnTo>
                <a:lnTo>
                  <a:pt x="43" y="514"/>
                </a:lnTo>
                <a:lnTo>
                  <a:pt x="119" y="547"/>
                </a:lnTo>
                <a:lnTo>
                  <a:pt x="150" y="560"/>
                </a:lnTo>
                <a:lnTo>
                  <a:pt x="204" y="579"/>
                </a:lnTo>
                <a:lnTo>
                  <a:pt x="218" y="581"/>
                </a:lnTo>
                <a:lnTo>
                  <a:pt x="229" y="584"/>
                </a:lnTo>
                <a:lnTo>
                  <a:pt x="254" y="600"/>
                </a:lnTo>
                <a:lnTo>
                  <a:pt x="264" y="611"/>
                </a:lnTo>
                <a:lnTo>
                  <a:pt x="271" y="621"/>
                </a:lnTo>
                <a:lnTo>
                  <a:pt x="303" y="633"/>
                </a:lnTo>
                <a:lnTo>
                  <a:pt x="424" y="641"/>
                </a:lnTo>
                <a:lnTo>
                  <a:pt x="610" y="641"/>
                </a:lnTo>
                <a:lnTo>
                  <a:pt x="748" y="641"/>
                </a:lnTo>
                <a:lnTo>
                  <a:pt x="999" y="634"/>
                </a:lnTo>
                <a:lnTo>
                  <a:pt x="1072" y="630"/>
                </a:lnTo>
                <a:lnTo>
                  <a:pt x="1242" y="616"/>
                </a:lnTo>
                <a:lnTo>
                  <a:pt x="1561" y="597"/>
                </a:lnTo>
                <a:lnTo>
                  <a:pt x="1723" y="591"/>
                </a:lnTo>
                <a:lnTo>
                  <a:pt x="1931" y="585"/>
                </a:lnTo>
                <a:lnTo>
                  <a:pt x="2131" y="576"/>
                </a:lnTo>
                <a:lnTo>
                  <a:pt x="2463" y="566"/>
                </a:lnTo>
                <a:lnTo>
                  <a:pt x="3130" y="555"/>
                </a:lnTo>
                <a:lnTo>
                  <a:pt x="3774" y="547"/>
                </a:lnTo>
                <a:lnTo>
                  <a:pt x="4024" y="540"/>
                </a:lnTo>
                <a:lnTo>
                  <a:pt x="4190" y="534"/>
                </a:lnTo>
                <a:lnTo>
                  <a:pt x="4544" y="524"/>
                </a:lnTo>
                <a:lnTo>
                  <a:pt x="4895" y="513"/>
                </a:lnTo>
                <a:lnTo>
                  <a:pt x="5051" y="505"/>
                </a:lnTo>
                <a:lnTo>
                  <a:pt x="5269" y="501"/>
                </a:lnTo>
                <a:lnTo>
                  <a:pt x="7064" y="486"/>
                </a:lnTo>
                <a:lnTo>
                  <a:pt x="8421" y="479"/>
                </a:lnTo>
                <a:lnTo>
                  <a:pt x="8583" y="479"/>
                </a:lnTo>
                <a:lnTo>
                  <a:pt x="8794" y="474"/>
                </a:lnTo>
                <a:lnTo>
                  <a:pt x="8879" y="466"/>
                </a:lnTo>
                <a:lnTo>
                  <a:pt x="8911" y="457"/>
                </a:lnTo>
                <a:lnTo>
                  <a:pt x="8930" y="446"/>
                </a:lnTo>
                <a:lnTo>
                  <a:pt x="8936" y="430"/>
                </a:lnTo>
                <a:lnTo>
                  <a:pt x="8937" y="421"/>
                </a:lnTo>
                <a:lnTo>
                  <a:pt x="8936" y="415"/>
                </a:lnTo>
                <a:lnTo>
                  <a:pt x="8923" y="405"/>
                </a:lnTo>
                <a:lnTo>
                  <a:pt x="8879" y="396"/>
                </a:lnTo>
                <a:lnTo>
                  <a:pt x="8823" y="393"/>
                </a:lnTo>
                <a:lnTo>
                  <a:pt x="8759" y="392"/>
                </a:lnTo>
                <a:lnTo>
                  <a:pt x="8780" y="387"/>
                </a:lnTo>
                <a:lnTo>
                  <a:pt x="8872" y="382"/>
                </a:lnTo>
                <a:lnTo>
                  <a:pt x="8938" y="377"/>
                </a:lnTo>
                <a:lnTo>
                  <a:pt x="9033" y="365"/>
                </a:lnTo>
                <a:lnTo>
                  <a:pt x="9046" y="360"/>
                </a:lnTo>
                <a:lnTo>
                  <a:pt x="9053" y="351"/>
                </a:lnTo>
                <a:lnTo>
                  <a:pt x="9052" y="329"/>
                </a:lnTo>
                <a:lnTo>
                  <a:pt x="9038" y="309"/>
                </a:lnTo>
                <a:lnTo>
                  <a:pt x="9015" y="296"/>
                </a:lnTo>
                <a:lnTo>
                  <a:pt x="9001" y="296"/>
                </a:lnTo>
                <a:lnTo>
                  <a:pt x="8957" y="298"/>
                </a:lnTo>
                <a:lnTo>
                  <a:pt x="8902" y="297"/>
                </a:lnTo>
                <a:lnTo>
                  <a:pt x="8873" y="296"/>
                </a:lnTo>
                <a:lnTo>
                  <a:pt x="8859" y="290"/>
                </a:lnTo>
                <a:lnTo>
                  <a:pt x="8863" y="283"/>
                </a:lnTo>
                <a:lnTo>
                  <a:pt x="8869" y="279"/>
                </a:lnTo>
                <a:lnTo>
                  <a:pt x="8875" y="275"/>
                </a:lnTo>
                <a:lnTo>
                  <a:pt x="8878" y="269"/>
                </a:lnTo>
                <a:lnTo>
                  <a:pt x="8864" y="264"/>
                </a:lnTo>
                <a:lnTo>
                  <a:pt x="8835" y="264"/>
                </a:lnTo>
                <a:lnTo>
                  <a:pt x="8804" y="264"/>
                </a:lnTo>
                <a:lnTo>
                  <a:pt x="8793" y="269"/>
                </a:lnTo>
                <a:lnTo>
                  <a:pt x="8801" y="275"/>
                </a:lnTo>
                <a:lnTo>
                  <a:pt x="8810" y="279"/>
                </a:lnTo>
                <a:lnTo>
                  <a:pt x="8819" y="283"/>
                </a:lnTo>
                <a:lnTo>
                  <a:pt x="8828" y="289"/>
                </a:lnTo>
                <a:lnTo>
                  <a:pt x="8819" y="294"/>
                </a:lnTo>
                <a:lnTo>
                  <a:pt x="8791" y="294"/>
                </a:lnTo>
                <a:lnTo>
                  <a:pt x="8768" y="294"/>
                </a:lnTo>
                <a:lnTo>
                  <a:pt x="8741" y="285"/>
                </a:lnTo>
                <a:lnTo>
                  <a:pt x="8730" y="276"/>
                </a:lnTo>
                <a:lnTo>
                  <a:pt x="8727" y="271"/>
                </a:lnTo>
                <a:lnTo>
                  <a:pt x="8725" y="264"/>
                </a:lnTo>
                <a:lnTo>
                  <a:pt x="8730" y="254"/>
                </a:lnTo>
                <a:lnTo>
                  <a:pt x="8764" y="246"/>
                </a:lnTo>
                <a:lnTo>
                  <a:pt x="8815" y="243"/>
                </a:lnTo>
                <a:lnTo>
                  <a:pt x="8860" y="242"/>
                </a:lnTo>
                <a:lnTo>
                  <a:pt x="8887" y="237"/>
                </a:lnTo>
                <a:lnTo>
                  <a:pt x="8885" y="232"/>
                </a:lnTo>
                <a:lnTo>
                  <a:pt x="8877" y="228"/>
                </a:lnTo>
                <a:lnTo>
                  <a:pt x="8861" y="222"/>
                </a:lnTo>
                <a:lnTo>
                  <a:pt x="8809" y="214"/>
                </a:lnTo>
                <a:lnTo>
                  <a:pt x="8783" y="213"/>
                </a:lnTo>
                <a:lnTo>
                  <a:pt x="8757" y="211"/>
                </a:lnTo>
                <a:lnTo>
                  <a:pt x="8719" y="204"/>
                </a:lnTo>
                <a:lnTo>
                  <a:pt x="8712" y="200"/>
                </a:lnTo>
                <a:lnTo>
                  <a:pt x="8708" y="196"/>
                </a:lnTo>
                <a:lnTo>
                  <a:pt x="8707" y="187"/>
                </a:lnTo>
                <a:lnTo>
                  <a:pt x="8713" y="173"/>
                </a:lnTo>
                <a:lnTo>
                  <a:pt x="8737" y="155"/>
                </a:lnTo>
                <a:lnTo>
                  <a:pt x="8774" y="145"/>
                </a:lnTo>
                <a:lnTo>
                  <a:pt x="8795" y="144"/>
                </a:lnTo>
                <a:lnTo>
                  <a:pt x="8813" y="143"/>
                </a:lnTo>
                <a:lnTo>
                  <a:pt x="8843" y="134"/>
                </a:lnTo>
                <a:lnTo>
                  <a:pt x="8854" y="124"/>
                </a:lnTo>
                <a:lnTo>
                  <a:pt x="8856" y="118"/>
                </a:lnTo>
                <a:lnTo>
                  <a:pt x="8848" y="111"/>
                </a:lnTo>
                <a:lnTo>
                  <a:pt x="8831" y="109"/>
                </a:lnTo>
                <a:lnTo>
                  <a:pt x="8828" y="108"/>
                </a:lnTo>
                <a:lnTo>
                  <a:pt x="8825" y="106"/>
                </a:lnTo>
                <a:lnTo>
                  <a:pt x="8832" y="100"/>
                </a:lnTo>
                <a:lnTo>
                  <a:pt x="8846" y="94"/>
                </a:lnTo>
                <a:lnTo>
                  <a:pt x="8854" y="90"/>
                </a:lnTo>
                <a:lnTo>
                  <a:pt x="8867" y="79"/>
                </a:lnTo>
                <a:lnTo>
                  <a:pt x="8876" y="65"/>
                </a:lnTo>
                <a:lnTo>
                  <a:pt x="8879" y="49"/>
                </a:lnTo>
                <a:lnTo>
                  <a:pt x="8879" y="39"/>
                </a:lnTo>
                <a:lnTo>
                  <a:pt x="8877" y="0"/>
                </a:lnTo>
                <a:lnTo>
                  <a:pt x="8238" y="0"/>
                </a:lnTo>
                <a:lnTo>
                  <a:pt x="7743" y="1"/>
                </a:lnTo>
                <a:lnTo>
                  <a:pt x="7597" y="4"/>
                </a:lnTo>
                <a:close/>
                <a:moveTo>
                  <a:pt x="3806" y="173"/>
                </a:moveTo>
                <a:lnTo>
                  <a:pt x="3796" y="175"/>
                </a:lnTo>
                <a:lnTo>
                  <a:pt x="3773" y="175"/>
                </a:lnTo>
                <a:lnTo>
                  <a:pt x="3764" y="173"/>
                </a:lnTo>
                <a:lnTo>
                  <a:pt x="3761" y="171"/>
                </a:lnTo>
                <a:lnTo>
                  <a:pt x="3759" y="168"/>
                </a:lnTo>
                <a:lnTo>
                  <a:pt x="3769" y="164"/>
                </a:lnTo>
                <a:lnTo>
                  <a:pt x="3784" y="164"/>
                </a:lnTo>
                <a:lnTo>
                  <a:pt x="3800" y="164"/>
                </a:lnTo>
                <a:lnTo>
                  <a:pt x="3810" y="168"/>
                </a:lnTo>
                <a:lnTo>
                  <a:pt x="3809" y="171"/>
                </a:lnTo>
                <a:lnTo>
                  <a:pt x="3806" y="173"/>
                </a:lnTo>
                <a:close/>
                <a:moveTo>
                  <a:pt x="3408" y="188"/>
                </a:moveTo>
                <a:lnTo>
                  <a:pt x="3403" y="191"/>
                </a:lnTo>
                <a:lnTo>
                  <a:pt x="3385" y="193"/>
                </a:lnTo>
                <a:lnTo>
                  <a:pt x="3375" y="190"/>
                </a:lnTo>
                <a:lnTo>
                  <a:pt x="3367" y="186"/>
                </a:lnTo>
                <a:lnTo>
                  <a:pt x="3373" y="180"/>
                </a:lnTo>
                <a:lnTo>
                  <a:pt x="3386" y="180"/>
                </a:lnTo>
                <a:lnTo>
                  <a:pt x="3399" y="179"/>
                </a:lnTo>
                <a:lnTo>
                  <a:pt x="3409" y="183"/>
                </a:lnTo>
                <a:lnTo>
                  <a:pt x="3410" y="186"/>
                </a:lnTo>
                <a:lnTo>
                  <a:pt x="3408" y="188"/>
                </a:lnTo>
                <a:close/>
                <a:moveTo>
                  <a:pt x="2661" y="211"/>
                </a:moveTo>
                <a:lnTo>
                  <a:pt x="2656" y="218"/>
                </a:lnTo>
                <a:lnTo>
                  <a:pt x="2639" y="227"/>
                </a:lnTo>
                <a:lnTo>
                  <a:pt x="2630" y="228"/>
                </a:lnTo>
                <a:lnTo>
                  <a:pt x="2623" y="227"/>
                </a:lnTo>
                <a:lnTo>
                  <a:pt x="2625" y="218"/>
                </a:lnTo>
                <a:lnTo>
                  <a:pt x="2636" y="211"/>
                </a:lnTo>
                <a:lnTo>
                  <a:pt x="2657" y="199"/>
                </a:lnTo>
                <a:lnTo>
                  <a:pt x="2668" y="197"/>
                </a:lnTo>
                <a:lnTo>
                  <a:pt x="2665" y="204"/>
                </a:lnTo>
                <a:lnTo>
                  <a:pt x="2661" y="211"/>
                </a:lnTo>
                <a:close/>
                <a:moveTo>
                  <a:pt x="2911" y="206"/>
                </a:moveTo>
                <a:lnTo>
                  <a:pt x="2901" y="208"/>
                </a:lnTo>
                <a:lnTo>
                  <a:pt x="2878" y="208"/>
                </a:lnTo>
                <a:lnTo>
                  <a:pt x="2869" y="206"/>
                </a:lnTo>
                <a:lnTo>
                  <a:pt x="2865" y="205"/>
                </a:lnTo>
                <a:lnTo>
                  <a:pt x="2864" y="201"/>
                </a:lnTo>
                <a:lnTo>
                  <a:pt x="2873" y="198"/>
                </a:lnTo>
                <a:lnTo>
                  <a:pt x="2889" y="198"/>
                </a:lnTo>
                <a:lnTo>
                  <a:pt x="2905" y="198"/>
                </a:lnTo>
                <a:lnTo>
                  <a:pt x="2915" y="201"/>
                </a:lnTo>
                <a:lnTo>
                  <a:pt x="2914" y="205"/>
                </a:lnTo>
                <a:lnTo>
                  <a:pt x="2911" y="206"/>
                </a:lnTo>
                <a:close/>
                <a:moveTo>
                  <a:pt x="3046" y="206"/>
                </a:moveTo>
                <a:lnTo>
                  <a:pt x="3036" y="208"/>
                </a:lnTo>
                <a:lnTo>
                  <a:pt x="3013" y="208"/>
                </a:lnTo>
                <a:lnTo>
                  <a:pt x="3003" y="206"/>
                </a:lnTo>
                <a:lnTo>
                  <a:pt x="3000" y="205"/>
                </a:lnTo>
                <a:lnTo>
                  <a:pt x="2998" y="201"/>
                </a:lnTo>
                <a:lnTo>
                  <a:pt x="3009" y="198"/>
                </a:lnTo>
                <a:lnTo>
                  <a:pt x="3024" y="198"/>
                </a:lnTo>
                <a:lnTo>
                  <a:pt x="3040" y="198"/>
                </a:lnTo>
                <a:lnTo>
                  <a:pt x="3050" y="201"/>
                </a:lnTo>
                <a:lnTo>
                  <a:pt x="3049" y="205"/>
                </a:lnTo>
                <a:lnTo>
                  <a:pt x="3046" y="206"/>
                </a:lnTo>
                <a:close/>
                <a:moveTo>
                  <a:pt x="2480" y="223"/>
                </a:moveTo>
                <a:lnTo>
                  <a:pt x="2466" y="225"/>
                </a:lnTo>
                <a:lnTo>
                  <a:pt x="2434" y="225"/>
                </a:lnTo>
                <a:lnTo>
                  <a:pt x="2421" y="223"/>
                </a:lnTo>
                <a:lnTo>
                  <a:pt x="2416" y="221"/>
                </a:lnTo>
                <a:lnTo>
                  <a:pt x="2414" y="218"/>
                </a:lnTo>
                <a:lnTo>
                  <a:pt x="2428" y="215"/>
                </a:lnTo>
                <a:lnTo>
                  <a:pt x="2450" y="215"/>
                </a:lnTo>
                <a:lnTo>
                  <a:pt x="2471" y="215"/>
                </a:lnTo>
                <a:lnTo>
                  <a:pt x="2486" y="218"/>
                </a:lnTo>
                <a:lnTo>
                  <a:pt x="2485" y="221"/>
                </a:lnTo>
                <a:lnTo>
                  <a:pt x="2480" y="223"/>
                </a:lnTo>
                <a:close/>
                <a:moveTo>
                  <a:pt x="6284" y="296"/>
                </a:moveTo>
                <a:lnTo>
                  <a:pt x="6283" y="302"/>
                </a:lnTo>
                <a:lnTo>
                  <a:pt x="6274" y="311"/>
                </a:lnTo>
                <a:lnTo>
                  <a:pt x="6267" y="312"/>
                </a:lnTo>
                <a:lnTo>
                  <a:pt x="6261" y="311"/>
                </a:lnTo>
                <a:lnTo>
                  <a:pt x="6252" y="302"/>
                </a:lnTo>
                <a:lnTo>
                  <a:pt x="6251" y="296"/>
                </a:lnTo>
                <a:lnTo>
                  <a:pt x="6252" y="289"/>
                </a:lnTo>
                <a:lnTo>
                  <a:pt x="6261" y="280"/>
                </a:lnTo>
                <a:lnTo>
                  <a:pt x="6267" y="279"/>
                </a:lnTo>
                <a:lnTo>
                  <a:pt x="6274" y="280"/>
                </a:lnTo>
                <a:lnTo>
                  <a:pt x="6283" y="289"/>
                </a:lnTo>
                <a:lnTo>
                  <a:pt x="6284" y="296"/>
                </a:lnTo>
                <a:close/>
                <a:moveTo>
                  <a:pt x="6479" y="296"/>
                </a:moveTo>
                <a:lnTo>
                  <a:pt x="6481" y="302"/>
                </a:lnTo>
                <a:lnTo>
                  <a:pt x="6478" y="311"/>
                </a:lnTo>
                <a:lnTo>
                  <a:pt x="6472" y="312"/>
                </a:lnTo>
                <a:lnTo>
                  <a:pt x="6465" y="311"/>
                </a:lnTo>
                <a:lnTo>
                  <a:pt x="6455" y="302"/>
                </a:lnTo>
                <a:lnTo>
                  <a:pt x="6454" y="296"/>
                </a:lnTo>
                <a:lnTo>
                  <a:pt x="6454" y="289"/>
                </a:lnTo>
                <a:lnTo>
                  <a:pt x="6458" y="280"/>
                </a:lnTo>
                <a:lnTo>
                  <a:pt x="6460" y="279"/>
                </a:lnTo>
                <a:lnTo>
                  <a:pt x="6464" y="280"/>
                </a:lnTo>
                <a:lnTo>
                  <a:pt x="6474" y="289"/>
                </a:lnTo>
                <a:lnTo>
                  <a:pt x="6479" y="296"/>
                </a:lnTo>
                <a:close/>
                <a:moveTo>
                  <a:pt x="6639" y="296"/>
                </a:moveTo>
                <a:lnTo>
                  <a:pt x="6637" y="302"/>
                </a:lnTo>
                <a:lnTo>
                  <a:pt x="6622" y="311"/>
                </a:lnTo>
                <a:lnTo>
                  <a:pt x="6611" y="312"/>
                </a:lnTo>
                <a:lnTo>
                  <a:pt x="6595" y="312"/>
                </a:lnTo>
                <a:lnTo>
                  <a:pt x="6591" y="304"/>
                </a:lnTo>
                <a:lnTo>
                  <a:pt x="6606" y="296"/>
                </a:lnTo>
                <a:lnTo>
                  <a:pt x="6626" y="283"/>
                </a:lnTo>
                <a:lnTo>
                  <a:pt x="6637" y="281"/>
                </a:lnTo>
                <a:lnTo>
                  <a:pt x="6639" y="289"/>
                </a:lnTo>
                <a:lnTo>
                  <a:pt x="6639" y="296"/>
                </a:lnTo>
                <a:close/>
                <a:moveTo>
                  <a:pt x="6875" y="296"/>
                </a:moveTo>
                <a:lnTo>
                  <a:pt x="6874" y="302"/>
                </a:lnTo>
                <a:lnTo>
                  <a:pt x="6866" y="311"/>
                </a:lnTo>
                <a:lnTo>
                  <a:pt x="6859" y="312"/>
                </a:lnTo>
                <a:lnTo>
                  <a:pt x="6852" y="311"/>
                </a:lnTo>
                <a:lnTo>
                  <a:pt x="6843" y="302"/>
                </a:lnTo>
                <a:lnTo>
                  <a:pt x="6842" y="296"/>
                </a:lnTo>
                <a:lnTo>
                  <a:pt x="6843" y="289"/>
                </a:lnTo>
                <a:lnTo>
                  <a:pt x="6852" y="280"/>
                </a:lnTo>
                <a:lnTo>
                  <a:pt x="6859" y="279"/>
                </a:lnTo>
                <a:lnTo>
                  <a:pt x="6866" y="280"/>
                </a:lnTo>
                <a:lnTo>
                  <a:pt x="6874" y="289"/>
                </a:lnTo>
                <a:lnTo>
                  <a:pt x="6875" y="296"/>
                </a:lnTo>
                <a:close/>
                <a:moveTo>
                  <a:pt x="7011" y="296"/>
                </a:moveTo>
                <a:lnTo>
                  <a:pt x="7010" y="302"/>
                </a:lnTo>
                <a:lnTo>
                  <a:pt x="7001" y="311"/>
                </a:lnTo>
                <a:lnTo>
                  <a:pt x="6994" y="312"/>
                </a:lnTo>
                <a:lnTo>
                  <a:pt x="6988" y="311"/>
                </a:lnTo>
                <a:lnTo>
                  <a:pt x="6978" y="302"/>
                </a:lnTo>
                <a:lnTo>
                  <a:pt x="6977" y="296"/>
                </a:lnTo>
                <a:lnTo>
                  <a:pt x="6978" y="289"/>
                </a:lnTo>
                <a:lnTo>
                  <a:pt x="6988" y="280"/>
                </a:lnTo>
                <a:lnTo>
                  <a:pt x="6994" y="279"/>
                </a:lnTo>
                <a:lnTo>
                  <a:pt x="7001" y="280"/>
                </a:lnTo>
                <a:lnTo>
                  <a:pt x="7010" y="289"/>
                </a:lnTo>
                <a:lnTo>
                  <a:pt x="7011" y="296"/>
                </a:lnTo>
                <a:close/>
                <a:moveTo>
                  <a:pt x="5085" y="302"/>
                </a:moveTo>
                <a:lnTo>
                  <a:pt x="5084" y="306"/>
                </a:lnTo>
                <a:lnTo>
                  <a:pt x="5075" y="316"/>
                </a:lnTo>
                <a:lnTo>
                  <a:pt x="5068" y="321"/>
                </a:lnTo>
                <a:lnTo>
                  <a:pt x="5062" y="323"/>
                </a:lnTo>
                <a:lnTo>
                  <a:pt x="5052" y="320"/>
                </a:lnTo>
                <a:lnTo>
                  <a:pt x="5051" y="314"/>
                </a:lnTo>
                <a:lnTo>
                  <a:pt x="5052" y="307"/>
                </a:lnTo>
                <a:lnTo>
                  <a:pt x="5062" y="297"/>
                </a:lnTo>
                <a:lnTo>
                  <a:pt x="5068" y="296"/>
                </a:lnTo>
                <a:lnTo>
                  <a:pt x="5075" y="296"/>
                </a:lnTo>
                <a:lnTo>
                  <a:pt x="5084" y="300"/>
                </a:lnTo>
                <a:lnTo>
                  <a:pt x="5085" y="302"/>
                </a:lnTo>
                <a:close/>
                <a:moveTo>
                  <a:pt x="5435" y="306"/>
                </a:moveTo>
                <a:lnTo>
                  <a:pt x="5430" y="309"/>
                </a:lnTo>
                <a:lnTo>
                  <a:pt x="5412" y="310"/>
                </a:lnTo>
                <a:lnTo>
                  <a:pt x="5403" y="307"/>
                </a:lnTo>
                <a:lnTo>
                  <a:pt x="5394" y="304"/>
                </a:lnTo>
                <a:lnTo>
                  <a:pt x="5401" y="298"/>
                </a:lnTo>
                <a:lnTo>
                  <a:pt x="5413" y="297"/>
                </a:lnTo>
                <a:lnTo>
                  <a:pt x="5426" y="297"/>
                </a:lnTo>
                <a:lnTo>
                  <a:pt x="5436" y="300"/>
                </a:lnTo>
                <a:lnTo>
                  <a:pt x="5437" y="304"/>
                </a:lnTo>
                <a:lnTo>
                  <a:pt x="5435" y="306"/>
                </a:lnTo>
                <a:close/>
                <a:moveTo>
                  <a:pt x="6077" y="306"/>
                </a:moveTo>
                <a:lnTo>
                  <a:pt x="6072" y="309"/>
                </a:lnTo>
                <a:lnTo>
                  <a:pt x="6053" y="310"/>
                </a:lnTo>
                <a:lnTo>
                  <a:pt x="6044" y="307"/>
                </a:lnTo>
                <a:lnTo>
                  <a:pt x="6037" y="304"/>
                </a:lnTo>
                <a:lnTo>
                  <a:pt x="6042" y="298"/>
                </a:lnTo>
                <a:lnTo>
                  <a:pt x="6054" y="297"/>
                </a:lnTo>
                <a:lnTo>
                  <a:pt x="6067" y="297"/>
                </a:lnTo>
                <a:lnTo>
                  <a:pt x="6078" y="300"/>
                </a:lnTo>
                <a:lnTo>
                  <a:pt x="6079" y="304"/>
                </a:lnTo>
                <a:lnTo>
                  <a:pt x="6077" y="306"/>
                </a:lnTo>
                <a:close/>
                <a:moveTo>
                  <a:pt x="4645" y="330"/>
                </a:moveTo>
                <a:lnTo>
                  <a:pt x="4644" y="342"/>
                </a:lnTo>
                <a:lnTo>
                  <a:pt x="4639" y="347"/>
                </a:lnTo>
                <a:lnTo>
                  <a:pt x="4629" y="342"/>
                </a:lnTo>
                <a:lnTo>
                  <a:pt x="4620" y="330"/>
                </a:lnTo>
                <a:lnTo>
                  <a:pt x="4618" y="322"/>
                </a:lnTo>
                <a:lnTo>
                  <a:pt x="4621" y="313"/>
                </a:lnTo>
                <a:lnTo>
                  <a:pt x="4627" y="312"/>
                </a:lnTo>
                <a:lnTo>
                  <a:pt x="4634" y="313"/>
                </a:lnTo>
                <a:lnTo>
                  <a:pt x="4644" y="322"/>
                </a:lnTo>
                <a:lnTo>
                  <a:pt x="4645" y="330"/>
                </a:lnTo>
                <a:close/>
                <a:moveTo>
                  <a:pt x="4742" y="322"/>
                </a:moveTo>
                <a:lnTo>
                  <a:pt x="4737" y="327"/>
                </a:lnTo>
                <a:lnTo>
                  <a:pt x="4719" y="328"/>
                </a:lnTo>
                <a:lnTo>
                  <a:pt x="4710" y="324"/>
                </a:lnTo>
                <a:lnTo>
                  <a:pt x="4702" y="320"/>
                </a:lnTo>
                <a:lnTo>
                  <a:pt x="4708" y="315"/>
                </a:lnTo>
                <a:lnTo>
                  <a:pt x="4720" y="314"/>
                </a:lnTo>
                <a:lnTo>
                  <a:pt x="4733" y="314"/>
                </a:lnTo>
                <a:lnTo>
                  <a:pt x="4743" y="317"/>
                </a:lnTo>
                <a:lnTo>
                  <a:pt x="4744" y="320"/>
                </a:lnTo>
                <a:lnTo>
                  <a:pt x="4742" y="322"/>
                </a:lnTo>
                <a:close/>
                <a:moveTo>
                  <a:pt x="4807" y="330"/>
                </a:moveTo>
                <a:lnTo>
                  <a:pt x="4810" y="336"/>
                </a:lnTo>
                <a:lnTo>
                  <a:pt x="4806" y="346"/>
                </a:lnTo>
                <a:lnTo>
                  <a:pt x="4800" y="347"/>
                </a:lnTo>
                <a:lnTo>
                  <a:pt x="4792" y="346"/>
                </a:lnTo>
                <a:lnTo>
                  <a:pt x="4777" y="336"/>
                </a:lnTo>
                <a:lnTo>
                  <a:pt x="4772" y="330"/>
                </a:lnTo>
                <a:lnTo>
                  <a:pt x="4769" y="322"/>
                </a:lnTo>
                <a:lnTo>
                  <a:pt x="4773" y="313"/>
                </a:lnTo>
                <a:lnTo>
                  <a:pt x="4779" y="312"/>
                </a:lnTo>
                <a:lnTo>
                  <a:pt x="4786" y="313"/>
                </a:lnTo>
                <a:lnTo>
                  <a:pt x="4802" y="322"/>
                </a:lnTo>
                <a:lnTo>
                  <a:pt x="4807" y="330"/>
                </a:lnTo>
                <a:close/>
                <a:moveTo>
                  <a:pt x="4445" y="352"/>
                </a:moveTo>
                <a:lnTo>
                  <a:pt x="4436" y="359"/>
                </a:lnTo>
                <a:lnTo>
                  <a:pt x="4418" y="360"/>
                </a:lnTo>
                <a:lnTo>
                  <a:pt x="4409" y="353"/>
                </a:lnTo>
                <a:lnTo>
                  <a:pt x="4406" y="350"/>
                </a:lnTo>
                <a:lnTo>
                  <a:pt x="4405" y="344"/>
                </a:lnTo>
                <a:lnTo>
                  <a:pt x="4414" y="337"/>
                </a:lnTo>
                <a:lnTo>
                  <a:pt x="4430" y="335"/>
                </a:lnTo>
                <a:lnTo>
                  <a:pt x="4447" y="334"/>
                </a:lnTo>
                <a:lnTo>
                  <a:pt x="4454" y="339"/>
                </a:lnTo>
                <a:lnTo>
                  <a:pt x="4450" y="346"/>
                </a:lnTo>
                <a:lnTo>
                  <a:pt x="4445" y="352"/>
                </a:lnTo>
                <a:close/>
                <a:moveTo>
                  <a:pt x="1470" y="353"/>
                </a:moveTo>
                <a:lnTo>
                  <a:pt x="1464" y="360"/>
                </a:lnTo>
                <a:lnTo>
                  <a:pt x="1445" y="370"/>
                </a:lnTo>
                <a:lnTo>
                  <a:pt x="1435" y="373"/>
                </a:lnTo>
                <a:lnTo>
                  <a:pt x="1420" y="369"/>
                </a:lnTo>
                <a:lnTo>
                  <a:pt x="1419" y="363"/>
                </a:lnTo>
                <a:lnTo>
                  <a:pt x="1420" y="356"/>
                </a:lnTo>
                <a:lnTo>
                  <a:pt x="1435" y="347"/>
                </a:lnTo>
                <a:lnTo>
                  <a:pt x="1445" y="347"/>
                </a:lnTo>
                <a:lnTo>
                  <a:pt x="1455" y="347"/>
                </a:lnTo>
                <a:lnTo>
                  <a:pt x="1469" y="351"/>
                </a:lnTo>
                <a:lnTo>
                  <a:pt x="1470" y="353"/>
                </a:lnTo>
                <a:close/>
                <a:moveTo>
                  <a:pt x="1533" y="357"/>
                </a:moveTo>
                <a:lnTo>
                  <a:pt x="1528" y="360"/>
                </a:lnTo>
                <a:lnTo>
                  <a:pt x="1510" y="361"/>
                </a:lnTo>
                <a:lnTo>
                  <a:pt x="1500" y="358"/>
                </a:lnTo>
                <a:lnTo>
                  <a:pt x="1492" y="355"/>
                </a:lnTo>
                <a:lnTo>
                  <a:pt x="1498" y="349"/>
                </a:lnTo>
                <a:lnTo>
                  <a:pt x="1511" y="348"/>
                </a:lnTo>
                <a:lnTo>
                  <a:pt x="1524" y="348"/>
                </a:lnTo>
                <a:lnTo>
                  <a:pt x="1534" y="351"/>
                </a:lnTo>
                <a:lnTo>
                  <a:pt x="1535" y="355"/>
                </a:lnTo>
                <a:lnTo>
                  <a:pt x="1533" y="357"/>
                </a:lnTo>
                <a:close/>
                <a:moveTo>
                  <a:pt x="3864" y="357"/>
                </a:moveTo>
                <a:lnTo>
                  <a:pt x="3859" y="360"/>
                </a:lnTo>
                <a:lnTo>
                  <a:pt x="3841" y="361"/>
                </a:lnTo>
                <a:lnTo>
                  <a:pt x="3832" y="358"/>
                </a:lnTo>
                <a:lnTo>
                  <a:pt x="3823" y="355"/>
                </a:lnTo>
                <a:lnTo>
                  <a:pt x="3830" y="349"/>
                </a:lnTo>
                <a:lnTo>
                  <a:pt x="3842" y="348"/>
                </a:lnTo>
                <a:lnTo>
                  <a:pt x="3855" y="348"/>
                </a:lnTo>
                <a:lnTo>
                  <a:pt x="3865" y="351"/>
                </a:lnTo>
                <a:lnTo>
                  <a:pt x="3866" y="355"/>
                </a:lnTo>
                <a:lnTo>
                  <a:pt x="3864" y="357"/>
                </a:lnTo>
                <a:close/>
                <a:moveTo>
                  <a:pt x="3548" y="380"/>
                </a:moveTo>
                <a:lnTo>
                  <a:pt x="3547" y="386"/>
                </a:lnTo>
                <a:lnTo>
                  <a:pt x="3533" y="396"/>
                </a:lnTo>
                <a:lnTo>
                  <a:pt x="3522" y="397"/>
                </a:lnTo>
                <a:lnTo>
                  <a:pt x="3512" y="396"/>
                </a:lnTo>
                <a:lnTo>
                  <a:pt x="3498" y="386"/>
                </a:lnTo>
                <a:lnTo>
                  <a:pt x="3497" y="380"/>
                </a:lnTo>
                <a:lnTo>
                  <a:pt x="3498" y="373"/>
                </a:lnTo>
                <a:lnTo>
                  <a:pt x="3512" y="364"/>
                </a:lnTo>
                <a:lnTo>
                  <a:pt x="3522" y="363"/>
                </a:lnTo>
                <a:lnTo>
                  <a:pt x="3533" y="364"/>
                </a:lnTo>
                <a:lnTo>
                  <a:pt x="3547" y="373"/>
                </a:lnTo>
                <a:lnTo>
                  <a:pt x="3548" y="380"/>
                </a:lnTo>
                <a:close/>
                <a:moveTo>
                  <a:pt x="3649" y="380"/>
                </a:moveTo>
                <a:lnTo>
                  <a:pt x="3648" y="386"/>
                </a:lnTo>
                <a:lnTo>
                  <a:pt x="3640" y="396"/>
                </a:lnTo>
                <a:lnTo>
                  <a:pt x="3634" y="397"/>
                </a:lnTo>
                <a:lnTo>
                  <a:pt x="3626" y="396"/>
                </a:lnTo>
                <a:lnTo>
                  <a:pt x="3612" y="386"/>
                </a:lnTo>
                <a:lnTo>
                  <a:pt x="3607" y="380"/>
                </a:lnTo>
                <a:lnTo>
                  <a:pt x="3605" y="373"/>
                </a:lnTo>
                <a:lnTo>
                  <a:pt x="3613" y="364"/>
                </a:lnTo>
                <a:lnTo>
                  <a:pt x="3622" y="363"/>
                </a:lnTo>
                <a:lnTo>
                  <a:pt x="3633" y="364"/>
                </a:lnTo>
                <a:lnTo>
                  <a:pt x="3648" y="373"/>
                </a:lnTo>
                <a:lnTo>
                  <a:pt x="3649" y="380"/>
                </a:lnTo>
                <a:close/>
                <a:moveTo>
                  <a:pt x="495" y="392"/>
                </a:moveTo>
                <a:lnTo>
                  <a:pt x="486" y="394"/>
                </a:lnTo>
                <a:lnTo>
                  <a:pt x="461" y="394"/>
                </a:lnTo>
                <a:lnTo>
                  <a:pt x="453" y="392"/>
                </a:lnTo>
                <a:lnTo>
                  <a:pt x="449" y="390"/>
                </a:lnTo>
                <a:lnTo>
                  <a:pt x="447" y="387"/>
                </a:lnTo>
                <a:lnTo>
                  <a:pt x="457" y="384"/>
                </a:lnTo>
                <a:lnTo>
                  <a:pt x="474" y="383"/>
                </a:lnTo>
                <a:lnTo>
                  <a:pt x="489" y="384"/>
                </a:lnTo>
                <a:lnTo>
                  <a:pt x="499" y="387"/>
                </a:lnTo>
                <a:lnTo>
                  <a:pt x="499" y="390"/>
                </a:lnTo>
                <a:lnTo>
                  <a:pt x="495" y="392"/>
                </a:lnTo>
                <a:close/>
                <a:moveTo>
                  <a:pt x="2365" y="395"/>
                </a:moveTo>
                <a:lnTo>
                  <a:pt x="2364" y="398"/>
                </a:lnTo>
                <a:lnTo>
                  <a:pt x="2356" y="405"/>
                </a:lnTo>
                <a:lnTo>
                  <a:pt x="2329" y="414"/>
                </a:lnTo>
                <a:lnTo>
                  <a:pt x="2306" y="418"/>
                </a:lnTo>
                <a:lnTo>
                  <a:pt x="2284" y="419"/>
                </a:lnTo>
                <a:lnTo>
                  <a:pt x="2261" y="416"/>
                </a:lnTo>
                <a:lnTo>
                  <a:pt x="2264" y="408"/>
                </a:lnTo>
                <a:lnTo>
                  <a:pt x="2291" y="396"/>
                </a:lnTo>
                <a:lnTo>
                  <a:pt x="2314" y="392"/>
                </a:lnTo>
                <a:lnTo>
                  <a:pt x="2349" y="386"/>
                </a:lnTo>
                <a:lnTo>
                  <a:pt x="2362" y="382"/>
                </a:lnTo>
                <a:lnTo>
                  <a:pt x="2364" y="384"/>
                </a:lnTo>
                <a:lnTo>
                  <a:pt x="2365" y="395"/>
                </a:lnTo>
                <a:close/>
                <a:moveTo>
                  <a:pt x="2820" y="398"/>
                </a:moveTo>
                <a:lnTo>
                  <a:pt x="2804" y="405"/>
                </a:lnTo>
                <a:lnTo>
                  <a:pt x="2742" y="413"/>
                </a:lnTo>
                <a:lnTo>
                  <a:pt x="2673" y="413"/>
                </a:lnTo>
                <a:lnTo>
                  <a:pt x="2636" y="408"/>
                </a:lnTo>
                <a:lnTo>
                  <a:pt x="2624" y="402"/>
                </a:lnTo>
                <a:lnTo>
                  <a:pt x="2625" y="398"/>
                </a:lnTo>
                <a:lnTo>
                  <a:pt x="2628" y="395"/>
                </a:lnTo>
                <a:lnTo>
                  <a:pt x="2649" y="390"/>
                </a:lnTo>
                <a:lnTo>
                  <a:pt x="2697" y="384"/>
                </a:lnTo>
                <a:lnTo>
                  <a:pt x="2739" y="383"/>
                </a:lnTo>
                <a:lnTo>
                  <a:pt x="2785" y="384"/>
                </a:lnTo>
                <a:lnTo>
                  <a:pt x="2819" y="389"/>
                </a:lnTo>
                <a:lnTo>
                  <a:pt x="2824" y="395"/>
                </a:lnTo>
                <a:lnTo>
                  <a:pt x="2820" y="398"/>
                </a:lnTo>
                <a:close/>
                <a:moveTo>
                  <a:pt x="2973" y="395"/>
                </a:moveTo>
                <a:lnTo>
                  <a:pt x="2973" y="398"/>
                </a:lnTo>
                <a:lnTo>
                  <a:pt x="2967" y="403"/>
                </a:lnTo>
                <a:lnTo>
                  <a:pt x="2949" y="406"/>
                </a:lnTo>
                <a:lnTo>
                  <a:pt x="2932" y="405"/>
                </a:lnTo>
                <a:lnTo>
                  <a:pt x="2909" y="402"/>
                </a:lnTo>
                <a:lnTo>
                  <a:pt x="2882" y="394"/>
                </a:lnTo>
                <a:lnTo>
                  <a:pt x="2879" y="386"/>
                </a:lnTo>
                <a:lnTo>
                  <a:pt x="2899" y="381"/>
                </a:lnTo>
                <a:lnTo>
                  <a:pt x="2919" y="380"/>
                </a:lnTo>
                <a:lnTo>
                  <a:pt x="2942" y="381"/>
                </a:lnTo>
                <a:lnTo>
                  <a:pt x="2965" y="387"/>
                </a:lnTo>
                <a:lnTo>
                  <a:pt x="2973" y="392"/>
                </a:lnTo>
                <a:lnTo>
                  <a:pt x="2973" y="395"/>
                </a:lnTo>
                <a:close/>
                <a:moveTo>
                  <a:pt x="3120" y="390"/>
                </a:moveTo>
                <a:lnTo>
                  <a:pt x="3115" y="393"/>
                </a:lnTo>
                <a:lnTo>
                  <a:pt x="3098" y="395"/>
                </a:lnTo>
                <a:lnTo>
                  <a:pt x="3089" y="392"/>
                </a:lnTo>
                <a:lnTo>
                  <a:pt x="3081" y="388"/>
                </a:lnTo>
                <a:lnTo>
                  <a:pt x="3087" y="382"/>
                </a:lnTo>
                <a:lnTo>
                  <a:pt x="3099" y="382"/>
                </a:lnTo>
                <a:lnTo>
                  <a:pt x="3111" y="381"/>
                </a:lnTo>
                <a:lnTo>
                  <a:pt x="3121" y="385"/>
                </a:lnTo>
                <a:lnTo>
                  <a:pt x="3122" y="388"/>
                </a:lnTo>
                <a:lnTo>
                  <a:pt x="3120" y="390"/>
                </a:lnTo>
                <a:close/>
                <a:moveTo>
                  <a:pt x="2177" y="403"/>
                </a:moveTo>
                <a:lnTo>
                  <a:pt x="2168" y="410"/>
                </a:lnTo>
                <a:lnTo>
                  <a:pt x="2129" y="418"/>
                </a:lnTo>
                <a:lnTo>
                  <a:pt x="2083" y="421"/>
                </a:lnTo>
                <a:lnTo>
                  <a:pt x="2060" y="419"/>
                </a:lnTo>
                <a:lnTo>
                  <a:pt x="2052" y="415"/>
                </a:lnTo>
                <a:lnTo>
                  <a:pt x="2053" y="413"/>
                </a:lnTo>
                <a:lnTo>
                  <a:pt x="2061" y="406"/>
                </a:lnTo>
                <a:lnTo>
                  <a:pt x="2098" y="397"/>
                </a:lnTo>
                <a:lnTo>
                  <a:pt x="2124" y="397"/>
                </a:lnTo>
                <a:lnTo>
                  <a:pt x="2148" y="397"/>
                </a:lnTo>
                <a:lnTo>
                  <a:pt x="2176" y="401"/>
                </a:lnTo>
                <a:lnTo>
                  <a:pt x="2177" y="403"/>
                </a:lnTo>
                <a:close/>
                <a:moveTo>
                  <a:pt x="1731" y="429"/>
                </a:moveTo>
                <a:lnTo>
                  <a:pt x="1721" y="437"/>
                </a:lnTo>
                <a:lnTo>
                  <a:pt x="1685" y="450"/>
                </a:lnTo>
                <a:lnTo>
                  <a:pt x="1643" y="457"/>
                </a:lnTo>
                <a:lnTo>
                  <a:pt x="1609" y="456"/>
                </a:lnTo>
                <a:lnTo>
                  <a:pt x="1599" y="451"/>
                </a:lnTo>
                <a:lnTo>
                  <a:pt x="1594" y="447"/>
                </a:lnTo>
                <a:lnTo>
                  <a:pt x="1600" y="441"/>
                </a:lnTo>
                <a:lnTo>
                  <a:pt x="1649" y="429"/>
                </a:lnTo>
                <a:lnTo>
                  <a:pt x="1731" y="416"/>
                </a:lnTo>
                <a:lnTo>
                  <a:pt x="1738" y="416"/>
                </a:lnTo>
                <a:lnTo>
                  <a:pt x="1738" y="423"/>
                </a:lnTo>
                <a:lnTo>
                  <a:pt x="1731" y="429"/>
                </a:lnTo>
                <a:close/>
                <a:moveTo>
                  <a:pt x="1875" y="431"/>
                </a:moveTo>
                <a:lnTo>
                  <a:pt x="1874" y="438"/>
                </a:lnTo>
                <a:lnTo>
                  <a:pt x="1864" y="445"/>
                </a:lnTo>
                <a:lnTo>
                  <a:pt x="1845" y="445"/>
                </a:lnTo>
                <a:lnTo>
                  <a:pt x="1817" y="438"/>
                </a:lnTo>
                <a:lnTo>
                  <a:pt x="1799" y="431"/>
                </a:lnTo>
                <a:lnTo>
                  <a:pt x="1789" y="427"/>
                </a:lnTo>
                <a:lnTo>
                  <a:pt x="1781" y="421"/>
                </a:lnTo>
                <a:lnTo>
                  <a:pt x="1791" y="416"/>
                </a:lnTo>
                <a:lnTo>
                  <a:pt x="1822" y="416"/>
                </a:lnTo>
                <a:lnTo>
                  <a:pt x="1842" y="416"/>
                </a:lnTo>
                <a:lnTo>
                  <a:pt x="1866" y="421"/>
                </a:lnTo>
                <a:lnTo>
                  <a:pt x="1874" y="427"/>
                </a:lnTo>
                <a:lnTo>
                  <a:pt x="1875" y="431"/>
                </a:lnTo>
                <a:close/>
                <a:moveTo>
                  <a:pt x="2019" y="431"/>
                </a:moveTo>
                <a:lnTo>
                  <a:pt x="2014" y="437"/>
                </a:lnTo>
                <a:lnTo>
                  <a:pt x="1996" y="440"/>
                </a:lnTo>
                <a:lnTo>
                  <a:pt x="1985" y="436"/>
                </a:lnTo>
                <a:lnTo>
                  <a:pt x="1973" y="432"/>
                </a:lnTo>
                <a:lnTo>
                  <a:pt x="1962" y="424"/>
                </a:lnTo>
                <a:lnTo>
                  <a:pt x="1964" y="418"/>
                </a:lnTo>
                <a:lnTo>
                  <a:pt x="1981" y="415"/>
                </a:lnTo>
                <a:lnTo>
                  <a:pt x="1995" y="414"/>
                </a:lnTo>
                <a:lnTo>
                  <a:pt x="2008" y="415"/>
                </a:lnTo>
                <a:lnTo>
                  <a:pt x="2019" y="421"/>
                </a:lnTo>
                <a:lnTo>
                  <a:pt x="2021" y="427"/>
                </a:lnTo>
                <a:lnTo>
                  <a:pt x="2019" y="431"/>
                </a:lnTo>
                <a:close/>
                <a:moveTo>
                  <a:pt x="1564" y="446"/>
                </a:moveTo>
                <a:lnTo>
                  <a:pt x="1558" y="452"/>
                </a:lnTo>
                <a:lnTo>
                  <a:pt x="1533" y="461"/>
                </a:lnTo>
                <a:lnTo>
                  <a:pt x="1518" y="463"/>
                </a:lnTo>
                <a:lnTo>
                  <a:pt x="1455" y="466"/>
                </a:lnTo>
                <a:lnTo>
                  <a:pt x="1352" y="467"/>
                </a:lnTo>
                <a:lnTo>
                  <a:pt x="1318" y="464"/>
                </a:lnTo>
                <a:lnTo>
                  <a:pt x="1308" y="463"/>
                </a:lnTo>
                <a:lnTo>
                  <a:pt x="1299" y="460"/>
                </a:lnTo>
                <a:lnTo>
                  <a:pt x="1311" y="455"/>
                </a:lnTo>
                <a:lnTo>
                  <a:pt x="1343" y="449"/>
                </a:lnTo>
                <a:lnTo>
                  <a:pt x="1385" y="444"/>
                </a:lnTo>
                <a:lnTo>
                  <a:pt x="1465" y="437"/>
                </a:lnTo>
                <a:lnTo>
                  <a:pt x="1529" y="436"/>
                </a:lnTo>
                <a:lnTo>
                  <a:pt x="1557" y="439"/>
                </a:lnTo>
                <a:lnTo>
                  <a:pt x="1565" y="443"/>
                </a:lnTo>
                <a:lnTo>
                  <a:pt x="1564" y="446"/>
                </a:lnTo>
                <a:close/>
                <a:moveTo>
                  <a:pt x="1255" y="466"/>
                </a:moveTo>
                <a:lnTo>
                  <a:pt x="1244" y="473"/>
                </a:lnTo>
                <a:lnTo>
                  <a:pt x="1187" y="483"/>
                </a:lnTo>
                <a:lnTo>
                  <a:pt x="1119" y="489"/>
                </a:lnTo>
                <a:lnTo>
                  <a:pt x="1080" y="486"/>
                </a:lnTo>
                <a:lnTo>
                  <a:pt x="1066" y="482"/>
                </a:lnTo>
                <a:lnTo>
                  <a:pt x="1065" y="479"/>
                </a:lnTo>
                <a:lnTo>
                  <a:pt x="1069" y="474"/>
                </a:lnTo>
                <a:lnTo>
                  <a:pt x="1112" y="464"/>
                </a:lnTo>
                <a:lnTo>
                  <a:pt x="1146" y="461"/>
                </a:lnTo>
                <a:lnTo>
                  <a:pt x="1213" y="457"/>
                </a:lnTo>
                <a:lnTo>
                  <a:pt x="1247" y="454"/>
                </a:lnTo>
                <a:lnTo>
                  <a:pt x="1255" y="455"/>
                </a:lnTo>
                <a:lnTo>
                  <a:pt x="1259" y="461"/>
                </a:lnTo>
                <a:lnTo>
                  <a:pt x="1255" y="466"/>
                </a:lnTo>
                <a:close/>
                <a:moveTo>
                  <a:pt x="1011" y="500"/>
                </a:moveTo>
                <a:lnTo>
                  <a:pt x="999" y="506"/>
                </a:lnTo>
                <a:lnTo>
                  <a:pt x="958" y="511"/>
                </a:lnTo>
                <a:lnTo>
                  <a:pt x="914" y="510"/>
                </a:lnTo>
                <a:lnTo>
                  <a:pt x="888" y="505"/>
                </a:lnTo>
                <a:lnTo>
                  <a:pt x="879" y="500"/>
                </a:lnTo>
                <a:lnTo>
                  <a:pt x="879" y="497"/>
                </a:lnTo>
                <a:lnTo>
                  <a:pt x="881" y="491"/>
                </a:lnTo>
                <a:lnTo>
                  <a:pt x="901" y="481"/>
                </a:lnTo>
                <a:lnTo>
                  <a:pt x="936" y="476"/>
                </a:lnTo>
                <a:lnTo>
                  <a:pt x="974" y="477"/>
                </a:lnTo>
                <a:lnTo>
                  <a:pt x="994" y="479"/>
                </a:lnTo>
                <a:lnTo>
                  <a:pt x="1013" y="483"/>
                </a:lnTo>
                <a:lnTo>
                  <a:pt x="1021" y="491"/>
                </a:lnTo>
                <a:lnTo>
                  <a:pt x="1016" y="497"/>
                </a:lnTo>
                <a:lnTo>
                  <a:pt x="1011" y="500"/>
                </a:lnTo>
                <a:close/>
                <a:moveTo>
                  <a:pt x="837" y="515"/>
                </a:moveTo>
                <a:lnTo>
                  <a:pt x="813" y="521"/>
                </a:lnTo>
                <a:lnTo>
                  <a:pt x="704" y="528"/>
                </a:lnTo>
                <a:lnTo>
                  <a:pt x="634" y="529"/>
                </a:lnTo>
                <a:lnTo>
                  <a:pt x="567" y="528"/>
                </a:lnTo>
                <a:lnTo>
                  <a:pt x="520" y="524"/>
                </a:lnTo>
                <a:lnTo>
                  <a:pt x="513" y="520"/>
                </a:lnTo>
                <a:lnTo>
                  <a:pt x="540" y="514"/>
                </a:lnTo>
                <a:lnTo>
                  <a:pt x="641" y="506"/>
                </a:lnTo>
                <a:lnTo>
                  <a:pt x="718" y="504"/>
                </a:lnTo>
                <a:lnTo>
                  <a:pt x="786" y="503"/>
                </a:lnTo>
                <a:lnTo>
                  <a:pt x="835" y="507"/>
                </a:lnTo>
                <a:lnTo>
                  <a:pt x="843" y="512"/>
                </a:lnTo>
                <a:lnTo>
                  <a:pt x="837" y="5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0" name="Freeform 27">
            <a:extLst>
              <a:ext uri="{FF2B5EF4-FFF2-40B4-BE49-F238E27FC236}">
                <a16:creationId xmlns:a16="http://schemas.microsoft.com/office/drawing/2014/main" id="{B0BAF041-2B66-4E96-B3A4-6B7A291255A2}"/>
              </a:ext>
            </a:extLst>
          </p:cNvPr>
          <p:cNvSpPr>
            <a:spLocks noEditPoints="1"/>
          </p:cNvSpPr>
          <p:nvPr/>
        </p:nvSpPr>
        <p:spPr bwMode="auto">
          <a:xfrm>
            <a:off x="337247" y="4075467"/>
            <a:ext cx="3331360" cy="104091"/>
          </a:xfrm>
          <a:custGeom>
            <a:avLst/>
            <a:gdLst>
              <a:gd name="T0" fmla="*/ 5438 w 9120"/>
              <a:gd name="T1" fmla="*/ 57 h 672"/>
              <a:gd name="T2" fmla="*/ 4734 w 9120"/>
              <a:gd name="T3" fmla="*/ 82 h 672"/>
              <a:gd name="T4" fmla="*/ 3829 w 9120"/>
              <a:gd name="T5" fmla="*/ 108 h 672"/>
              <a:gd name="T6" fmla="*/ 2102 w 9120"/>
              <a:gd name="T7" fmla="*/ 167 h 672"/>
              <a:gd name="T8" fmla="*/ 1400 w 9120"/>
              <a:gd name="T9" fmla="*/ 152 h 672"/>
              <a:gd name="T10" fmla="*/ 1008 w 9120"/>
              <a:gd name="T11" fmla="*/ 376 h 672"/>
              <a:gd name="T12" fmla="*/ 327 w 9120"/>
              <a:gd name="T13" fmla="*/ 422 h 672"/>
              <a:gd name="T14" fmla="*/ 390 w 9120"/>
              <a:gd name="T15" fmla="*/ 502 h 672"/>
              <a:gd name="T16" fmla="*/ 544 w 9120"/>
              <a:gd name="T17" fmla="*/ 573 h 672"/>
              <a:gd name="T18" fmla="*/ 112 w 9120"/>
              <a:gd name="T19" fmla="*/ 638 h 672"/>
              <a:gd name="T20" fmla="*/ 2831 w 9120"/>
              <a:gd name="T21" fmla="*/ 627 h 672"/>
              <a:gd name="T22" fmla="*/ 2984 w 9120"/>
              <a:gd name="T23" fmla="*/ 562 h 672"/>
              <a:gd name="T24" fmla="*/ 3978 w 9120"/>
              <a:gd name="T25" fmla="*/ 482 h 672"/>
              <a:gd name="T26" fmla="*/ 4662 w 9120"/>
              <a:gd name="T27" fmla="*/ 452 h 672"/>
              <a:gd name="T28" fmla="*/ 5639 w 9120"/>
              <a:gd name="T29" fmla="*/ 420 h 672"/>
              <a:gd name="T30" fmla="*/ 6876 w 9120"/>
              <a:gd name="T31" fmla="*/ 387 h 672"/>
              <a:gd name="T32" fmla="*/ 7418 w 9120"/>
              <a:gd name="T33" fmla="*/ 311 h 672"/>
              <a:gd name="T34" fmla="*/ 6864 w 9120"/>
              <a:gd name="T35" fmla="*/ 312 h 672"/>
              <a:gd name="T36" fmla="*/ 6471 w 9120"/>
              <a:gd name="T37" fmla="*/ 310 h 672"/>
              <a:gd name="T38" fmla="*/ 6487 w 9120"/>
              <a:gd name="T39" fmla="*/ 237 h 672"/>
              <a:gd name="T40" fmla="*/ 7152 w 9120"/>
              <a:gd name="T41" fmla="*/ 254 h 672"/>
              <a:gd name="T42" fmla="*/ 7918 w 9120"/>
              <a:gd name="T43" fmla="*/ 205 h 672"/>
              <a:gd name="T44" fmla="*/ 8433 w 9120"/>
              <a:gd name="T45" fmla="*/ 227 h 672"/>
              <a:gd name="T46" fmla="*/ 8927 w 9120"/>
              <a:gd name="T47" fmla="*/ 208 h 672"/>
              <a:gd name="T48" fmla="*/ 8565 w 9120"/>
              <a:gd name="T49" fmla="*/ 163 h 672"/>
              <a:gd name="T50" fmla="*/ 7679 w 9120"/>
              <a:gd name="T51" fmla="*/ 64 h 672"/>
              <a:gd name="T52" fmla="*/ 6936 w 9120"/>
              <a:gd name="T53" fmla="*/ 9 h 672"/>
              <a:gd name="T54" fmla="*/ 6165 w 9120"/>
              <a:gd name="T55" fmla="*/ 48 h 672"/>
              <a:gd name="T56" fmla="*/ 6439 w 9120"/>
              <a:gd name="T57" fmla="*/ 35 h 672"/>
              <a:gd name="T58" fmla="*/ 6483 w 9120"/>
              <a:gd name="T59" fmla="*/ 80 h 672"/>
              <a:gd name="T60" fmla="*/ 4092 w 9120"/>
              <a:gd name="T61" fmla="*/ 127 h 672"/>
              <a:gd name="T62" fmla="*/ 3185 w 9120"/>
              <a:gd name="T63" fmla="*/ 155 h 672"/>
              <a:gd name="T64" fmla="*/ 1883 w 9120"/>
              <a:gd name="T65" fmla="*/ 153 h 672"/>
              <a:gd name="T66" fmla="*/ 4206 w 9120"/>
              <a:gd name="T67" fmla="*/ 159 h 672"/>
              <a:gd name="T68" fmla="*/ 7681 w 9120"/>
              <a:gd name="T69" fmla="*/ 160 h 672"/>
              <a:gd name="T70" fmla="*/ 8161 w 9120"/>
              <a:gd name="T71" fmla="*/ 163 h 672"/>
              <a:gd name="T72" fmla="*/ 8781 w 9120"/>
              <a:gd name="T73" fmla="*/ 160 h 672"/>
              <a:gd name="T74" fmla="*/ 6715 w 9120"/>
              <a:gd name="T75" fmla="*/ 170 h 672"/>
              <a:gd name="T76" fmla="*/ 2637 w 9120"/>
              <a:gd name="T77" fmla="*/ 249 h 672"/>
              <a:gd name="T78" fmla="*/ 3721 w 9120"/>
              <a:gd name="T79" fmla="*/ 207 h 672"/>
              <a:gd name="T80" fmla="*/ 2818 w 9120"/>
              <a:gd name="T81" fmla="*/ 228 h 672"/>
              <a:gd name="T82" fmla="*/ 1469 w 9120"/>
              <a:gd name="T83" fmla="*/ 300 h 672"/>
              <a:gd name="T84" fmla="*/ 1621 w 9120"/>
              <a:gd name="T85" fmla="*/ 250 h 672"/>
              <a:gd name="T86" fmla="*/ 5817 w 9120"/>
              <a:gd name="T87" fmla="*/ 260 h 672"/>
              <a:gd name="T88" fmla="*/ 5519 w 9120"/>
              <a:gd name="T89" fmla="*/ 268 h 672"/>
              <a:gd name="T90" fmla="*/ 3250 w 9120"/>
              <a:gd name="T91" fmla="*/ 287 h 672"/>
              <a:gd name="T92" fmla="*/ 5723 w 9120"/>
              <a:gd name="T93" fmla="*/ 293 h 672"/>
              <a:gd name="T94" fmla="*/ 5048 w 9120"/>
              <a:gd name="T95" fmla="*/ 353 h 672"/>
              <a:gd name="T96" fmla="*/ 7093 w 9120"/>
              <a:gd name="T97" fmla="*/ 358 h 672"/>
              <a:gd name="T98" fmla="*/ 1400 w 9120"/>
              <a:gd name="T99" fmla="*/ 368 h 672"/>
              <a:gd name="T100" fmla="*/ 4924 w 9120"/>
              <a:gd name="T101" fmla="*/ 399 h 672"/>
              <a:gd name="T102" fmla="*/ 4800 w 9120"/>
              <a:gd name="T103" fmla="*/ 412 h 672"/>
              <a:gd name="T104" fmla="*/ 3664 w 9120"/>
              <a:gd name="T105" fmla="*/ 452 h 672"/>
              <a:gd name="T106" fmla="*/ 1675 w 9120"/>
              <a:gd name="T107" fmla="*/ 559 h 672"/>
              <a:gd name="T108" fmla="*/ 2040 w 9120"/>
              <a:gd name="T109" fmla="*/ 558 h 672"/>
              <a:gd name="T110" fmla="*/ 2234 w 9120"/>
              <a:gd name="T111" fmla="*/ 517 h 672"/>
              <a:gd name="T112" fmla="*/ 2808 w 9120"/>
              <a:gd name="T113" fmla="*/ 482 h 672"/>
              <a:gd name="T114" fmla="*/ 3452 w 9120"/>
              <a:gd name="T115" fmla="*/ 459 h 672"/>
              <a:gd name="T116" fmla="*/ 1306 w 9120"/>
              <a:gd name="T117" fmla="*/ 513 h 672"/>
              <a:gd name="T118" fmla="*/ 597 w 9120"/>
              <a:gd name="T119" fmla="*/ 554 h 672"/>
              <a:gd name="T120" fmla="*/ 1962 w 9120"/>
              <a:gd name="T121" fmla="*/ 579 h 672"/>
              <a:gd name="T122" fmla="*/ 1384 w 9120"/>
              <a:gd name="T123" fmla="*/ 621 h 672"/>
              <a:gd name="T124" fmla="*/ 2614 w 9120"/>
              <a:gd name="T125" fmla="*/ 619 h 6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9120" h="672">
                <a:moveTo>
                  <a:pt x="5959" y="29"/>
                </a:moveTo>
                <a:lnTo>
                  <a:pt x="5956" y="37"/>
                </a:lnTo>
                <a:lnTo>
                  <a:pt x="5949" y="50"/>
                </a:lnTo>
                <a:lnTo>
                  <a:pt x="5937" y="60"/>
                </a:lnTo>
                <a:lnTo>
                  <a:pt x="5923" y="65"/>
                </a:lnTo>
                <a:lnTo>
                  <a:pt x="5914" y="65"/>
                </a:lnTo>
                <a:lnTo>
                  <a:pt x="5893" y="65"/>
                </a:lnTo>
                <a:lnTo>
                  <a:pt x="5892" y="55"/>
                </a:lnTo>
                <a:lnTo>
                  <a:pt x="5909" y="42"/>
                </a:lnTo>
                <a:lnTo>
                  <a:pt x="5918" y="35"/>
                </a:lnTo>
                <a:lnTo>
                  <a:pt x="5927" y="26"/>
                </a:lnTo>
                <a:lnTo>
                  <a:pt x="5913" y="20"/>
                </a:lnTo>
                <a:lnTo>
                  <a:pt x="5879" y="19"/>
                </a:lnTo>
                <a:lnTo>
                  <a:pt x="5855" y="19"/>
                </a:lnTo>
                <a:lnTo>
                  <a:pt x="5828" y="24"/>
                </a:lnTo>
                <a:lnTo>
                  <a:pt x="5819" y="29"/>
                </a:lnTo>
                <a:lnTo>
                  <a:pt x="5818" y="32"/>
                </a:lnTo>
                <a:lnTo>
                  <a:pt x="5816" y="38"/>
                </a:lnTo>
                <a:lnTo>
                  <a:pt x="5798" y="46"/>
                </a:lnTo>
                <a:lnTo>
                  <a:pt x="5783" y="47"/>
                </a:lnTo>
                <a:lnTo>
                  <a:pt x="5770" y="46"/>
                </a:lnTo>
                <a:lnTo>
                  <a:pt x="5759" y="40"/>
                </a:lnTo>
                <a:lnTo>
                  <a:pt x="5758" y="34"/>
                </a:lnTo>
                <a:lnTo>
                  <a:pt x="5759" y="31"/>
                </a:lnTo>
                <a:lnTo>
                  <a:pt x="5760" y="27"/>
                </a:lnTo>
                <a:lnTo>
                  <a:pt x="5751" y="22"/>
                </a:lnTo>
                <a:lnTo>
                  <a:pt x="5720" y="20"/>
                </a:lnTo>
                <a:lnTo>
                  <a:pt x="5660" y="26"/>
                </a:lnTo>
                <a:lnTo>
                  <a:pt x="5605" y="39"/>
                </a:lnTo>
                <a:lnTo>
                  <a:pt x="5590" y="47"/>
                </a:lnTo>
                <a:lnTo>
                  <a:pt x="5580" y="56"/>
                </a:lnTo>
                <a:lnTo>
                  <a:pt x="5563" y="56"/>
                </a:lnTo>
                <a:lnTo>
                  <a:pt x="5557" y="47"/>
                </a:lnTo>
                <a:lnTo>
                  <a:pt x="5554" y="43"/>
                </a:lnTo>
                <a:lnTo>
                  <a:pt x="5545" y="39"/>
                </a:lnTo>
                <a:lnTo>
                  <a:pt x="5527" y="41"/>
                </a:lnTo>
                <a:lnTo>
                  <a:pt x="5509" y="49"/>
                </a:lnTo>
                <a:lnTo>
                  <a:pt x="5491" y="58"/>
                </a:lnTo>
                <a:lnTo>
                  <a:pt x="5476" y="61"/>
                </a:lnTo>
                <a:lnTo>
                  <a:pt x="5469" y="54"/>
                </a:lnTo>
                <a:lnTo>
                  <a:pt x="5467" y="49"/>
                </a:lnTo>
                <a:lnTo>
                  <a:pt x="5463" y="42"/>
                </a:lnTo>
                <a:lnTo>
                  <a:pt x="5451" y="32"/>
                </a:lnTo>
                <a:lnTo>
                  <a:pt x="5445" y="31"/>
                </a:lnTo>
                <a:lnTo>
                  <a:pt x="5438" y="31"/>
                </a:lnTo>
                <a:lnTo>
                  <a:pt x="5434" y="40"/>
                </a:lnTo>
                <a:lnTo>
                  <a:pt x="5437" y="46"/>
                </a:lnTo>
                <a:lnTo>
                  <a:pt x="5439" y="50"/>
                </a:lnTo>
                <a:lnTo>
                  <a:pt x="5438" y="57"/>
                </a:lnTo>
                <a:lnTo>
                  <a:pt x="5429" y="68"/>
                </a:lnTo>
                <a:lnTo>
                  <a:pt x="5406" y="74"/>
                </a:lnTo>
                <a:lnTo>
                  <a:pt x="5381" y="71"/>
                </a:lnTo>
                <a:lnTo>
                  <a:pt x="5372" y="65"/>
                </a:lnTo>
                <a:lnTo>
                  <a:pt x="5363" y="57"/>
                </a:lnTo>
                <a:lnTo>
                  <a:pt x="5333" y="48"/>
                </a:lnTo>
                <a:lnTo>
                  <a:pt x="5301" y="48"/>
                </a:lnTo>
                <a:lnTo>
                  <a:pt x="5285" y="54"/>
                </a:lnTo>
                <a:lnTo>
                  <a:pt x="5279" y="61"/>
                </a:lnTo>
                <a:lnTo>
                  <a:pt x="5278" y="65"/>
                </a:lnTo>
                <a:lnTo>
                  <a:pt x="5277" y="71"/>
                </a:lnTo>
                <a:lnTo>
                  <a:pt x="5262" y="81"/>
                </a:lnTo>
                <a:lnTo>
                  <a:pt x="5251" y="82"/>
                </a:lnTo>
                <a:lnTo>
                  <a:pt x="5241" y="81"/>
                </a:lnTo>
                <a:lnTo>
                  <a:pt x="5233" y="71"/>
                </a:lnTo>
                <a:lnTo>
                  <a:pt x="5235" y="65"/>
                </a:lnTo>
                <a:lnTo>
                  <a:pt x="5237" y="61"/>
                </a:lnTo>
                <a:lnTo>
                  <a:pt x="5229" y="54"/>
                </a:lnTo>
                <a:lnTo>
                  <a:pt x="5197" y="48"/>
                </a:lnTo>
                <a:lnTo>
                  <a:pt x="5159" y="47"/>
                </a:lnTo>
                <a:lnTo>
                  <a:pt x="5117" y="48"/>
                </a:lnTo>
                <a:lnTo>
                  <a:pt x="5087" y="54"/>
                </a:lnTo>
                <a:lnTo>
                  <a:pt x="5083" y="63"/>
                </a:lnTo>
                <a:lnTo>
                  <a:pt x="5085" y="68"/>
                </a:lnTo>
                <a:lnTo>
                  <a:pt x="5091" y="79"/>
                </a:lnTo>
                <a:lnTo>
                  <a:pt x="5085" y="79"/>
                </a:lnTo>
                <a:lnTo>
                  <a:pt x="5072" y="68"/>
                </a:lnTo>
                <a:lnTo>
                  <a:pt x="5059" y="60"/>
                </a:lnTo>
                <a:lnTo>
                  <a:pt x="5044" y="56"/>
                </a:lnTo>
                <a:lnTo>
                  <a:pt x="5037" y="60"/>
                </a:lnTo>
                <a:lnTo>
                  <a:pt x="5035" y="63"/>
                </a:lnTo>
                <a:lnTo>
                  <a:pt x="5027" y="70"/>
                </a:lnTo>
                <a:lnTo>
                  <a:pt x="4988" y="77"/>
                </a:lnTo>
                <a:lnTo>
                  <a:pt x="4942" y="75"/>
                </a:lnTo>
                <a:lnTo>
                  <a:pt x="4917" y="69"/>
                </a:lnTo>
                <a:lnTo>
                  <a:pt x="4907" y="62"/>
                </a:lnTo>
                <a:lnTo>
                  <a:pt x="4906" y="57"/>
                </a:lnTo>
                <a:lnTo>
                  <a:pt x="4906" y="50"/>
                </a:lnTo>
                <a:lnTo>
                  <a:pt x="4899" y="49"/>
                </a:lnTo>
                <a:lnTo>
                  <a:pt x="4893" y="56"/>
                </a:lnTo>
                <a:lnTo>
                  <a:pt x="4872" y="79"/>
                </a:lnTo>
                <a:lnTo>
                  <a:pt x="4836" y="106"/>
                </a:lnTo>
                <a:lnTo>
                  <a:pt x="4827" y="109"/>
                </a:lnTo>
                <a:lnTo>
                  <a:pt x="4826" y="106"/>
                </a:lnTo>
                <a:lnTo>
                  <a:pt x="4829" y="102"/>
                </a:lnTo>
                <a:lnTo>
                  <a:pt x="4830" y="99"/>
                </a:lnTo>
                <a:lnTo>
                  <a:pt x="4828" y="94"/>
                </a:lnTo>
                <a:lnTo>
                  <a:pt x="4814" y="89"/>
                </a:lnTo>
                <a:lnTo>
                  <a:pt x="4734" y="82"/>
                </a:lnTo>
                <a:lnTo>
                  <a:pt x="4621" y="82"/>
                </a:lnTo>
                <a:lnTo>
                  <a:pt x="4493" y="82"/>
                </a:lnTo>
                <a:lnTo>
                  <a:pt x="4415" y="90"/>
                </a:lnTo>
                <a:lnTo>
                  <a:pt x="4400" y="101"/>
                </a:lnTo>
                <a:lnTo>
                  <a:pt x="4399" y="110"/>
                </a:lnTo>
                <a:lnTo>
                  <a:pt x="4398" y="128"/>
                </a:lnTo>
                <a:lnTo>
                  <a:pt x="4391" y="128"/>
                </a:lnTo>
                <a:lnTo>
                  <a:pt x="4381" y="110"/>
                </a:lnTo>
                <a:lnTo>
                  <a:pt x="4377" y="104"/>
                </a:lnTo>
                <a:lnTo>
                  <a:pt x="4364" y="94"/>
                </a:lnTo>
                <a:lnTo>
                  <a:pt x="4337" y="84"/>
                </a:lnTo>
                <a:lnTo>
                  <a:pt x="4297" y="82"/>
                </a:lnTo>
                <a:lnTo>
                  <a:pt x="4272" y="88"/>
                </a:lnTo>
                <a:lnTo>
                  <a:pt x="4262" y="96"/>
                </a:lnTo>
                <a:lnTo>
                  <a:pt x="4259" y="102"/>
                </a:lnTo>
                <a:lnTo>
                  <a:pt x="4254" y="111"/>
                </a:lnTo>
                <a:lnTo>
                  <a:pt x="4249" y="112"/>
                </a:lnTo>
                <a:lnTo>
                  <a:pt x="4249" y="103"/>
                </a:lnTo>
                <a:lnTo>
                  <a:pt x="4246" y="96"/>
                </a:lnTo>
                <a:lnTo>
                  <a:pt x="4227" y="91"/>
                </a:lnTo>
                <a:lnTo>
                  <a:pt x="4214" y="93"/>
                </a:lnTo>
                <a:lnTo>
                  <a:pt x="4200" y="96"/>
                </a:lnTo>
                <a:lnTo>
                  <a:pt x="4185" y="92"/>
                </a:lnTo>
                <a:lnTo>
                  <a:pt x="4180" y="87"/>
                </a:lnTo>
                <a:lnTo>
                  <a:pt x="4180" y="83"/>
                </a:lnTo>
                <a:lnTo>
                  <a:pt x="4179" y="79"/>
                </a:lnTo>
                <a:lnTo>
                  <a:pt x="4176" y="73"/>
                </a:lnTo>
                <a:lnTo>
                  <a:pt x="4164" y="74"/>
                </a:lnTo>
                <a:lnTo>
                  <a:pt x="4148" y="82"/>
                </a:lnTo>
                <a:lnTo>
                  <a:pt x="4132" y="90"/>
                </a:lnTo>
                <a:lnTo>
                  <a:pt x="4104" y="98"/>
                </a:lnTo>
                <a:lnTo>
                  <a:pt x="4088" y="97"/>
                </a:lnTo>
                <a:lnTo>
                  <a:pt x="4084" y="86"/>
                </a:lnTo>
                <a:lnTo>
                  <a:pt x="4089" y="77"/>
                </a:lnTo>
                <a:lnTo>
                  <a:pt x="4094" y="66"/>
                </a:lnTo>
                <a:lnTo>
                  <a:pt x="4089" y="66"/>
                </a:lnTo>
                <a:lnTo>
                  <a:pt x="4077" y="77"/>
                </a:lnTo>
                <a:lnTo>
                  <a:pt x="4071" y="82"/>
                </a:lnTo>
                <a:lnTo>
                  <a:pt x="4048" y="89"/>
                </a:lnTo>
                <a:lnTo>
                  <a:pt x="3997" y="97"/>
                </a:lnTo>
                <a:lnTo>
                  <a:pt x="3955" y="98"/>
                </a:lnTo>
                <a:lnTo>
                  <a:pt x="3911" y="99"/>
                </a:lnTo>
                <a:lnTo>
                  <a:pt x="3875" y="106"/>
                </a:lnTo>
                <a:lnTo>
                  <a:pt x="3867" y="112"/>
                </a:lnTo>
                <a:lnTo>
                  <a:pt x="3869" y="117"/>
                </a:lnTo>
                <a:lnTo>
                  <a:pt x="3870" y="120"/>
                </a:lnTo>
                <a:lnTo>
                  <a:pt x="3866" y="123"/>
                </a:lnTo>
                <a:lnTo>
                  <a:pt x="3849" y="118"/>
                </a:lnTo>
                <a:lnTo>
                  <a:pt x="3829" y="108"/>
                </a:lnTo>
                <a:lnTo>
                  <a:pt x="3808" y="99"/>
                </a:lnTo>
                <a:lnTo>
                  <a:pt x="3777" y="89"/>
                </a:lnTo>
                <a:lnTo>
                  <a:pt x="3771" y="90"/>
                </a:lnTo>
                <a:lnTo>
                  <a:pt x="3759" y="94"/>
                </a:lnTo>
                <a:lnTo>
                  <a:pt x="3672" y="103"/>
                </a:lnTo>
                <a:lnTo>
                  <a:pt x="3613" y="107"/>
                </a:lnTo>
                <a:lnTo>
                  <a:pt x="3547" y="109"/>
                </a:lnTo>
                <a:lnTo>
                  <a:pt x="3494" y="106"/>
                </a:lnTo>
                <a:lnTo>
                  <a:pt x="3485" y="103"/>
                </a:lnTo>
                <a:lnTo>
                  <a:pt x="3485" y="100"/>
                </a:lnTo>
                <a:lnTo>
                  <a:pt x="3487" y="98"/>
                </a:lnTo>
                <a:lnTo>
                  <a:pt x="3501" y="90"/>
                </a:lnTo>
                <a:lnTo>
                  <a:pt x="3500" y="82"/>
                </a:lnTo>
                <a:lnTo>
                  <a:pt x="3484" y="82"/>
                </a:lnTo>
                <a:lnTo>
                  <a:pt x="3473" y="83"/>
                </a:lnTo>
                <a:lnTo>
                  <a:pt x="3452" y="94"/>
                </a:lnTo>
                <a:lnTo>
                  <a:pt x="3448" y="102"/>
                </a:lnTo>
                <a:lnTo>
                  <a:pt x="3443" y="112"/>
                </a:lnTo>
                <a:lnTo>
                  <a:pt x="3431" y="111"/>
                </a:lnTo>
                <a:lnTo>
                  <a:pt x="3423" y="100"/>
                </a:lnTo>
                <a:lnTo>
                  <a:pt x="3416" y="91"/>
                </a:lnTo>
                <a:lnTo>
                  <a:pt x="3404" y="90"/>
                </a:lnTo>
                <a:lnTo>
                  <a:pt x="3401" y="97"/>
                </a:lnTo>
                <a:lnTo>
                  <a:pt x="3395" y="101"/>
                </a:lnTo>
                <a:lnTo>
                  <a:pt x="3336" y="109"/>
                </a:lnTo>
                <a:lnTo>
                  <a:pt x="3153" y="118"/>
                </a:lnTo>
                <a:lnTo>
                  <a:pt x="2949" y="123"/>
                </a:lnTo>
                <a:lnTo>
                  <a:pt x="2768" y="127"/>
                </a:lnTo>
                <a:lnTo>
                  <a:pt x="2521" y="135"/>
                </a:lnTo>
                <a:lnTo>
                  <a:pt x="2493" y="138"/>
                </a:lnTo>
                <a:lnTo>
                  <a:pt x="2480" y="143"/>
                </a:lnTo>
                <a:lnTo>
                  <a:pt x="2448" y="146"/>
                </a:lnTo>
                <a:lnTo>
                  <a:pt x="2415" y="144"/>
                </a:lnTo>
                <a:lnTo>
                  <a:pt x="2391" y="136"/>
                </a:lnTo>
                <a:lnTo>
                  <a:pt x="2389" y="132"/>
                </a:lnTo>
                <a:lnTo>
                  <a:pt x="2388" y="128"/>
                </a:lnTo>
                <a:lnTo>
                  <a:pt x="2382" y="122"/>
                </a:lnTo>
                <a:lnTo>
                  <a:pt x="2362" y="116"/>
                </a:lnTo>
                <a:lnTo>
                  <a:pt x="2344" y="117"/>
                </a:lnTo>
                <a:lnTo>
                  <a:pt x="2317" y="117"/>
                </a:lnTo>
                <a:lnTo>
                  <a:pt x="2311" y="123"/>
                </a:lnTo>
                <a:lnTo>
                  <a:pt x="2330" y="132"/>
                </a:lnTo>
                <a:lnTo>
                  <a:pt x="2338" y="135"/>
                </a:lnTo>
                <a:lnTo>
                  <a:pt x="2335" y="142"/>
                </a:lnTo>
                <a:lnTo>
                  <a:pt x="2293" y="147"/>
                </a:lnTo>
                <a:lnTo>
                  <a:pt x="2234" y="148"/>
                </a:lnTo>
                <a:lnTo>
                  <a:pt x="2165" y="149"/>
                </a:lnTo>
                <a:lnTo>
                  <a:pt x="2116" y="157"/>
                </a:lnTo>
                <a:lnTo>
                  <a:pt x="2102" y="167"/>
                </a:lnTo>
                <a:lnTo>
                  <a:pt x="2102" y="174"/>
                </a:lnTo>
                <a:lnTo>
                  <a:pt x="2101" y="184"/>
                </a:lnTo>
                <a:lnTo>
                  <a:pt x="2092" y="198"/>
                </a:lnTo>
                <a:lnTo>
                  <a:pt x="2085" y="199"/>
                </a:lnTo>
                <a:lnTo>
                  <a:pt x="2079" y="198"/>
                </a:lnTo>
                <a:lnTo>
                  <a:pt x="2076" y="186"/>
                </a:lnTo>
                <a:lnTo>
                  <a:pt x="2078" y="178"/>
                </a:lnTo>
                <a:lnTo>
                  <a:pt x="2081" y="168"/>
                </a:lnTo>
                <a:lnTo>
                  <a:pt x="2073" y="156"/>
                </a:lnTo>
                <a:lnTo>
                  <a:pt x="2065" y="154"/>
                </a:lnTo>
                <a:lnTo>
                  <a:pt x="2024" y="150"/>
                </a:lnTo>
                <a:lnTo>
                  <a:pt x="1938" y="143"/>
                </a:lnTo>
                <a:lnTo>
                  <a:pt x="1893" y="138"/>
                </a:lnTo>
                <a:lnTo>
                  <a:pt x="1845" y="139"/>
                </a:lnTo>
                <a:lnTo>
                  <a:pt x="1827" y="145"/>
                </a:lnTo>
                <a:lnTo>
                  <a:pt x="1824" y="149"/>
                </a:lnTo>
                <a:lnTo>
                  <a:pt x="1820" y="152"/>
                </a:lnTo>
                <a:lnTo>
                  <a:pt x="1797" y="158"/>
                </a:lnTo>
                <a:lnTo>
                  <a:pt x="1741" y="165"/>
                </a:lnTo>
                <a:lnTo>
                  <a:pt x="1692" y="166"/>
                </a:lnTo>
                <a:lnTo>
                  <a:pt x="1622" y="167"/>
                </a:lnTo>
                <a:lnTo>
                  <a:pt x="1591" y="172"/>
                </a:lnTo>
                <a:lnTo>
                  <a:pt x="1588" y="176"/>
                </a:lnTo>
                <a:lnTo>
                  <a:pt x="1593" y="183"/>
                </a:lnTo>
                <a:lnTo>
                  <a:pt x="1602" y="191"/>
                </a:lnTo>
                <a:lnTo>
                  <a:pt x="1612" y="199"/>
                </a:lnTo>
                <a:lnTo>
                  <a:pt x="1615" y="207"/>
                </a:lnTo>
                <a:lnTo>
                  <a:pt x="1609" y="211"/>
                </a:lnTo>
                <a:lnTo>
                  <a:pt x="1563" y="215"/>
                </a:lnTo>
                <a:lnTo>
                  <a:pt x="1467" y="213"/>
                </a:lnTo>
                <a:lnTo>
                  <a:pt x="1377" y="211"/>
                </a:lnTo>
                <a:lnTo>
                  <a:pt x="1355" y="207"/>
                </a:lnTo>
                <a:lnTo>
                  <a:pt x="1418" y="204"/>
                </a:lnTo>
                <a:lnTo>
                  <a:pt x="1460" y="202"/>
                </a:lnTo>
                <a:lnTo>
                  <a:pt x="1521" y="193"/>
                </a:lnTo>
                <a:lnTo>
                  <a:pt x="1553" y="181"/>
                </a:lnTo>
                <a:lnTo>
                  <a:pt x="1558" y="171"/>
                </a:lnTo>
                <a:lnTo>
                  <a:pt x="1552" y="163"/>
                </a:lnTo>
                <a:lnTo>
                  <a:pt x="1546" y="159"/>
                </a:lnTo>
                <a:lnTo>
                  <a:pt x="1539" y="155"/>
                </a:lnTo>
                <a:lnTo>
                  <a:pt x="1529" y="157"/>
                </a:lnTo>
                <a:lnTo>
                  <a:pt x="1528" y="163"/>
                </a:lnTo>
                <a:lnTo>
                  <a:pt x="1527" y="166"/>
                </a:lnTo>
                <a:lnTo>
                  <a:pt x="1518" y="172"/>
                </a:lnTo>
                <a:lnTo>
                  <a:pt x="1493" y="176"/>
                </a:lnTo>
                <a:lnTo>
                  <a:pt x="1451" y="174"/>
                </a:lnTo>
                <a:lnTo>
                  <a:pt x="1414" y="165"/>
                </a:lnTo>
                <a:lnTo>
                  <a:pt x="1406" y="158"/>
                </a:lnTo>
                <a:lnTo>
                  <a:pt x="1400" y="152"/>
                </a:lnTo>
                <a:lnTo>
                  <a:pt x="1393" y="153"/>
                </a:lnTo>
                <a:lnTo>
                  <a:pt x="1393" y="161"/>
                </a:lnTo>
                <a:lnTo>
                  <a:pt x="1392" y="166"/>
                </a:lnTo>
                <a:lnTo>
                  <a:pt x="1378" y="175"/>
                </a:lnTo>
                <a:lnTo>
                  <a:pt x="1332" y="184"/>
                </a:lnTo>
                <a:lnTo>
                  <a:pt x="1279" y="186"/>
                </a:lnTo>
                <a:lnTo>
                  <a:pt x="1233" y="187"/>
                </a:lnTo>
                <a:lnTo>
                  <a:pt x="1207" y="191"/>
                </a:lnTo>
                <a:lnTo>
                  <a:pt x="1216" y="193"/>
                </a:lnTo>
                <a:lnTo>
                  <a:pt x="1229" y="194"/>
                </a:lnTo>
                <a:lnTo>
                  <a:pt x="1253" y="198"/>
                </a:lnTo>
                <a:lnTo>
                  <a:pt x="1277" y="207"/>
                </a:lnTo>
                <a:lnTo>
                  <a:pt x="1283" y="214"/>
                </a:lnTo>
                <a:lnTo>
                  <a:pt x="1282" y="218"/>
                </a:lnTo>
                <a:lnTo>
                  <a:pt x="1279" y="225"/>
                </a:lnTo>
                <a:lnTo>
                  <a:pt x="1289" y="233"/>
                </a:lnTo>
                <a:lnTo>
                  <a:pt x="1298" y="234"/>
                </a:lnTo>
                <a:lnTo>
                  <a:pt x="1309" y="234"/>
                </a:lnTo>
                <a:lnTo>
                  <a:pt x="1324" y="243"/>
                </a:lnTo>
                <a:lnTo>
                  <a:pt x="1325" y="250"/>
                </a:lnTo>
                <a:lnTo>
                  <a:pt x="1326" y="257"/>
                </a:lnTo>
                <a:lnTo>
                  <a:pt x="1341" y="266"/>
                </a:lnTo>
                <a:lnTo>
                  <a:pt x="1352" y="267"/>
                </a:lnTo>
                <a:lnTo>
                  <a:pt x="1362" y="266"/>
                </a:lnTo>
                <a:lnTo>
                  <a:pt x="1370" y="257"/>
                </a:lnTo>
                <a:lnTo>
                  <a:pt x="1368" y="250"/>
                </a:lnTo>
                <a:lnTo>
                  <a:pt x="1365" y="243"/>
                </a:lnTo>
                <a:lnTo>
                  <a:pt x="1367" y="234"/>
                </a:lnTo>
                <a:lnTo>
                  <a:pt x="1371" y="234"/>
                </a:lnTo>
                <a:lnTo>
                  <a:pt x="1378" y="236"/>
                </a:lnTo>
                <a:lnTo>
                  <a:pt x="1396" y="253"/>
                </a:lnTo>
                <a:lnTo>
                  <a:pt x="1404" y="265"/>
                </a:lnTo>
                <a:lnTo>
                  <a:pt x="1411" y="275"/>
                </a:lnTo>
                <a:lnTo>
                  <a:pt x="1416" y="289"/>
                </a:lnTo>
                <a:lnTo>
                  <a:pt x="1412" y="297"/>
                </a:lnTo>
                <a:lnTo>
                  <a:pt x="1399" y="304"/>
                </a:lnTo>
                <a:lnTo>
                  <a:pt x="1388" y="306"/>
                </a:lnTo>
                <a:lnTo>
                  <a:pt x="1370" y="310"/>
                </a:lnTo>
                <a:lnTo>
                  <a:pt x="1375" y="315"/>
                </a:lnTo>
                <a:lnTo>
                  <a:pt x="1399" y="316"/>
                </a:lnTo>
                <a:lnTo>
                  <a:pt x="1418" y="317"/>
                </a:lnTo>
                <a:lnTo>
                  <a:pt x="1437" y="322"/>
                </a:lnTo>
                <a:lnTo>
                  <a:pt x="1441" y="326"/>
                </a:lnTo>
                <a:lnTo>
                  <a:pt x="1440" y="328"/>
                </a:lnTo>
                <a:lnTo>
                  <a:pt x="1422" y="334"/>
                </a:lnTo>
                <a:lnTo>
                  <a:pt x="1302" y="352"/>
                </a:lnTo>
                <a:lnTo>
                  <a:pt x="1144" y="369"/>
                </a:lnTo>
                <a:lnTo>
                  <a:pt x="1024" y="378"/>
                </a:lnTo>
                <a:lnTo>
                  <a:pt x="1008" y="376"/>
                </a:lnTo>
                <a:lnTo>
                  <a:pt x="1005" y="373"/>
                </a:lnTo>
                <a:lnTo>
                  <a:pt x="1013" y="368"/>
                </a:lnTo>
                <a:lnTo>
                  <a:pt x="1023" y="368"/>
                </a:lnTo>
                <a:lnTo>
                  <a:pt x="1032" y="366"/>
                </a:lnTo>
                <a:lnTo>
                  <a:pt x="1046" y="349"/>
                </a:lnTo>
                <a:lnTo>
                  <a:pt x="1048" y="336"/>
                </a:lnTo>
                <a:lnTo>
                  <a:pt x="1048" y="327"/>
                </a:lnTo>
                <a:lnTo>
                  <a:pt x="1045" y="316"/>
                </a:lnTo>
                <a:lnTo>
                  <a:pt x="1032" y="315"/>
                </a:lnTo>
                <a:lnTo>
                  <a:pt x="1013" y="328"/>
                </a:lnTo>
                <a:lnTo>
                  <a:pt x="997" y="336"/>
                </a:lnTo>
                <a:lnTo>
                  <a:pt x="952" y="344"/>
                </a:lnTo>
                <a:lnTo>
                  <a:pt x="932" y="343"/>
                </a:lnTo>
                <a:lnTo>
                  <a:pt x="914" y="340"/>
                </a:lnTo>
                <a:lnTo>
                  <a:pt x="893" y="343"/>
                </a:lnTo>
                <a:lnTo>
                  <a:pt x="886" y="348"/>
                </a:lnTo>
                <a:lnTo>
                  <a:pt x="886" y="351"/>
                </a:lnTo>
                <a:lnTo>
                  <a:pt x="885" y="354"/>
                </a:lnTo>
                <a:lnTo>
                  <a:pt x="872" y="359"/>
                </a:lnTo>
                <a:lnTo>
                  <a:pt x="837" y="363"/>
                </a:lnTo>
                <a:lnTo>
                  <a:pt x="801" y="363"/>
                </a:lnTo>
                <a:lnTo>
                  <a:pt x="768" y="361"/>
                </a:lnTo>
                <a:lnTo>
                  <a:pt x="722" y="365"/>
                </a:lnTo>
                <a:lnTo>
                  <a:pt x="717" y="370"/>
                </a:lnTo>
                <a:lnTo>
                  <a:pt x="715" y="374"/>
                </a:lnTo>
                <a:lnTo>
                  <a:pt x="697" y="376"/>
                </a:lnTo>
                <a:lnTo>
                  <a:pt x="683" y="373"/>
                </a:lnTo>
                <a:lnTo>
                  <a:pt x="668" y="370"/>
                </a:lnTo>
                <a:lnTo>
                  <a:pt x="654" y="374"/>
                </a:lnTo>
                <a:lnTo>
                  <a:pt x="650" y="380"/>
                </a:lnTo>
                <a:lnTo>
                  <a:pt x="649" y="386"/>
                </a:lnTo>
                <a:lnTo>
                  <a:pt x="649" y="396"/>
                </a:lnTo>
                <a:lnTo>
                  <a:pt x="638" y="397"/>
                </a:lnTo>
                <a:lnTo>
                  <a:pt x="626" y="387"/>
                </a:lnTo>
                <a:lnTo>
                  <a:pt x="614" y="377"/>
                </a:lnTo>
                <a:lnTo>
                  <a:pt x="600" y="375"/>
                </a:lnTo>
                <a:lnTo>
                  <a:pt x="593" y="380"/>
                </a:lnTo>
                <a:lnTo>
                  <a:pt x="590" y="386"/>
                </a:lnTo>
                <a:lnTo>
                  <a:pt x="587" y="389"/>
                </a:lnTo>
                <a:lnTo>
                  <a:pt x="572" y="393"/>
                </a:lnTo>
                <a:lnTo>
                  <a:pt x="533" y="395"/>
                </a:lnTo>
                <a:lnTo>
                  <a:pt x="463" y="392"/>
                </a:lnTo>
                <a:lnTo>
                  <a:pt x="389" y="383"/>
                </a:lnTo>
                <a:lnTo>
                  <a:pt x="359" y="375"/>
                </a:lnTo>
                <a:lnTo>
                  <a:pt x="349" y="372"/>
                </a:lnTo>
                <a:lnTo>
                  <a:pt x="335" y="375"/>
                </a:lnTo>
                <a:lnTo>
                  <a:pt x="327" y="388"/>
                </a:lnTo>
                <a:lnTo>
                  <a:pt x="325" y="409"/>
                </a:lnTo>
                <a:lnTo>
                  <a:pt x="327" y="422"/>
                </a:lnTo>
                <a:lnTo>
                  <a:pt x="327" y="428"/>
                </a:lnTo>
                <a:lnTo>
                  <a:pt x="321" y="436"/>
                </a:lnTo>
                <a:lnTo>
                  <a:pt x="315" y="437"/>
                </a:lnTo>
                <a:lnTo>
                  <a:pt x="283" y="442"/>
                </a:lnTo>
                <a:lnTo>
                  <a:pt x="235" y="457"/>
                </a:lnTo>
                <a:lnTo>
                  <a:pt x="222" y="468"/>
                </a:lnTo>
                <a:lnTo>
                  <a:pt x="214" y="477"/>
                </a:lnTo>
                <a:lnTo>
                  <a:pt x="215" y="486"/>
                </a:lnTo>
                <a:lnTo>
                  <a:pt x="225" y="487"/>
                </a:lnTo>
                <a:lnTo>
                  <a:pt x="233" y="487"/>
                </a:lnTo>
                <a:lnTo>
                  <a:pt x="240" y="495"/>
                </a:lnTo>
                <a:lnTo>
                  <a:pt x="238" y="500"/>
                </a:lnTo>
                <a:lnTo>
                  <a:pt x="236" y="507"/>
                </a:lnTo>
                <a:lnTo>
                  <a:pt x="252" y="530"/>
                </a:lnTo>
                <a:lnTo>
                  <a:pt x="276" y="556"/>
                </a:lnTo>
                <a:lnTo>
                  <a:pt x="292" y="567"/>
                </a:lnTo>
                <a:lnTo>
                  <a:pt x="300" y="569"/>
                </a:lnTo>
                <a:lnTo>
                  <a:pt x="303" y="568"/>
                </a:lnTo>
                <a:lnTo>
                  <a:pt x="308" y="556"/>
                </a:lnTo>
                <a:lnTo>
                  <a:pt x="315" y="528"/>
                </a:lnTo>
                <a:lnTo>
                  <a:pt x="316" y="520"/>
                </a:lnTo>
                <a:lnTo>
                  <a:pt x="315" y="508"/>
                </a:lnTo>
                <a:lnTo>
                  <a:pt x="308" y="501"/>
                </a:lnTo>
                <a:lnTo>
                  <a:pt x="297" y="499"/>
                </a:lnTo>
                <a:lnTo>
                  <a:pt x="289" y="500"/>
                </a:lnTo>
                <a:lnTo>
                  <a:pt x="275" y="502"/>
                </a:lnTo>
                <a:lnTo>
                  <a:pt x="262" y="499"/>
                </a:lnTo>
                <a:lnTo>
                  <a:pt x="266" y="489"/>
                </a:lnTo>
                <a:lnTo>
                  <a:pt x="286" y="477"/>
                </a:lnTo>
                <a:lnTo>
                  <a:pt x="303" y="470"/>
                </a:lnTo>
                <a:lnTo>
                  <a:pt x="321" y="461"/>
                </a:lnTo>
                <a:lnTo>
                  <a:pt x="339" y="445"/>
                </a:lnTo>
                <a:lnTo>
                  <a:pt x="345" y="433"/>
                </a:lnTo>
                <a:lnTo>
                  <a:pt x="345" y="427"/>
                </a:lnTo>
                <a:lnTo>
                  <a:pt x="346" y="418"/>
                </a:lnTo>
                <a:lnTo>
                  <a:pt x="356" y="404"/>
                </a:lnTo>
                <a:lnTo>
                  <a:pt x="362" y="402"/>
                </a:lnTo>
                <a:lnTo>
                  <a:pt x="369" y="404"/>
                </a:lnTo>
                <a:lnTo>
                  <a:pt x="375" y="420"/>
                </a:lnTo>
                <a:lnTo>
                  <a:pt x="373" y="443"/>
                </a:lnTo>
                <a:lnTo>
                  <a:pt x="363" y="465"/>
                </a:lnTo>
                <a:lnTo>
                  <a:pt x="355" y="472"/>
                </a:lnTo>
                <a:lnTo>
                  <a:pt x="350" y="477"/>
                </a:lnTo>
                <a:lnTo>
                  <a:pt x="349" y="494"/>
                </a:lnTo>
                <a:lnTo>
                  <a:pt x="354" y="502"/>
                </a:lnTo>
                <a:lnTo>
                  <a:pt x="357" y="507"/>
                </a:lnTo>
                <a:lnTo>
                  <a:pt x="364" y="512"/>
                </a:lnTo>
                <a:lnTo>
                  <a:pt x="376" y="511"/>
                </a:lnTo>
                <a:lnTo>
                  <a:pt x="390" y="502"/>
                </a:lnTo>
                <a:lnTo>
                  <a:pt x="398" y="494"/>
                </a:lnTo>
                <a:lnTo>
                  <a:pt x="405" y="475"/>
                </a:lnTo>
                <a:lnTo>
                  <a:pt x="403" y="468"/>
                </a:lnTo>
                <a:lnTo>
                  <a:pt x="400" y="461"/>
                </a:lnTo>
                <a:lnTo>
                  <a:pt x="406" y="453"/>
                </a:lnTo>
                <a:lnTo>
                  <a:pt x="413" y="452"/>
                </a:lnTo>
                <a:lnTo>
                  <a:pt x="421" y="454"/>
                </a:lnTo>
                <a:lnTo>
                  <a:pt x="427" y="469"/>
                </a:lnTo>
                <a:lnTo>
                  <a:pt x="423" y="478"/>
                </a:lnTo>
                <a:lnTo>
                  <a:pt x="420" y="489"/>
                </a:lnTo>
                <a:lnTo>
                  <a:pt x="428" y="502"/>
                </a:lnTo>
                <a:lnTo>
                  <a:pt x="438" y="503"/>
                </a:lnTo>
                <a:lnTo>
                  <a:pt x="448" y="503"/>
                </a:lnTo>
                <a:lnTo>
                  <a:pt x="460" y="496"/>
                </a:lnTo>
                <a:lnTo>
                  <a:pt x="462" y="490"/>
                </a:lnTo>
                <a:lnTo>
                  <a:pt x="460" y="478"/>
                </a:lnTo>
                <a:lnTo>
                  <a:pt x="462" y="457"/>
                </a:lnTo>
                <a:lnTo>
                  <a:pt x="469" y="443"/>
                </a:lnTo>
                <a:lnTo>
                  <a:pt x="481" y="436"/>
                </a:lnTo>
                <a:lnTo>
                  <a:pt x="489" y="436"/>
                </a:lnTo>
                <a:lnTo>
                  <a:pt x="499" y="436"/>
                </a:lnTo>
                <a:lnTo>
                  <a:pt x="512" y="445"/>
                </a:lnTo>
                <a:lnTo>
                  <a:pt x="513" y="457"/>
                </a:lnTo>
                <a:lnTo>
                  <a:pt x="504" y="471"/>
                </a:lnTo>
                <a:lnTo>
                  <a:pt x="494" y="477"/>
                </a:lnTo>
                <a:lnTo>
                  <a:pt x="491" y="479"/>
                </a:lnTo>
                <a:lnTo>
                  <a:pt x="495" y="482"/>
                </a:lnTo>
                <a:lnTo>
                  <a:pt x="520" y="482"/>
                </a:lnTo>
                <a:lnTo>
                  <a:pt x="550" y="480"/>
                </a:lnTo>
                <a:lnTo>
                  <a:pt x="584" y="477"/>
                </a:lnTo>
                <a:lnTo>
                  <a:pt x="638" y="477"/>
                </a:lnTo>
                <a:lnTo>
                  <a:pt x="676" y="487"/>
                </a:lnTo>
                <a:lnTo>
                  <a:pt x="704" y="507"/>
                </a:lnTo>
                <a:lnTo>
                  <a:pt x="714" y="522"/>
                </a:lnTo>
                <a:lnTo>
                  <a:pt x="722" y="535"/>
                </a:lnTo>
                <a:lnTo>
                  <a:pt x="728" y="551"/>
                </a:lnTo>
                <a:lnTo>
                  <a:pt x="722" y="553"/>
                </a:lnTo>
                <a:lnTo>
                  <a:pt x="705" y="539"/>
                </a:lnTo>
                <a:lnTo>
                  <a:pt x="692" y="527"/>
                </a:lnTo>
                <a:lnTo>
                  <a:pt x="683" y="518"/>
                </a:lnTo>
                <a:lnTo>
                  <a:pt x="667" y="509"/>
                </a:lnTo>
                <a:lnTo>
                  <a:pt x="649" y="508"/>
                </a:lnTo>
                <a:lnTo>
                  <a:pt x="622" y="516"/>
                </a:lnTo>
                <a:lnTo>
                  <a:pt x="602" y="523"/>
                </a:lnTo>
                <a:lnTo>
                  <a:pt x="577" y="534"/>
                </a:lnTo>
                <a:lnTo>
                  <a:pt x="552" y="553"/>
                </a:lnTo>
                <a:lnTo>
                  <a:pt x="545" y="564"/>
                </a:lnTo>
                <a:lnTo>
                  <a:pt x="545" y="568"/>
                </a:lnTo>
                <a:lnTo>
                  <a:pt x="544" y="573"/>
                </a:lnTo>
                <a:lnTo>
                  <a:pt x="526" y="581"/>
                </a:lnTo>
                <a:lnTo>
                  <a:pt x="464" y="587"/>
                </a:lnTo>
                <a:lnTo>
                  <a:pt x="388" y="588"/>
                </a:lnTo>
                <a:lnTo>
                  <a:pt x="300" y="587"/>
                </a:lnTo>
                <a:lnTo>
                  <a:pt x="246" y="580"/>
                </a:lnTo>
                <a:lnTo>
                  <a:pt x="235" y="570"/>
                </a:lnTo>
                <a:lnTo>
                  <a:pt x="238" y="563"/>
                </a:lnTo>
                <a:lnTo>
                  <a:pt x="240" y="554"/>
                </a:lnTo>
                <a:lnTo>
                  <a:pt x="235" y="542"/>
                </a:lnTo>
                <a:lnTo>
                  <a:pt x="223" y="535"/>
                </a:lnTo>
                <a:lnTo>
                  <a:pt x="204" y="534"/>
                </a:lnTo>
                <a:lnTo>
                  <a:pt x="169" y="540"/>
                </a:lnTo>
                <a:lnTo>
                  <a:pt x="130" y="558"/>
                </a:lnTo>
                <a:lnTo>
                  <a:pt x="108" y="574"/>
                </a:lnTo>
                <a:lnTo>
                  <a:pt x="99" y="583"/>
                </a:lnTo>
                <a:lnTo>
                  <a:pt x="82" y="601"/>
                </a:lnTo>
                <a:lnTo>
                  <a:pt x="67" y="612"/>
                </a:lnTo>
                <a:lnTo>
                  <a:pt x="65" y="611"/>
                </a:lnTo>
                <a:lnTo>
                  <a:pt x="66" y="608"/>
                </a:lnTo>
                <a:lnTo>
                  <a:pt x="69" y="600"/>
                </a:lnTo>
                <a:lnTo>
                  <a:pt x="65" y="589"/>
                </a:lnTo>
                <a:lnTo>
                  <a:pt x="60" y="588"/>
                </a:lnTo>
                <a:lnTo>
                  <a:pt x="52" y="586"/>
                </a:lnTo>
                <a:lnTo>
                  <a:pt x="42" y="568"/>
                </a:lnTo>
                <a:lnTo>
                  <a:pt x="41" y="554"/>
                </a:lnTo>
                <a:lnTo>
                  <a:pt x="40" y="540"/>
                </a:lnTo>
                <a:lnTo>
                  <a:pt x="30" y="522"/>
                </a:lnTo>
                <a:lnTo>
                  <a:pt x="23" y="520"/>
                </a:lnTo>
                <a:lnTo>
                  <a:pt x="19" y="521"/>
                </a:lnTo>
                <a:lnTo>
                  <a:pt x="12" y="526"/>
                </a:lnTo>
                <a:lnTo>
                  <a:pt x="9" y="545"/>
                </a:lnTo>
                <a:lnTo>
                  <a:pt x="10" y="563"/>
                </a:lnTo>
                <a:lnTo>
                  <a:pt x="14" y="580"/>
                </a:lnTo>
                <a:lnTo>
                  <a:pt x="11" y="598"/>
                </a:lnTo>
                <a:lnTo>
                  <a:pt x="7" y="604"/>
                </a:lnTo>
                <a:lnTo>
                  <a:pt x="4" y="604"/>
                </a:lnTo>
                <a:lnTo>
                  <a:pt x="1" y="605"/>
                </a:lnTo>
                <a:lnTo>
                  <a:pt x="0" y="609"/>
                </a:lnTo>
                <a:lnTo>
                  <a:pt x="5" y="622"/>
                </a:lnTo>
                <a:lnTo>
                  <a:pt x="16" y="634"/>
                </a:lnTo>
                <a:lnTo>
                  <a:pt x="25" y="641"/>
                </a:lnTo>
                <a:lnTo>
                  <a:pt x="39" y="650"/>
                </a:lnTo>
                <a:lnTo>
                  <a:pt x="52" y="652"/>
                </a:lnTo>
                <a:lnTo>
                  <a:pt x="67" y="647"/>
                </a:lnTo>
                <a:lnTo>
                  <a:pt x="76" y="642"/>
                </a:lnTo>
                <a:lnTo>
                  <a:pt x="90" y="634"/>
                </a:lnTo>
                <a:lnTo>
                  <a:pt x="107" y="630"/>
                </a:lnTo>
                <a:lnTo>
                  <a:pt x="109" y="634"/>
                </a:lnTo>
                <a:lnTo>
                  <a:pt x="112" y="638"/>
                </a:lnTo>
                <a:lnTo>
                  <a:pt x="147" y="644"/>
                </a:lnTo>
                <a:lnTo>
                  <a:pt x="242" y="647"/>
                </a:lnTo>
                <a:lnTo>
                  <a:pt x="404" y="644"/>
                </a:lnTo>
                <a:lnTo>
                  <a:pt x="503" y="635"/>
                </a:lnTo>
                <a:lnTo>
                  <a:pt x="542" y="628"/>
                </a:lnTo>
                <a:lnTo>
                  <a:pt x="548" y="623"/>
                </a:lnTo>
                <a:lnTo>
                  <a:pt x="554" y="612"/>
                </a:lnTo>
                <a:lnTo>
                  <a:pt x="565" y="614"/>
                </a:lnTo>
                <a:lnTo>
                  <a:pt x="570" y="627"/>
                </a:lnTo>
                <a:lnTo>
                  <a:pt x="572" y="631"/>
                </a:lnTo>
                <a:lnTo>
                  <a:pt x="590" y="637"/>
                </a:lnTo>
                <a:lnTo>
                  <a:pt x="654" y="643"/>
                </a:lnTo>
                <a:lnTo>
                  <a:pt x="984" y="648"/>
                </a:lnTo>
                <a:lnTo>
                  <a:pt x="1489" y="645"/>
                </a:lnTo>
                <a:lnTo>
                  <a:pt x="2198" y="642"/>
                </a:lnTo>
                <a:lnTo>
                  <a:pt x="2415" y="639"/>
                </a:lnTo>
                <a:lnTo>
                  <a:pt x="2418" y="637"/>
                </a:lnTo>
                <a:lnTo>
                  <a:pt x="2417" y="634"/>
                </a:lnTo>
                <a:lnTo>
                  <a:pt x="2400" y="627"/>
                </a:lnTo>
                <a:lnTo>
                  <a:pt x="2381" y="621"/>
                </a:lnTo>
                <a:lnTo>
                  <a:pt x="2369" y="618"/>
                </a:lnTo>
                <a:lnTo>
                  <a:pt x="2364" y="613"/>
                </a:lnTo>
                <a:lnTo>
                  <a:pt x="2397" y="609"/>
                </a:lnTo>
                <a:lnTo>
                  <a:pt x="2457" y="609"/>
                </a:lnTo>
                <a:lnTo>
                  <a:pt x="2526" y="610"/>
                </a:lnTo>
                <a:lnTo>
                  <a:pt x="2547" y="615"/>
                </a:lnTo>
                <a:lnTo>
                  <a:pt x="2508" y="621"/>
                </a:lnTo>
                <a:lnTo>
                  <a:pt x="2432" y="634"/>
                </a:lnTo>
                <a:lnTo>
                  <a:pt x="2499" y="639"/>
                </a:lnTo>
                <a:lnTo>
                  <a:pt x="2559" y="644"/>
                </a:lnTo>
                <a:lnTo>
                  <a:pt x="2597" y="644"/>
                </a:lnTo>
                <a:lnTo>
                  <a:pt x="2608" y="644"/>
                </a:lnTo>
                <a:lnTo>
                  <a:pt x="2624" y="653"/>
                </a:lnTo>
                <a:lnTo>
                  <a:pt x="2625" y="659"/>
                </a:lnTo>
                <a:lnTo>
                  <a:pt x="2627" y="664"/>
                </a:lnTo>
                <a:lnTo>
                  <a:pt x="2642" y="671"/>
                </a:lnTo>
                <a:lnTo>
                  <a:pt x="2653" y="672"/>
                </a:lnTo>
                <a:lnTo>
                  <a:pt x="2662" y="671"/>
                </a:lnTo>
                <a:lnTo>
                  <a:pt x="2672" y="663"/>
                </a:lnTo>
                <a:lnTo>
                  <a:pt x="2670" y="657"/>
                </a:lnTo>
                <a:lnTo>
                  <a:pt x="2669" y="654"/>
                </a:lnTo>
                <a:lnTo>
                  <a:pt x="2678" y="650"/>
                </a:lnTo>
                <a:lnTo>
                  <a:pt x="2712" y="644"/>
                </a:lnTo>
                <a:lnTo>
                  <a:pt x="2746" y="644"/>
                </a:lnTo>
                <a:lnTo>
                  <a:pt x="2779" y="643"/>
                </a:lnTo>
                <a:lnTo>
                  <a:pt x="2831" y="637"/>
                </a:lnTo>
                <a:lnTo>
                  <a:pt x="2840" y="632"/>
                </a:lnTo>
                <a:lnTo>
                  <a:pt x="2841" y="630"/>
                </a:lnTo>
                <a:lnTo>
                  <a:pt x="2831" y="627"/>
                </a:lnTo>
                <a:lnTo>
                  <a:pt x="2798" y="622"/>
                </a:lnTo>
                <a:lnTo>
                  <a:pt x="2762" y="621"/>
                </a:lnTo>
                <a:lnTo>
                  <a:pt x="2725" y="620"/>
                </a:lnTo>
                <a:lnTo>
                  <a:pt x="2691" y="614"/>
                </a:lnTo>
                <a:lnTo>
                  <a:pt x="2683" y="608"/>
                </a:lnTo>
                <a:lnTo>
                  <a:pt x="2685" y="604"/>
                </a:lnTo>
                <a:lnTo>
                  <a:pt x="2686" y="601"/>
                </a:lnTo>
                <a:lnTo>
                  <a:pt x="2683" y="595"/>
                </a:lnTo>
                <a:lnTo>
                  <a:pt x="2664" y="588"/>
                </a:lnTo>
                <a:lnTo>
                  <a:pt x="2643" y="588"/>
                </a:lnTo>
                <a:lnTo>
                  <a:pt x="2622" y="587"/>
                </a:lnTo>
                <a:lnTo>
                  <a:pt x="2602" y="582"/>
                </a:lnTo>
                <a:lnTo>
                  <a:pt x="2598" y="577"/>
                </a:lnTo>
                <a:lnTo>
                  <a:pt x="2599" y="574"/>
                </a:lnTo>
                <a:lnTo>
                  <a:pt x="2606" y="570"/>
                </a:lnTo>
                <a:lnTo>
                  <a:pt x="2657" y="565"/>
                </a:lnTo>
                <a:lnTo>
                  <a:pt x="2725" y="564"/>
                </a:lnTo>
                <a:lnTo>
                  <a:pt x="2782" y="567"/>
                </a:lnTo>
                <a:lnTo>
                  <a:pt x="2795" y="571"/>
                </a:lnTo>
                <a:lnTo>
                  <a:pt x="2796" y="573"/>
                </a:lnTo>
                <a:lnTo>
                  <a:pt x="2772" y="582"/>
                </a:lnTo>
                <a:lnTo>
                  <a:pt x="2752" y="588"/>
                </a:lnTo>
                <a:lnTo>
                  <a:pt x="2738" y="591"/>
                </a:lnTo>
                <a:lnTo>
                  <a:pt x="2724" y="596"/>
                </a:lnTo>
                <a:lnTo>
                  <a:pt x="2740" y="601"/>
                </a:lnTo>
                <a:lnTo>
                  <a:pt x="2787" y="601"/>
                </a:lnTo>
                <a:lnTo>
                  <a:pt x="2819" y="601"/>
                </a:lnTo>
                <a:lnTo>
                  <a:pt x="2844" y="598"/>
                </a:lnTo>
                <a:lnTo>
                  <a:pt x="2846" y="594"/>
                </a:lnTo>
                <a:lnTo>
                  <a:pt x="2842" y="593"/>
                </a:lnTo>
                <a:lnTo>
                  <a:pt x="2832" y="590"/>
                </a:lnTo>
                <a:lnTo>
                  <a:pt x="2822" y="586"/>
                </a:lnTo>
                <a:lnTo>
                  <a:pt x="2822" y="575"/>
                </a:lnTo>
                <a:lnTo>
                  <a:pt x="2835" y="561"/>
                </a:lnTo>
                <a:lnTo>
                  <a:pt x="2847" y="551"/>
                </a:lnTo>
                <a:lnTo>
                  <a:pt x="2877" y="539"/>
                </a:lnTo>
                <a:lnTo>
                  <a:pt x="2907" y="538"/>
                </a:lnTo>
                <a:lnTo>
                  <a:pt x="2931" y="549"/>
                </a:lnTo>
                <a:lnTo>
                  <a:pt x="2937" y="558"/>
                </a:lnTo>
                <a:lnTo>
                  <a:pt x="2943" y="568"/>
                </a:lnTo>
                <a:lnTo>
                  <a:pt x="2951" y="568"/>
                </a:lnTo>
                <a:lnTo>
                  <a:pt x="2957" y="558"/>
                </a:lnTo>
                <a:lnTo>
                  <a:pt x="2962" y="550"/>
                </a:lnTo>
                <a:lnTo>
                  <a:pt x="2975" y="538"/>
                </a:lnTo>
                <a:lnTo>
                  <a:pt x="2982" y="537"/>
                </a:lnTo>
                <a:lnTo>
                  <a:pt x="2988" y="537"/>
                </a:lnTo>
                <a:lnTo>
                  <a:pt x="2992" y="547"/>
                </a:lnTo>
                <a:lnTo>
                  <a:pt x="2989" y="554"/>
                </a:lnTo>
                <a:lnTo>
                  <a:pt x="2984" y="562"/>
                </a:lnTo>
                <a:lnTo>
                  <a:pt x="2987" y="570"/>
                </a:lnTo>
                <a:lnTo>
                  <a:pt x="3017" y="563"/>
                </a:lnTo>
                <a:lnTo>
                  <a:pt x="3056" y="543"/>
                </a:lnTo>
                <a:lnTo>
                  <a:pt x="3083" y="532"/>
                </a:lnTo>
                <a:lnTo>
                  <a:pt x="3143" y="523"/>
                </a:lnTo>
                <a:lnTo>
                  <a:pt x="3178" y="527"/>
                </a:lnTo>
                <a:lnTo>
                  <a:pt x="3207" y="529"/>
                </a:lnTo>
                <a:lnTo>
                  <a:pt x="3242" y="527"/>
                </a:lnTo>
                <a:lnTo>
                  <a:pt x="3256" y="523"/>
                </a:lnTo>
                <a:lnTo>
                  <a:pt x="3259" y="520"/>
                </a:lnTo>
                <a:lnTo>
                  <a:pt x="3270" y="515"/>
                </a:lnTo>
                <a:lnTo>
                  <a:pt x="3348" y="510"/>
                </a:lnTo>
                <a:lnTo>
                  <a:pt x="3403" y="510"/>
                </a:lnTo>
                <a:lnTo>
                  <a:pt x="3457" y="510"/>
                </a:lnTo>
                <a:lnTo>
                  <a:pt x="3531" y="507"/>
                </a:lnTo>
                <a:lnTo>
                  <a:pt x="3538" y="503"/>
                </a:lnTo>
                <a:lnTo>
                  <a:pt x="3540" y="498"/>
                </a:lnTo>
                <a:lnTo>
                  <a:pt x="3560" y="492"/>
                </a:lnTo>
                <a:lnTo>
                  <a:pt x="3587" y="492"/>
                </a:lnTo>
                <a:lnTo>
                  <a:pt x="3610" y="499"/>
                </a:lnTo>
                <a:lnTo>
                  <a:pt x="3616" y="505"/>
                </a:lnTo>
                <a:lnTo>
                  <a:pt x="3622" y="511"/>
                </a:lnTo>
                <a:lnTo>
                  <a:pt x="3638" y="511"/>
                </a:lnTo>
                <a:lnTo>
                  <a:pt x="3648" y="503"/>
                </a:lnTo>
                <a:lnTo>
                  <a:pt x="3654" y="499"/>
                </a:lnTo>
                <a:lnTo>
                  <a:pt x="3674" y="494"/>
                </a:lnTo>
                <a:lnTo>
                  <a:pt x="3717" y="491"/>
                </a:lnTo>
                <a:lnTo>
                  <a:pt x="3753" y="493"/>
                </a:lnTo>
                <a:lnTo>
                  <a:pt x="3786" y="495"/>
                </a:lnTo>
                <a:lnTo>
                  <a:pt x="3829" y="492"/>
                </a:lnTo>
                <a:lnTo>
                  <a:pt x="3849" y="487"/>
                </a:lnTo>
                <a:lnTo>
                  <a:pt x="3854" y="483"/>
                </a:lnTo>
                <a:lnTo>
                  <a:pt x="3864" y="476"/>
                </a:lnTo>
                <a:lnTo>
                  <a:pt x="3875" y="477"/>
                </a:lnTo>
                <a:lnTo>
                  <a:pt x="3876" y="485"/>
                </a:lnTo>
                <a:lnTo>
                  <a:pt x="3876" y="490"/>
                </a:lnTo>
                <a:lnTo>
                  <a:pt x="3879" y="495"/>
                </a:lnTo>
                <a:lnTo>
                  <a:pt x="3892" y="495"/>
                </a:lnTo>
                <a:lnTo>
                  <a:pt x="3908" y="487"/>
                </a:lnTo>
                <a:lnTo>
                  <a:pt x="3936" y="473"/>
                </a:lnTo>
                <a:lnTo>
                  <a:pt x="3955" y="471"/>
                </a:lnTo>
                <a:lnTo>
                  <a:pt x="3956" y="479"/>
                </a:lnTo>
                <a:lnTo>
                  <a:pt x="3952" y="487"/>
                </a:lnTo>
                <a:lnTo>
                  <a:pt x="3949" y="493"/>
                </a:lnTo>
                <a:lnTo>
                  <a:pt x="3953" y="502"/>
                </a:lnTo>
                <a:lnTo>
                  <a:pt x="3958" y="503"/>
                </a:lnTo>
                <a:lnTo>
                  <a:pt x="3966" y="502"/>
                </a:lnTo>
                <a:lnTo>
                  <a:pt x="3976" y="490"/>
                </a:lnTo>
                <a:lnTo>
                  <a:pt x="3978" y="482"/>
                </a:lnTo>
                <a:lnTo>
                  <a:pt x="3978" y="474"/>
                </a:lnTo>
                <a:lnTo>
                  <a:pt x="3987" y="476"/>
                </a:lnTo>
                <a:lnTo>
                  <a:pt x="3994" y="487"/>
                </a:lnTo>
                <a:lnTo>
                  <a:pt x="4003" y="498"/>
                </a:lnTo>
                <a:lnTo>
                  <a:pt x="4014" y="502"/>
                </a:lnTo>
                <a:lnTo>
                  <a:pt x="4021" y="498"/>
                </a:lnTo>
                <a:lnTo>
                  <a:pt x="4024" y="493"/>
                </a:lnTo>
                <a:lnTo>
                  <a:pt x="4028" y="489"/>
                </a:lnTo>
                <a:lnTo>
                  <a:pt x="4046" y="482"/>
                </a:lnTo>
                <a:lnTo>
                  <a:pt x="4092" y="476"/>
                </a:lnTo>
                <a:lnTo>
                  <a:pt x="4135" y="477"/>
                </a:lnTo>
                <a:lnTo>
                  <a:pt x="4174" y="477"/>
                </a:lnTo>
                <a:lnTo>
                  <a:pt x="4220" y="474"/>
                </a:lnTo>
                <a:lnTo>
                  <a:pt x="4237" y="470"/>
                </a:lnTo>
                <a:lnTo>
                  <a:pt x="4241" y="467"/>
                </a:lnTo>
                <a:lnTo>
                  <a:pt x="4246" y="461"/>
                </a:lnTo>
                <a:lnTo>
                  <a:pt x="4268" y="464"/>
                </a:lnTo>
                <a:lnTo>
                  <a:pt x="4282" y="470"/>
                </a:lnTo>
                <a:lnTo>
                  <a:pt x="4309" y="484"/>
                </a:lnTo>
                <a:lnTo>
                  <a:pt x="4327" y="485"/>
                </a:lnTo>
                <a:lnTo>
                  <a:pt x="4327" y="476"/>
                </a:lnTo>
                <a:lnTo>
                  <a:pt x="4323" y="468"/>
                </a:lnTo>
                <a:lnTo>
                  <a:pt x="4321" y="464"/>
                </a:lnTo>
                <a:lnTo>
                  <a:pt x="4328" y="457"/>
                </a:lnTo>
                <a:lnTo>
                  <a:pt x="4360" y="452"/>
                </a:lnTo>
                <a:lnTo>
                  <a:pt x="4401" y="452"/>
                </a:lnTo>
                <a:lnTo>
                  <a:pt x="4488" y="455"/>
                </a:lnTo>
                <a:lnTo>
                  <a:pt x="4528" y="452"/>
                </a:lnTo>
                <a:lnTo>
                  <a:pt x="4532" y="449"/>
                </a:lnTo>
                <a:lnTo>
                  <a:pt x="4528" y="443"/>
                </a:lnTo>
                <a:lnTo>
                  <a:pt x="4518" y="436"/>
                </a:lnTo>
                <a:lnTo>
                  <a:pt x="4506" y="428"/>
                </a:lnTo>
                <a:lnTo>
                  <a:pt x="4512" y="422"/>
                </a:lnTo>
                <a:lnTo>
                  <a:pt x="4530" y="424"/>
                </a:lnTo>
                <a:lnTo>
                  <a:pt x="4544" y="425"/>
                </a:lnTo>
                <a:lnTo>
                  <a:pt x="4560" y="432"/>
                </a:lnTo>
                <a:lnTo>
                  <a:pt x="4560" y="436"/>
                </a:lnTo>
                <a:lnTo>
                  <a:pt x="4558" y="441"/>
                </a:lnTo>
                <a:lnTo>
                  <a:pt x="4563" y="459"/>
                </a:lnTo>
                <a:lnTo>
                  <a:pt x="4570" y="470"/>
                </a:lnTo>
                <a:lnTo>
                  <a:pt x="4578" y="482"/>
                </a:lnTo>
                <a:lnTo>
                  <a:pt x="4585" y="483"/>
                </a:lnTo>
                <a:lnTo>
                  <a:pt x="4586" y="472"/>
                </a:lnTo>
                <a:lnTo>
                  <a:pt x="4587" y="462"/>
                </a:lnTo>
                <a:lnTo>
                  <a:pt x="4601" y="455"/>
                </a:lnTo>
                <a:lnTo>
                  <a:pt x="4612" y="459"/>
                </a:lnTo>
                <a:lnTo>
                  <a:pt x="4624" y="464"/>
                </a:lnTo>
                <a:lnTo>
                  <a:pt x="4652" y="459"/>
                </a:lnTo>
                <a:lnTo>
                  <a:pt x="4662" y="452"/>
                </a:lnTo>
                <a:lnTo>
                  <a:pt x="4672" y="444"/>
                </a:lnTo>
                <a:lnTo>
                  <a:pt x="4689" y="444"/>
                </a:lnTo>
                <a:lnTo>
                  <a:pt x="4695" y="452"/>
                </a:lnTo>
                <a:lnTo>
                  <a:pt x="4702" y="460"/>
                </a:lnTo>
                <a:lnTo>
                  <a:pt x="4730" y="469"/>
                </a:lnTo>
                <a:lnTo>
                  <a:pt x="4762" y="468"/>
                </a:lnTo>
                <a:lnTo>
                  <a:pt x="4787" y="457"/>
                </a:lnTo>
                <a:lnTo>
                  <a:pt x="4793" y="447"/>
                </a:lnTo>
                <a:lnTo>
                  <a:pt x="4795" y="442"/>
                </a:lnTo>
                <a:lnTo>
                  <a:pt x="4802" y="437"/>
                </a:lnTo>
                <a:lnTo>
                  <a:pt x="4818" y="439"/>
                </a:lnTo>
                <a:lnTo>
                  <a:pt x="4837" y="449"/>
                </a:lnTo>
                <a:lnTo>
                  <a:pt x="4851" y="456"/>
                </a:lnTo>
                <a:lnTo>
                  <a:pt x="4870" y="460"/>
                </a:lnTo>
                <a:lnTo>
                  <a:pt x="4872" y="456"/>
                </a:lnTo>
                <a:lnTo>
                  <a:pt x="4876" y="453"/>
                </a:lnTo>
                <a:lnTo>
                  <a:pt x="4904" y="448"/>
                </a:lnTo>
                <a:lnTo>
                  <a:pt x="4987" y="444"/>
                </a:lnTo>
                <a:lnTo>
                  <a:pt x="5063" y="444"/>
                </a:lnTo>
                <a:lnTo>
                  <a:pt x="5140" y="444"/>
                </a:lnTo>
                <a:lnTo>
                  <a:pt x="5230" y="440"/>
                </a:lnTo>
                <a:lnTo>
                  <a:pt x="5267" y="435"/>
                </a:lnTo>
                <a:lnTo>
                  <a:pt x="5273" y="432"/>
                </a:lnTo>
                <a:lnTo>
                  <a:pt x="5278" y="428"/>
                </a:lnTo>
                <a:lnTo>
                  <a:pt x="5293" y="424"/>
                </a:lnTo>
                <a:lnTo>
                  <a:pt x="5321" y="426"/>
                </a:lnTo>
                <a:lnTo>
                  <a:pt x="5346" y="432"/>
                </a:lnTo>
                <a:lnTo>
                  <a:pt x="5367" y="440"/>
                </a:lnTo>
                <a:lnTo>
                  <a:pt x="5388" y="441"/>
                </a:lnTo>
                <a:lnTo>
                  <a:pt x="5395" y="437"/>
                </a:lnTo>
                <a:lnTo>
                  <a:pt x="5396" y="434"/>
                </a:lnTo>
                <a:lnTo>
                  <a:pt x="5397" y="427"/>
                </a:lnTo>
                <a:lnTo>
                  <a:pt x="5412" y="419"/>
                </a:lnTo>
                <a:lnTo>
                  <a:pt x="5430" y="421"/>
                </a:lnTo>
                <a:lnTo>
                  <a:pt x="5446" y="430"/>
                </a:lnTo>
                <a:lnTo>
                  <a:pt x="5450" y="437"/>
                </a:lnTo>
                <a:lnTo>
                  <a:pt x="5452" y="442"/>
                </a:lnTo>
                <a:lnTo>
                  <a:pt x="5462" y="448"/>
                </a:lnTo>
                <a:lnTo>
                  <a:pt x="5490" y="446"/>
                </a:lnTo>
                <a:lnTo>
                  <a:pt x="5521" y="436"/>
                </a:lnTo>
                <a:lnTo>
                  <a:pt x="5555" y="425"/>
                </a:lnTo>
                <a:lnTo>
                  <a:pt x="5583" y="424"/>
                </a:lnTo>
                <a:lnTo>
                  <a:pt x="5595" y="430"/>
                </a:lnTo>
                <a:lnTo>
                  <a:pt x="5599" y="436"/>
                </a:lnTo>
                <a:lnTo>
                  <a:pt x="5606" y="445"/>
                </a:lnTo>
                <a:lnTo>
                  <a:pt x="5616" y="444"/>
                </a:lnTo>
                <a:lnTo>
                  <a:pt x="5620" y="434"/>
                </a:lnTo>
                <a:lnTo>
                  <a:pt x="5626" y="422"/>
                </a:lnTo>
                <a:lnTo>
                  <a:pt x="5639" y="420"/>
                </a:lnTo>
                <a:lnTo>
                  <a:pt x="5651" y="431"/>
                </a:lnTo>
                <a:lnTo>
                  <a:pt x="5661" y="439"/>
                </a:lnTo>
                <a:lnTo>
                  <a:pt x="5679" y="450"/>
                </a:lnTo>
                <a:lnTo>
                  <a:pt x="5693" y="452"/>
                </a:lnTo>
                <a:lnTo>
                  <a:pt x="5698" y="445"/>
                </a:lnTo>
                <a:lnTo>
                  <a:pt x="5693" y="437"/>
                </a:lnTo>
                <a:lnTo>
                  <a:pt x="5694" y="435"/>
                </a:lnTo>
                <a:lnTo>
                  <a:pt x="5719" y="431"/>
                </a:lnTo>
                <a:lnTo>
                  <a:pt x="5794" y="427"/>
                </a:lnTo>
                <a:lnTo>
                  <a:pt x="5866" y="427"/>
                </a:lnTo>
                <a:lnTo>
                  <a:pt x="5941" y="428"/>
                </a:lnTo>
                <a:lnTo>
                  <a:pt x="6027" y="422"/>
                </a:lnTo>
                <a:lnTo>
                  <a:pt x="6061" y="416"/>
                </a:lnTo>
                <a:lnTo>
                  <a:pt x="6068" y="412"/>
                </a:lnTo>
                <a:lnTo>
                  <a:pt x="6081" y="405"/>
                </a:lnTo>
                <a:lnTo>
                  <a:pt x="6098" y="408"/>
                </a:lnTo>
                <a:lnTo>
                  <a:pt x="6106" y="417"/>
                </a:lnTo>
                <a:lnTo>
                  <a:pt x="6113" y="427"/>
                </a:lnTo>
                <a:lnTo>
                  <a:pt x="6131" y="431"/>
                </a:lnTo>
                <a:lnTo>
                  <a:pt x="6141" y="426"/>
                </a:lnTo>
                <a:lnTo>
                  <a:pt x="6159" y="419"/>
                </a:lnTo>
                <a:lnTo>
                  <a:pt x="6232" y="412"/>
                </a:lnTo>
                <a:lnTo>
                  <a:pt x="6318" y="412"/>
                </a:lnTo>
                <a:lnTo>
                  <a:pt x="6371" y="418"/>
                </a:lnTo>
                <a:lnTo>
                  <a:pt x="6392" y="424"/>
                </a:lnTo>
                <a:lnTo>
                  <a:pt x="6396" y="427"/>
                </a:lnTo>
                <a:lnTo>
                  <a:pt x="6403" y="433"/>
                </a:lnTo>
                <a:lnTo>
                  <a:pt x="6420" y="431"/>
                </a:lnTo>
                <a:lnTo>
                  <a:pt x="6430" y="422"/>
                </a:lnTo>
                <a:lnTo>
                  <a:pt x="6439" y="414"/>
                </a:lnTo>
                <a:lnTo>
                  <a:pt x="6457" y="405"/>
                </a:lnTo>
                <a:lnTo>
                  <a:pt x="6470" y="403"/>
                </a:lnTo>
                <a:lnTo>
                  <a:pt x="6473" y="411"/>
                </a:lnTo>
                <a:lnTo>
                  <a:pt x="6469" y="419"/>
                </a:lnTo>
                <a:lnTo>
                  <a:pt x="6466" y="425"/>
                </a:lnTo>
                <a:lnTo>
                  <a:pt x="6469" y="435"/>
                </a:lnTo>
                <a:lnTo>
                  <a:pt x="6476" y="436"/>
                </a:lnTo>
                <a:lnTo>
                  <a:pt x="6483" y="435"/>
                </a:lnTo>
                <a:lnTo>
                  <a:pt x="6498" y="426"/>
                </a:lnTo>
                <a:lnTo>
                  <a:pt x="6502" y="419"/>
                </a:lnTo>
                <a:lnTo>
                  <a:pt x="6506" y="415"/>
                </a:lnTo>
                <a:lnTo>
                  <a:pt x="6534" y="410"/>
                </a:lnTo>
                <a:lnTo>
                  <a:pt x="6608" y="407"/>
                </a:lnTo>
                <a:lnTo>
                  <a:pt x="6677" y="409"/>
                </a:lnTo>
                <a:lnTo>
                  <a:pt x="6749" y="410"/>
                </a:lnTo>
                <a:lnTo>
                  <a:pt x="6827" y="406"/>
                </a:lnTo>
                <a:lnTo>
                  <a:pt x="6857" y="400"/>
                </a:lnTo>
                <a:lnTo>
                  <a:pt x="6864" y="396"/>
                </a:lnTo>
                <a:lnTo>
                  <a:pt x="6876" y="387"/>
                </a:lnTo>
                <a:lnTo>
                  <a:pt x="6882" y="387"/>
                </a:lnTo>
                <a:lnTo>
                  <a:pt x="6877" y="396"/>
                </a:lnTo>
                <a:lnTo>
                  <a:pt x="6876" y="400"/>
                </a:lnTo>
                <a:lnTo>
                  <a:pt x="6884" y="407"/>
                </a:lnTo>
                <a:lnTo>
                  <a:pt x="6921" y="413"/>
                </a:lnTo>
                <a:lnTo>
                  <a:pt x="6967" y="412"/>
                </a:lnTo>
                <a:lnTo>
                  <a:pt x="7008" y="411"/>
                </a:lnTo>
                <a:lnTo>
                  <a:pt x="7063" y="404"/>
                </a:lnTo>
                <a:lnTo>
                  <a:pt x="7069" y="401"/>
                </a:lnTo>
                <a:lnTo>
                  <a:pt x="7072" y="397"/>
                </a:lnTo>
                <a:lnTo>
                  <a:pt x="7106" y="398"/>
                </a:lnTo>
                <a:lnTo>
                  <a:pt x="7131" y="402"/>
                </a:lnTo>
                <a:lnTo>
                  <a:pt x="7158" y="408"/>
                </a:lnTo>
                <a:lnTo>
                  <a:pt x="7202" y="408"/>
                </a:lnTo>
                <a:lnTo>
                  <a:pt x="7212" y="404"/>
                </a:lnTo>
                <a:lnTo>
                  <a:pt x="7224" y="398"/>
                </a:lnTo>
                <a:lnTo>
                  <a:pt x="7282" y="394"/>
                </a:lnTo>
                <a:lnTo>
                  <a:pt x="7358" y="397"/>
                </a:lnTo>
                <a:lnTo>
                  <a:pt x="7426" y="406"/>
                </a:lnTo>
                <a:lnTo>
                  <a:pt x="7447" y="412"/>
                </a:lnTo>
                <a:lnTo>
                  <a:pt x="7461" y="416"/>
                </a:lnTo>
                <a:lnTo>
                  <a:pt x="7470" y="416"/>
                </a:lnTo>
                <a:lnTo>
                  <a:pt x="7471" y="412"/>
                </a:lnTo>
                <a:lnTo>
                  <a:pt x="7469" y="409"/>
                </a:lnTo>
                <a:lnTo>
                  <a:pt x="7468" y="407"/>
                </a:lnTo>
                <a:lnTo>
                  <a:pt x="7472" y="403"/>
                </a:lnTo>
                <a:lnTo>
                  <a:pt x="7487" y="399"/>
                </a:lnTo>
                <a:lnTo>
                  <a:pt x="7557" y="394"/>
                </a:lnTo>
                <a:lnTo>
                  <a:pt x="7634" y="394"/>
                </a:lnTo>
                <a:lnTo>
                  <a:pt x="7704" y="394"/>
                </a:lnTo>
                <a:lnTo>
                  <a:pt x="7777" y="390"/>
                </a:lnTo>
                <a:lnTo>
                  <a:pt x="7801" y="385"/>
                </a:lnTo>
                <a:lnTo>
                  <a:pt x="7802" y="381"/>
                </a:lnTo>
                <a:lnTo>
                  <a:pt x="7796" y="376"/>
                </a:lnTo>
                <a:lnTo>
                  <a:pt x="7771" y="369"/>
                </a:lnTo>
                <a:lnTo>
                  <a:pt x="7756" y="368"/>
                </a:lnTo>
                <a:lnTo>
                  <a:pt x="7737" y="368"/>
                </a:lnTo>
                <a:lnTo>
                  <a:pt x="7732" y="360"/>
                </a:lnTo>
                <a:lnTo>
                  <a:pt x="7744" y="351"/>
                </a:lnTo>
                <a:lnTo>
                  <a:pt x="7747" y="349"/>
                </a:lnTo>
                <a:lnTo>
                  <a:pt x="7747" y="345"/>
                </a:lnTo>
                <a:lnTo>
                  <a:pt x="7736" y="341"/>
                </a:lnTo>
                <a:lnTo>
                  <a:pt x="7671" y="335"/>
                </a:lnTo>
                <a:lnTo>
                  <a:pt x="7587" y="335"/>
                </a:lnTo>
                <a:lnTo>
                  <a:pt x="7506" y="334"/>
                </a:lnTo>
                <a:lnTo>
                  <a:pt x="7434" y="328"/>
                </a:lnTo>
                <a:lnTo>
                  <a:pt x="7414" y="322"/>
                </a:lnTo>
                <a:lnTo>
                  <a:pt x="7414" y="318"/>
                </a:lnTo>
                <a:lnTo>
                  <a:pt x="7418" y="311"/>
                </a:lnTo>
                <a:lnTo>
                  <a:pt x="7408" y="302"/>
                </a:lnTo>
                <a:lnTo>
                  <a:pt x="7399" y="300"/>
                </a:lnTo>
                <a:lnTo>
                  <a:pt x="7389" y="302"/>
                </a:lnTo>
                <a:lnTo>
                  <a:pt x="7370" y="311"/>
                </a:lnTo>
                <a:lnTo>
                  <a:pt x="7364" y="318"/>
                </a:lnTo>
                <a:lnTo>
                  <a:pt x="7357" y="324"/>
                </a:lnTo>
                <a:lnTo>
                  <a:pt x="7319" y="334"/>
                </a:lnTo>
                <a:lnTo>
                  <a:pt x="7295" y="335"/>
                </a:lnTo>
                <a:lnTo>
                  <a:pt x="7271" y="334"/>
                </a:lnTo>
                <a:lnTo>
                  <a:pt x="7248" y="328"/>
                </a:lnTo>
                <a:lnTo>
                  <a:pt x="7244" y="322"/>
                </a:lnTo>
                <a:lnTo>
                  <a:pt x="7246" y="318"/>
                </a:lnTo>
                <a:lnTo>
                  <a:pt x="7248" y="311"/>
                </a:lnTo>
                <a:lnTo>
                  <a:pt x="7239" y="302"/>
                </a:lnTo>
                <a:lnTo>
                  <a:pt x="7229" y="300"/>
                </a:lnTo>
                <a:lnTo>
                  <a:pt x="7219" y="302"/>
                </a:lnTo>
                <a:lnTo>
                  <a:pt x="7210" y="311"/>
                </a:lnTo>
                <a:lnTo>
                  <a:pt x="7212" y="318"/>
                </a:lnTo>
                <a:lnTo>
                  <a:pt x="7214" y="322"/>
                </a:lnTo>
                <a:lnTo>
                  <a:pt x="7211" y="328"/>
                </a:lnTo>
                <a:lnTo>
                  <a:pt x="7199" y="334"/>
                </a:lnTo>
                <a:lnTo>
                  <a:pt x="7183" y="335"/>
                </a:lnTo>
                <a:lnTo>
                  <a:pt x="7164" y="334"/>
                </a:lnTo>
                <a:lnTo>
                  <a:pt x="7158" y="327"/>
                </a:lnTo>
                <a:lnTo>
                  <a:pt x="7170" y="318"/>
                </a:lnTo>
                <a:lnTo>
                  <a:pt x="7183" y="309"/>
                </a:lnTo>
                <a:lnTo>
                  <a:pt x="7181" y="302"/>
                </a:lnTo>
                <a:lnTo>
                  <a:pt x="7166" y="300"/>
                </a:lnTo>
                <a:lnTo>
                  <a:pt x="7154" y="302"/>
                </a:lnTo>
                <a:lnTo>
                  <a:pt x="7138" y="311"/>
                </a:lnTo>
                <a:lnTo>
                  <a:pt x="7136" y="318"/>
                </a:lnTo>
                <a:lnTo>
                  <a:pt x="7135" y="324"/>
                </a:lnTo>
                <a:lnTo>
                  <a:pt x="7125" y="334"/>
                </a:lnTo>
                <a:lnTo>
                  <a:pt x="7117" y="335"/>
                </a:lnTo>
                <a:lnTo>
                  <a:pt x="7111" y="334"/>
                </a:lnTo>
                <a:lnTo>
                  <a:pt x="7106" y="326"/>
                </a:lnTo>
                <a:lnTo>
                  <a:pt x="7109" y="320"/>
                </a:lnTo>
                <a:lnTo>
                  <a:pt x="7112" y="314"/>
                </a:lnTo>
                <a:lnTo>
                  <a:pt x="7113" y="304"/>
                </a:lnTo>
                <a:lnTo>
                  <a:pt x="7107" y="298"/>
                </a:lnTo>
                <a:lnTo>
                  <a:pt x="7093" y="295"/>
                </a:lnTo>
                <a:lnTo>
                  <a:pt x="7056" y="297"/>
                </a:lnTo>
                <a:lnTo>
                  <a:pt x="6973" y="314"/>
                </a:lnTo>
                <a:lnTo>
                  <a:pt x="6913" y="328"/>
                </a:lnTo>
                <a:lnTo>
                  <a:pt x="6891" y="332"/>
                </a:lnTo>
                <a:lnTo>
                  <a:pt x="6872" y="329"/>
                </a:lnTo>
                <a:lnTo>
                  <a:pt x="6866" y="324"/>
                </a:lnTo>
                <a:lnTo>
                  <a:pt x="6866" y="320"/>
                </a:lnTo>
                <a:lnTo>
                  <a:pt x="6864" y="312"/>
                </a:lnTo>
                <a:lnTo>
                  <a:pt x="6850" y="302"/>
                </a:lnTo>
                <a:lnTo>
                  <a:pt x="6839" y="300"/>
                </a:lnTo>
                <a:lnTo>
                  <a:pt x="6830" y="302"/>
                </a:lnTo>
                <a:lnTo>
                  <a:pt x="6822" y="311"/>
                </a:lnTo>
                <a:lnTo>
                  <a:pt x="6824" y="318"/>
                </a:lnTo>
                <a:lnTo>
                  <a:pt x="6826" y="322"/>
                </a:lnTo>
                <a:lnTo>
                  <a:pt x="6822" y="328"/>
                </a:lnTo>
                <a:lnTo>
                  <a:pt x="6803" y="334"/>
                </a:lnTo>
                <a:lnTo>
                  <a:pt x="6783" y="335"/>
                </a:lnTo>
                <a:lnTo>
                  <a:pt x="6762" y="334"/>
                </a:lnTo>
                <a:lnTo>
                  <a:pt x="6739" y="326"/>
                </a:lnTo>
                <a:lnTo>
                  <a:pt x="6731" y="318"/>
                </a:lnTo>
                <a:lnTo>
                  <a:pt x="6730" y="313"/>
                </a:lnTo>
                <a:lnTo>
                  <a:pt x="6730" y="305"/>
                </a:lnTo>
                <a:lnTo>
                  <a:pt x="6722" y="306"/>
                </a:lnTo>
                <a:lnTo>
                  <a:pt x="6715" y="316"/>
                </a:lnTo>
                <a:lnTo>
                  <a:pt x="6708" y="325"/>
                </a:lnTo>
                <a:lnTo>
                  <a:pt x="6685" y="332"/>
                </a:lnTo>
                <a:lnTo>
                  <a:pt x="6672" y="330"/>
                </a:lnTo>
                <a:lnTo>
                  <a:pt x="6661" y="324"/>
                </a:lnTo>
                <a:lnTo>
                  <a:pt x="6653" y="308"/>
                </a:lnTo>
                <a:lnTo>
                  <a:pt x="6656" y="299"/>
                </a:lnTo>
                <a:lnTo>
                  <a:pt x="6660" y="290"/>
                </a:lnTo>
                <a:lnTo>
                  <a:pt x="6656" y="286"/>
                </a:lnTo>
                <a:lnTo>
                  <a:pt x="6648" y="290"/>
                </a:lnTo>
                <a:lnTo>
                  <a:pt x="6641" y="296"/>
                </a:lnTo>
                <a:lnTo>
                  <a:pt x="6635" y="313"/>
                </a:lnTo>
                <a:lnTo>
                  <a:pt x="6638" y="320"/>
                </a:lnTo>
                <a:lnTo>
                  <a:pt x="6641" y="326"/>
                </a:lnTo>
                <a:lnTo>
                  <a:pt x="6637" y="334"/>
                </a:lnTo>
                <a:lnTo>
                  <a:pt x="6631" y="335"/>
                </a:lnTo>
                <a:lnTo>
                  <a:pt x="6624" y="334"/>
                </a:lnTo>
                <a:lnTo>
                  <a:pt x="6614" y="324"/>
                </a:lnTo>
                <a:lnTo>
                  <a:pt x="6613" y="316"/>
                </a:lnTo>
                <a:lnTo>
                  <a:pt x="6612" y="311"/>
                </a:lnTo>
                <a:lnTo>
                  <a:pt x="6602" y="308"/>
                </a:lnTo>
                <a:lnTo>
                  <a:pt x="6593" y="311"/>
                </a:lnTo>
                <a:lnTo>
                  <a:pt x="6585" y="314"/>
                </a:lnTo>
                <a:lnTo>
                  <a:pt x="6567" y="308"/>
                </a:lnTo>
                <a:lnTo>
                  <a:pt x="6560" y="299"/>
                </a:lnTo>
                <a:lnTo>
                  <a:pt x="6556" y="292"/>
                </a:lnTo>
                <a:lnTo>
                  <a:pt x="6548" y="286"/>
                </a:lnTo>
                <a:lnTo>
                  <a:pt x="6536" y="291"/>
                </a:lnTo>
                <a:lnTo>
                  <a:pt x="6523" y="308"/>
                </a:lnTo>
                <a:lnTo>
                  <a:pt x="6515" y="318"/>
                </a:lnTo>
                <a:lnTo>
                  <a:pt x="6504" y="328"/>
                </a:lnTo>
                <a:lnTo>
                  <a:pt x="6494" y="329"/>
                </a:lnTo>
                <a:lnTo>
                  <a:pt x="6480" y="319"/>
                </a:lnTo>
                <a:lnTo>
                  <a:pt x="6471" y="310"/>
                </a:lnTo>
                <a:lnTo>
                  <a:pt x="6462" y="302"/>
                </a:lnTo>
                <a:lnTo>
                  <a:pt x="6447" y="290"/>
                </a:lnTo>
                <a:lnTo>
                  <a:pt x="6431" y="288"/>
                </a:lnTo>
                <a:lnTo>
                  <a:pt x="6413" y="292"/>
                </a:lnTo>
                <a:lnTo>
                  <a:pt x="6401" y="297"/>
                </a:lnTo>
                <a:lnTo>
                  <a:pt x="6383" y="306"/>
                </a:lnTo>
                <a:lnTo>
                  <a:pt x="6362" y="308"/>
                </a:lnTo>
                <a:lnTo>
                  <a:pt x="6352" y="304"/>
                </a:lnTo>
                <a:lnTo>
                  <a:pt x="6349" y="299"/>
                </a:lnTo>
                <a:lnTo>
                  <a:pt x="6347" y="295"/>
                </a:lnTo>
                <a:lnTo>
                  <a:pt x="6340" y="293"/>
                </a:lnTo>
                <a:lnTo>
                  <a:pt x="6327" y="300"/>
                </a:lnTo>
                <a:lnTo>
                  <a:pt x="6317" y="313"/>
                </a:lnTo>
                <a:lnTo>
                  <a:pt x="6305" y="327"/>
                </a:lnTo>
                <a:lnTo>
                  <a:pt x="6289" y="333"/>
                </a:lnTo>
                <a:lnTo>
                  <a:pt x="6279" y="329"/>
                </a:lnTo>
                <a:lnTo>
                  <a:pt x="6273" y="325"/>
                </a:lnTo>
                <a:lnTo>
                  <a:pt x="6259" y="315"/>
                </a:lnTo>
                <a:lnTo>
                  <a:pt x="6222" y="299"/>
                </a:lnTo>
                <a:lnTo>
                  <a:pt x="6184" y="291"/>
                </a:lnTo>
                <a:lnTo>
                  <a:pt x="6164" y="292"/>
                </a:lnTo>
                <a:lnTo>
                  <a:pt x="6157" y="296"/>
                </a:lnTo>
                <a:lnTo>
                  <a:pt x="6157" y="299"/>
                </a:lnTo>
                <a:lnTo>
                  <a:pt x="6155" y="306"/>
                </a:lnTo>
                <a:lnTo>
                  <a:pt x="6138" y="318"/>
                </a:lnTo>
                <a:lnTo>
                  <a:pt x="6127" y="321"/>
                </a:lnTo>
                <a:lnTo>
                  <a:pt x="6113" y="323"/>
                </a:lnTo>
                <a:lnTo>
                  <a:pt x="6079" y="318"/>
                </a:lnTo>
                <a:lnTo>
                  <a:pt x="6045" y="306"/>
                </a:lnTo>
                <a:lnTo>
                  <a:pt x="6024" y="289"/>
                </a:lnTo>
                <a:lnTo>
                  <a:pt x="6021" y="280"/>
                </a:lnTo>
                <a:lnTo>
                  <a:pt x="6028" y="276"/>
                </a:lnTo>
                <a:lnTo>
                  <a:pt x="6090" y="269"/>
                </a:lnTo>
                <a:lnTo>
                  <a:pt x="6191" y="264"/>
                </a:lnTo>
                <a:lnTo>
                  <a:pt x="6304" y="264"/>
                </a:lnTo>
                <a:lnTo>
                  <a:pt x="6355" y="267"/>
                </a:lnTo>
                <a:lnTo>
                  <a:pt x="6379" y="267"/>
                </a:lnTo>
                <a:lnTo>
                  <a:pt x="6401" y="261"/>
                </a:lnTo>
                <a:lnTo>
                  <a:pt x="6409" y="255"/>
                </a:lnTo>
                <a:lnTo>
                  <a:pt x="6410" y="250"/>
                </a:lnTo>
                <a:lnTo>
                  <a:pt x="6410" y="245"/>
                </a:lnTo>
                <a:lnTo>
                  <a:pt x="6413" y="240"/>
                </a:lnTo>
                <a:lnTo>
                  <a:pt x="6423" y="242"/>
                </a:lnTo>
                <a:lnTo>
                  <a:pt x="6436" y="252"/>
                </a:lnTo>
                <a:lnTo>
                  <a:pt x="6452" y="262"/>
                </a:lnTo>
                <a:lnTo>
                  <a:pt x="6466" y="263"/>
                </a:lnTo>
                <a:lnTo>
                  <a:pt x="6474" y="256"/>
                </a:lnTo>
                <a:lnTo>
                  <a:pt x="6479" y="249"/>
                </a:lnTo>
                <a:lnTo>
                  <a:pt x="6487" y="237"/>
                </a:lnTo>
                <a:lnTo>
                  <a:pt x="6494" y="237"/>
                </a:lnTo>
                <a:lnTo>
                  <a:pt x="6494" y="247"/>
                </a:lnTo>
                <a:lnTo>
                  <a:pt x="6495" y="251"/>
                </a:lnTo>
                <a:lnTo>
                  <a:pt x="6500" y="257"/>
                </a:lnTo>
                <a:lnTo>
                  <a:pt x="6516" y="260"/>
                </a:lnTo>
                <a:lnTo>
                  <a:pt x="6546" y="253"/>
                </a:lnTo>
                <a:lnTo>
                  <a:pt x="6573" y="238"/>
                </a:lnTo>
                <a:lnTo>
                  <a:pt x="6582" y="227"/>
                </a:lnTo>
                <a:lnTo>
                  <a:pt x="6587" y="219"/>
                </a:lnTo>
                <a:lnTo>
                  <a:pt x="6595" y="227"/>
                </a:lnTo>
                <a:lnTo>
                  <a:pt x="6596" y="239"/>
                </a:lnTo>
                <a:lnTo>
                  <a:pt x="6596" y="247"/>
                </a:lnTo>
                <a:lnTo>
                  <a:pt x="6599" y="258"/>
                </a:lnTo>
                <a:lnTo>
                  <a:pt x="6613" y="259"/>
                </a:lnTo>
                <a:lnTo>
                  <a:pt x="6634" y="249"/>
                </a:lnTo>
                <a:lnTo>
                  <a:pt x="6663" y="233"/>
                </a:lnTo>
                <a:lnTo>
                  <a:pt x="6672" y="229"/>
                </a:lnTo>
                <a:lnTo>
                  <a:pt x="6709" y="247"/>
                </a:lnTo>
                <a:lnTo>
                  <a:pt x="6724" y="254"/>
                </a:lnTo>
                <a:lnTo>
                  <a:pt x="6742" y="257"/>
                </a:lnTo>
                <a:lnTo>
                  <a:pt x="6750" y="254"/>
                </a:lnTo>
                <a:lnTo>
                  <a:pt x="6751" y="250"/>
                </a:lnTo>
                <a:lnTo>
                  <a:pt x="6753" y="247"/>
                </a:lnTo>
                <a:lnTo>
                  <a:pt x="6761" y="244"/>
                </a:lnTo>
                <a:lnTo>
                  <a:pt x="6783" y="249"/>
                </a:lnTo>
                <a:lnTo>
                  <a:pt x="6803" y="259"/>
                </a:lnTo>
                <a:lnTo>
                  <a:pt x="6827" y="270"/>
                </a:lnTo>
                <a:lnTo>
                  <a:pt x="6844" y="272"/>
                </a:lnTo>
                <a:lnTo>
                  <a:pt x="6849" y="266"/>
                </a:lnTo>
                <a:lnTo>
                  <a:pt x="6849" y="260"/>
                </a:lnTo>
                <a:lnTo>
                  <a:pt x="6850" y="256"/>
                </a:lnTo>
                <a:lnTo>
                  <a:pt x="6858" y="248"/>
                </a:lnTo>
                <a:lnTo>
                  <a:pt x="6882" y="242"/>
                </a:lnTo>
                <a:lnTo>
                  <a:pt x="6923" y="244"/>
                </a:lnTo>
                <a:lnTo>
                  <a:pt x="6949" y="252"/>
                </a:lnTo>
                <a:lnTo>
                  <a:pt x="6961" y="260"/>
                </a:lnTo>
                <a:lnTo>
                  <a:pt x="6963" y="265"/>
                </a:lnTo>
                <a:lnTo>
                  <a:pt x="6965" y="270"/>
                </a:lnTo>
                <a:lnTo>
                  <a:pt x="6972" y="275"/>
                </a:lnTo>
                <a:lnTo>
                  <a:pt x="6987" y="270"/>
                </a:lnTo>
                <a:lnTo>
                  <a:pt x="7003" y="257"/>
                </a:lnTo>
                <a:lnTo>
                  <a:pt x="7012" y="249"/>
                </a:lnTo>
                <a:lnTo>
                  <a:pt x="7030" y="239"/>
                </a:lnTo>
                <a:lnTo>
                  <a:pt x="7051" y="236"/>
                </a:lnTo>
                <a:lnTo>
                  <a:pt x="7077" y="240"/>
                </a:lnTo>
                <a:lnTo>
                  <a:pt x="7094" y="245"/>
                </a:lnTo>
                <a:lnTo>
                  <a:pt x="7117" y="252"/>
                </a:lnTo>
                <a:lnTo>
                  <a:pt x="7143" y="256"/>
                </a:lnTo>
                <a:lnTo>
                  <a:pt x="7152" y="254"/>
                </a:lnTo>
                <a:lnTo>
                  <a:pt x="7153" y="252"/>
                </a:lnTo>
                <a:lnTo>
                  <a:pt x="7159" y="247"/>
                </a:lnTo>
                <a:lnTo>
                  <a:pt x="7219" y="241"/>
                </a:lnTo>
                <a:lnTo>
                  <a:pt x="7262" y="240"/>
                </a:lnTo>
                <a:lnTo>
                  <a:pt x="7317" y="241"/>
                </a:lnTo>
                <a:lnTo>
                  <a:pt x="7358" y="235"/>
                </a:lnTo>
                <a:lnTo>
                  <a:pt x="7366" y="227"/>
                </a:lnTo>
                <a:lnTo>
                  <a:pt x="7364" y="222"/>
                </a:lnTo>
                <a:lnTo>
                  <a:pt x="7362" y="212"/>
                </a:lnTo>
                <a:lnTo>
                  <a:pt x="7364" y="202"/>
                </a:lnTo>
                <a:lnTo>
                  <a:pt x="7375" y="201"/>
                </a:lnTo>
                <a:lnTo>
                  <a:pt x="7393" y="209"/>
                </a:lnTo>
                <a:lnTo>
                  <a:pt x="7406" y="216"/>
                </a:lnTo>
                <a:lnTo>
                  <a:pt x="7421" y="227"/>
                </a:lnTo>
                <a:lnTo>
                  <a:pt x="7421" y="241"/>
                </a:lnTo>
                <a:lnTo>
                  <a:pt x="7406" y="252"/>
                </a:lnTo>
                <a:lnTo>
                  <a:pt x="7394" y="261"/>
                </a:lnTo>
                <a:lnTo>
                  <a:pt x="7397" y="264"/>
                </a:lnTo>
                <a:lnTo>
                  <a:pt x="7414" y="259"/>
                </a:lnTo>
                <a:lnTo>
                  <a:pt x="7440" y="250"/>
                </a:lnTo>
                <a:lnTo>
                  <a:pt x="7481" y="239"/>
                </a:lnTo>
                <a:lnTo>
                  <a:pt x="7515" y="237"/>
                </a:lnTo>
                <a:lnTo>
                  <a:pt x="7543" y="242"/>
                </a:lnTo>
                <a:lnTo>
                  <a:pt x="7556" y="249"/>
                </a:lnTo>
                <a:lnTo>
                  <a:pt x="7575" y="258"/>
                </a:lnTo>
                <a:lnTo>
                  <a:pt x="7588" y="259"/>
                </a:lnTo>
                <a:lnTo>
                  <a:pt x="7592" y="254"/>
                </a:lnTo>
                <a:lnTo>
                  <a:pt x="7592" y="249"/>
                </a:lnTo>
                <a:lnTo>
                  <a:pt x="7593" y="244"/>
                </a:lnTo>
                <a:lnTo>
                  <a:pt x="7602" y="238"/>
                </a:lnTo>
                <a:lnTo>
                  <a:pt x="7631" y="236"/>
                </a:lnTo>
                <a:lnTo>
                  <a:pt x="7667" y="240"/>
                </a:lnTo>
                <a:lnTo>
                  <a:pt x="7705" y="245"/>
                </a:lnTo>
                <a:lnTo>
                  <a:pt x="7742" y="241"/>
                </a:lnTo>
                <a:lnTo>
                  <a:pt x="7761" y="231"/>
                </a:lnTo>
                <a:lnTo>
                  <a:pt x="7769" y="224"/>
                </a:lnTo>
                <a:lnTo>
                  <a:pt x="7782" y="211"/>
                </a:lnTo>
                <a:lnTo>
                  <a:pt x="7799" y="204"/>
                </a:lnTo>
                <a:lnTo>
                  <a:pt x="7806" y="207"/>
                </a:lnTo>
                <a:lnTo>
                  <a:pt x="7809" y="211"/>
                </a:lnTo>
                <a:lnTo>
                  <a:pt x="7816" y="218"/>
                </a:lnTo>
                <a:lnTo>
                  <a:pt x="7850" y="232"/>
                </a:lnTo>
                <a:lnTo>
                  <a:pt x="7871" y="235"/>
                </a:lnTo>
                <a:lnTo>
                  <a:pt x="7896" y="238"/>
                </a:lnTo>
                <a:lnTo>
                  <a:pt x="7914" y="232"/>
                </a:lnTo>
                <a:lnTo>
                  <a:pt x="7917" y="223"/>
                </a:lnTo>
                <a:lnTo>
                  <a:pt x="7916" y="216"/>
                </a:lnTo>
                <a:lnTo>
                  <a:pt x="7916" y="210"/>
                </a:lnTo>
                <a:lnTo>
                  <a:pt x="7918" y="205"/>
                </a:lnTo>
                <a:lnTo>
                  <a:pt x="7927" y="210"/>
                </a:lnTo>
                <a:lnTo>
                  <a:pt x="7941" y="225"/>
                </a:lnTo>
                <a:lnTo>
                  <a:pt x="7957" y="246"/>
                </a:lnTo>
                <a:lnTo>
                  <a:pt x="7963" y="242"/>
                </a:lnTo>
                <a:lnTo>
                  <a:pt x="7956" y="216"/>
                </a:lnTo>
                <a:lnTo>
                  <a:pt x="7950" y="195"/>
                </a:lnTo>
                <a:lnTo>
                  <a:pt x="7953" y="185"/>
                </a:lnTo>
                <a:lnTo>
                  <a:pt x="7964" y="194"/>
                </a:lnTo>
                <a:lnTo>
                  <a:pt x="7974" y="201"/>
                </a:lnTo>
                <a:lnTo>
                  <a:pt x="7998" y="207"/>
                </a:lnTo>
                <a:lnTo>
                  <a:pt x="8009" y="204"/>
                </a:lnTo>
                <a:lnTo>
                  <a:pt x="8019" y="202"/>
                </a:lnTo>
                <a:lnTo>
                  <a:pt x="8029" y="206"/>
                </a:lnTo>
                <a:lnTo>
                  <a:pt x="8028" y="213"/>
                </a:lnTo>
                <a:lnTo>
                  <a:pt x="8027" y="219"/>
                </a:lnTo>
                <a:lnTo>
                  <a:pt x="8029" y="228"/>
                </a:lnTo>
                <a:lnTo>
                  <a:pt x="8048" y="233"/>
                </a:lnTo>
                <a:lnTo>
                  <a:pt x="8083" y="234"/>
                </a:lnTo>
                <a:lnTo>
                  <a:pt x="8097" y="233"/>
                </a:lnTo>
                <a:lnTo>
                  <a:pt x="8108" y="226"/>
                </a:lnTo>
                <a:lnTo>
                  <a:pt x="8109" y="219"/>
                </a:lnTo>
                <a:lnTo>
                  <a:pt x="8108" y="216"/>
                </a:lnTo>
                <a:lnTo>
                  <a:pt x="8106" y="212"/>
                </a:lnTo>
                <a:lnTo>
                  <a:pt x="8108" y="206"/>
                </a:lnTo>
                <a:lnTo>
                  <a:pt x="8121" y="200"/>
                </a:lnTo>
                <a:lnTo>
                  <a:pt x="8136" y="199"/>
                </a:lnTo>
                <a:lnTo>
                  <a:pt x="8155" y="200"/>
                </a:lnTo>
                <a:lnTo>
                  <a:pt x="8161" y="207"/>
                </a:lnTo>
                <a:lnTo>
                  <a:pt x="8149" y="216"/>
                </a:lnTo>
                <a:lnTo>
                  <a:pt x="8140" y="223"/>
                </a:lnTo>
                <a:lnTo>
                  <a:pt x="8131" y="233"/>
                </a:lnTo>
                <a:lnTo>
                  <a:pt x="8133" y="234"/>
                </a:lnTo>
                <a:lnTo>
                  <a:pt x="8163" y="238"/>
                </a:lnTo>
                <a:lnTo>
                  <a:pt x="8217" y="240"/>
                </a:lnTo>
                <a:lnTo>
                  <a:pt x="8258" y="237"/>
                </a:lnTo>
                <a:lnTo>
                  <a:pt x="8274" y="232"/>
                </a:lnTo>
                <a:lnTo>
                  <a:pt x="8279" y="227"/>
                </a:lnTo>
                <a:lnTo>
                  <a:pt x="8278" y="224"/>
                </a:lnTo>
                <a:lnTo>
                  <a:pt x="8277" y="218"/>
                </a:lnTo>
                <a:lnTo>
                  <a:pt x="8280" y="211"/>
                </a:lnTo>
                <a:lnTo>
                  <a:pt x="8294" y="204"/>
                </a:lnTo>
                <a:lnTo>
                  <a:pt x="8311" y="203"/>
                </a:lnTo>
                <a:lnTo>
                  <a:pt x="8328" y="203"/>
                </a:lnTo>
                <a:lnTo>
                  <a:pt x="8350" y="211"/>
                </a:lnTo>
                <a:lnTo>
                  <a:pt x="8352" y="216"/>
                </a:lnTo>
                <a:lnTo>
                  <a:pt x="8355" y="222"/>
                </a:lnTo>
                <a:lnTo>
                  <a:pt x="8386" y="228"/>
                </a:lnTo>
                <a:lnTo>
                  <a:pt x="8410" y="229"/>
                </a:lnTo>
                <a:lnTo>
                  <a:pt x="8433" y="227"/>
                </a:lnTo>
                <a:lnTo>
                  <a:pt x="8457" y="221"/>
                </a:lnTo>
                <a:lnTo>
                  <a:pt x="8466" y="214"/>
                </a:lnTo>
                <a:lnTo>
                  <a:pt x="8466" y="211"/>
                </a:lnTo>
                <a:lnTo>
                  <a:pt x="8466" y="204"/>
                </a:lnTo>
                <a:lnTo>
                  <a:pt x="8476" y="191"/>
                </a:lnTo>
                <a:lnTo>
                  <a:pt x="8484" y="188"/>
                </a:lnTo>
                <a:lnTo>
                  <a:pt x="8493" y="185"/>
                </a:lnTo>
                <a:lnTo>
                  <a:pt x="8498" y="195"/>
                </a:lnTo>
                <a:lnTo>
                  <a:pt x="8494" y="206"/>
                </a:lnTo>
                <a:lnTo>
                  <a:pt x="8491" y="218"/>
                </a:lnTo>
                <a:lnTo>
                  <a:pt x="8496" y="230"/>
                </a:lnTo>
                <a:lnTo>
                  <a:pt x="8505" y="233"/>
                </a:lnTo>
                <a:lnTo>
                  <a:pt x="8511" y="234"/>
                </a:lnTo>
                <a:lnTo>
                  <a:pt x="8522" y="233"/>
                </a:lnTo>
                <a:lnTo>
                  <a:pt x="8533" y="222"/>
                </a:lnTo>
                <a:lnTo>
                  <a:pt x="8533" y="213"/>
                </a:lnTo>
                <a:lnTo>
                  <a:pt x="8532" y="208"/>
                </a:lnTo>
                <a:lnTo>
                  <a:pt x="8535" y="200"/>
                </a:lnTo>
                <a:lnTo>
                  <a:pt x="8548" y="191"/>
                </a:lnTo>
                <a:lnTo>
                  <a:pt x="8573" y="185"/>
                </a:lnTo>
                <a:lnTo>
                  <a:pt x="8604" y="187"/>
                </a:lnTo>
                <a:lnTo>
                  <a:pt x="8620" y="193"/>
                </a:lnTo>
                <a:lnTo>
                  <a:pt x="8628" y="196"/>
                </a:lnTo>
                <a:lnTo>
                  <a:pt x="8634" y="202"/>
                </a:lnTo>
                <a:lnTo>
                  <a:pt x="8624" y="210"/>
                </a:lnTo>
                <a:lnTo>
                  <a:pt x="8597" y="216"/>
                </a:lnTo>
                <a:lnTo>
                  <a:pt x="8566" y="225"/>
                </a:lnTo>
                <a:lnTo>
                  <a:pt x="8570" y="231"/>
                </a:lnTo>
                <a:lnTo>
                  <a:pt x="8609" y="232"/>
                </a:lnTo>
                <a:lnTo>
                  <a:pt x="8634" y="231"/>
                </a:lnTo>
                <a:lnTo>
                  <a:pt x="8663" y="225"/>
                </a:lnTo>
                <a:lnTo>
                  <a:pt x="8674" y="217"/>
                </a:lnTo>
                <a:lnTo>
                  <a:pt x="8676" y="213"/>
                </a:lnTo>
                <a:lnTo>
                  <a:pt x="8679" y="208"/>
                </a:lnTo>
                <a:lnTo>
                  <a:pt x="8698" y="201"/>
                </a:lnTo>
                <a:lnTo>
                  <a:pt x="8742" y="193"/>
                </a:lnTo>
                <a:lnTo>
                  <a:pt x="8817" y="190"/>
                </a:lnTo>
                <a:lnTo>
                  <a:pt x="8863" y="193"/>
                </a:lnTo>
                <a:lnTo>
                  <a:pt x="8882" y="199"/>
                </a:lnTo>
                <a:lnTo>
                  <a:pt x="8886" y="203"/>
                </a:lnTo>
                <a:lnTo>
                  <a:pt x="8888" y="208"/>
                </a:lnTo>
                <a:lnTo>
                  <a:pt x="8882" y="215"/>
                </a:lnTo>
                <a:lnTo>
                  <a:pt x="8874" y="216"/>
                </a:lnTo>
                <a:lnTo>
                  <a:pt x="8866" y="217"/>
                </a:lnTo>
                <a:lnTo>
                  <a:pt x="8860" y="223"/>
                </a:lnTo>
                <a:lnTo>
                  <a:pt x="8863" y="227"/>
                </a:lnTo>
                <a:lnTo>
                  <a:pt x="8870" y="229"/>
                </a:lnTo>
                <a:lnTo>
                  <a:pt x="8905" y="218"/>
                </a:lnTo>
                <a:lnTo>
                  <a:pt x="8927" y="208"/>
                </a:lnTo>
                <a:lnTo>
                  <a:pt x="8955" y="194"/>
                </a:lnTo>
                <a:lnTo>
                  <a:pt x="8979" y="189"/>
                </a:lnTo>
                <a:lnTo>
                  <a:pt x="8991" y="194"/>
                </a:lnTo>
                <a:lnTo>
                  <a:pt x="8995" y="199"/>
                </a:lnTo>
                <a:lnTo>
                  <a:pt x="9002" y="209"/>
                </a:lnTo>
                <a:lnTo>
                  <a:pt x="9013" y="209"/>
                </a:lnTo>
                <a:lnTo>
                  <a:pt x="9020" y="199"/>
                </a:lnTo>
                <a:lnTo>
                  <a:pt x="9026" y="192"/>
                </a:lnTo>
                <a:lnTo>
                  <a:pt x="9044" y="187"/>
                </a:lnTo>
                <a:lnTo>
                  <a:pt x="9053" y="189"/>
                </a:lnTo>
                <a:lnTo>
                  <a:pt x="9058" y="191"/>
                </a:lnTo>
                <a:lnTo>
                  <a:pt x="9072" y="187"/>
                </a:lnTo>
                <a:lnTo>
                  <a:pt x="9093" y="170"/>
                </a:lnTo>
                <a:lnTo>
                  <a:pt x="9106" y="153"/>
                </a:lnTo>
                <a:lnTo>
                  <a:pt x="9115" y="135"/>
                </a:lnTo>
                <a:lnTo>
                  <a:pt x="9120" y="122"/>
                </a:lnTo>
                <a:lnTo>
                  <a:pt x="9116" y="122"/>
                </a:lnTo>
                <a:lnTo>
                  <a:pt x="9112" y="125"/>
                </a:lnTo>
                <a:lnTo>
                  <a:pt x="9102" y="133"/>
                </a:lnTo>
                <a:lnTo>
                  <a:pt x="9075" y="137"/>
                </a:lnTo>
                <a:lnTo>
                  <a:pt x="9049" y="132"/>
                </a:lnTo>
                <a:lnTo>
                  <a:pt x="9038" y="122"/>
                </a:lnTo>
                <a:lnTo>
                  <a:pt x="9037" y="113"/>
                </a:lnTo>
                <a:lnTo>
                  <a:pt x="9040" y="108"/>
                </a:lnTo>
                <a:lnTo>
                  <a:pt x="9042" y="102"/>
                </a:lnTo>
                <a:lnTo>
                  <a:pt x="9035" y="104"/>
                </a:lnTo>
                <a:lnTo>
                  <a:pt x="9026" y="112"/>
                </a:lnTo>
                <a:lnTo>
                  <a:pt x="9015" y="124"/>
                </a:lnTo>
                <a:lnTo>
                  <a:pt x="9012" y="135"/>
                </a:lnTo>
                <a:lnTo>
                  <a:pt x="9018" y="143"/>
                </a:lnTo>
                <a:lnTo>
                  <a:pt x="9025" y="148"/>
                </a:lnTo>
                <a:lnTo>
                  <a:pt x="9036" y="155"/>
                </a:lnTo>
                <a:lnTo>
                  <a:pt x="9033" y="165"/>
                </a:lnTo>
                <a:lnTo>
                  <a:pt x="9020" y="171"/>
                </a:lnTo>
                <a:lnTo>
                  <a:pt x="9008" y="175"/>
                </a:lnTo>
                <a:lnTo>
                  <a:pt x="8994" y="170"/>
                </a:lnTo>
                <a:lnTo>
                  <a:pt x="8986" y="163"/>
                </a:lnTo>
                <a:lnTo>
                  <a:pt x="8984" y="158"/>
                </a:lnTo>
                <a:lnTo>
                  <a:pt x="8979" y="151"/>
                </a:lnTo>
                <a:lnTo>
                  <a:pt x="8956" y="141"/>
                </a:lnTo>
                <a:lnTo>
                  <a:pt x="8870" y="133"/>
                </a:lnTo>
                <a:lnTo>
                  <a:pt x="8751" y="133"/>
                </a:lnTo>
                <a:lnTo>
                  <a:pt x="8653" y="135"/>
                </a:lnTo>
                <a:lnTo>
                  <a:pt x="8585" y="141"/>
                </a:lnTo>
                <a:lnTo>
                  <a:pt x="8583" y="146"/>
                </a:lnTo>
                <a:lnTo>
                  <a:pt x="8597" y="149"/>
                </a:lnTo>
                <a:lnTo>
                  <a:pt x="8665" y="161"/>
                </a:lnTo>
                <a:lnTo>
                  <a:pt x="8594" y="164"/>
                </a:lnTo>
                <a:lnTo>
                  <a:pt x="8565" y="163"/>
                </a:lnTo>
                <a:lnTo>
                  <a:pt x="8533" y="158"/>
                </a:lnTo>
                <a:lnTo>
                  <a:pt x="8522" y="152"/>
                </a:lnTo>
                <a:lnTo>
                  <a:pt x="8521" y="149"/>
                </a:lnTo>
                <a:lnTo>
                  <a:pt x="8519" y="146"/>
                </a:lnTo>
                <a:lnTo>
                  <a:pt x="8500" y="139"/>
                </a:lnTo>
                <a:lnTo>
                  <a:pt x="8441" y="132"/>
                </a:lnTo>
                <a:lnTo>
                  <a:pt x="8384" y="132"/>
                </a:lnTo>
                <a:lnTo>
                  <a:pt x="8321" y="131"/>
                </a:lnTo>
                <a:lnTo>
                  <a:pt x="8271" y="125"/>
                </a:lnTo>
                <a:lnTo>
                  <a:pt x="8260" y="118"/>
                </a:lnTo>
                <a:lnTo>
                  <a:pt x="8261" y="113"/>
                </a:lnTo>
                <a:lnTo>
                  <a:pt x="8264" y="109"/>
                </a:lnTo>
                <a:lnTo>
                  <a:pt x="8264" y="104"/>
                </a:lnTo>
                <a:lnTo>
                  <a:pt x="8254" y="105"/>
                </a:lnTo>
                <a:lnTo>
                  <a:pt x="8237" y="113"/>
                </a:lnTo>
                <a:lnTo>
                  <a:pt x="8218" y="122"/>
                </a:lnTo>
                <a:lnTo>
                  <a:pt x="8177" y="132"/>
                </a:lnTo>
                <a:lnTo>
                  <a:pt x="8141" y="131"/>
                </a:lnTo>
                <a:lnTo>
                  <a:pt x="8126" y="123"/>
                </a:lnTo>
                <a:lnTo>
                  <a:pt x="8124" y="115"/>
                </a:lnTo>
                <a:lnTo>
                  <a:pt x="8126" y="110"/>
                </a:lnTo>
                <a:lnTo>
                  <a:pt x="8132" y="101"/>
                </a:lnTo>
                <a:lnTo>
                  <a:pt x="8126" y="101"/>
                </a:lnTo>
                <a:lnTo>
                  <a:pt x="8113" y="110"/>
                </a:lnTo>
                <a:lnTo>
                  <a:pt x="8105" y="115"/>
                </a:lnTo>
                <a:lnTo>
                  <a:pt x="8077" y="123"/>
                </a:lnTo>
                <a:lnTo>
                  <a:pt x="8022" y="129"/>
                </a:lnTo>
                <a:lnTo>
                  <a:pt x="7934" y="125"/>
                </a:lnTo>
                <a:lnTo>
                  <a:pt x="7881" y="114"/>
                </a:lnTo>
                <a:lnTo>
                  <a:pt x="7855" y="104"/>
                </a:lnTo>
                <a:lnTo>
                  <a:pt x="7849" y="98"/>
                </a:lnTo>
                <a:lnTo>
                  <a:pt x="7836" y="85"/>
                </a:lnTo>
                <a:lnTo>
                  <a:pt x="7830" y="86"/>
                </a:lnTo>
                <a:lnTo>
                  <a:pt x="7835" y="102"/>
                </a:lnTo>
                <a:lnTo>
                  <a:pt x="7839" y="117"/>
                </a:lnTo>
                <a:lnTo>
                  <a:pt x="7837" y="128"/>
                </a:lnTo>
                <a:lnTo>
                  <a:pt x="7832" y="130"/>
                </a:lnTo>
                <a:lnTo>
                  <a:pt x="7820" y="125"/>
                </a:lnTo>
                <a:lnTo>
                  <a:pt x="7795" y="102"/>
                </a:lnTo>
                <a:lnTo>
                  <a:pt x="7779" y="83"/>
                </a:lnTo>
                <a:lnTo>
                  <a:pt x="7762" y="64"/>
                </a:lnTo>
                <a:lnTo>
                  <a:pt x="7734" y="42"/>
                </a:lnTo>
                <a:lnTo>
                  <a:pt x="7718" y="36"/>
                </a:lnTo>
                <a:lnTo>
                  <a:pt x="7710" y="36"/>
                </a:lnTo>
                <a:lnTo>
                  <a:pt x="7698" y="38"/>
                </a:lnTo>
                <a:lnTo>
                  <a:pt x="7686" y="46"/>
                </a:lnTo>
                <a:lnTo>
                  <a:pt x="7687" y="51"/>
                </a:lnTo>
                <a:lnTo>
                  <a:pt x="7689" y="56"/>
                </a:lnTo>
                <a:lnTo>
                  <a:pt x="7679" y="64"/>
                </a:lnTo>
                <a:lnTo>
                  <a:pt x="7670" y="65"/>
                </a:lnTo>
                <a:lnTo>
                  <a:pt x="7659" y="64"/>
                </a:lnTo>
                <a:lnTo>
                  <a:pt x="7645" y="55"/>
                </a:lnTo>
                <a:lnTo>
                  <a:pt x="7643" y="49"/>
                </a:lnTo>
                <a:lnTo>
                  <a:pt x="7643" y="44"/>
                </a:lnTo>
                <a:lnTo>
                  <a:pt x="7634" y="37"/>
                </a:lnTo>
                <a:lnTo>
                  <a:pt x="7613" y="29"/>
                </a:lnTo>
                <a:lnTo>
                  <a:pt x="7575" y="29"/>
                </a:lnTo>
                <a:lnTo>
                  <a:pt x="7540" y="38"/>
                </a:lnTo>
                <a:lnTo>
                  <a:pt x="7530" y="47"/>
                </a:lnTo>
                <a:lnTo>
                  <a:pt x="7524" y="55"/>
                </a:lnTo>
                <a:lnTo>
                  <a:pt x="7514" y="63"/>
                </a:lnTo>
                <a:lnTo>
                  <a:pt x="7504" y="61"/>
                </a:lnTo>
                <a:lnTo>
                  <a:pt x="7490" y="49"/>
                </a:lnTo>
                <a:lnTo>
                  <a:pt x="7482" y="39"/>
                </a:lnTo>
                <a:lnTo>
                  <a:pt x="7467" y="21"/>
                </a:lnTo>
                <a:lnTo>
                  <a:pt x="7459" y="19"/>
                </a:lnTo>
                <a:lnTo>
                  <a:pt x="7464" y="34"/>
                </a:lnTo>
                <a:lnTo>
                  <a:pt x="7466" y="46"/>
                </a:lnTo>
                <a:lnTo>
                  <a:pt x="7463" y="62"/>
                </a:lnTo>
                <a:lnTo>
                  <a:pt x="7453" y="65"/>
                </a:lnTo>
                <a:lnTo>
                  <a:pt x="7441" y="54"/>
                </a:lnTo>
                <a:lnTo>
                  <a:pt x="7435" y="42"/>
                </a:lnTo>
                <a:lnTo>
                  <a:pt x="7432" y="37"/>
                </a:lnTo>
                <a:lnTo>
                  <a:pt x="7413" y="30"/>
                </a:lnTo>
                <a:lnTo>
                  <a:pt x="7367" y="23"/>
                </a:lnTo>
                <a:lnTo>
                  <a:pt x="7292" y="24"/>
                </a:lnTo>
                <a:lnTo>
                  <a:pt x="7246" y="32"/>
                </a:lnTo>
                <a:lnTo>
                  <a:pt x="7227" y="41"/>
                </a:lnTo>
                <a:lnTo>
                  <a:pt x="7224" y="46"/>
                </a:lnTo>
                <a:lnTo>
                  <a:pt x="7220" y="53"/>
                </a:lnTo>
                <a:lnTo>
                  <a:pt x="7202" y="64"/>
                </a:lnTo>
                <a:lnTo>
                  <a:pt x="7190" y="65"/>
                </a:lnTo>
                <a:lnTo>
                  <a:pt x="7178" y="64"/>
                </a:lnTo>
                <a:lnTo>
                  <a:pt x="7173" y="56"/>
                </a:lnTo>
                <a:lnTo>
                  <a:pt x="7180" y="51"/>
                </a:lnTo>
                <a:lnTo>
                  <a:pt x="7189" y="44"/>
                </a:lnTo>
                <a:lnTo>
                  <a:pt x="7189" y="30"/>
                </a:lnTo>
                <a:lnTo>
                  <a:pt x="7180" y="21"/>
                </a:lnTo>
                <a:lnTo>
                  <a:pt x="7171" y="14"/>
                </a:lnTo>
                <a:lnTo>
                  <a:pt x="7148" y="7"/>
                </a:lnTo>
                <a:lnTo>
                  <a:pt x="7117" y="7"/>
                </a:lnTo>
                <a:lnTo>
                  <a:pt x="7079" y="14"/>
                </a:lnTo>
                <a:lnTo>
                  <a:pt x="7059" y="21"/>
                </a:lnTo>
                <a:lnTo>
                  <a:pt x="7041" y="24"/>
                </a:lnTo>
                <a:lnTo>
                  <a:pt x="6999" y="21"/>
                </a:lnTo>
                <a:lnTo>
                  <a:pt x="6981" y="16"/>
                </a:lnTo>
                <a:lnTo>
                  <a:pt x="6959" y="9"/>
                </a:lnTo>
                <a:lnTo>
                  <a:pt x="6936" y="9"/>
                </a:lnTo>
                <a:lnTo>
                  <a:pt x="6923" y="14"/>
                </a:lnTo>
                <a:lnTo>
                  <a:pt x="6918" y="19"/>
                </a:lnTo>
                <a:lnTo>
                  <a:pt x="6913" y="24"/>
                </a:lnTo>
                <a:lnTo>
                  <a:pt x="6901" y="29"/>
                </a:lnTo>
                <a:lnTo>
                  <a:pt x="6881" y="26"/>
                </a:lnTo>
                <a:lnTo>
                  <a:pt x="6862" y="16"/>
                </a:lnTo>
                <a:lnTo>
                  <a:pt x="6845" y="6"/>
                </a:lnTo>
                <a:lnTo>
                  <a:pt x="6827" y="3"/>
                </a:lnTo>
                <a:lnTo>
                  <a:pt x="6818" y="8"/>
                </a:lnTo>
                <a:lnTo>
                  <a:pt x="6815" y="12"/>
                </a:lnTo>
                <a:lnTo>
                  <a:pt x="6810" y="16"/>
                </a:lnTo>
                <a:lnTo>
                  <a:pt x="6786" y="23"/>
                </a:lnTo>
                <a:lnTo>
                  <a:pt x="6724" y="28"/>
                </a:lnTo>
                <a:lnTo>
                  <a:pt x="6626" y="27"/>
                </a:lnTo>
                <a:lnTo>
                  <a:pt x="6568" y="20"/>
                </a:lnTo>
                <a:lnTo>
                  <a:pt x="6547" y="13"/>
                </a:lnTo>
                <a:lnTo>
                  <a:pt x="6545" y="9"/>
                </a:lnTo>
                <a:lnTo>
                  <a:pt x="6544" y="3"/>
                </a:lnTo>
                <a:lnTo>
                  <a:pt x="6532" y="0"/>
                </a:lnTo>
                <a:lnTo>
                  <a:pt x="6525" y="2"/>
                </a:lnTo>
                <a:lnTo>
                  <a:pt x="6516" y="6"/>
                </a:lnTo>
                <a:lnTo>
                  <a:pt x="6506" y="20"/>
                </a:lnTo>
                <a:lnTo>
                  <a:pt x="6506" y="27"/>
                </a:lnTo>
                <a:lnTo>
                  <a:pt x="6506" y="31"/>
                </a:lnTo>
                <a:lnTo>
                  <a:pt x="6500" y="34"/>
                </a:lnTo>
                <a:lnTo>
                  <a:pt x="6477" y="33"/>
                </a:lnTo>
                <a:lnTo>
                  <a:pt x="6451" y="26"/>
                </a:lnTo>
                <a:lnTo>
                  <a:pt x="6421" y="17"/>
                </a:lnTo>
                <a:lnTo>
                  <a:pt x="6394" y="16"/>
                </a:lnTo>
                <a:lnTo>
                  <a:pt x="6383" y="21"/>
                </a:lnTo>
                <a:lnTo>
                  <a:pt x="6380" y="26"/>
                </a:lnTo>
                <a:lnTo>
                  <a:pt x="6371" y="33"/>
                </a:lnTo>
                <a:lnTo>
                  <a:pt x="6326" y="46"/>
                </a:lnTo>
                <a:lnTo>
                  <a:pt x="6297" y="49"/>
                </a:lnTo>
                <a:lnTo>
                  <a:pt x="6269" y="52"/>
                </a:lnTo>
                <a:lnTo>
                  <a:pt x="6242" y="50"/>
                </a:lnTo>
                <a:lnTo>
                  <a:pt x="6234" y="46"/>
                </a:lnTo>
                <a:lnTo>
                  <a:pt x="6234" y="44"/>
                </a:lnTo>
                <a:lnTo>
                  <a:pt x="6236" y="40"/>
                </a:lnTo>
                <a:lnTo>
                  <a:pt x="6231" y="28"/>
                </a:lnTo>
                <a:lnTo>
                  <a:pt x="6224" y="22"/>
                </a:lnTo>
                <a:lnTo>
                  <a:pt x="6217" y="19"/>
                </a:lnTo>
                <a:lnTo>
                  <a:pt x="6208" y="22"/>
                </a:lnTo>
                <a:lnTo>
                  <a:pt x="6207" y="27"/>
                </a:lnTo>
                <a:lnTo>
                  <a:pt x="6205" y="35"/>
                </a:lnTo>
                <a:lnTo>
                  <a:pt x="6192" y="48"/>
                </a:lnTo>
                <a:lnTo>
                  <a:pt x="6183" y="52"/>
                </a:lnTo>
                <a:lnTo>
                  <a:pt x="6172" y="56"/>
                </a:lnTo>
                <a:lnTo>
                  <a:pt x="6165" y="48"/>
                </a:lnTo>
                <a:lnTo>
                  <a:pt x="6168" y="37"/>
                </a:lnTo>
                <a:lnTo>
                  <a:pt x="6171" y="29"/>
                </a:lnTo>
                <a:lnTo>
                  <a:pt x="6165" y="15"/>
                </a:lnTo>
                <a:lnTo>
                  <a:pt x="6158" y="14"/>
                </a:lnTo>
                <a:lnTo>
                  <a:pt x="6151" y="15"/>
                </a:lnTo>
                <a:lnTo>
                  <a:pt x="6140" y="29"/>
                </a:lnTo>
                <a:lnTo>
                  <a:pt x="6139" y="39"/>
                </a:lnTo>
                <a:lnTo>
                  <a:pt x="6138" y="45"/>
                </a:lnTo>
                <a:lnTo>
                  <a:pt x="6132" y="54"/>
                </a:lnTo>
                <a:lnTo>
                  <a:pt x="6111" y="63"/>
                </a:lnTo>
                <a:lnTo>
                  <a:pt x="6086" y="63"/>
                </a:lnTo>
                <a:lnTo>
                  <a:pt x="6055" y="63"/>
                </a:lnTo>
                <a:lnTo>
                  <a:pt x="6045" y="57"/>
                </a:lnTo>
                <a:lnTo>
                  <a:pt x="6053" y="51"/>
                </a:lnTo>
                <a:lnTo>
                  <a:pt x="6063" y="47"/>
                </a:lnTo>
                <a:lnTo>
                  <a:pt x="6077" y="41"/>
                </a:lnTo>
                <a:lnTo>
                  <a:pt x="6091" y="33"/>
                </a:lnTo>
                <a:lnTo>
                  <a:pt x="6089" y="31"/>
                </a:lnTo>
                <a:lnTo>
                  <a:pt x="6076" y="27"/>
                </a:lnTo>
                <a:lnTo>
                  <a:pt x="6055" y="22"/>
                </a:lnTo>
                <a:lnTo>
                  <a:pt x="6029" y="16"/>
                </a:lnTo>
                <a:lnTo>
                  <a:pt x="6000" y="6"/>
                </a:lnTo>
                <a:lnTo>
                  <a:pt x="5990" y="2"/>
                </a:lnTo>
                <a:lnTo>
                  <a:pt x="5977" y="1"/>
                </a:lnTo>
                <a:lnTo>
                  <a:pt x="5968" y="7"/>
                </a:lnTo>
                <a:lnTo>
                  <a:pt x="5961" y="20"/>
                </a:lnTo>
                <a:lnTo>
                  <a:pt x="5959" y="29"/>
                </a:lnTo>
                <a:close/>
                <a:moveTo>
                  <a:pt x="5709" y="47"/>
                </a:moveTo>
                <a:lnTo>
                  <a:pt x="5712" y="54"/>
                </a:lnTo>
                <a:lnTo>
                  <a:pt x="5708" y="64"/>
                </a:lnTo>
                <a:lnTo>
                  <a:pt x="5702" y="65"/>
                </a:lnTo>
                <a:lnTo>
                  <a:pt x="5694" y="64"/>
                </a:lnTo>
                <a:lnTo>
                  <a:pt x="5684" y="54"/>
                </a:lnTo>
                <a:lnTo>
                  <a:pt x="5683" y="47"/>
                </a:lnTo>
                <a:lnTo>
                  <a:pt x="5683" y="40"/>
                </a:lnTo>
                <a:lnTo>
                  <a:pt x="5687" y="31"/>
                </a:lnTo>
                <a:lnTo>
                  <a:pt x="5690" y="31"/>
                </a:lnTo>
                <a:lnTo>
                  <a:pt x="5694" y="31"/>
                </a:lnTo>
                <a:lnTo>
                  <a:pt x="5705" y="40"/>
                </a:lnTo>
                <a:lnTo>
                  <a:pt x="5709" y="47"/>
                </a:lnTo>
                <a:close/>
                <a:moveTo>
                  <a:pt x="6438" y="41"/>
                </a:moveTo>
                <a:lnTo>
                  <a:pt x="6433" y="44"/>
                </a:lnTo>
                <a:lnTo>
                  <a:pt x="6415" y="45"/>
                </a:lnTo>
                <a:lnTo>
                  <a:pt x="6406" y="42"/>
                </a:lnTo>
                <a:lnTo>
                  <a:pt x="6399" y="39"/>
                </a:lnTo>
                <a:lnTo>
                  <a:pt x="6404" y="33"/>
                </a:lnTo>
                <a:lnTo>
                  <a:pt x="6416" y="32"/>
                </a:lnTo>
                <a:lnTo>
                  <a:pt x="6429" y="32"/>
                </a:lnTo>
                <a:lnTo>
                  <a:pt x="6439" y="35"/>
                </a:lnTo>
                <a:lnTo>
                  <a:pt x="6440" y="39"/>
                </a:lnTo>
                <a:lnTo>
                  <a:pt x="6438" y="41"/>
                </a:lnTo>
                <a:close/>
                <a:moveTo>
                  <a:pt x="7110" y="47"/>
                </a:moveTo>
                <a:lnTo>
                  <a:pt x="7103" y="53"/>
                </a:lnTo>
                <a:lnTo>
                  <a:pt x="7068" y="62"/>
                </a:lnTo>
                <a:lnTo>
                  <a:pt x="7047" y="63"/>
                </a:lnTo>
                <a:lnTo>
                  <a:pt x="6993" y="60"/>
                </a:lnTo>
                <a:lnTo>
                  <a:pt x="7052" y="47"/>
                </a:lnTo>
                <a:lnTo>
                  <a:pt x="7098" y="37"/>
                </a:lnTo>
                <a:lnTo>
                  <a:pt x="7115" y="32"/>
                </a:lnTo>
                <a:lnTo>
                  <a:pt x="7117" y="35"/>
                </a:lnTo>
                <a:lnTo>
                  <a:pt x="7110" y="47"/>
                </a:lnTo>
                <a:close/>
                <a:moveTo>
                  <a:pt x="6854" y="60"/>
                </a:moveTo>
                <a:lnTo>
                  <a:pt x="6844" y="62"/>
                </a:lnTo>
                <a:lnTo>
                  <a:pt x="6821" y="62"/>
                </a:lnTo>
                <a:lnTo>
                  <a:pt x="6811" y="60"/>
                </a:lnTo>
                <a:lnTo>
                  <a:pt x="6808" y="57"/>
                </a:lnTo>
                <a:lnTo>
                  <a:pt x="6806" y="54"/>
                </a:lnTo>
                <a:lnTo>
                  <a:pt x="6816" y="51"/>
                </a:lnTo>
                <a:lnTo>
                  <a:pt x="6832" y="51"/>
                </a:lnTo>
                <a:lnTo>
                  <a:pt x="6848" y="51"/>
                </a:lnTo>
                <a:lnTo>
                  <a:pt x="6858" y="54"/>
                </a:lnTo>
                <a:lnTo>
                  <a:pt x="6857" y="57"/>
                </a:lnTo>
                <a:lnTo>
                  <a:pt x="6854" y="60"/>
                </a:lnTo>
                <a:close/>
                <a:moveTo>
                  <a:pt x="5171" y="75"/>
                </a:moveTo>
                <a:lnTo>
                  <a:pt x="5166" y="78"/>
                </a:lnTo>
                <a:lnTo>
                  <a:pt x="5148" y="80"/>
                </a:lnTo>
                <a:lnTo>
                  <a:pt x="5139" y="77"/>
                </a:lnTo>
                <a:lnTo>
                  <a:pt x="5132" y="73"/>
                </a:lnTo>
                <a:lnTo>
                  <a:pt x="5137" y="67"/>
                </a:lnTo>
                <a:lnTo>
                  <a:pt x="5149" y="67"/>
                </a:lnTo>
                <a:lnTo>
                  <a:pt x="5162" y="66"/>
                </a:lnTo>
                <a:lnTo>
                  <a:pt x="5172" y="70"/>
                </a:lnTo>
                <a:lnTo>
                  <a:pt x="5174" y="73"/>
                </a:lnTo>
                <a:lnTo>
                  <a:pt x="5171" y="75"/>
                </a:lnTo>
                <a:close/>
                <a:moveTo>
                  <a:pt x="6283" y="82"/>
                </a:moveTo>
                <a:lnTo>
                  <a:pt x="6277" y="88"/>
                </a:lnTo>
                <a:lnTo>
                  <a:pt x="6251" y="97"/>
                </a:lnTo>
                <a:lnTo>
                  <a:pt x="6236" y="97"/>
                </a:lnTo>
                <a:lnTo>
                  <a:pt x="6214" y="95"/>
                </a:lnTo>
                <a:lnTo>
                  <a:pt x="6216" y="89"/>
                </a:lnTo>
                <a:lnTo>
                  <a:pt x="6241" y="82"/>
                </a:lnTo>
                <a:lnTo>
                  <a:pt x="6274" y="72"/>
                </a:lnTo>
                <a:lnTo>
                  <a:pt x="6288" y="67"/>
                </a:lnTo>
                <a:lnTo>
                  <a:pt x="6289" y="68"/>
                </a:lnTo>
                <a:lnTo>
                  <a:pt x="6283" y="82"/>
                </a:lnTo>
                <a:close/>
                <a:moveTo>
                  <a:pt x="6506" y="75"/>
                </a:moveTo>
                <a:lnTo>
                  <a:pt x="6501" y="78"/>
                </a:lnTo>
                <a:lnTo>
                  <a:pt x="6483" y="80"/>
                </a:lnTo>
                <a:lnTo>
                  <a:pt x="6474" y="77"/>
                </a:lnTo>
                <a:lnTo>
                  <a:pt x="6466" y="73"/>
                </a:lnTo>
                <a:lnTo>
                  <a:pt x="6472" y="67"/>
                </a:lnTo>
                <a:lnTo>
                  <a:pt x="6484" y="67"/>
                </a:lnTo>
                <a:lnTo>
                  <a:pt x="6497" y="66"/>
                </a:lnTo>
                <a:lnTo>
                  <a:pt x="6507" y="70"/>
                </a:lnTo>
                <a:lnTo>
                  <a:pt x="6508" y="73"/>
                </a:lnTo>
                <a:lnTo>
                  <a:pt x="6506" y="75"/>
                </a:lnTo>
                <a:close/>
                <a:moveTo>
                  <a:pt x="5047" y="110"/>
                </a:moveTo>
                <a:lnTo>
                  <a:pt x="5037" y="112"/>
                </a:lnTo>
                <a:lnTo>
                  <a:pt x="5013" y="112"/>
                </a:lnTo>
                <a:lnTo>
                  <a:pt x="5004" y="110"/>
                </a:lnTo>
                <a:lnTo>
                  <a:pt x="5000" y="108"/>
                </a:lnTo>
                <a:lnTo>
                  <a:pt x="4999" y="105"/>
                </a:lnTo>
                <a:lnTo>
                  <a:pt x="5008" y="102"/>
                </a:lnTo>
                <a:lnTo>
                  <a:pt x="5025" y="102"/>
                </a:lnTo>
                <a:lnTo>
                  <a:pt x="5041" y="102"/>
                </a:lnTo>
                <a:lnTo>
                  <a:pt x="5051" y="105"/>
                </a:lnTo>
                <a:lnTo>
                  <a:pt x="5050" y="108"/>
                </a:lnTo>
                <a:lnTo>
                  <a:pt x="5047" y="110"/>
                </a:lnTo>
                <a:close/>
                <a:moveTo>
                  <a:pt x="7328" y="113"/>
                </a:moveTo>
                <a:lnTo>
                  <a:pt x="7330" y="116"/>
                </a:lnTo>
                <a:lnTo>
                  <a:pt x="7326" y="121"/>
                </a:lnTo>
                <a:lnTo>
                  <a:pt x="7311" y="126"/>
                </a:lnTo>
                <a:lnTo>
                  <a:pt x="7295" y="127"/>
                </a:lnTo>
                <a:lnTo>
                  <a:pt x="7275" y="126"/>
                </a:lnTo>
                <a:lnTo>
                  <a:pt x="7264" y="122"/>
                </a:lnTo>
                <a:lnTo>
                  <a:pt x="7268" y="117"/>
                </a:lnTo>
                <a:lnTo>
                  <a:pt x="7273" y="113"/>
                </a:lnTo>
                <a:lnTo>
                  <a:pt x="7294" y="102"/>
                </a:lnTo>
                <a:lnTo>
                  <a:pt x="7314" y="100"/>
                </a:lnTo>
                <a:lnTo>
                  <a:pt x="7324" y="107"/>
                </a:lnTo>
                <a:lnTo>
                  <a:pt x="7328" y="113"/>
                </a:lnTo>
                <a:close/>
                <a:moveTo>
                  <a:pt x="3991" y="127"/>
                </a:moveTo>
                <a:lnTo>
                  <a:pt x="3976" y="129"/>
                </a:lnTo>
                <a:lnTo>
                  <a:pt x="3944" y="129"/>
                </a:lnTo>
                <a:lnTo>
                  <a:pt x="3932" y="127"/>
                </a:lnTo>
                <a:lnTo>
                  <a:pt x="3926" y="125"/>
                </a:lnTo>
                <a:lnTo>
                  <a:pt x="3925" y="122"/>
                </a:lnTo>
                <a:lnTo>
                  <a:pt x="3939" y="119"/>
                </a:lnTo>
                <a:lnTo>
                  <a:pt x="3960" y="118"/>
                </a:lnTo>
                <a:lnTo>
                  <a:pt x="3982" y="119"/>
                </a:lnTo>
                <a:lnTo>
                  <a:pt x="3997" y="122"/>
                </a:lnTo>
                <a:lnTo>
                  <a:pt x="3996" y="125"/>
                </a:lnTo>
                <a:lnTo>
                  <a:pt x="3991" y="127"/>
                </a:lnTo>
                <a:close/>
                <a:moveTo>
                  <a:pt x="4135" y="127"/>
                </a:moveTo>
                <a:lnTo>
                  <a:pt x="4124" y="129"/>
                </a:lnTo>
                <a:lnTo>
                  <a:pt x="4101" y="129"/>
                </a:lnTo>
                <a:lnTo>
                  <a:pt x="4092" y="127"/>
                </a:lnTo>
                <a:lnTo>
                  <a:pt x="4088" y="125"/>
                </a:lnTo>
                <a:lnTo>
                  <a:pt x="4087" y="122"/>
                </a:lnTo>
                <a:lnTo>
                  <a:pt x="4096" y="119"/>
                </a:lnTo>
                <a:lnTo>
                  <a:pt x="4112" y="118"/>
                </a:lnTo>
                <a:lnTo>
                  <a:pt x="4129" y="119"/>
                </a:lnTo>
                <a:lnTo>
                  <a:pt x="4139" y="122"/>
                </a:lnTo>
                <a:lnTo>
                  <a:pt x="4138" y="125"/>
                </a:lnTo>
                <a:lnTo>
                  <a:pt x="4135" y="127"/>
                </a:lnTo>
                <a:close/>
                <a:moveTo>
                  <a:pt x="6248" y="141"/>
                </a:moveTo>
                <a:lnTo>
                  <a:pt x="6250" y="151"/>
                </a:lnTo>
                <a:lnTo>
                  <a:pt x="6247" y="165"/>
                </a:lnTo>
                <a:lnTo>
                  <a:pt x="6241" y="166"/>
                </a:lnTo>
                <a:lnTo>
                  <a:pt x="6234" y="165"/>
                </a:lnTo>
                <a:lnTo>
                  <a:pt x="6225" y="151"/>
                </a:lnTo>
                <a:lnTo>
                  <a:pt x="6224" y="141"/>
                </a:lnTo>
                <a:lnTo>
                  <a:pt x="6225" y="130"/>
                </a:lnTo>
                <a:lnTo>
                  <a:pt x="6228" y="116"/>
                </a:lnTo>
                <a:lnTo>
                  <a:pt x="6231" y="115"/>
                </a:lnTo>
                <a:lnTo>
                  <a:pt x="6238" y="121"/>
                </a:lnTo>
                <a:lnTo>
                  <a:pt x="6248" y="141"/>
                </a:lnTo>
                <a:close/>
                <a:moveTo>
                  <a:pt x="7158" y="127"/>
                </a:moveTo>
                <a:lnTo>
                  <a:pt x="7140" y="129"/>
                </a:lnTo>
                <a:lnTo>
                  <a:pt x="7094" y="129"/>
                </a:lnTo>
                <a:lnTo>
                  <a:pt x="7074" y="127"/>
                </a:lnTo>
                <a:lnTo>
                  <a:pt x="7065" y="125"/>
                </a:lnTo>
                <a:lnTo>
                  <a:pt x="7061" y="123"/>
                </a:lnTo>
                <a:lnTo>
                  <a:pt x="7080" y="120"/>
                </a:lnTo>
                <a:lnTo>
                  <a:pt x="7110" y="120"/>
                </a:lnTo>
                <a:lnTo>
                  <a:pt x="7143" y="120"/>
                </a:lnTo>
                <a:lnTo>
                  <a:pt x="7165" y="123"/>
                </a:lnTo>
                <a:lnTo>
                  <a:pt x="7164" y="125"/>
                </a:lnTo>
                <a:lnTo>
                  <a:pt x="7158" y="127"/>
                </a:lnTo>
                <a:close/>
                <a:moveTo>
                  <a:pt x="7429" y="127"/>
                </a:moveTo>
                <a:lnTo>
                  <a:pt x="7419" y="129"/>
                </a:lnTo>
                <a:lnTo>
                  <a:pt x="7395" y="129"/>
                </a:lnTo>
                <a:lnTo>
                  <a:pt x="7386" y="127"/>
                </a:lnTo>
                <a:lnTo>
                  <a:pt x="7382" y="125"/>
                </a:lnTo>
                <a:lnTo>
                  <a:pt x="7381" y="122"/>
                </a:lnTo>
                <a:lnTo>
                  <a:pt x="7390" y="119"/>
                </a:lnTo>
                <a:lnTo>
                  <a:pt x="7406" y="118"/>
                </a:lnTo>
                <a:lnTo>
                  <a:pt x="7423" y="119"/>
                </a:lnTo>
                <a:lnTo>
                  <a:pt x="7433" y="122"/>
                </a:lnTo>
                <a:lnTo>
                  <a:pt x="7432" y="125"/>
                </a:lnTo>
                <a:lnTo>
                  <a:pt x="7429" y="127"/>
                </a:lnTo>
                <a:close/>
                <a:moveTo>
                  <a:pt x="3234" y="138"/>
                </a:moveTo>
                <a:lnTo>
                  <a:pt x="3227" y="146"/>
                </a:lnTo>
                <a:lnTo>
                  <a:pt x="3208" y="156"/>
                </a:lnTo>
                <a:lnTo>
                  <a:pt x="3199" y="159"/>
                </a:lnTo>
                <a:lnTo>
                  <a:pt x="3185" y="155"/>
                </a:lnTo>
                <a:lnTo>
                  <a:pt x="3183" y="149"/>
                </a:lnTo>
                <a:lnTo>
                  <a:pt x="3185" y="142"/>
                </a:lnTo>
                <a:lnTo>
                  <a:pt x="3199" y="132"/>
                </a:lnTo>
                <a:lnTo>
                  <a:pt x="3208" y="132"/>
                </a:lnTo>
                <a:lnTo>
                  <a:pt x="3218" y="132"/>
                </a:lnTo>
                <a:lnTo>
                  <a:pt x="3233" y="136"/>
                </a:lnTo>
                <a:lnTo>
                  <a:pt x="3234" y="138"/>
                </a:lnTo>
                <a:close/>
                <a:moveTo>
                  <a:pt x="3416" y="144"/>
                </a:moveTo>
                <a:lnTo>
                  <a:pt x="3402" y="146"/>
                </a:lnTo>
                <a:lnTo>
                  <a:pt x="3365" y="146"/>
                </a:lnTo>
                <a:lnTo>
                  <a:pt x="3349" y="144"/>
                </a:lnTo>
                <a:lnTo>
                  <a:pt x="3342" y="143"/>
                </a:lnTo>
                <a:lnTo>
                  <a:pt x="3338" y="141"/>
                </a:lnTo>
                <a:lnTo>
                  <a:pt x="3352" y="137"/>
                </a:lnTo>
                <a:lnTo>
                  <a:pt x="3377" y="137"/>
                </a:lnTo>
                <a:lnTo>
                  <a:pt x="3403" y="136"/>
                </a:lnTo>
                <a:lnTo>
                  <a:pt x="3421" y="139"/>
                </a:lnTo>
                <a:lnTo>
                  <a:pt x="3421" y="143"/>
                </a:lnTo>
                <a:lnTo>
                  <a:pt x="3416" y="144"/>
                </a:lnTo>
                <a:close/>
                <a:moveTo>
                  <a:pt x="3668" y="143"/>
                </a:moveTo>
                <a:lnTo>
                  <a:pt x="3663" y="146"/>
                </a:lnTo>
                <a:lnTo>
                  <a:pt x="3645" y="147"/>
                </a:lnTo>
                <a:lnTo>
                  <a:pt x="3636" y="144"/>
                </a:lnTo>
                <a:lnTo>
                  <a:pt x="3628" y="141"/>
                </a:lnTo>
                <a:lnTo>
                  <a:pt x="3634" y="134"/>
                </a:lnTo>
                <a:lnTo>
                  <a:pt x="3646" y="133"/>
                </a:lnTo>
                <a:lnTo>
                  <a:pt x="3659" y="133"/>
                </a:lnTo>
                <a:lnTo>
                  <a:pt x="3669" y="136"/>
                </a:lnTo>
                <a:lnTo>
                  <a:pt x="3670" y="141"/>
                </a:lnTo>
                <a:lnTo>
                  <a:pt x="3668" y="143"/>
                </a:lnTo>
                <a:close/>
                <a:moveTo>
                  <a:pt x="6725" y="143"/>
                </a:moveTo>
                <a:lnTo>
                  <a:pt x="6720" y="146"/>
                </a:lnTo>
                <a:lnTo>
                  <a:pt x="6703" y="147"/>
                </a:lnTo>
                <a:lnTo>
                  <a:pt x="6694" y="144"/>
                </a:lnTo>
                <a:lnTo>
                  <a:pt x="6686" y="141"/>
                </a:lnTo>
                <a:lnTo>
                  <a:pt x="6692" y="134"/>
                </a:lnTo>
                <a:lnTo>
                  <a:pt x="6704" y="133"/>
                </a:lnTo>
                <a:lnTo>
                  <a:pt x="6716" y="133"/>
                </a:lnTo>
                <a:lnTo>
                  <a:pt x="6726" y="136"/>
                </a:lnTo>
                <a:lnTo>
                  <a:pt x="6727" y="141"/>
                </a:lnTo>
                <a:lnTo>
                  <a:pt x="6725" y="143"/>
                </a:lnTo>
                <a:close/>
                <a:moveTo>
                  <a:pt x="1905" y="161"/>
                </a:moveTo>
                <a:lnTo>
                  <a:pt x="1895" y="163"/>
                </a:lnTo>
                <a:lnTo>
                  <a:pt x="1871" y="163"/>
                </a:lnTo>
                <a:lnTo>
                  <a:pt x="1862" y="161"/>
                </a:lnTo>
                <a:lnTo>
                  <a:pt x="1858" y="159"/>
                </a:lnTo>
                <a:lnTo>
                  <a:pt x="1857" y="156"/>
                </a:lnTo>
                <a:lnTo>
                  <a:pt x="1866" y="153"/>
                </a:lnTo>
                <a:lnTo>
                  <a:pt x="1883" y="153"/>
                </a:lnTo>
                <a:lnTo>
                  <a:pt x="1899" y="153"/>
                </a:lnTo>
                <a:lnTo>
                  <a:pt x="1909" y="156"/>
                </a:lnTo>
                <a:lnTo>
                  <a:pt x="1908" y="159"/>
                </a:lnTo>
                <a:lnTo>
                  <a:pt x="1905" y="161"/>
                </a:lnTo>
                <a:close/>
                <a:moveTo>
                  <a:pt x="2671" y="159"/>
                </a:moveTo>
                <a:lnTo>
                  <a:pt x="2666" y="163"/>
                </a:lnTo>
                <a:lnTo>
                  <a:pt x="2649" y="164"/>
                </a:lnTo>
                <a:lnTo>
                  <a:pt x="2640" y="161"/>
                </a:lnTo>
                <a:lnTo>
                  <a:pt x="2632" y="157"/>
                </a:lnTo>
                <a:lnTo>
                  <a:pt x="2638" y="152"/>
                </a:lnTo>
                <a:lnTo>
                  <a:pt x="2650" y="151"/>
                </a:lnTo>
                <a:lnTo>
                  <a:pt x="2662" y="151"/>
                </a:lnTo>
                <a:lnTo>
                  <a:pt x="2672" y="154"/>
                </a:lnTo>
                <a:lnTo>
                  <a:pt x="2673" y="157"/>
                </a:lnTo>
                <a:lnTo>
                  <a:pt x="2671" y="159"/>
                </a:lnTo>
                <a:close/>
                <a:moveTo>
                  <a:pt x="2825" y="161"/>
                </a:moveTo>
                <a:lnTo>
                  <a:pt x="2803" y="163"/>
                </a:lnTo>
                <a:lnTo>
                  <a:pt x="2753" y="163"/>
                </a:lnTo>
                <a:lnTo>
                  <a:pt x="2732" y="161"/>
                </a:lnTo>
                <a:lnTo>
                  <a:pt x="2724" y="160"/>
                </a:lnTo>
                <a:lnTo>
                  <a:pt x="2721" y="157"/>
                </a:lnTo>
                <a:lnTo>
                  <a:pt x="2743" y="155"/>
                </a:lnTo>
                <a:lnTo>
                  <a:pt x="2777" y="154"/>
                </a:lnTo>
                <a:lnTo>
                  <a:pt x="2812" y="155"/>
                </a:lnTo>
                <a:lnTo>
                  <a:pt x="2835" y="157"/>
                </a:lnTo>
                <a:lnTo>
                  <a:pt x="2833" y="160"/>
                </a:lnTo>
                <a:lnTo>
                  <a:pt x="2825" y="161"/>
                </a:lnTo>
                <a:close/>
                <a:moveTo>
                  <a:pt x="3036" y="161"/>
                </a:moveTo>
                <a:lnTo>
                  <a:pt x="3026" y="163"/>
                </a:lnTo>
                <a:lnTo>
                  <a:pt x="2998" y="163"/>
                </a:lnTo>
                <a:lnTo>
                  <a:pt x="2985" y="161"/>
                </a:lnTo>
                <a:lnTo>
                  <a:pt x="2980" y="159"/>
                </a:lnTo>
                <a:lnTo>
                  <a:pt x="2977" y="156"/>
                </a:lnTo>
                <a:lnTo>
                  <a:pt x="2987" y="153"/>
                </a:lnTo>
                <a:lnTo>
                  <a:pt x="3006" y="153"/>
                </a:lnTo>
                <a:lnTo>
                  <a:pt x="3025" y="153"/>
                </a:lnTo>
                <a:lnTo>
                  <a:pt x="3039" y="156"/>
                </a:lnTo>
                <a:lnTo>
                  <a:pt x="3039" y="159"/>
                </a:lnTo>
                <a:lnTo>
                  <a:pt x="3036" y="161"/>
                </a:lnTo>
                <a:close/>
                <a:moveTo>
                  <a:pt x="4231" y="176"/>
                </a:moveTo>
                <a:lnTo>
                  <a:pt x="4229" y="178"/>
                </a:lnTo>
                <a:lnTo>
                  <a:pt x="4215" y="182"/>
                </a:lnTo>
                <a:lnTo>
                  <a:pt x="4206" y="183"/>
                </a:lnTo>
                <a:lnTo>
                  <a:pt x="4195" y="182"/>
                </a:lnTo>
                <a:lnTo>
                  <a:pt x="4181" y="173"/>
                </a:lnTo>
                <a:lnTo>
                  <a:pt x="4180" y="166"/>
                </a:lnTo>
                <a:lnTo>
                  <a:pt x="4181" y="160"/>
                </a:lnTo>
                <a:lnTo>
                  <a:pt x="4195" y="157"/>
                </a:lnTo>
                <a:lnTo>
                  <a:pt x="4206" y="159"/>
                </a:lnTo>
                <a:lnTo>
                  <a:pt x="4225" y="169"/>
                </a:lnTo>
                <a:lnTo>
                  <a:pt x="4231" y="176"/>
                </a:lnTo>
                <a:close/>
                <a:moveTo>
                  <a:pt x="7092" y="169"/>
                </a:moveTo>
                <a:lnTo>
                  <a:pt x="7088" y="174"/>
                </a:lnTo>
                <a:lnTo>
                  <a:pt x="7074" y="182"/>
                </a:lnTo>
                <a:lnTo>
                  <a:pt x="7067" y="183"/>
                </a:lnTo>
                <a:lnTo>
                  <a:pt x="7061" y="182"/>
                </a:lnTo>
                <a:lnTo>
                  <a:pt x="7053" y="174"/>
                </a:lnTo>
                <a:lnTo>
                  <a:pt x="7052" y="169"/>
                </a:lnTo>
                <a:lnTo>
                  <a:pt x="7053" y="163"/>
                </a:lnTo>
                <a:lnTo>
                  <a:pt x="7067" y="155"/>
                </a:lnTo>
                <a:lnTo>
                  <a:pt x="7077" y="154"/>
                </a:lnTo>
                <a:lnTo>
                  <a:pt x="7086" y="155"/>
                </a:lnTo>
                <a:lnTo>
                  <a:pt x="7094" y="163"/>
                </a:lnTo>
                <a:lnTo>
                  <a:pt x="7092" y="169"/>
                </a:lnTo>
                <a:close/>
                <a:moveTo>
                  <a:pt x="7411" y="161"/>
                </a:moveTo>
                <a:lnTo>
                  <a:pt x="7401" y="163"/>
                </a:lnTo>
                <a:lnTo>
                  <a:pt x="7378" y="163"/>
                </a:lnTo>
                <a:lnTo>
                  <a:pt x="7369" y="161"/>
                </a:lnTo>
                <a:lnTo>
                  <a:pt x="7366" y="159"/>
                </a:lnTo>
                <a:lnTo>
                  <a:pt x="7364" y="156"/>
                </a:lnTo>
                <a:lnTo>
                  <a:pt x="7374" y="153"/>
                </a:lnTo>
                <a:lnTo>
                  <a:pt x="7389" y="153"/>
                </a:lnTo>
                <a:lnTo>
                  <a:pt x="7405" y="153"/>
                </a:lnTo>
                <a:lnTo>
                  <a:pt x="7415" y="156"/>
                </a:lnTo>
                <a:lnTo>
                  <a:pt x="7414" y="159"/>
                </a:lnTo>
                <a:lnTo>
                  <a:pt x="7411" y="161"/>
                </a:lnTo>
                <a:close/>
                <a:moveTo>
                  <a:pt x="7485" y="159"/>
                </a:moveTo>
                <a:lnTo>
                  <a:pt x="7480" y="163"/>
                </a:lnTo>
                <a:lnTo>
                  <a:pt x="7463" y="164"/>
                </a:lnTo>
                <a:lnTo>
                  <a:pt x="7454" y="161"/>
                </a:lnTo>
                <a:lnTo>
                  <a:pt x="7446" y="157"/>
                </a:lnTo>
                <a:lnTo>
                  <a:pt x="7452" y="152"/>
                </a:lnTo>
                <a:lnTo>
                  <a:pt x="7464" y="151"/>
                </a:lnTo>
                <a:lnTo>
                  <a:pt x="7476" y="151"/>
                </a:lnTo>
                <a:lnTo>
                  <a:pt x="7486" y="154"/>
                </a:lnTo>
                <a:lnTo>
                  <a:pt x="7487" y="157"/>
                </a:lnTo>
                <a:lnTo>
                  <a:pt x="7485" y="159"/>
                </a:lnTo>
                <a:close/>
                <a:moveTo>
                  <a:pt x="7673" y="161"/>
                </a:moveTo>
                <a:lnTo>
                  <a:pt x="7652" y="163"/>
                </a:lnTo>
                <a:lnTo>
                  <a:pt x="7601" y="163"/>
                </a:lnTo>
                <a:lnTo>
                  <a:pt x="7581" y="161"/>
                </a:lnTo>
                <a:lnTo>
                  <a:pt x="7572" y="160"/>
                </a:lnTo>
                <a:lnTo>
                  <a:pt x="7569" y="157"/>
                </a:lnTo>
                <a:lnTo>
                  <a:pt x="7592" y="155"/>
                </a:lnTo>
                <a:lnTo>
                  <a:pt x="7626" y="154"/>
                </a:lnTo>
                <a:lnTo>
                  <a:pt x="7661" y="155"/>
                </a:lnTo>
                <a:lnTo>
                  <a:pt x="7683" y="157"/>
                </a:lnTo>
                <a:lnTo>
                  <a:pt x="7681" y="160"/>
                </a:lnTo>
                <a:lnTo>
                  <a:pt x="7673" y="161"/>
                </a:lnTo>
                <a:close/>
                <a:moveTo>
                  <a:pt x="7789" y="159"/>
                </a:moveTo>
                <a:lnTo>
                  <a:pt x="7784" y="163"/>
                </a:lnTo>
                <a:lnTo>
                  <a:pt x="7767" y="164"/>
                </a:lnTo>
                <a:lnTo>
                  <a:pt x="7758" y="161"/>
                </a:lnTo>
                <a:lnTo>
                  <a:pt x="7750" y="157"/>
                </a:lnTo>
                <a:lnTo>
                  <a:pt x="7756" y="152"/>
                </a:lnTo>
                <a:lnTo>
                  <a:pt x="7768" y="151"/>
                </a:lnTo>
                <a:lnTo>
                  <a:pt x="7780" y="151"/>
                </a:lnTo>
                <a:lnTo>
                  <a:pt x="7790" y="154"/>
                </a:lnTo>
                <a:lnTo>
                  <a:pt x="7792" y="157"/>
                </a:lnTo>
                <a:lnTo>
                  <a:pt x="7789" y="159"/>
                </a:lnTo>
                <a:close/>
                <a:moveTo>
                  <a:pt x="7893" y="161"/>
                </a:moveTo>
                <a:lnTo>
                  <a:pt x="7879" y="163"/>
                </a:lnTo>
                <a:lnTo>
                  <a:pt x="7846" y="163"/>
                </a:lnTo>
                <a:lnTo>
                  <a:pt x="7834" y="161"/>
                </a:lnTo>
                <a:lnTo>
                  <a:pt x="7828" y="159"/>
                </a:lnTo>
                <a:lnTo>
                  <a:pt x="7827" y="156"/>
                </a:lnTo>
                <a:lnTo>
                  <a:pt x="7841" y="153"/>
                </a:lnTo>
                <a:lnTo>
                  <a:pt x="7862" y="153"/>
                </a:lnTo>
                <a:lnTo>
                  <a:pt x="7884" y="153"/>
                </a:lnTo>
                <a:lnTo>
                  <a:pt x="7899" y="156"/>
                </a:lnTo>
                <a:lnTo>
                  <a:pt x="7898" y="159"/>
                </a:lnTo>
                <a:lnTo>
                  <a:pt x="7893" y="161"/>
                </a:lnTo>
                <a:close/>
                <a:moveTo>
                  <a:pt x="8002" y="161"/>
                </a:moveTo>
                <a:lnTo>
                  <a:pt x="7992" y="163"/>
                </a:lnTo>
                <a:lnTo>
                  <a:pt x="7965" y="163"/>
                </a:lnTo>
                <a:lnTo>
                  <a:pt x="7952" y="161"/>
                </a:lnTo>
                <a:lnTo>
                  <a:pt x="7947" y="159"/>
                </a:lnTo>
                <a:lnTo>
                  <a:pt x="7944" y="156"/>
                </a:lnTo>
                <a:lnTo>
                  <a:pt x="7954" y="153"/>
                </a:lnTo>
                <a:lnTo>
                  <a:pt x="7972" y="153"/>
                </a:lnTo>
                <a:lnTo>
                  <a:pt x="7991" y="153"/>
                </a:lnTo>
                <a:lnTo>
                  <a:pt x="8005" y="156"/>
                </a:lnTo>
                <a:lnTo>
                  <a:pt x="8005" y="159"/>
                </a:lnTo>
                <a:lnTo>
                  <a:pt x="8002" y="161"/>
                </a:lnTo>
                <a:close/>
                <a:moveTo>
                  <a:pt x="8077" y="159"/>
                </a:moveTo>
                <a:lnTo>
                  <a:pt x="8072" y="163"/>
                </a:lnTo>
                <a:lnTo>
                  <a:pt x="8054" y="164"/>
                </a:lnTo>
                <a:lnTo>
                  <a:pt x="8045" y="161"/>
                </a:lnTo>
                <a:lnTo>
                  <a:pt x="8037" y="157"/>
                </a:lnTo>
                <a:lnTo>
                  <a:pt x="8043" y="152"/>
                </a:lnTo>
                <a:lnTo>
                  <a:pt x="8055" y="151"/>
                </a:lnTo>
                <a:lnTo>
                  <a:pt x="8068" y="151"/>
                </a:lnTo>
                <a:lnTo>
                  <a:pt x="8078" y="154"/>
                </a:lnTo>
                <a:lnTo>
                  <a:pt x="8079" y="157"/>
                </a:lnTo>
                <a:lnTo>
                  <a:pt x="8077" y="159"/>
                </a:lnTo>
                <a:close/>
                <a:moveTo>
                  <a:pt x="8172" y="161"/>
                </a:moveTo>
                <a:lnTo>
                  <a:pt x="8161" y="163"/>
                </a:lnTo>
                <a:lnTo>
                  <a:pt x="8138" y="163"/>
                </a:lnTo>
                <a:lnTo>
                  <a:pt x="8129" y="161"/>
                </a:lnTo>
                <a:lnTo>
                  <a:pt x="8126" y="159"/>
                </a:lnTo>
                <a:lnTo>
                  <a:pt x="8124" y="156"/>
                </a:lnTo>
                <a:lnTo>
                  <a:pt x="8134" y="153"/>
                </a:lnTo>
                <a:lnTo>
                  <a:pt x="8149" y="153"/>
                </a:lnTo>
                <a:lnTo>
                  <a:pt x="8166" y="153"/>
                </a:lnTo>
                <a:lnTo>
                  <a:pt x="8176" y="156"/>
                </a:lnTo>
                <a:lnTo>
                  <a:pt x="8175" y="159"/>
                </a:lnTo>
                <a:lnTo>
                  <a:pt x="8172" y="161"/>
                </a:lnTo>
                <a:close/>
                <a:moveTo>
                  <a:pt x="8366" y="161"/>
                </a:moveTo>
                <a:lnTo>
                  <a:pt x="8344" y="163"/>
                </a:lnTo>
                <a:lnTo>
                  <a:pt x="8294" y="163"/>
                </a:lnTo>
                <a:lnTo>
                  <a:pt x="8273" y="161"/>
                </a:lnTo>
                <a:lnTo>
                  <a:pt x="8265" y="160"/>
                </a:lnTo>
                <a:lnTo>
                  <a:pt x="8262" y="157"/>
                </a:lnTo>
                <a:lnTo>
                  <a:pt x="8284" y="155"/>
                </a:lnTo>
                <a:lnTo>
                  <a:pt x="8319" y="154"/>
                </a:lnTo>
                <a:lnTo>
                  <a:pt x="8353" y="155"/>
                </a:lnTo>
                <a:lnTo>
                  <a:pt x="8376" y="157"/>
                </a:lnTo>
                <a:lnTo>
                  <a:pt x="8374" y="160"/>
                </a:lnTo>
                <a:lnTo>
                  <a:pt x="8366" y="161"/>
                </a:lnTo>
                <a:close/>
                <a:moveTo>
                  <a:pt x="8483" y="159"/>
                </a:moveTo>
                <a:lnTo>
                  <a:pt x="8478" y="163"/>
                </a:lnTo>
                <a:lnTo>
                  <a:pt x="8459" y="164"/>
                </a:lnTo>
                <a:lnTo>
                  <a:pt x="8450" y="161"/>
                </a:lnTo>
                <a:lnTo>
                  <a:pt x="8442" y="157"/>
                </a:lnTo>
                <a:lnTo>
                  <a:pt x="8448" y="152"/>
                </a:lnTo>
                <a:lnTo>
                  <a:pt x="8460" y="151"/>
                </a:lnTo>
                <a:lnTo>
                  <a:pt x="8474" y="151"/>
                </a:lnTo>
                <a:lnTo>
                  <a:pt x="8484" y="154"/>
                </a:lnTo>
                <a:lnTo>
                  <a:pt x="8485" y="157"/>
                </a:lnTo>
                <a:lnTo>
                  <a:pt x="8483" y="159"/>
                </a:lnTo>
                <a:close/>
                <a:moveTo>
                  <a:pt x="8736" y="159"/>
                </a:moveTo>
                <a:lnTo>
                  <a:pt x="8731" y="163"/>
                </a:lnTo>
                <a:lnTo>
                  <a:pt x="8713" y="164"/>
                </a:lnTo>
                <a:lnTo>
                  <a:pt x="8704" y="161"/>
                </a:lnTo>
                <a:lnTo>
                  <a:pt x="8696" y="157"/>
                </a:lnTo>
                <a:lnTo>
                  <a:pt x="8702" y="152"/>
                </a:lnTo>
                <a:lnTo>
                  <a:pt x="8714" y="151"/>
                </a:lnTo>
                <a:lnTo>
                  <a:pt x="8727" y="151"/>
                </a:lnTo>
                <a:lnTo>
                  <a:pt x="8737" y="154"/>
                </a:lnTo>
                <a:lnTo>
                  <a:pt x="8738" y="157"/>
                </a:lnTo>
                <a:lnTo>
                  <a:pt x="8736" y="159"/>
                </a:lnTo>
                <a:close/>
                <a:moveTo>
                  <a:pt x="8856" y="161"/>
                </a:moveTo>
                <a:lnTo>
                  <a:pt x="8842" y="163"/>
                </a:lnTo>
                <a:lnTo>
                  <a:pt x="8805" y="163"/>
                </a:lnTo>
                <a:lnTo>
                  <a:pt x="8788" y="161"/>
                </a:lnTo>
                <a:lnTo>
                  <a:pt x="8781" y="160"/>
                </a:lnTo>
                <a:lnTo>
                  <a:pt x="8778" y="157"/>
                </a:lnTo>
                <a:lnTo>
                  <a:pt x="8792" y="155"/>
                </a:lnTo>
                <a:lnTo>
                  <a:pt x="8817" y="154"/>
                </a:lnTo>
                <a:lnTo>
                  <a:pt x="8843" y="154"/>
                </a:lnTo>
                <a:lnTo>
                  <a:pt x="8861" y="156"/>
                </a:lnTo>
                <a:lnTo>
                  <a:pt x="8861" y="159"/>
                </a:lnTo>
                <a:lnTo>
                  <a:pt x="8856" y="161"/>
                </a:lnTo>
                <a:close/>
                <a:moveTo>
                  <a:pt x="2237" y="173"/>
                </a:moveTo>
                <a:lnTo>
                  <a:pt x="2236" y="179"/>
                </a:lnTo>
                <a:lnTo>
                  <a:pt x="2227" y="188"/>
                </a:lnTo>
                <a:lnTo>
                  <a:pt x="2213" y="191"/>
                </a:lnTo>
                <a:lnTo>
                  <a:pt x="2200" y="188"/>
                </a:lnTo>
                <a:lnTo>
                  <a:pt x="2195" y="183"/>
                </a:lnTo>
                <a:lnTo>
                  <a:pt x="2193" y="176"/>
                </a:lnTo>
                <a:lnTo>
                  <a:pt x="2201" y="167"/>
                </a:lnTo>
                <a:lnTo>
                  <a:pt x="2210" y="166"/>
                </a:lnTo>
                <a:lnTo>
                  <a:pt x="2221" y="166"/>
                </a:lnTo>
                <a:lnTo>
                  <a:pt x="2236" y="170"/>
                </a:lnTo>
                <a:lnTo>
                  <a:pt x="2237" y="173"/>
                </a:lnTo>
                <a:close/>
                <a:moveTo>
                  <a:pt x="2394" y="178"/>
                </a:moveTo>
                <a:lnTo>
                  <a:pt x="2384" y="180"/>
                </a:lnTo>
                <a:lnTo>
                  <a:pt x="2356" y="180"/>
                </a:lnTo>
                <a:lnTo>
                  <a:pt x="2344" y="178"/>
                </a:lnTo>
                <a:lnTo>
                  <a:pt x="2339" y="176"/>
                </a:lnTo>
                <a:lnTo>
                  <a:pt x="2336" y="173"/>
                </a:lnTo>
                <a:lnTo>
                  <a:pt x="2346" y="170"/>
                </a:lnTo>
                <a:lnTo>
                  <a:pt x="2364" y="169"/>
                </a:lnTo>
                <a:lnTo>
                  <a:pt x="2383" y="170"/>
                </a:lnTo>
                <a:lnTo>
                  <a:pt x="2397" y="173"/>
                </a:lnTo>
                <a:lnTo>
                  <a:pt x="2397" y="176"/>
                </a:lnTo>
                <a:lnTo>
                  <a:pt x="2394" y="178"/>
                </a:lnTo>
                <a:close/>
                <a:moveTo>
                  <a:pt x="2519" y="176"/>
                </a:moveTo>
                <a:lnTo>
                  <a:pt x="2514" y="179"/>
                </a:lnTo>
                <a:lnTo>
                  <a:pt x="2497" y="181"/>
                </a:lnTo>
                <a:lnTo>
                  <a:pt x="2488" y="178"/>
                </a:lnTo>
                <a:lnTo>
                  <a:pt x="2479" y="174"/>
                </a:lnTo>
                <a:lnTo>
                  <a:pt x="2486" y="168"/>
                </a:lnTo>
                <a:lnTo>
                  <a:pt x="2498" y="168"/>
                </a:lnTo>
                <a:lnTo>
                  <a:pt x="2510" y="167"/>
                </a:lnTo>
                <a:lnTo>
                  <a:pt x="2520" y="171"/>
                </a:lnTo>
                <a:lnTo>
                  <a:pt x="2521" y="174"/>
                </a:lnTo>
                <a:lnTo>
                  <a:pt x="2519" y="176"/>
                </a:lnTo>
                <a:close/>
                <a:moveTo>
                  <a:pt x="6753" y="178"/>
                </a:moveTo>
                <a:lnTo>
                  <a:pt x="6742" y="180"/>
                </a:lnTo>
                <a:lnTo>
                  <a:pt x="6719" y="180"/>
                </a:lnTo>
                <a:lnTo>
                  <a:pt x="6710" y="178"/>
                </a:lnTo>
                <a:lnTo>
                  <a:pt x="6707" y="176"/>
                </a:lnTo>
                <a:lnTo>
                  <a:pt x="6705" y="173"/>
                </a:lnTo>
                <a:lnTo>
                  <a:pt x="6715" y="170"/>
                </a:lnTo>
                <a:lnTo>
                  <a:pt x="6730" y="169"/>
                </a:lnTo>
                <a:lnTo>
                  <a:pt x="6747" y="170"/>
                </a:lnTo>
                <a:lnTo>
                  <a:pt x="6757" y="173"/>
                </a:lnTo>
                <a:lnTo>
                  <a:pt x="6756" y="176"/>
                </a:lnTo>
                <a:lnTo>
                  <a:pt x="6753" y="178"/>
                </a:lnTo>
                <a:close/>
                <a:moveTo>
                  <a:pt x="6895" y="176"/>
                </a:moveTo>
                <a:lnTo>
                  <a:pt x="6889" y="179"/>
                </a:lnTo>
                <a:lnTo>
                  <a:pt x="6871" y="181"/>
                </a:lnTo>
                <a:lnTo>
                  <a:pt x="6862" y="178"/>
                </a:lnTo>
                <a:lnTo>
                  <a:pt x="6855" y="174"/>
                </a:lnTo>
                <a:lnTo>
                  <a:pt x="6860" y="168"/>
                </a:lnTo>
                <a:lnTo>
                  <a:pt x="6872" y="168"/>
                </a:lnTo>
                <a:lnTo>
                  <a:pt x="6885" y="167"/>
                </a:lnTo>
                <a:lnTo>
                  <a:pt x="6896" y="171"/>
                </a:lnTo>
                <a:lnTo>
                  <a:pt x="6897" y="174"/>
                </a:lnTo>
                <a:lnTo>
                  <a:pt x="6895" y="176"/>
                </a:lnTo>
                <a:close/>
                <a:moveTo>
                  <a:pt x="1705" y="199"/>
                </a:moveTo>
                <a:lnTo>
                  <a:pt x="1700" y="206"/>
                </a:lnTo>
                <a:lnTo>
                  <a:pt x="1686" y="215"/>
                </a:lnTo>
                <a:lnTo>
                  <a:pt x="1678" y="216"/>
                </a:lnTo>
                <a:lnTo>
                  <a:pt x="1672" y="215"/>
                </a:lnTo>
                <a:lnTo>
                  <a:pt x="1664" y="206"/>
                </a:lnTo>
                <a:lnTo>
                  <a:pt x="1663" y="199"/>
                </a:lnTo>
                <a:lnTo>
                  <a:pt x="1665" y="192"/>
                </a:lnTo>
                <a:lnTo>
                  <a:pt x="1679" y="183"/>
                </a:lnTo>
                <a:lnTo>
                  <a:pt x="1690" y="183"/>
                </a:lnTo>
                <a:lnTo>
                  <a:pt x="1699" y="183"/>
                </a:lnTo>
                <a:lnTo>
                  <a:pt x="1707" y="192"/>
                </a:lnTo>
                <a:lnTo>
                  <a:pt x="1705" y="199"/>
                </a:lnTo>
                <a:close/>
                <a:moveTo>
                  <a:pt x="8243" y="199"/>
                </a:moveTo>
                <a:lnTo>
                  <a:pt x="8237" y="206"/>
                </a:lnTo>
                <a:lnTo>
                  <a:pt x="8222" y="215"/>
                </a:lnTo>
                <a:lnTo>
                  <a:pt x="8215" y="216"/>
                </a:lnTo>
                <a:lnTo>
                  <a:pt x="8209" y="215"/>
                </a:lnTo>
                <a:lnTo>
                  <a:pt x="8206" y="206"/>
                </a:lnTo>
                <a:lnTo>
                  <a:pt x="8209" y="199"/>
                </a:lnTo>
                <a:lnTo>
                  <a:pt x="8213" y="192"/>
                </a:lnTo>
                <a:lnTo>
                  <a:pt x="8228" y="183"/>
                </a:lnTo>
                <a:lnTo>
                  <a:pt x="8235" y="183"/>
                </a:lnTo>
                <a:lnTo>
                  <a:pt x="8243" y="183"/>
                </a:lnTo>
                <a:lnTo>
                  <a:pt x="8246" y="192"/>
                </a:lnTo>
                <a:lnTo>
                  <a:pt x="8243" y="199"/>
                </a:lnTo>
                <a:close/>
                <a:moveTo>
                  <a:pt x="2617" y="224"/>
                </a:moveTo>
                <a:lnTo>
                  <a:pt x="2626" y="221"/>
                </a:lnTo>
                <a:lnTo>
                  <a:pt x="2645" y="225"/>
                </a:lnTo>
                <a:lnTo>
                  <a:pt x="2651" y="232"/>
                </a:lnTo>
                <a:lnTo>
                  <a:pt x="2653" y="236"/>
                </a:lnTo>
                <a:lnTo>
                  <a:pt x="2651" y="243"/>
                </a:lnTo>
                <a:lnTo>
                  <a:pt x="2637" y="249"/>
                </a:lnTo>
                <a:lnTo>
                  <a:pt x="2619" y="250"/>
                </a:lnTo>
                <a:lnTo>
                  <a:pt x="2608" y="250"/>
                </a:lnTo>
                <a:lnTo>
                  <a:pt x="2592" y="247"/>
                </a:lnTo>
                <a:lnTo>
                  <a:pt x="2581" y="240"/>
                </a:lnTo>
                <a:lnTo>
                  <a:pt x="2577" y="228"/>
                </a:lnTo>
                <a:lnTo>
                  <a:pt x="2577" y="219"/>
                </a:lnTo>
                <a:lnTo>
                  <a:pt x="2578" y="209"/>
                </a:lnTo>
                <a:lnTo>
                  <a:pt x="2583" y="204"/>
                </a:lnTo>
                <a:lnTo>
                  <a:pt x="2585" y="211"/>
                </a:lnTo>
                <a:lnTo>
                  <a:pt x="2590" y="219"/>
                </a:lnTo>
                <a:lnTo>
                  <a:pt x="2607" y="226"/>
                </a:lnTo>
                <a:lnTo>
                  <a:pt x="2617" y="224"/>
                </a:lnTo>
                <a:close/>
                <a:moveTo>
                  <a:pt x="3149" y="219"/>
                </a:moveTo>
                <a:lnTo>
                  <a:pt x="3147" y="225"/>
                </a:lnTo>
                <a:lnTo>
                  <a:pt x="3128" y="233"/>
                </a:lnTo>
                <a:lnTo>
                  <a:pt x="3114" y="234"/>
                </a:lnTo>
                <a:lnTo>
                  <a:pt x="3101" y="233"/>
                </a:lnTo>
                <a:lnTo>
                  <a:pt x="3090" y="228"/>
                </a:lnTo>
                <a:lnTo>
                  <a:pt x="3088" y="223"/>
                </a:lnTo>
                <a:lnTo>
                  <a:pt x="3089" y="219"/>
                </a:lnTo>
                <a:lnTo>
                  <a:pt x="3094" y="213"/>
                </a:lnTo>
                <a:lnTo>
                  <a:pt x="3113" y="205"/>
                </a:lnTo>
                <a:lnTo>
                  <a:pt x="3124" y="204"/>
                </a:lnTo>
                <a:lnTo>
                  <a:pt x="3134" y="205"/>
                </a:lnTo>
                <a:lnTo>
                  <a:pt x="3148" y="213"/>
                </a:lnTo>
                <a:lnTo>
                  <a:pt x="3149" y="219"/>
                </a:lnTo>
                <a:close/>
                <a:moveTo>
                  <a:pt x="3293" y="216"/>
                </a:moveTo>
                <a:lnTo>
                  <a:pt x="3295" y="223"/>
                </a:lnTo>
                <a:lnTo>
                  <a:pt x="3292" y="233"/>
                </a:lnTo>
                <a:lnTo>
                  <a:pt x="3286" y="234"/>
                </a:lnTo>
                <a:lnTo>
                  <a:pt x="3279" y="233"/>
                </a:lnTo>
                <a:lnTo>
                  <a:pt x="3269" y="223"/>
                </a:lnTo>
                <a:lnTo>
                  <a:pt x="3268" y="216"/>
                </a:lnTo>
                <a:lnTo>
                  <a:pt x="3268" y="209"/>
                </a:lnTo>
                <a:lnTo>
                  <a:pt x="3272" y="200"/>
                </a:lnTo>
                <a:lnTo>
                  <a:pt x="3274" y="199"/>
                </a:lnTo>
                <a:lnTo>
                  <a:pt x="3278" y="200"/>
                </a:lnTo>
                <a:lnTo>
                  <a:pt x="3288" y="209"/>
                </a:lnTo>
                <a:lnTo>
                  <a:pt x="3293" y="216"/>
                </a:lnTo>
                <a:close/>
                <a:moveTo>
                  <a:pt x="3719" y="209"/>
                </a:moveTo>
                <a:lnTo>
                  <a:pt x="3714" y="213"/>
                </a:lnTo>
                <a:lnTo>
                  <a:pt x="3696" y="214"/>
                </a:lnTo>
                <a:lnTo>
                  <a:pt x="3687" y="211"/>
                </a:lnTo>
                <a:lnTo>
                  <a:pt x="3679" y="207"/>
                </a:lnTo>
                <a:lnTo>
                  <a:pt x="3685" y="202"/>
                </a:lnTo>
                <a:lnTo>
                  <a:pt x="3697" y="201"/>
                </a:lnTo>
                <a:lnTo>
                  <a:pt x="3710" y="201"/>
                </a:lnTo>
                <a:lnTo>
                  <a:pt x="3720" y="204"/>
                </a:lnTo>
                <a:lnTo>
                  <a:pt x="3721" y="207"/>
                </a:lnTo>
                <a:lnTo>
                  <a:pt x="3719" y="209"/>
                </a:lnTo>
                <a:close/>
                <a:moveTo>
                  <a:pt x="4269" y="211"/>
                </a:moveTo>
                <a:lnTo>
                  <a:pt x="4259" y="213"/>
                </a:lnTo>
                <a:lnTo>
                  <a:pt x="4236" y="213"/>
                </a:lnTo>
                <a:lnTo>
                  <a:pt x="4227" y="211"/>
                </a:lnTo>
                <a:lnTo>
                  <a:pt x="4224" y="209"/>
                </a:lnTo>
                <a:lnTo>
                  <a:pt x="4222" y="206"/>
                </a:lnTo>
                <a:lnTo>
                  <a:pt x="4232" y="203"/>
                </a:lnTo>
                <a:lnTo>
                  <a:pt x="4247" y="203"/>
                </a:lnTo>
                <a:lnTo>
                  <a:pt x="4263" y="203"/>
                </a:lnTo>
                <a:lnTo>
                  <a:pt x="4273" y="206"/>
                </a:lnTo>
                <a:lnTo>
                  <a:pt x="4272" y="209"/>
                </a:lnTo>
                <a:lnTo>
                  <a:pt x="4269" y="211"/>
                </a:lnTo>
                <a:close/>
                <a:moveTo>
                  <a:pt x="6016" y="209"/>
                </a:moveTo>
                <a:lnTo>
                  <a:pt x="6011" y="213"/>
                </a:lnTo>
                <a:lnTo>
                  <a:pt x="5993" y="214"/>
                </a:lnTo>
                <a:lnTo>
                  <a:pt x="5984" y="211"/>
                </a:lnTo>
                <a:lnTo>
                  <a:pt x="5976" y="207"/>
                </a:lnTo>
                <a:lnTo>
                  <a:pt x="5982" y="202"/>
                </a:lnTo>
                <a:lnTo>
                  <a:pt x="5994" y="201"/>
                </a:lnTo>
                <a:lnTo>
                  <a:pt x="6007" y="201"/>
                </a:lnTo>
                <a:lnTo>
                  <a:pt x="6017" y="204"/>
                </a:lnTo>
                <a:lnTo>
                  <a:pt x="6018" y="207"/>
                </a:lnTo>
                <a:lnTo>
                  <a:pt x="6016" y="209"/>
                </a:lnTo>
                <a:close/>
                <a:moveTo>
                  <a:pt x="6101" y="209"/>
                </a:moveTo>
                <a:lnTo>
                  <a:pt x="6096" y="213"/>
                </a:lnTo>
                <a:lnTo>
                  <a:pt x="6078" y="214"/>
                </a:lnTo>
                <a:lnTo>
                  <a:pt x="6068" y="211"/>
                </a:lnTo>
                <a:lnTo>
                  <a:pt x="6060" y="207"/>
                </a:lnTo>
                <a:lnTo>
                  <a:pt x="6066" y="202"/>
                </a:lnTo>
                <a:lnTo>
                  <a:pt x="6079" y="201"/>
                </a:lnTo>
                <a:lnTo>
                  <a:pt x="6092" y="201"/>
                </a:lnTo>
                <a:lnTo>
                  <a:pt x="6102" y="204"/>
                </a:lnTo>
                <a:lnTo>
                  <a:pt x="6103" y="207"/>
                </a:lnTo>
                <a:lnTo>
                  <a:pt x="6101" y="209"/>
                </a:lnTo>
                <a:close/>
                <a:moveTo>
                  <a:pt x="2549" y="234"/>
                </a:moveTo>
                <a:lnTo>
                  <a:pt x="2551" y="237"/>
                </a:lnTo>
                <a:lnTo>
                  <a:pt x="2548" y="243"/>
                </a:lnTo>
                <a:lnTo>
                  <a:pt x="2531" y="249"/>
                </a:lnTo>
                <a:lnTo>
                  <a:pt x="2513" y="249"/>
                </a:lnTo>
                <a:lnTo>
                  <a:pt x="2486" y="248"/>
                </a:lnTo>
                <a:lnTo>
                  <a:pt x="2480" y="242"/>
                </a:lnTo>
                <a:lnTo>
                  <a:pt x="2499" y="234"/>
                </a:lnTo>
                <a:lnTo>
                  <a:pt x="2526" y="222"/>
                </a:lnTo>
                <a:lnTo>
                  <a:pt x="2536" y="218"/>
                </a:lnTo>
                <a:lnTo>
                  <a:pt x="2541" y="219"/>
                </a:lnTo>
                <a:lnTo>
                  <a:pt x="2549" y="234"/>
                </a:lnTo>
                <a:close/>
                <a:moveTo>
                  <a:pt x="2827" y="224"/>
                </a:moveTo>
                <a:lnTo>
                  <a:pt x="2818" y="228"/>
                </a:lnTo>
                <a:lnTo>
                  <a:pt x="2778" y="234"/>
                </a:lnTo>
                <a:lnTo>
                  <a:pt x="2730" y="236"/>
                </a:lnTo>
                <a:lnTo>
                  <a:pt x="2691" y="233"/>
                </a:lnTo>
                <a:lnTo>
                  <a:pt x="2683" y="229"/>
                </a:lnTo>
                <a:lnTo>
                  <a:pt x="2682" y="226"/>
                </a:lnTo>
                <a:lnTo>
                  <a:pt x="2689" y="222"/>
                </a:lnTo>
                <a:lnTo>
                  <a:pt x="2720" y="217"/>
                </a:lnTo>
                <a:lnTo>
                  <a:pt x="2752" y="216"/>
                </a:lnTo>
                <a:lnTo>
                  <a:pt x="2785" y="216"/>
                </a:lnTo>
                <a:lnTo>
                  <a:pt x="2825" y="221"/>
                </a:lnTo>
                <a:lnTo>
                  <a:pt x="2827" y="224"/>
                </a:lnTo>
                <a:close/>
                <a:moveTo>
                  <a:pt x="2891" y="227"/>
                </a:moveTo>
                <a:lnTo>
                  <a:pt x="2886" y="230"/>
                </a:lnTo>
                <a:lnTo>
                  <a:pt x="2868" y="232"/>
                </a:lnTo>
                <a:lnTo>
                  <a:pt x="2859" y="229"/>
                </a:lnTo>
                <a:lnTo>
                  <a:pt x="2851" y="225"/>
                </a:lnTo>
                <a:lnTo>
                  <a:pt x="2857" y="218"/>
                </a:lnTo>
                <a:lnTo>
                  <a:pt x="2869" y="218"/>
                </a:lnTo>
                <a:lnTo>
                  <a:pt x="2882" y="217"/>
                </a:lnTo>
                <a:lnTo>
                  <a:pt x="2892" y="222"/>
                </a:lnTo>
                <a:lnTo>
                  <a:pt x="2893" y="225"/>
                </a:lnTo>
                <a:lnTo>
                  <a:pt x="2891" y="227"/>
                </a:lnTo>
                <a:close/>
                <a:moveTo>
                  <a:pt x="2994" y="229"/>
                </a:moveTo>
                <a:lnTo>
                  <a:pt x="2980" y="231"/>
                </a:lnTo>
                <a:lnTo>
                  <a:pt x="2948" y="231"/>
                </a:lnTo>
                <a:lnTo>
                  <a:pt x="2935" y="229"/>
                </a:lnTo>
                <a:lnTo>
                  <a:pt x="2930" y="227"/>
                </a:lnTo>
                <a:lnTo>
                  <a:pt x="2927" y="224"/>
                </a:lnTo>
                <a:lnTo>
                  <a:pt x="2942" y="221"/>
                </a:lnTo>
                <a:lnTo>
                  <a:pt x="2964" y="219"/>
                </a:lnTo>
                <a:lnTo>
                  <a:pt x="2985" y="221"/>
                </a:lnTo>
                <a:lnTo>
                  <a:pt x="2999" y="224"/>
                </a:lnTo>
                <a:lnTo>
                  <a:pt x="2998" y="227"/>
                </a:lnTo>
                <a:lnTo>
                  <a:pt x="2994" y="229"/>
                </a:lnTo>
                <a:close/>
                <a:moveTo>
                  <a:pt x="5607" y="234"/>
                </a:moveTo>
                <a:lnTo>
                  <a:pt x="5602" y="240"/>
                </a:lnTo>
                <a:lnTo>
                  <a:pt x="5585" y="249"/>
                </a:lnTo>
                <a:lnTo>
                  <a:pt x="5577" y="250"/>
                </a:lnTo>
                <a:lnTo>
                  <a:pt x="5570" y="249"/>
                </a:lnTo>
                <a:lnTo>
                  <a:pt x="5572" y="241"/>
                </a:lnTo>
                <a:lnTo>
                  <a:pt x="5582" y="234"/>
                </a:lnTo>
                <a:lnTo>
                  <a:pt x="5603" y="221"/>
                </a:lnTo>
                <a:lnTo>
                  <a:pt x="5614" y="218"/>
                </a:lnTo>
                <a:lnTo>
                  <a:pt x="5611" y="227"/>
                </a:lnTo>
                <a:lnTo>
                  <a:pt x="5607" y="234"/>
                </a:lnTo>
                <a:close/>
                <a:moveTo>
                  <a:pt x="1494" y="287"/>
                </a:moveTo>
                <a:lnTo>
                  <a:pt x="1492" y="293"/>
                </a:lnTo>
                <a:lnTo>
                  <a:pt x="1478" y="300"/>
                </a:lnTo>
                <a:lnTo>
                  <a:pt x="1469" y="300"/>
                </a:lnTo>
                <a:lnTo>
                  <a:pt x="1460" y="299"/>
                </a:lnTo>
                <a:lnTo>
                  <a:pt x="1448" y="288"/>
                </a:lnTo>
                <a:lnTo>
                  <a:pt x="1444" y="272"/>
                </a:lnTo>
                <a:lnTo>
                  <a:pt x="1449" y="253"/>
                </a:lnTo>
                <a:lnTo>
                  <a:pt x="1455" y="245"/>
                </a:lnTo>
                <a:lnTo>
                  <a:pt x="1460" y="242"/>
                </a:lnTo>
                <a:lnTo>
                  <a:pt x="1473" y="247"/>
                </a:lnTo>
                <a:lnTo>
                  <a:pt x="1485" y="260"/>
                </a:lnTo>
                <a:lnTo>
                  <a:pt x="1493" y="278"/>
                </a:lnTo>
                <a:lnTo>
                  <a:pt x="1494" y="287"/>
                </a:lnTo>
                <a:close/>
                <a:moveTo>
                  <a:pt x="1545" y="259"/>
                </a:moveTo>
                <a:lnTo>
                  <a:pt x="1544" y="268"/>
                </a:lnTo>
                <a:lnTo>
                  <a:pt x="1536" y="282"/>
                </a:lnTo>
                <a:lnTo>
                  <a:pt x="1530" y="284"/>
                </a:lnTo>
                <a:lnTo>
                  <a:pt x="1522" y="283"/>
                </a:lnTo>
                <a:lnTo>
                  <a:pt x="1509" y="275"/>
                </a:lnTo>
                <a:lnTo>
                  <a:pt x="1501" y="262"/>
                </a:lnTo>
                <a:lnTo>
                  <a:pt x="1501" y="249"/>
                </a:lnTo>
                <a:lnTo>
                  <a:pt x="1505" y="244"/>
                </a:lnTo>
                <a:lnTo>
                  <a:pt x="1513" y="238"/>
                </a:lnTo>
                <a:lnTo>
                  <a:pt x="1527" y="233"/>
                </a:lnTo>
                <a:lnTo>
                  <a:pt x="1538" y="238"/>
                </a:lnTo>
                <a:lnTo>
                  <a:pt x="1544" y="250"/>
                </a:lnTo>
                <a:lnTo>
                  <a:pt x="1545" y="259"/>
                </a:lnTo>
                <a:close/>
                <a:moveTo>
                  <a:pt x="2382" y="245"/>
                </a:moveTo>
                <a:lnTo>
                  <a:pt x="2375" y="251"/>
                </a:lnTo>
                <a:lnTo>
                  <a:pt x="2351" y="258"/>
                </a:lnTo>
                <a:lnTo>
                  <a:pt x="2324" y="258"/>
                </a:lnTo>
                <a:lnTo>
                  <a:pt x="2307" y="253"/>
                </a:lnTo>
                <a:lnTo>
                  <a:pt x="2305" y="247"/>
                </a:lnTo>
                <a:lnTo>
                  <a:pt x="2307" y="242"/>
                </a:lnTo>
                <a:lnTo>
                  <a:pt x="2333" y="234"/>
                </a:lnTo>
                <a:lnTo>
                  <a:pt x="2351" y="234"/>
                </a:lnTo>
                <a:lnTo>
                  <a:pt x="2367" y="234"/>
                </a:lnTo>
                <a:lnTo>
                  <a:pt x="2382" y="239"/>
                </a:lnTo>
                <a:lnTo>
                  <a:pt x="2384" y="243"/>
                </a:lnTo>
                <a:lnTo>
                  <a:pt x="2382" y="245"/>
                </a:lnTo>
                <a:close/>
                <a:moveTo>
                  <a:pt x="1622" y="284"/>
                </a:moveTo>
                <a:lnTo>
                  <a:pt x="1622" y="291"/>
                </a:lnTo>
                <a:lnTo>
                  <a:pt x="1618" y="304"/>
                </a:lnTo>
                <a:lnTo>
                  <a:pt x="1610" y="313"/>
                </a:lnTo>
                <a:lnTo>
                  <a:pt x="1599" y="318"/>
                </a:lnTo>
                <a:lnTo>
                  <a:pt x="1592" y="318"/>
                </a:lnTo>
                <a:lnTo>
                  <a:pt x="1582" y="318"/>
                </a:lnTo>
                <a:lnTo>
                  <a:pt x="1571" y="316"/>
                </a:lnTo>
                <a:lnTo>
                  <a:pt x="1573" y="305"/>
                </a:lnTo>
                <a:lnTo>
                  <a:pt x="1591" y="284"/>
                </a:lnTo>
                <a:lnTo>
                  <a:pt x="1614" y="258"/>
                </a:lnTo>
                <a:lnTo>
                  <a:pt x="1621" y="250"/>
                </a:lnTo>
                <a:lnTo>
                  <a:pt x="1621" y="258"/>
                </a:lnTo>
                <a:lnTo>
                  <a:pt x="1622" y="284"/>
                </a:lnTo>
                <a:close/>
                <a:moveTo>
                  <a:pt x="2126" y="265"/>
                </a:moveTo>
                <a:lnTo>
                  <a:pt x="2120" y="269"/>
                </a:lnTo>
                <a:lnTo>
                  <a:pt x="2092" y="276"/>
                </a:lnTo>
                <a:lnTo>
                  <a:pt x="2029" y="285"/>
                </a:lnTo>
                <a:lnTo>
                  <a:pt x="1929" y="291"/>
                </a:lnTo>
                <a:lnTo>
                  <a:pt x="1871" y="290"/>
                </a:lnTo>
                <a:lnTo>
                  <a:pt x="1851" y="287"/>
                </a:lnTo>
                <a:lnTo>
                  <a:pt x="1849" y="284"/>
                </a:lnTo>
                <a:lnTo>
                  <a:pt x="1850" y="279"/>
                </a:lnTo>
                <a:lnTo>
                  <a:pt x="1874" y="271"/>
                </a:lnTo>
                <a:lnTo>
                  <a:pt x="1963" y="261"/>
                </a:lnTo>
                <a:lnTo>
                  <a:pt x="2075" y="255"/>
                </a:lnTo>
                <a:lnTo>
                  <a:pt x="2100" y="255"/>
                </a:lnTo>
                <a:lnTo>
                  <a:pt x="2123" y="259"/>
                </a:lnTo>
                <a:lnTo>
                  <a:pt x="2128" y="263"/>
                </a:lnTo>
                <a:lnTo>
                  <a:pt x="2126" y="265"/>
                </a:lnTo>
                <a:close/>
                <a:moveTo>
                  <a:pt x="2268" y="262"/>
                </a:moveTo>
                <a:lnTo>
                  <a:pt x="2253" y="264"/>
                </a:lnTo>
                <a:lnTo>
                  <a:pt x="2217" y="264"/>
                </a:lnTo>
                <a:lnTo>
                  <a:pt x="2200" y="262"/>
                </a:lnTo>
                <a:lnTo>
                  <a:pt x="2193" y="261"/>
                </a:lnTo>
                <a:lnTo>
                  <a:pt x="2190" y="258"/>
                </a:lnTo>
                <a:lnTo>
                  <a:pt x="2204" y="256"/>
                </a:lnTo>
                <a:lnTo>
                  <a:pt x="2229" y="255"/>
                </a:lnTo>
                <a:lnTo>
                  <a:pt x="2254" y="255"/>
                </a:lnTo>
                <a:lnTo>
                  <a:pt x="2273" y="257"/>
                </a:lnTo>
                <a:lnTo>
                  <a:pt x="2273" y="260"/>
                </a:lnTo>
                <a:lnTo>
                  <a:pt x="2268" y="262"/>
                </a:lnTo>
                <a:close/>
                <a:moveTo>
                  <a:pt x="5818" y="267"/>
                </a:moveTo>
                <a:lnTo>
                  <a:pt x="5820" y="273"/>
                </a:lnTo>
                <a:lnTo>
                  <a:pt x="5832" y="276"/>
                </a:lnTo>
                <a:lnTo>
                  <a:pt x="5842" y="274"/>
                </a:lnTo>
                <a:lnTo>
                  <a:pt x="5852" y="271"/>
                </a:lnTo>
                <a:lnTo>
                  <a:pt x="5869" y="279"/>
                </a:lnTo>
                <a:lnTo>
                  <a:pt x="5874" y="289"/>
                </a:lnTo>
                <a:lnTo>
                  <a:pt x="5876" y="295"/>
                </a:lnTo>
                <a:lnTo>
                  <a:pt x="5876" y="304"/>
                </a:lnTo>
                <a:lnTo>
                  <a:pt x="5863" y="308"/>
                </a:lnTo>
                <a:lnTo>
                  <a:pt x="5843" y="305"/>
                </a:lnTo>
                <a:lnTo>
                  <a:pt x="5829" y="300"/>
                </a:lnTo>
                <a:lnTo>
                  <a:pt x="5805" y="284"/>
                </a:lnTo>
                <a:lnTo>
                  <a:pt x="5790" y="265"/>
                </a:lnTo>
                <a:lnTo>
                  <a:pt x="5790" y="255"/>
                </a:lnTo>
                <a:lnTo>
                  <a:pt x="5796" y="251"/>
                </a:lnTo>
                <a:lnTo>
                  <a:pt x="5802" y="250"/>
                </a:lnTo>
                <a:lnTo>
                  <a:pt x="5809" y="251"/>
                </a:lnTo>
                <a:lnTo>
                  <a:pt x="5817" y="260"/>
                </a:lnTo>
                <a:lnTo>
                  <a:pt x="5818" y="267"/>
                </a:lnTo>
                <a:close/>
                <a:moveTo>
                  <a:pt x="5987" y="292"/>
                </a:moveTo>
                <a:lnTo>
                  <a:pt x="5987" y="306"/>
                </a:lnTo>
                <a:lnTo>
                  <a:pt x="5985" y="322"/>
                </a:lnTo>
                <a:lnTo>
                  <a:pt x="5978" y="326"/>
                </a:lnTo>
                <a:lnTo>
                  <a:pt x="5964" y="321"/>
                </a:lnTo>
                <a:lnTo>
                  <a:pt x="5954" y="315"/>
                </a:lnTo>
                <a:lnTo>
                  <a:pt x="5939" y="305"/>
                </a:lnTo>
                <a:lnTo>
                  <a:pt x="5924" y="288"/>
                </a:lnTo>
                <a:lnTo>
                  <a:pt x="5923" y="276"/>
                </a:lnTo>
                <a:lnTo>
                  <a:pt x="5937" y="266"/>
                </a:lnTo>
                <a:lnTo>
                  <a:pt x="5950" y="262"/>
                </a:lnTo>
                <a:lnTo>
                  <a:pt x="5973" y="255"/>
                </a:lnTo>
                <a:lnTo>
                  <a:pt x="5984" y="252"/>
                </a:lnTo>
                <a:lnTo>
                  <a:pt x="5986" y="260"/>
                </a:lnTo>
                <a:lnTo>
                  <a:pt x="5987" y="292"/>
                </a:lnTo>
                <a:close/>
                <a:moveTo>
                  <a:pt x="1832" y="284"/>
                </a:moveTo>
                <a:lnTo>
                  <a:pt x="1831" y="287"/>
                </a:lnTo>
                <a:lnTo>
                  <a:pt x="1823" y="292"/>
                </a:lnTo>
                <a:lnTo>
                  <a:pt x="1798" y="298"/>
                </a:lnTo>
                <a:lnTo>
                  <a:pt x="1778" y="299"/>
                </a:lnTo>
                <a:lnTo>
                  <a:pt x="1722" y="297"/>
                </a:lnTo>
                <a:lnTo>
                  <a:pt x="1773" y="284"/>
                </a:lnTo>
                <a:lnTo>
                  <a:pt x="1814" y="274"/>
                </a:lnTo>
                <a:lnTo>
                  <a:pt x="1829" y="269"/>
                </a:lnTo>
                <a:lnTo>
                  <a:pt x="1831" y="271"/>
                </a:lnTo>
                <a:lnTo>
                  <a:pt x="1832" y="284"/>
                </a:lnTo>
                <a:close/>
                <a:moveTo>
                  <a:pt x="4822" y="274"/>
                </a:moveTo>
                <a:lnTo>
                  <a:pt x="4821" y="278"/>
                </a:lnTo>
                <a:lnTo>
                  <a:pt x="4812" y="288"/>
                </a:lnTo>
                <a:lnTo>
                  <a:pt x="4805" y="292"/>
                </a:lnTo>
                <a:lnTo>
                  <a:pt x="4798" y="295"/>
                </a:lnTo>
                <a:lnTo>
                  <a:pt x="4789" y="291"/>
                </a:lnTo>
                <a:lnTo>
                  <a:pt x="4788" y="285"/>
                </a:lnTo>
                <a:lnTo>
                  <a:pt x="4789" y="278"/>
                </a:lnTo>
                <a:lnTo>
                  <a:pt x="4798" y="268"/>
                </a:lnTo>
                <a:lnTo>
                  <a:pt x="4805" y="267"/>
                </a:lnTo>
                <a:lnTo>
                  <a:pt x="4812" y="267"/>
                </a:lnTo>
                <a:lnTo>
                  <a:pt x="4821" y="271"/>
                </a:lnTo>
                <a:lnTo>
                  <a:pt x="4822" y="274"/>
                </a:lnTo>
                <a:close/>
                <a:moveTo>
                  <a:pt x="5538" y="294"/>
                </a:moveTo>
                <a:lnTo>
                  <a:pt x="5543" y="309"/>
                </a:lnTo>
                <a:lnTo>
                  <a:pt x="5536" y="313"/>
                </a:lnTo>
                <a:lnTo>
                  <a:pt x="5523" y="300"/>
                </a:lnTo>
                <a:lnTo>
                  <a:pt x="5505" y="284"/>
                </a:lnTo>
                <a:lnTo>
                  <a:pt x="5498" y="271"/>
                </a:lnTo>
                <a:lnTo>
                  <a:pt x="5505" y="267"/>
                </a:lnTo>
                <a:lnTo>
                  <a:pt x="5513" y="267"/>
                </a:lnTo>
                <a:lnTo>
                  <a:pt x="5519" y="268"/>
                </a:lnTo>
                <a:lnTo>
                  <a:pt x="5533" y="283"/>
                </a:lnTo>
                <a:lnTo>
                  <a:pt x="5538" y="294"/>
                </a:lnTo>
                <a:close/>
                <a:moveTo>
                  <a:pt x="5706" y="340"/>
                </a:moveTo>
                <a:lnTo>
                  <a:pt x="5704" y="342"/>
                </a:lnTo>
                <a:lnTo>
                  <a:pt x="5698" y="342"/>
                </a:lnTo>
                <a:lnTo>
                  <a:pt x="5684" y="336"/>
                </a:lnTo>
                <a:lnTo>
                  <a:pt x="5665" y="318"/>
                </a:lnTo>
                <a:lnTo>
                  <a:pt x="5651" y="295"/>
                </a:lnTo>
                <a:lnTo>
                  <a:pt x="5650" y="285"/>
                </a:lnTo>
                <a:lnTo>
                  <a:pt x="5650" y="282"/>
                </a:lnTo>
                <a:lnTo>
                  <a:pt x="5655" y="280"/>
                </a:lnTo>
                <a:lnTo>
                  <a:pt x="5668" y="285"/>
                </a:lnTo>
                <a:lnTo>
                  <a:pt x="5680" y="295"/>
                </a:lnTo>
                <a:lnTo>
                  <a:pt x="5692" y="309"/>
                </a:lnTo>
                <a:lnTo>
                  <a:pt x="5706" y="332"/>
                </a:lnTo>
                <a:lnTo>
                  <a:pt x="5706" y="340"/>
                </a:lnTo>
                <a:close/>
                <a:moveTo>
                  <a:pt x="1705" y="300"/>
                </a:moveTo>
                <a:lnTo>
                  <a:pt x="1700" y="308"/>
                </a:lnTo>
                <a:lnTo>
                  <a:pt x="1680" y="317"/>
                </a:lnTo>
                <a:lnTo>
                  <a:pt x="1670" y="318"/>
                </a:lnTo>
                <a:lnTo>
                  <a:pt x="1661" y="317"/>
                </a:lnTo>
                <a:lnTo>
                  <a:pt x="1652" y="308"/>
                </a:lnTo>
                <a:lnTo>
                  <a:pt x="1654" y="300"/>
                </a:lnTo>
                <a:lnTo>
                  <a:pt x="1660" y="293"/>
                </a:lnTo>
                <a:lnTo>
                  <a:pt x="1680" y="284"/>
                </a:lnTo>
                <a:lnTo>
                  <a:pt x="1690" y="284"/>
                </a:lnTo>
                <a:lnTo>
                  <a:pt x="1699" y="284"/>
                </a:lnTo>
                <a:lnTo>
                  <a:pt x="1707" y="293"/>
                </a:lnTo>
                <a:lnTo>
                  <a:pt x="1705" y="300"/>
                </a:lnTo>
                <a:close/>
                <a:moveTo>
                  <a:pt x="2473" y="300"/>
                </a:moveTo>
                <a:lnTo>
                  <a:pt x="2472" y="308"/>
                </a:lnTo>
                <a:lnTo>
                  <a:pt x="2456" y="317"/>
                </a:lnTo>
                <a:lnTo>
                  <a:pt x="2445" y="318"/>
                </a:lnTo>
                <a:lnTo>
                  <a:pt x="2429" y="318"/>
                </a:lnTo>
                <a:lnTo>
                  <a:pt x="2427" y="310"/>
                </a:lnTo>
                <a:lnTo>
                  <a:pt x="2440" y="300"/>
                </a:lnTo>
                <a:lnTo>
                  <a:pt x="2460" y="288"/>
                </a:lnTo>
                <a:lnTo>
                  <a:pt x="2471" y="286"/>
                </a:lnTo>
                <a:lnTo>
                  <a:pt x="2473" y="293"/>
                </a:lnTo>
                <a:lnTo>
                  <a:pt x="2473" y="300"/>
                </a:lnTo>
                <a:close/>
                <a:moveTo>
                  <a:pt x="3256" y="295"/>
                </a:moveTo>
                <a:lnTo>
                  <a:pt x="3246" y="297"/>
                </a:lnTo>
                <a:lnTo>
                  <a:pt x="3222" y="297"/>
                </a:lnTo>
                <a:lnTo>
                  <a:pt x="3213" y="295"/>
                </a:lnTo>
                <a:lnTo>
                  <a:pt x="3210" y="294"/>
                </a:lnTo>
                <a:lnTo>
                  <a:pt x="3208" y="290"/>
                </a:lnTo>
                <a:lnTo>
                  <a:pt x="3218" y="287"/>
                </a:lnTo>
                <a:lnTo>
                  <a:pt x="3234" y="287"/>
                </a:lnTo>
                <a:lnTo>
                  <a:pt x="3250" y="287"/>
                </a:lnTo>
                <a:lnTo>
                  <a:pt x="3260" y="290"/>
                </a:lnTo>
                <a:lnTo>
                  <a:pt x="3259" y="294"/>
                </a:lnTo>
                <a:lnTo>
                  <a:pt x="3256" y="295"/>
                </a:lnTo>
                <a:close/>
                <a:moveTo>
                  <a:pt x="4649" y="295"/>
                </a:moveTo>
                <a:lnTo>
                  <a:pt x="4635" y="297"/>
                </a:lnTo>
                <a:lnTo>
                  <a:pt x="4603" y="297"/>
                </a:lnTo>
                <a:lnTo>
                  <a:pt x="4591" y="295"/>
                </a:lnTo>
                <a:lnTo>
                  <a:pt x="4585" y="294"/>
                </a:lnTo>
                <a:lnTo>
                  <a:pt x="4584" y="290"/>
                </a:lnTo>
                <a:lnTo>
                  <a:pt x="4598" y="287"/>
                </a:lnTo>
                <a:lnTo>
                  <a:pt x="4619" y="287"/>
                </a:lnTo>
                <a:lnTo>
                  <a:pt x="4640" y="287"/>
                </a:lnTo>
                <a:lnTo>
                  <a:pt x="4656" y="290"/>
                </a:lnTo>
                <a:lnTo>
                  <a:pt x="4655" y="294"/>
                </a:lnTo>
                <a:lnTo>
                  <a:pt x="4649" y="295"/>
                </a:lnTo>
                <a:close/>
                <a:moveTo>
                  <a:pt x="4733" y="294"/>
                </a:moveTo>
                <a:lnTo>
                  <a:pt x="4728" y="297"/>
                </a:lnTo>
                <a:lnTo>
                  <a:pt x="4709" y="298"/>
                </a:lnTo>
                <a:lnTo>
                  <a:pt x="4700" y="295"/>
                </a:lnTo>
                <a:lnTo>
                  <a:pt x="4692" y="292"/>
                </a:lnTo>
                <a:lnTo>
                  <a:pt x="4698" y="286"/>
                </a:lnTo>
                <a:lnTo>
                  <a:pt x="4710" y="285"/>
                </a:lnTo>
                <a:lnTo>
                  <a:pt x="4723" y="285"/>
                </a:lnTo>
                <a:lnTo>
                  <a:pt x="4734" y="288"/>
                </a:lnTo>
                <a:lnTo>
                  <a:pt x="4735" y="292"/>
                </a:lnTo>
                <a:lnTo>
                  <a:pt x="4733" y="294"/>
                </a:lnTo>
                <a:close/>
                <a:moveTo>
                  <a:pt x="5423" y="299"/>
                </a:moveTo>
                <a:lnTo>
                  <a:pt x="5420" y="306"/>
                </a:lnTo>
                <a:lnTo>
                  <a:pt x="5426" y="319"/>
                </a:lnTo>
                <a:lnTo>
                  <a:pt x="5433" y="323"/>
                </a:lnTo>
                <a:lnTo>
                  <a:pt x="5440" y="327"/>
                </a:lnTo>
                <a:lnTo>
                  <a:pt x="5433" y="332"/>
                </a:lnTo>
                <a:lnTo>
                  <a:pt x="5420" y="333"/>
                </a:lnTo>
                <a:lnTo>
                  <a:pt x="5406" y="333"/>
                </a:lnTo>
                <a:lnTo>
                  <a:pt x="5390" y="324"/>
                </a:lnTo>
                <a:lnTo>
                  <a:pt x="5384" y="315"/>
                </a:lnTo>
                <a:lnTo>
                  <a:pt x="5384" y="310"/>
                </a:lnTo>
                <a:lnTo>
                  <a:pt x="5385" y="299"/>
                </a:lnTo>
                <a:lnTo>
                  <a:pt x="5400" y="285"/>
                </a:lnTo>
                <a:lnTo>
                  <a:pt x="5408" y="284"/>
                </a:lnTo>
                <a:lnTo>
                  <a:pt x="5417" y="284"/>
                </a:lnTo>
                <a:lnTo>
                  <a:pt x="5426" y="293"/>
                </a:lnTo>
                <a:lnTo>
                  <a:pt x="5423" y="299"/>
                </a:lnTo>
                <a:close/>
                <a:moveTo>
                  <a:pt x="5751" y="300"/>
                </a:moveTo>
                <a:lnTo>
                  <a:pt x="5749" y="314"/>
                </a:lnTo>
                <a:lnTo>
                  <a:pt x="5744" y="318"/>
                </a:lnTo>
                <a:lnTo>
                  <a:pt x="5735" y="314"/>
                </a:lnTo>
                <a:lnTo>
                  <a:pt x="5726" y="300"/>
                </a:lnTo>
                <a:lnTo>
                  <a:pt x="5723" y="293"/>
                </a:lnTo>
                <a:lnTo>
                  <a:pt x="5727" y="284"/>
                </a:lnTo>
                <a:lnTo>
                  <a:pt x="5732" y="284"/>
                </a:lnTo>
                <a:lnTo>
                  <a:pt x="5740" y="284"/>
                </a:lnTo>
                <a:lnTo>
                  <a:pt x="5750" y="293"/>
                </a:lnTo>
                <a:lnTo>
                  <a:pt x="5751" y="300"/>
                </a:lnTo>
                <a:close/>
                <a:moveTo>
                  <a:pt x="1545" y="308"/>
                </a:moveTo>
                <a:lnTo>
                  <a:pt x="1544" y="312"/>
                </a:lnTo>
                <a:lnTo>
                  <a:pt x="1535" y="322"/>
                </a:lnTo>
                <a:lnTo>
                  <a:pt x="1528" y="326"/>
                </a:lnTo>
                <a:lnTo>
                  <a:pt x="1522" y="329"/>
                </a:lnTo>
                <a:lnTo>
                  <a:pt x="1512" y="325"/>
                </a:lnTo>
                <a:lnTo>
                  <a:pt x="1511" y="320"/>
                </a:lnTo>
                <a:lnTo>
                  <a:pt x="1512" y="312"/>
                </a:lnTo>
                <a:lnTo>
                  <a:pt x="1522" y="302"/>
                </a:lnTo>
                <a:lnTo>
                  <a:pt x="1528" y="300"/>
                </a:lnTo>
                <a:lnTo>
                  <a:pt x="1535" y="302"/>
                </a:lnTo>
                <a:lnTo>
                  <a:pt x="1544" y="305"/>
                </a:lnTo>
                <a:lnTo>
                  <a:pt x="1545" y="308"/>
                </a:lnTo>
                <a:close/>
                <a:moveTo>
                  <a:pt x="4252" y="330"/>
                </a:moveTo>
                <a:lnTo>
                  <a:pt x="4243" y="332"/>
                </a:lnTo>
                <a:lnTo>
                  <a:pt x="4219" y="332"/>
                </a:lnTo>
                <a:lnTo>
                  <a:pt x="4211" y="330"/>
                </a:lnTo>
                <a:lnTo>
                  <a:pt x="4207" y="328"/>
                </a:lnTo>
                <a:lnTo>
                  <a:pt x="4205" y="325"/>
                </a:lnTo>
                <a:lnTo>
                  <a:pt x="4215" y="322"/>
                </a:lnTo>
                <a:lnTo>
                  <a:pt x="4231" y="321"/>
                </a:lnTo>
                <a:lnTo>
                  <a:pt x="4246" y="322"/>
                </a:lnTo>
                <a:lnTo>
                  <a:pt x="4256" y="325"/>
                </a:lnTo>
                <a:lnTo>
                  <a:pt x="4256" y="328"/>
                </a:lnTo>
                <a:lnTo>
                  <a:pt x="4252" y="330"/>
                </a:lnTo>
                <a:close/>
                <a:moveTo>
                  <a:pt x="3636" y="363"/>
                </a:moveTo>
                <a:lnTo>
                  <a:pt x="3622" y="365"/>
                </a:lnTo>
                <a:lnTo>
                  <a:pt x="3589" y="365"/>
                </a:lnTo>
                <a:lnTo>
                  <a:pt x="3577" y="363"/>
                </a:lnTo>
                <a:lnTo>
                  <a:pt x="3571" y="361"/>
                </a:lnTo>
                <a:lnTo>
                  <a:pt x="3570" y="358"/>
                </a:lnTo>
                <a:lnTo>
                  <a:pt x="3584" y="355"/>
                </a:lnTo>
                <a:lnTo>
                  <a:pt x="3606" y="355"/>
                </a:lnTo>
                <a:lnTo>
                  <a:pt x="3627" y="355"/>
                </a:lnTo>
                <a:lnTo>
                  <a:pt x="3642" y="358"/>
                </a:lnTo>
                <a:lnTo>
                  <a:pt x="3641" y="361"/>
                </a:lnTo>
                <a:lnTo>
                  <a:pt x="3636" y="363"/>
                </a:lnTo>
                <a:close/>
                <a:moveTo>
                  <a:pt x="5070" y="361"/>
                </a:moveTo>
                <a:lnTo>
                  <a:pt x="5065" y="365"/>
                </a:lnTo>
                <a:lnTo>
                  <a:pt x="5047" y="366"/>
                </a:lnTo>
                <a:lnTo>
                  <a:pt x="5038" y="363"/>
                </a:lnTo>
                <a:lnTo>
                  <a:pt x="5031" y="359"/>
                </a:lnTo>
                <a:lnTo>
                  <a:pt x="5036" y="354"/>
                </a:lnTo>
                <a:lnTo>
                  <a:pt x="5048" y="353"/>
                </a:lnTo>
                <a:lnTo>
                  <a:pt x="5061" y="353"/>
                </a:lnTo>
                <a:lnTo>
                  <a:pt x="5071" y="356"/>
                </a:lnTo>
                <a:lnTo>
                  <a:pt x="5072" y="359"/>
                </a:lnTo>
                <a:lnTo>
                  <a:pt x="5070" y="361"/>
                </a:lnTo>
                <a:close/>
                <a:moveTo>
                  <a:pt x="5148" y="363"/>
                </a:moveTo>
                <a:lnTo>
                  <a:pt x="5138" y="365"/>
                </a:lnTo>
                <a:lnTo>
                  <a:pt x="5115" y="365"/>
                </a:lnTo>
                <a:lnTo>
                  <a:pt x="5106" y="363"/>
                </a:lnTo>
                <a:lnTo>
                  <a:pt x="5102" y="361"/>
                </a:lnTo>
                <a:lnTo>
                  <a:pt x="5101" y="358"/>
                </a:lnTo>
                <a:lnTo>
                  <a:pt x="5110" y="355"/>
                </a:lnTo>
                <a:lnTo>
                  <a:pt x="5126" y="355"/>
                </a:lnTo>
                <a:lnTo>
                  <a:pt x="5142" y="355"/>
                </a:lnTo>
                <a:lnTo>
                  <a:pt x="5152" y="358"/>
                </a:lnTo>
                <a:lnTo>
                  <a:pt x="5151" y="361"/>
                </a:lnTo>
                <a:lnTo>
                  <a:pt x="5148" y="363"/>
                </a:lnTo>
                <a:close/>
                <a:moveTo>
                  <a:pt x="6776" y="361"/>
                </a:moveTo>
                <a:lnTo>
                  <a:pt x="6771" y="365"/>
                </a:lnTo>
                <a:lnTo>
                  <a:pt x="6754" y="366"/>
                </a:lnTo>
                <a:lnTo>
                  <a:pt x="6745" y="363"/>
                </a:lnTo>
                <a:lnTo>
                  <a:pt x="6736" y="359"/>
                </a:lnTo>
                <a:lnTo>
                  <a:pt x="6742" y="354"/>
                </a:lnTo>
                <a:lnTo>
                  <a:pt x="6755" y="353"/>
                </a:lnTo>
                <a:lnTo>
                  <a:pt x="6767" y="353"/>
                </a:lnTo>
                <a:lnTo>
                  <a:pt x="6777" y="356"/>
                </a:lnTo>
                <a:lnTo>
                  <a:pt x="6778" y="359"/>
                </a:lnTo>
                <a:lnTo>
                  <a:pt x="6776" y="361"/>
                </a:lnTo>
                <a:close/>
                <a:moveTo>
                  <a:pt x="6981" y="363"/>
                </a:moveTo>
                <a:lnTo>
                  <a:pt x="6966" y="365"/>
                </a:lnTo>
                <a:lnTo>
                  <a:pt x="6934" y="365"/>
                </a:lnTo>
                <a:lnTo>
                  <a:pt x="6922" y="363"/>
                </a:lnTo>
                <a:lnTo>
                  <a:pt x="6916" y="361"/>
                </a:lnTo>
                <a:lnTo>
                  <a:pt x="6915" y="358"/>
                </a:lnTo>
                <a:lnTo>
                  <a:pt x="6929" y="355"/>
                </a:lnTo>
                <a:lnTo>
                  <a:pt x="6950" y="355"/>
                </a:lnTo>
                <a:lnTo>
                  <a:pt x="6972" y="355"/>
                </a:lnTo>
                <a:lnTo>
                  <a:pt x="6987" y="358"/>
                </a:lnTo>
                <a:lnTo>
                  <a:pt x="6986" y="361"/>
                </a:lnTo>
                <a:lnTo>
                  <a:pt x="6981" y="363"/>
                </a:lnTo>
                <a:close/>
                <a:moveTo>
                  <a:pt x="7090" y="363"/>
                </a:moveTo>
                <a:lnTo>
                  <a:pt x="7080" y="365"/>
                </a:lnTo>
                <a:lnTo>
                  <a:pt x="7053" y="365"/>
                </a:lnTo>
                <a:lnTo>
                  <a:pt x="7039" y="363"/>
                </a:lnTo>
                <a:lnTo>
                  <a:pt x="7034" y="361"/>
                </a:lnTo>
                <a:lnTo>
                  <a:pt x="7031" y="358"/>
                </a:lnTo>
                <a:lnTo>
                  <a:pt x="7041" y="355"/>
                </a:lnTo>
                <a:lnTo>
                  <a:pt x="7060" y="355"/>
                </a:lnTo>
                <a:lnTo>
                  <a:pt x="7079" y="355"/>
                </a:lnTo>
                <a:lnTo>
                  <a:pt x="7093" y="358"/>
                </a:lnTo>
                <a:lnTo>
                  <a:pt x="7093" y="361"/>
                </a:lnTo>
                <a:lnTo>
                  <a:pt x="7090" y="363"/>
                </a:lnTo>
                <a:close/>
                <a:moveTo>
                  <a:pt x="7277" y="363"/>
                </a:moveTo>
                <a:lnTo>
                  <a:pt x="7265" y="365"/>
                </a:lnTo>
                <a:lnTo>
                  <a:pt x="7238" y="365"/>
                </a:lnTo>
                <a:lnTo>
                  <a:pt x="7226" y="363"/>
                </a:lnTo>
                <a:lnTo>
                  <a:pt x="7220" y="361"/>
                </a:lnTo>
                <a:lnTo>
                  <a:pt x="7217" y="358"/>
                </a:lnTo>
                <a:lnTo>
                  <a:pt x="7228" y="355"/>
                </a:lnTo>
                <a:lnTo>
                  <a:pt x="7246" y="355"/>
                </a:lnTo>
                <a:lnTo>
                  <a:pt x="7265" y="355"/>
                </a:lnTo>
                <a:lnTo>
                  <a:pt x="7279" y="358"/>
                </a:lnTo>
                <a:lnTo>
                  <a:pt x="7280" y="361"/>
                </a:lnTo>
                <a:lnTo>
                  <a:pt x="7277" y="363"/>
                </a:lnTo>
                <a:close/>
                <a:moveTo>
                  <a:pt x="7378" y="363"/>
                </a:moveTo>
                <a:lnTo>
                  <a:pt x="7367" y="365"/>
                </a:lnTo>
                <a:lnTo>
                  <a:pt x="7339" y="365"/>
                </a:lnTo>
                <a:lnTo>
                  <a:pt x="7327" y="363"/>
                </a:lnTo>
                <a:lnTo>
                  <a:pt x="7321" y="361"/>
                </a:lnTo>
                <a:lnTo>
                  <a:pt x="7318" y="358"/>
                </a:lnTo>
                <a:lnTo>
                  <a:pt x="7329" y="355"/>
                </a:lnTo>
                <a:lnTo>
                  <a:pt x="7348" y="355"/>
                </a:lnTo>
                <a:lnTo>
                  <a:pt x="7367" y="355"/>
                </a:lnTo>
                <a:lnTo>
                  <a:pt x="7380" y="358"/>
                </a:lnTo>
                <a:lnTo>
                  <a:pt x="7381" y="361"/>
                </a:lnTo>
                <a:lnTo>
                  <a:pt x="7378" y="363"/>
                </a:lnTo>
                <a:close/>
                <a:moveTo>
                  <a:pt x="7665" y="363"/>
                </a:moveTo>
                <a:lnTo>
                  <a:pt x="7639" y="365"/>
                </a:lnTo>
                <a:lnTo>
                  <a:pt x="7580" y="365"/>
                </a:lnTo>
                <a:lnTo>
                  <a:pt x="7555" y="363"/>
                </a:lnTo>
                <a:lnTo>
                  <a:pt x="7545" y="362"/>
                </a:lnTo>
                <a:lnTo>
                  <a:pt x="7542" y="359"/>
                </a:lnTo>
                <a:lnTo>
                  <a:pt x="7569" y="357"/>
                </a:lnTo>
                <a:lnTo>
                  <a:pt x="7609" y="356"/>
                </a:lnTo>
                <a:lnTo>
                  <a:pt x="7650" y="357"/>
                </a:lnTo>
                <a:lnTo>
                  <a:pt x="7677" y="359"/>
                </a:lnTo>
                <a:lnTo>
                  <a:pt x="7674" y="362"/>
                </a:lnTo>
                <a:lnTo>
                  <a:pt x="7665" y="363"/>
                </a:lnTo>
                <a:close/>
                <a:moveTo>
                  <a:pt x="1409" y="375"/>
                </a:moveTo>
                <a:lnTo>
                  <a:pt x="1408" y="379"/>
                </a:lnTo>
                <a:lnTo>
                  <a:pt x="1400" y="390"/>
                </a:lnTo>
                <a:lnTo>
                  <a:pt x="1393" y="394"/>
                </a:lnTo>
                <a:lnTo>
                  <a:pt x="1386" y="397"/>
                </a:lnTo>
                <a:lnTo>
                  <a:pt x="1377" y="393"/>
                </a:lnTo>
                <a:lnTo>
                  <a:pt x="1376" y="387"/>
                </a:lnTo>
                <a:lnTo>
                  <a:pt x="1377" y="379"/>
                </a:lnTo>
                <a:lnTo>
                  <a:pt x="1386" y="369"/>
                </a:lnTo>
                <a:lnTo>
                  <a:pt x="1393" y="368"/>
                </a:lnTo>
                <a:lnTo>
                  <a:pt x="1400" y="368"/>
                </a:lnTo>
                <a:lnTo>
                  <a:pt x="1408" y="372"/>
                </a:lnTo>
                <a:lnTo>
                  <a:pt x="1409" y="375"/>
                </a:lnTo>
                <a:close/>
                <a:moveTo>
                  <a:pt x="5979" y="386"/>
                </a:moveTo>
                <a:lnTo>
                  <a:pt x="5981" y="392"/>
                </a:lnTo>
                <a:lnTo>
                  <a:pt x="5978" y="401"/>
                </a:lnTo>
                <a:lnTo>
                  <a:pt x="5972" y="402"/>
                </a:lnTo>
                <a:lnTo>
                  <a:pt x="5965" y="401"/>
                </a:lnTo>
                <a:lnTo>
                  <a:pt x="5955" y="392"/>
                </a:lnTo>
                <a:lnTo>
                  <a:pt x="5954" y="386"/>
                </a:lnTo>
                <a:lnTo>
                  <a:pt x="5954" y="378"/>
                </a:lnTo>
                <a:lnTo>
                  <a:pt x="5958" y="369"/>
                </a:lnTo>
                <a:lnTo>
                  <a:pt x="5960" y="368"/>
                </a:lnTo>
                <a:lnTo>
                  <a:pt x="5964" y="369"/>
                </a:lnTo>
                <a:lnTo>
                  <a:pt x="5974" y="378"/>
                </a:lnTo>
                <a:lnTo>
                  <a:pt x="5979" y="386"/>
                </a:lnTo>
                <a:close/>
                <a:moveTo>
                  <a:pt x="917" y="397"/>
                </a:moveTo>
                <a:lnTo>
                  <a:pt x="901" y="399"/>
                </a:lnTo>
                <a:lnTo>
                  <a:pt x="865" y="399"/>
                </a:lnTo>
                <a:lnTo>
                  <a:pt x="849" y="397"/>
                </a:lnTo>
                <a:lnTo>
                  <a:pt x="842" y="396"/>
                </a:lnTo>
                <a:lnTo>
                  <a:pt x="838" y="394"/>
                </a:lnTo>
                <a:lnTo>
                  <a:pt x="853" y="391"/>
                </a:lnTo>
                <a:lnTo>
                  <a:pt x="877" y="391"/>
                </a:lnTo>
                <a:lnTo>
                  <a:pt x="902" y="390"/>
                </a:lnTo>
                <a:lnTo>
                  <a:pt x="921" y="393"/>
                </a:lnTo>
                <a:lnTo>
                  <a:pt x="921" y="396"/>
                </a:lnTo>
                <a:lnTo>
                  <a:pt x="917" y="397"/>
                </a:lnTo>
                <a:close/>
                <a:moveTo>
                  <a:pt x="1928" y="396"/>
                </a:moveTo>
                <a:lnTo>
                  <a:pt x="1923" y="399"/>
                </a:lnTo>
                <a:lnTo>
                  <a:pt x="1905" y="400"/>
                </a:lnTo>
                <a:lnTo>
                  <a:pt x="1896" y="397"/>
                </a:lnTo>
                <a:lnTo>
                  <a:pt x="1889" y="394"/>
                </a:lnTo>
                <a:lnTo>
                  <a:pt x="1894" y="388"/>
                </a:lnTo>
                <a:lnTo>
                  <a:pt x="1906" y="387"/>
                </a:lnTo>
                <a:lnTo>
                  <a:pt x="1919" y="387"/>
                </a:lnTo>
                <a:lnTo>
                  <a:pt x="1929" y="390"/>
                </a:lnTo>
                <a:lnTo>
                  <a:pt x="1930" y="394"/>
                </a:lnTo>
                <a:lnTo>
                  <a:pt x="1928" y="396"/>
                </a:lnTo>
                <a:close/>
                <a:moveTo>
                  <a:pt x="4940" y="412"/>
                </a:moveTo>
                <a:lnTo>
                  <a:pt x="4938" y="415"/>
                </a:lnTo>
                <a:lnTo>
                  <a:pt x="4919" y="419"/>
                </a:lnTo>
                <a:lnTo>
                  <a:pt x="4905" y="419"/>
                </a:lnTo>
                <a:lnTo>
                  <a:pt x="4892" y="418"/>
                </a:lnTo>
                <a:lnTo>
                  <a:pt x="4881" y="412"/>
                </a:lnTo>
                <a:lnTo>
                  <a:pt x="4879" y="406"/>
                </a:lnTo>
                <a:lnTo>
                  <a:pt x="4881" y="402"/>
                </a:lnTo>
                <a:lnTo>
                  <a:pt x="4886" y="398"/>
                </a:lnTo>
                <a:lnTo>
                  <a:pt x="4903" y="395"/>
                </a:lnTo>
                <a:lnTo>
                  <a:pt x="4924" y="399"/>
                </a:lnTo>
                <a:lnTo>
                  <a:pt x="4938" y="407"/>
                </a:lnTo>
                <a:lnTo>
                  <a:pt x="4940" y="412"/>
                </a:lnTo>
                <a:close/>
                <a:moveTo>
                  <a:pt x="5092" y="406"/>
                </a:moveTo>
                <a:lnTo>
                  <a:pt x="5091" y="411"/>
                </a:lnTo>
                <a:lnTo>
                  <a:pt x="5083" y="418"/>
                </a:lnTo>
                <a:lnTo>
                  <a:pt x="5077" y="419"/>
                </a:lnTo>
                <a:lnTo>
                  <a:pt x="5069" y="418"/>
                </a:lnTo>
                <a:lnTo>
                  <a:pt x="5056" y="411"/>
                </a:lnTo>
                <a:lnTo>
                  <a:pt x="5052" y="406"/>
                </a:lnTo>
                <a:lnTo>
                  <a:pt x="5049" y="400"/>
                </a:lnTo>
                <a:lnTo>
                  <a:pt x="5057" y="391"/>
                </a:lnTo>
                <a:lnTo>
                  <a:pt x="5067" y="391"/>
                </a:lnTo>
                <a:lnTo>
                  <a:pt x="5076" y="391"/>
                </a:lnTo>
                <a:lnTo>
                  <a:pt x="5090" y="400"/>
                </a:lnTo>
                <a:lnTo>
                  <a:pt x="5092" y="406"/>
                </a:lnTo>
                <a:close/>
                <a:moveTo>
                  <a:pt x="5266" y="397"/>
                </a:moveTo>
                <a:lnTo>
                  <a:pt x="5257" y="399"/>
                </a:lnTo>
                <a:lnTo>
                  <a:pt x="5232" y="399"/>
                </a:lnTo>
                <a:lnTo>
                  <a:pt x="5224" y="397"/>
                </a:lnTo>
                <a:lnTo>
                  <a:pt x="5220" y="396"/>
                </a:lnTo>
                <a:lnTo>
                  <a:pt x="5218" y="392"/>
                </a:lnTo>
                <a:lnTo>
                  <a:pt x="5228" y="389"/>
                </a:lnTo>
                <a:lnTo>
                  <a:pt x="5244" y="389"/>
                </a:lnTo>
                <a:lnTo>
                  <a:pt x="5260" y="389"/>
                </a:lnTo>
                <a:lnTo>
                  <a:pt x="5270" y="392"/>
                </a:lnTo>
                <a:lnTo>
                  <a:pt x="5270" y="396"/>
                </a:lnTo>
                <a:lnTo>
                  <a:pt x="5266" y="397"/>
                </a:lnTo>
                <a:close/>
                <a:moveTo>
                  <a:pt x="5458" y="396"/>
                </a:moveTo>
                <a:lnTo>
                  <a:pt x="5453" y="399"/>
                </a:lnTo>
                <a:lnTo>
                  <a:pt x="5436" y="400"/>
                </a:lnTo>
                <a:lnTo>
                  <a:pt x="5427" y="397"/>
                </a:lnTo>
                <a:lnTo>
                  <a:pt x="5419" y="394"/>
                </a:lnTo>
                <a:lnTo>
                  <a:pt x="5425" y="388"/>
                </a:lnTo>
                <a:lnTo>
                  <a:pt x="5437" y="387"/>
                </a:lnTo>
                <a:lnTo>
                  <a:pt x="5449" y="387"/>
                </a:lnTo>
                <a:lnTo>
                  <a:pt x="5459" y="390"/>
                </a:lnTo>
                <a:lnTo>
                  <a:pt x="5460" y="394"/>
                </a:lnTo>
                <a:lnTo>
                  <a:pt x="5458" y="396"/>
                </a:lnTo>
                <a:close/>
                <a:moveTo>
                  <a:pt x="4800" y="412"/>
                </a:moveTo>
                <a:lnTo>
                  <a:pt x="4794" y="416"/>
                </a:lnTo>
                <a:lnTo>
                  <a:pt x="4777" y="417"/>
                </a:lnTo>
                <a:lnTo>
                  <a:pt x="4768" y="414"/>
                </a:lnTo>
                <a:lnTo>
                  <a:pt x="4760" y="410"/>
                </a:lnTo>
                <a:lnTo>
                  <a:pt x="4766" y="405"/>
                </a:lnTo>
                <a:lnTo>
                  <a:pt x="4778" y="404"/>
                </a:lnTo>
                <a:lnTo>
                  <a:pt x="4790" y="404"/>
                </a:lnTo>
                <a:lnTo>
                  <a:pt x="4801" y="407"/>
                </a:lnTo>
                <a:lnTo>
                  <a:pt x="4802" y="410"/>
                </a:lnTo>
                <a:lnTo>
                  <a:pt x="4800" y="412"/>
                </a:lnTo>
                <a:close/>
                <a:moveTo>
                  <a:pt x="4070" y="434"/>
                </a:moveTo>
                <a:lnTo>
                  <a:pt x="4070" y="437"/>
                </a:lnTo>
                <a:lnTo>
                  <a:pt x="4055" y="444"/>
                </a:lnTo>
                <a:lnTo>
                  <a:pt x="4003" y="452"/>
                </a:lnTo>
                <a:lnTo>
                  <a:pt x="3952" y="456"/>
                </a:lnTo>
                <a:lnTo>
                  <a:pt x="3901" y="457"/>
                </a:lnTo>
                <a:lnTo>
                  <a:pt x="3847" y="455"/>
                </a:lnTo>
                <a:lnTo>
                  <a:pt x="3826" y="451"/>
                </a:lnTo>
                <a:lnTo>
                  <a:pt x="3825" y="449"/>
                </a:lnTo>
                <a:lnTo>
                  <a:pt x="3831" y="444"/>
                </a:lnTo>
                <a:lnTo>
                  <a:pt x="3888" y="434"/>
                </a:lnTo>
                <a:lnTo>
                  <a:pt x="3932" y="431"/>
                </a:lnTo>
                <a:lnTo>
                  <a:pt x="4015" y="426"/>
                </a:lnTo>
                <a:lnTo>
                  <a:pt x="4048" y="422"/>
                </a:lnTo>
                <a:lnTo>
                  <a:pt x="4054" y="422"/>
                </a:lnTo>
                <a:lnTo>
                  <a:pt x="4065" y="428"/>
                </a:lnTo>
                <a:lnTo>
                  <a:pt x="4070" y="434"/>
                </a:lnTo>
                <a:close/>
                <a:moveTo>
                  <a:pt x="4482" y="426"/>
                </a:moveTo>
                <a:lnTo>
                  <a:pt x="4467" y="430"/>
                </a:lnTo>
                <a:lnTo>
                  <a:pt x="4361" y="436"/>
                </a:lnTo>
                <a:lnTo>
                  <a:pt x="4222" y="437"/>
                </a:lnTo>
                <a:lnTo>
                  <a:pt x="4115" y="433"/>
                </a:lnTo>
                <a:lnTo>
                  <a:pt x="4100" y="429"/>
                </a:lnTo>
                <a:lnTo>
                  <a:pt x="4107" y="425"/>
                </a:lnTo>
                <a:lnTo>
                  <a:pt x="4211" y="420"/>
                </a:lnTo>
                <a:lnTo>
                  <a:pt x="4290" y="419"/>
                </a:lnTo>
                <a:lnTo>
                  <a:pt x="4369" y="419"/>
                </a:lnTo>
                <a:lnTo>
                  <a:pt x="4473" y="423"/>
                </a:lnTo>
                <a:lnTo>
                  <a:pt x="4482" y="426"/>
                </a:lnTo>
                <a:close/>
                <a:moveTo>
                  <a:pt x="1781" y="452"/>
                </a:moveTo>
                <a:lnTo>
                  <a:pt x="1780" y="459"/>
                </a:lnTo>
                <a:lnTo>
                  <a:pt x="1770" y="469"/>
                </a:lnTo>
                <a:lnTo>
                  <a:pt x="1763" y="470"/>
                </a:lnTo>
                <a:lnTo>
                  <a:pt x="1757" y="469"/>
                </a:lnTo>
                <a:lnTo>
                  <a:pt x="1753" y="459"/>
                </a:lnTo>
                <a:lnTo>
                  <a:pt x="1756" y="452"/>
                </a:lnTo>
                <a:lnTo>
                  <a:pt x="1760" y="445"/>
                </a:lnTo>
                <a:lnTo>
                  <a:pt x="1770" y="436"/>
                </a:lnTo>
                <a:lnTo>
                  <a:pt x="1774" y="436"/>
                </a:lnTo>
                <a:lnTo>
                  <a:pt x="1777" y="436"/>
                </a:lnTo>
                <a:lnTo>
                  <a:pt x="1781" y="445"/>
                </a:lnTo>
                <a:lnTo>
                  <a:pt x="1781" y="452"/>
                </a:lnTo>
                <a:close/>
                <a:moveTo>
                  <a:pt x="3775" y="452"/>
                </a:moveTo>
                <a:lnTo>
                  <a:pt x="3751" y="459"/>
                </a:lnTo>
                <a:lnTo>
                  <a:pt x="3710" y="468"/>
                </a:lnTo>
                <a:lnTo>
                  <a:pt x="3678" y="468"/>
                </a:lnTo>
                <a:lnTo>
                  <a:pt x="3665" y="462"/>
                </a:lnTo>
                <a:lnTo>
                  <a:pt x="3663" y="456"/>
                </a:lnTo>
                <a:lnTo>
                  <a:pt x="3664" y="452"/>
                </a:lnTo>
                <a:lnTo>
                  <a:pt x="3667" y="449"/>
                </a:lnTo>
                <a:lnTo>
                  <a:pt x="3682" y="443"/>
                </a:lnTo>
                <a:lnTo>
                  <a:pt x="3717" y="437"/>
                </a:lnTo>
                <a:lnTo>
                  <a:pt x="3745" y="437"/>
                </a:lnTo>
                <a:lnTo>
                  <a:pt x="3784" y="439"/>
                </a:lnTo>
                <a:lnTo>
                  <a:pt x="3798" y="443"/>
                </a:lnTo>
                <a:lnTo>
                  <a:pt x="3787" y="448"/>
                </a:lnTo>
                <a:lnTo>
                  <a:pt x="3775" y="452"/>
                </a:lnTo>
                <a:close/>
                <a:moveTo>
                  <a:pt x="791" y="480"/>
                </a:moveTo>
                <a:lnTo>
                  <a:pt x="800" y="502"/>
                </a:lnTo>
                <a:lnTo>
                  <a:pt x="800" y="517"/>
                </a:lnTo>
                <a:lnTo>
                  <a:pt x="793" y="520"/>
                </a:lnTo>
                <a:lnTo>
                  <a:pt x="786" y="520"/>
                </a:lnTo>
                <a:lnTo>
                  <a:pt x="780" y="518"/>
                </a:lnTo>
                <a:lnTo>
                  <a:pt x="767" y="500"/>
                </a:lnTo>
                <a:lnTo>
                  <a:pt x="763" y="487"/>
                </a:lnTo>
                <a:lnTo>
                  <a:pt x="759" y="473"/>
                </a:lnTo>
                <a:lnTo>
                  <a:pt x="763" y="455"/>
                </a:lnTo>
                <a:lnTo>
                  <a:pt x="773" y="453"/>
                </a:lnTo>
                <a:lnTo>
                  <a:pt x="785" y="467"/>
                </a:lnTo>
                <a:lnTo>
                  <a:pt x="791" y="480"/>
                </a:lnTo>
                <a:close/>
                <a:moveTo>
                  <a:pt x="1054" y="470"/>
                </a:moveTo>
                <a:lnTo>
                  <a:pt x="1053" y="476"/>
                </a:lnTo>
                <a:lnTo>
                  <a:pt x="1043" y="486"/>
                </a:lnTo>
                <a:lnTo>
                  <a:pt x="1036" y="487"/>
                </a:lnTo>
                <a:lnTo>
                  <a:pt x="1030" y="486"/>
                </a:lnTo>
                <a:lnTo>
                  <a:pt x="1027" y="476"/>
                </a:lnTo>
                <a:lnTo>
                  <a:pt x="1029" y="470"/>
                </a:lnTo>
                <a:lnTo>
                  <a:pt x="1033" y="462"/>
                </a:lnTo>
                <a:lnTo>
                  <a:pt x="1043" y="453"/>
                </a:lnTo>
                <a:lnTo>
                  <a:pt x="1048" y="452"/>
                </a:lnTo>
                <a:lnTo>
                  <a:pt x="1050" y="453"/>
                </a:lnTo>
                <a:lnTo>
                  <a:pt x="1054" y="462"/>
                </a:lnTo>
                <a:lnTo>
                  <a:pt x="1054" y="470"/>
                </a:lnTo>
                <a:close/>
                <a:moveTo>
                  <a:pt x="1754" y="498"/>
                </a:moveTo>
                <a:lnTo>
                  <a:pt x="1765" y="495"/>
                </a:lnTo>
                <a:lnTo>
                  <a:pt x="1773" y="502"/>
                </a:lnTo>
                <a:lnTo>
                  <a:pt x="1769" y="513"/>
                </a:lnTo>
                <a:lnTo>
                  <a:pt x="1765" y="523"/>
                </a:lnTo>
                <a:lnTo>
                  <a:pt x="1750" y="534"/>
                </a:lnTo>
                <a:lnTo>
                  <a:pt x="1730" y="535"/>
                </a:lnTo>
                <a:lnTo>
                  <a:pt x="1709" y="525"/>
                </a:lnTo>
                <a:lnTo>
                  <a:pt x="1698" y="515"/>
                </a:lnTo>
                <a:lnTo>
                  <a:pt x="1686" y="505"/>
                </a:lnTo>
                <a:lnTo>
                  <a:pt x="1680" y="509"/>
                </a:lnTo>
                <a:lnTo>
                  <a:pt x="1685" y="523"/>
                </a:lnTo>
                <a:lnTo>
                  <a:pt x="1687" y="535"/>
                </a:lnTo>
                <a:lnTo>
                  <a:pt x="1683" y="551"/>
                </a:lnTo>
                <a:lnTo>
                  <a:pt x="1675" y="559"/>
                </a:lnTo>
                <a:lnTo>
                  <a:pt x="1670" y="561"/>
                </a:lnTo>
                <a:lnTo>
                  <a:pt x="1660" y="564"/>
                </a:lnTo>
                <a:lnTo>
                  <a:pt x="1651" y="560"/>
                </a:lnTo>
                <a:lnTo>
                  <a:pt x="1654" y="554"/>
                </a:lnTo>
                <a:lnTo>
                  <a:pt x="1656" y="547"/>
                </a:lnTo>
                <a:lnTo>
                  <a:pt x="1648" y="537"/>
                </a:lnTo>
                <a:lnTo>
                  <a:pt x="1639" y="537"/>
                </a:lnTo>
                <a:lnTo>
                  <a:pt x="1628" y="537"/>
                </a:lnTo>
                <a:lnTo>
                  <a:pt x="1614" y="547"/>
                </a:lnTo>
                <a:lnTo>
                  <a:pt x="1612" y="554"/>
                </a:lnTo>
                <a:lnTo>
                  <a:pt x="1611" y="561"/>
                </a:lnTo>
                <a:lnTo>
                  <a:pt x="1603" y="570"/>
                </a:lnTo>
                <a:lnTo>
                  <a:pt x="1597" y="571"/>
                </a:lnTo>
                <a:lnTo>
                  <a:pt x="1592" y="569"/>
                </a:lnTo>
                <a:lnTo>
                  <a:pt x="1588" y="552"/>
                </a:lnTo>
                <a:lnTo>
                  <a:pt x="1591" y="538"/>
                </a:lnTo>
                <a:lnTo>
                  <a:pt x="1593" y="532"/>
                </a:lnTo>
                <a:lnTo>
                  <a:pt x="1601" y="521"/>
                </a:lnTo>
                <a:lnTo>
                  <a:pt x="1612" y="513"/>
                </a:lnTo>
                <a:lnTo>
                  <a:pt x="1626" y="510"/>
                </a:lnTo>
                <a:lnTo>
                  <a:pt x="1634" y="510"/>
                </a:lnTo>
                <a:lnTo>
                  <a:pt x="1643" y="510"/>
                </a:lnTo>
                <a:lnTo>
                  <a:pt x="1657" y="508"/>
                </a:lnTo>
                <a:lnTo>
                  <a:pt x="1666" y="501"/>
                </a:lnTo>
                <a:lnTo>
                  <a:pt x="1670" y="489"/>
                </a:lnTo>
                <a:lnTo>
                  <a:pt x="1670" y="482"/>
                </a:lnTo>
                <a:lnTo>
                  <a:pt x="1669" y="472"/>
                </a:lnTo>
                <a:lnTo>
                  <a:pt x="1669" y="460"/>
                </a:lnTo>
                <a:lnTo>
                  <a:pt x="1679" y="462"/>
                </a:lnTo>
                <a:lnTo>
                  <a:pt x="1698" y="480"/>
                </a:lnTo>
                <a:lnTo>
                  <a:pt x="1712" y="490"/>
                </a:lnTo>
                <a:lnTo>
                  <a:pt x="1743" y="500"/>
                </a:lnTo>
                <a:lnTo>
                  <a:pt x="1754" y="498"/>
                </a:lnTo>
                <a:close/>
                <a:moveTo>
                  <a:pt x="2148" y="515"/>
                </a:moveTo>
                <a:lnTo>
                  <a:pt x="2146" y="524"/>
                </a:lnTo>
                <a:lnTo>
                  <a:pt x="2128" y="535"/>
                </a:lnTo>
                <a:lnTo>
                  <a:pt x="2116" y="537"/>
                </a:lnTo>
                <a:lnTo>
                  <a:pt x="2102" y="536"/>
                </a:lnTo>
                <a:lnTo>
                  <a:pt x="2092" y="530"/>
                </a:lnTo>
                <a:lnTo>
                  <a:pt x="2090" y="525"/>
                </a:lnTo>
                <a:lnTo>
                  <a:pt x="2092" y="522"/>
                </a:lnTo>
                <a:lnTo>
                  <a:pt x="2093" y="519"/>
                </a:lnTo>
                <a:lnTo>
                  <a:pt x="2091" y="516"/>
                </a:lnTo>
                <a:lnTo>
                  <a:pt x="2077" y="519"/>
                </a:lnTo>
                <a:lnTo>
                  <a:pt x="2062" y="525"/>
                </a:lnTo>
                <a:lnTo>
                  <a:pt x="2044" y="535"/>
                </a:lnTo>
                <a:lnTo>
                  <a:pt x="2034" y="548"/>
                </a:lnTo>
                <a:lnTo>
                  <a:pt x="2036" y="554"/>
                </a:lnTo>
                <a:lnTo>
                  <a:pt x="2040" y="558"/>
                </a:lnTo>
                <a:lnTo>
                  <a:pt x="2047" y="563"/>
                </a:lnTo>
                <a:lnTo>
                  <a:pt x="2049" y="570"/>
                </a:lnTo>
                <a:lnTo>
                  <a:pt x="2043" y="571"/>
                </a:lnTo>
                <a:lnTo>
                  <a:pt x="2035" y="570"/>
                </a:lnTo>
                <a:lnTo>
                  <a:pt x="2014" y="560"/>
                </a:lnTo>
                <a:lnTo>
                  <a:pt x="2006" y="553"/>
                </a:lnTo>
                <a:lnTo>
                  <a:pt x="2000" y="548"/>
                </a:lnTo>
                <a:lnTo>
                  <a:pt x="1977" y="540"/>
                </a:lnTo>
                <a:lnTo>
                  <a:pt x="1926" y="533"/>
                </a:lnTo>
                <a:lnTo>
                  <a:pt x="1885" y="533"/>
                </a:lnTo>
                <a:lnTo>
                  <a:pt x="1834" y="533"/>
                </a:lnTo>
                <a:lnTo>
                  <a:pt x="1797" y="526"/>
                </a:lnTo>
                <a:lnTo>
                  <a:pt x="1790" y="518"/>
                </a:lnTo>
                <a:lnTo>
                  <a:pt x="1791" y="512"/>
                </a:lnTo>
                <a:lnTo>
                  <a:pt x="1796" y="503"/>
                </a:lnTo>
                <a:lnTo>
                  <a:pt x="1819" y="486"/>
                </a:lnTo>
                <a:lnTo>
                  <a:pt x="1832" y="482"/>
                </a:lnTo>
                <a:lnTo>
                  <a:pt x="1846" y="479"/>
                </a:lnTo>
                <a:lnTo>
                  <a:pt x="1856" y="483"/>
                </a:lnTo>
                <a:lnTo>
                  <a:pt x="1856" y="492"/>
                </a:lnTo>
                <a:lnTo>
                  <a:pt x="1854" y="498"/>
                </a:lnTo>
                <a:lnTo>
                  <a:pt x="1851" y="505"/>
                </a:lnTo>
                <a:lnTo>
                  <a:pt x="1850" y="514"/>
                </a:lnTo>
                <a:lnTo>
                  <a:pt x="1860" y="519"/>
                </a:lnTo>
                <a:lnTo>
                  <a:pt x="1875" y="515"/>
                </a:lnTo>
                <a:lnTo>
                  <a:pt x="1915" y="505"/>
                </a:lnTo>
                <a:lnTo>
                  <a:pt x="1972" y="493"/>
                </a:lnTo>
                <a:lnTo>
                  <a:pt x="1997" y="489"/>
                </a:lnTo>
                <a:lnTo>
                  <a:pt x="2036" y="476"/>
                </a:lnTo>
                <a:lnTo>
                  <a:pt x="2043" y="470"/>
                </a:lnTo>
                <a:lnTo>
                  <a:pt x="2046" y="467"/>
                </a:lnTo>
                <a:lnTo>
                  <a:pt x="2058" y="464"/>
                </a:lnTo>
                <a:lnTo>
                  <a:pt x="2082" y="468"/>
                </a:lnTo>
                <a:lnTo>
                  <a:pt x="2119" y="484"/>
                </a:lnTo>
                <a:lnTo>
                  <a:pt x="2140" y="499"/>
                </a:lnTo>
                <a:lnTo>
                  <a:pt x="2147" y="510"/>
                </a:lnTo>
                <a:lnTo>
                  <a:pt x="2148" y="515"/>
                </a:lnTo>
                <a:close/>
                <a:moveTo>
                  <a:pt x="2263" y="470"/>
                </a:moveTo>
                <a:lnTo>
                  <a:pt x="2260" y="476"/>
                </a:lnTo>
                <a:lnTo>
                  <a:pt x="2264" y="486"/>
                </a:lnTo>
                <a:lnTo>
                  <a:pt x="2270" y="487"/>
                </a:lnTo>
                <a:lnTo>
                  <a:pt x="2277" y="488"/>
                </a:lnTo>
                <a:lnTo>
                  <a:pt x="2287" y="498"/>
                </a:lnTo>
                <a:lnTo>
                  <a:pt x="2288" y="505"/>
                </a:lnTo>
                <a:lnTo>
                  <a:pt x="2287" y="509"/>
                </a:lnTo>
                <a:lnTo>
                  <a:pt x="2282" y="514"/>
                </a:lnTo>
                <a:lnTo>
                  <a:pt x="2266" y="519"/>
                </a:lnTo>
                <a:lnTo>
                  <a:pt x="2250" y="518"/>
                </a:lnTo>
                <a:lnTo>
                  <a:pt x="2234" y="517"/>
                </a:lnTo>
                <a:lnTo>
                  <a:pt x="2202" y="520"/>
                </a:lnTo>
                <a:lnTo>
                  <a:pt x="2192" y="525"/>
                </a:lnTo>
                <a:lnTo>
                  <a:pt x="2184" y="529"/>
                </a:lnTo>
                <a:lnTo>
                  <a:pt x="2166" y="525"/>
                </a:lnTo>
                <a:lnTo>
                  <a:pt x="2161" y="518"/>
                </a:lnTo>
                <a:lnTo>
                  <a:pt x="2159" y="515"/>
                </a:lnTo>
                <a:lnTo>
                  <a:pt x="2160" y="507"/>
                </a:lnTo>
                <a:lnTo>
                  <a:pt x="2171" y="496"/>
                </a:lnTo>
                <a:lnTo>
                  <a:pt x="2185" y="492"/>
                </a:lnTo>
                <a:lnTo>
                  <a:pt x="2200" y="487"/>
                </a:lnTo>
                <a:lnTo>
                  <a:pt x="2218" y="475"/>
                </a:lnTo>
                <a:lnTo>
                  <a:pt x="2220" y="468"/>
                </a:lnTo>
                <a:lnTo>
                  <a:pt x="2222" y="461"/>
                </a:lnTo>
                <a:lnTo>
                  <a:pt x="2236" y="453"/>
                </a:lnTo>
                <a:lnTo>
                  <a:pt x="2247" y="452"/>
                </a:lnTo>
                <a:lnTo>
                  <a:pt x="2257" y="453"/>
                </a:lnTo>
                <a:lnTo>
                  <a:pt x="2265" y="462"/>
                </a:lnTo>
                <a:lnTo>
                  <a:pt x="2263" y="470"/>
                </a:lnTo>
                <a:close/>
                <a:moveTo>
                  <a:pt x="2407" y="468"/>
                </a:moveTo>
                <a:lnTo>
                  <a:pt x="2408" y="474"/>
                </a:lnTo>
                <a:lnTo>
                  <a:pt x="2420" y="482"/>
                </a:lnTo>
                <a:lnTo>
                  <a:pt x="2428" y="482"/>
                </a:lnTo>
                <a:lnTo>
                  <a:pt x="2460" y="482"/>
                </a:lnTo>
                <a:lnTo>
                  <a:pt x="2524" y="487"/>
                </a:lnTo>
                <a:lnTo>
                  <a:pt x="2562" y="489"/>
                </a:lnTo>
                <a:lnTo>
                  <a:pt x="2575" y="495"/>
                </a:lnTo>
                <a:lnTo>
                  <a:pt x="2553" y="498"/>
                </a:lnTo>
                <a:lnTo>
                  <a:pt x="2533" y="503"/>
                </a:lnTo>
                <a:lnTo>
                  <a:pt x="2502" y="520"/>
                </a:lnTo>
                <a:lnTo>
                  <a:pt x="2496" y="530"/>
                </a:lnTo>
                <a:lnTo>
                  <a:pt x="2493" y="535"/>
                </a:lnTo>
                <a:lnTo>
                  <a:pt x="2480" y="545"/>
                </a:lnTo>
                <a:lnTo>
                  <a:pt x="2448" y="553"/>
                </a:lnTo>
                <a:lnTo>
                  <a:pt x="2417" y="554"/>
                </a:lnTo>
                <a:lnTo>
                  <a:pt x="2396" y="554"/>
                </a:lnTo>
                <a:lnTo>
                  <a:pt x="2368" y="551"/>
                </a:lnTo>
                <a:lnTo>
                  <a:pt x="2351" y="543"/>
                </a:lnTo>
                <a:lnTo>
                  <a:pt x="2344" y="532"/>
                </a:lnTo>
                <a:lnTo>
                  <a:pt x="2344" y="523"/>
                </a:lnTo>
                <a:lnTo>
                  <a:pt x="2345" y="511"/>
                </a:lnTo>
                <a:lnTo>
                  <a:pt x="2353" y="487"/>
                </a:lnTo>
                <a:lnTo>
                  <a:pt x="2366" y="467"/>
                </a:lnTo>
                <a:lnTo>
                  <a:pt x="2382" y="454"/>
                </a:lnTo>
                <a:lnTo>
                  <a:pt x="2391" y="452"/>
                </a:lnTo>
                <a:lnTo>
                  <a:pt x="2397" y="453"/>
                </a:lnTo>
                <a:lnTo>
                  <a:pt x="2405" y="461"/>
                </a:lnTo>
                <a:lnTo>
                  <a:pt x="2407" y="468"/>
                </a:lnTo>
                <a:close/>
                <a:moveTo>
                  <a:pt x="2812" y="480"/>
                </a:moveTo>
                <a:lnTo>
                  <a:pt x="2808" y="482"/>
                </a:lnTo>
                <a:lnTo>
                  <a:pt x="2771" y="486"/>
                </a:lnTo>
                <a:lnTo>
                  <a:pt x="2744" y="487"/>
                </a:lnTo>
                <a:lnTo>
                  <a:pt x="2717" y="486"/>
                </a:lnTo>
                <a:lnTo>
                  <a:pt x="2687" y="481"/>
                </a:lnTo>
                <a:lnTo>
                  <a:pt x="2677" y="476"/>
                </a:lnTo>
                <a:lnTo>
                  <a:pt x="2676" y="473"/>
                </a:lnTo>
                <a:lnTo>
                  <a:pt x="2680" y="469"/>
                </a:lnTo>
                <a:lnTo>
                  <a:pt x="2717" y="465"/>
                </a:lnTo>
                <a:lnTo>
                  <a:pt x="2744" y="467"/>
                </a:lnTo>
                <a:lnTo>
                  <a:pt x="2771" y="470"/>
                </a:lnTo>
                <a:lnTo>
                  <a:pt x="2808" y="477"/>
                </a:lnTo>
                <a:lnTo>
                  <a:pt x="2812" y="480"/>
                </a:lnTo>
                <a:close/>
                <a:moveTo>
                  <a:pt x="3504" y="472"/>
                </a:moveTo>
                <a:lnTo>
                  <a:pt x="3503" y="478"/>
                </a:lnTo>
                <a:lnTo>
                  <a:pt x="3497" y="483"/>
                </a:lnTo>
                <a:lnTo>
                  <a:pt x="3492" y="482"/>
                </a:lnTo>
                <a:lnTo>
                  <a:pt x="3465" y="480"/>
                </a:lnTo>
                <a:lnTo>
                  <a:pt x="3265" y="489"/>
                </a:lnTo>
                <a:lnTo>
                  <a:pt x="3003" y="507"/>
                </a:lnTo>
                <a:lnTo>
                  <a:pt x="2803" y="525"/>
                </a:lnTo>
                <a:lnTo>
                  <a:pt x="2774" y="530"/>
                </a:lnTo>
                <a:lnTo>
                  <a:pt x="2769" y="532"/>
                </a:lnTo>
                <a:lnTo>
                  <a:pt x="2758" y="527"/>
                </a:lnTo>
                <a:lnTo>
                  <a:pt x="2752" y="520"/>
                </a:lnTo>
                <a:lnTo>
                  <a:pt x="2751" y="516"/>
                </a:lnTo>
                <a:lnTo>
                  <a:pt x="2754" y="510"/>
                </a:lnTo>
                <a:lnTo>
                  <a:pt x="2772" y="504"/>
                </a:lnTo>
                <a:lnTo>
                  <a:pt x="2795" y="503"/>
                </a:lnTo>
                <a:lnTo>
                  <a:pt x="2816" y="502"/>
                </a:lnTo>
                <a:lnTo>
                  <a:pt x="2835" y="496"/>
                </a:lnTo>
                <a:lnTo>
                  <a:pt x="2838" y="490"/>
                </a:lnTo>
                <a:lnTo>
                  <a:pt x="2837" y="487"/>
                </a:lnTo>
                <a:lnTo>
                  <a:pt x="2834" y="480"/>
                </a:lnTo>
                <a:lnTo>
                  <a:pt x="2838" y="471"/>
                </a:lnTo>
                <a:lnTo>
                  <a:pt x="2843" y="470"/>
                </a:lnTo>
                <a:lnTo>
                  <a:pt x="2851" y="471"/>
                </a:lnTo>
                <a:lnTo>
                  <a:pt x="2862" y="481"/>
                </a:lnTo>
                <a:lnTo>
                  <a:pt x="2863" y="488"/>
                </a:lnTo>
                <a:lnTo>
                  <a:pt x="2863" y="494"/>
                </a:lnTo>
                <a:lnTo>
                  <a:pt x="2872" y="499"/>
                </a:lnTo>
                <a:lnTo>
                  <a:pt x="2878" y="497"/>
                </a:lnTo>
                <a:lnTo>
                  <a:pt x="2896" y="492"/>
                </a:lnTo>
                <a:lnTo>
                  <a:pt x="3022" y="482"/>
                </a:lnTo>
                <a:lnTo>
                  <a:pt x="3109" y="478"/>
                </a:lnTo>
                <a:lnTo>
                  <a:pt x="3277" y="471"/>
                </a:lnTo>
                <a:lnTo>
                  <a:pt x="3329" y="465"/>
                </a:lnTo>
                <a:lnTo>
                  <a:pt x="3338" y="460"/>
                </a:lnTo>
                <a:lnTo>
                  <a:pt x="3390" y="457"/>
                </a:lnTo>
                <a:lnTo>
                  <a:pt x="3452" y="459"/>
                </a:lnTo>
                <a:lnTo>
                  <a:pt x="3499" y="467"/>
                </a:lnTo>
                <a:lnTo>
                  <a:pt x="3504" y="472"/>
                </a:lnTo>
                <a:close/>
                <a:moveTo>
                  <a:pt x="3619" y="465"/>
                </a:moveTo>
                <a:lnTo>
                  <a:pt x="3606" y="467"/>
                </a:lnTo>
                <a:lnTo>
                  <a:pt x="3573" y="467"/>
                </a:lnTo>
                <a:lnTo>
                  <a:pt x="3560" y="465"/>
                </a:lnTo>
                <a:lnTo>
                  <a:pt x="3555" y="462"/>
                </a:lnTo>
                <a:lnTo>
                  <a:pt x="3553" y="459"/>
                </a:lnTo>
                <a:lnTo>
                  <a:pt x="3567" y="456"/>
                </a:lnTo>
                <a:lnTo>
                  <a:pt x="3588" y="456"/>
                </a:lnTo>
                <a:lnTo>
                  <a:pt x="3611" y="456"/>
                </a:lnTo>
                <a:lnTo>
                  <a:pt x="3625" y="459"/>
                </a:lnTo>
                <a:lnTo>
                  <a:pt x="3624" y="462"/>
                </a:lnTo>
                <a:lnTo>
                  <a:pt x="3619" y="465"/>
                </a:lnTo>
                <a:close/>
                <a:moveTo>
                  <a:pt x="970" y="485"/>
                </a:moveTo>
                <a:lnTo>
                  <a:pt x="969" y="488"/>
                </a:lnTo>
                <a:lnTo>
                  <a:pt x="961" y="495"/>
                </a:lnTo>
                <a:lnTo>
                  <a:pt x="937" y="504"/>
                </a:lnTo>
                <a:lnTo>
                  <a:pt x="894" y="510"/>
                </a:lnTo>
                <a:lnTo>
                  <a:pt x="855" y="510"/>
                </a:lnTo>
                <a:lnTo>
                  <a:pt x="844" y="505"/>
                </a:lnTo>
                <a:lnTo>
                  <a:pt x="840" y="502"/>
                </a:lnTo>
                <a:lnTo>
                  <a:pt x="845" y="496"/>
                </a:lnTo>
                <a:lnTo>
                  <a:pt x="887" y="485"/>
                </a:lnTo>
                <a:lnTo>
                  <a:pt x="958" y="472"/>
                </a:lnTo>
                <a:lnTo>
                  <a:pt x="963" y="472"/>
                </a:lnTo>
                <a:lnTo>
                  <a:pt x="969" y="479"/>
                </a:lnTo>
                <a:lnTo>
                  <a:pt x="970" y="485"/>
                </a:lnTo>
                <a:close/>
                <a:moveTo>
                  <a:pt x="1543" y="532"/>
                </a:moveTo>
                <a:lnTo>
                  <a:pt x="1542" y="551"/>
                </a:lnTo>
                <a:lnTo>
                  <a:pt x="1538" y="561"/>
                </a:lnTo>
                <a:lnTo>
                  <a:pt x="1535" y="559"/>
                </a:lnTo>
                <a:lnTo>
                  <a:pt x="1533" y="554"/>
                </a:lnTo>
                <a:lnTo>
                  <a:pt x="1522" y="529"/>
                </a:lnTo>
                <a:lnTo>
                  <a:pt x="1505" y="507"/>
                </a:lnTo>
                <a:lnTo>
                  <a:pt x="1498" y="497"/>
                </a:lnTo>
                <a:lnTo>
                  <a:pt x="1504" y="487"/>
                </a:lnTo>
                <a:lnTo>
                  <a:pt x="1518" y="487"/>
                </a:lnTo>
                <a:lnTo>
                  <a:pt x="1525" y="487"/>
                </a:lnTo>
                <a:lnTo>
                  <a:pt x="1535" y="492"/>
                </a:lnTo>
                <a:lnTo>
                  <a:pt x="1543" y="510"/>
                </a:lnTo>
                <a:lnTo>
                  <a:pt x="1543" y="532"/>
                </a:lnTo>
                <a:close/>
                <a:moveTo>
                  <a:pt x="1368" y="520"/>
                </a:moveTo>
                <a:lnTo>
                  <a:pt x="1350" y="527"/>
                </a:lnTo>
                <a:lnTo>
                  <a:pt x="1322" y="534"/>
                </a:lnTo>
                <a:lnTo>
                  <a:pt x="1303" y="534"/>
                </a:lnTo>
                <a:lnTo>
                  <a:pt x="1297" y="527"/>
                </a:lnTo>
                <a:lnTo>
                  <a:pt x="1300" y="520"/>
                </a:lnTo>
                <a:lnTo>
                  <a:pt x="1306" y="513"/>
                </a:lnTo>
                <a:lnTo>
                  <a:pt x="1336" y="505"/>
                </a:lnTo>
                <a:lnTo>
                  <a:pt x="1355" y="505"/>
                </a:lnTo>
                <a:lnTo>
                  <a:pt x="1381" y="505"/>
                </a:lnTo>
                <a:lnTo>
                  <a:pt x="1386" y="511"/>
                </a:lnTo>
                <a:lnTo>
                  <a:pt x="1368" y="520"/>
                </a:lnTo>
                <a:close/>
                <a:moveTo>
                  <a:pt x="2714" y="523"/>
                </a:moveTo>
                <a:lnTo>
                  <a:pt x="2702" y="533"/>
                </a:lnTo>
                <a:lnTo>
                  <a:pt x="2684" y="533"/>
                </a:lnTo>
                <a:lnTo>
                  <a:pt x="2673" y="523"/>
                </a:lnTo>
                <a:lnTo>
                  <a:pt x="2668" y="518"/>
                </a:lnTo>
                <a:lnTo>
                  <a:pt x="2664" y="510"/>
                </a:lnTo>
                <a:lnTo>
                  <a:pt x="2673" y="504"/>
                </a:lnTo>
                <a:lnTo>
                  <a:pt x="2693" y="503"/>
                </a:lnTo>
                <a:lnTo>
                  <a:pt x="2714" y="504"/>
                </a:lnTo>
                <a:lnTo>
                  <a:pt x="2723" y="510"/>
                </a:lnTo>
                <a:lnTo>
                  <a:pt x="2719" y="518"/>
                </a:lnTo>
                <a:lnTo>
                  <a:pt x="2714" y="523"/>
                </a:lnTo>
                <a:close/>
                <a:moveTo>
                  <a:pt x="2631" y="532"/>
                </a:moveTo>
                <a:lnTo>
                  <a:pt x="2620" y="534"/>
                </a:lnTo>
                <a:lnTo>
                  <a:pt x="2593" y="534"/>
                </a:lnTo>
                <a:lnTo>
                  <a:pt x="2580" y="532"/>
                </a:lnTo>
                <a:lnTo>
                  <a:pt x="2575" y="530"/>
                </a:lnTo>
                <a:lnTo>
                  <a:pt x="2572" y="527"/>
                </a:lnTo>
                <a:lnTo>
                  <a:pt x="2582" y="524"/>
                </a:lnTo>
                <a:lnTo>
                  <a:pt x="2600" y="523"/>
                </a:lnTo>
                <a:lnTo>
                  <a:pt x="2619" y="524"/>
                </a:lnTo>
                <a:lnTo>
                  <a:pt x="2634" y="527"/>
                </a:lnTo>
                <a:lnTo>
                  <a:pt x="2634" y="530"/>
                </a:lnTo>
                <a:lnTo>
                  <a:pt x="2631" y="532"/>
                </a:lnTo>
                <a:close/>
                <a:moveTo>
                  <a:pt x="2310" y="549"/>
                </a:moveTo>
                <a:lnTo>
                  <a:pt x="2300" y="551"/>
                </a:lnTo>
                <a:lnTo>
                  <a:pt x="2277" y="551"/>
                </a:lnTo>
                <a:lnTo>
                  <a:pt x="2268" y="549"/>
                </a:lnTo>
                <a:lnTo>
                  <a:pt x="2264" y="548"/>
                </a:lnTo>
                <a:lnTo>
                  <a:pt x="2263" y="543"/>
                </a:lnTo>
                <a:lnTo>
                  <a:pt x="2272" y="540"/>
                </a:lnTo>
                <a:lnTo>
                  <a:pt x="2288" y="540"/>
                </a:lnTo>
                <a:lnTo>
                  <a:pt x="2304" y="540"/>
                </a:lnTo>
                <a:lnTo>
                  <a:pt x="2314" y="543"/>
                </a:lnTo>
                <a:lnTo>
                  <a:pt x="2313" y="548"/>
                </a:lnTo>
                <a:lnTo>
                  <a:pt x="2310" y="549"/>
                </a:lnTo>
                <a:close/>
                <a:moveTo>
                  <a:pt x="616" y="571"/>
                </a:moveTo>
                <a:lnTo>
                  <a:pt x="614" y="583"/>
                </a:lnTo>
                <a:lnTo>
                  <a:pt x="608" y="588"/>
                </a:lnTo>
                <a:lnTo>
                  <a:pt x="599" y="583"/>
                </a:lnTo>
                <a:lnTo>
                  <a:pt x="590" y="571"/>
                </a:lnTo>
                <a:lnTo>
                  <a:pt x="587" y="564"/>
                </a:lnTo>
                <a:lnTo>
                  <a:pt x="591" y="555"/>
                </a:lnTo>
                <a:lnTo>
                  <a:pt x="597" y="554"/>
                </a:lnTo>
                <a:lnTo>
                  <a:pt x="604" y="555"/>
                </a:lnTo>
                <a:lnTo>
                  <a:pt x="615" y="564"/>
                </a:lnTo>
                <a:lnTo>
                  <a:pt x="616" y="571"/>
                </a:lnTo>
                <a:close/>
                <a:moveTo>
                  <a:pt x="1511" y="561"/>
                </a:moveTo>
                <a:lnTo>
                  <a:pt x="1503" y="568"/>
                </a:lnTo>
                <a:lnTo>
                  <a:pt x="1477" y="576"/>
                </a:lnTo>
                <a:lnTo>
                  <a:pt x="1464" y="579"/>
                </a:lnTo>
                <a:lnTo>
                  <a:pt x="1446" y="575"/>
                </a:lnTo>
                <a:lnTo>
                  <a:pt x="1444" y="569"/>
                </a:lnTo>
                <a:lnTo>
                  <a:pt x="1446" y="563"/>
                </a:lnTo>
                <a:lnTo>
                  <a:pt x="1464" y="555"/>
                </a:lnTo>
                <a:lnTo>
                  <a:pt x="1477" y="554"/>
                </a:lnTo>
                <a:lnTo>
                  <a:pt x="1490" y="555"/>
                </a:lnTo>
                <a:lnTo>
                  <a:pt x="1509" y="558"/>
                </a:lnTo>
                <a:lnTo>
                  <a:pt x="1511" y="561"/>
                </a:lnTo>
                <a:close/>
                <a:moveTo>
                  <a:pt x="2153" y="561"/>
                </a:moveTo>
                <a:lnTo>
                  <a:pt x="2151" y="566"/>
                </a:lnTo>
                <a:lnTo>
                  <a:pt x="2131" y="574"/>
                </a:lnTo>
                <a:lnTo>
                  <a:pt x="2103" y="577"/>
                </a:lnTo>
                <a:lnTo>
                  <a:pt x="2081" y="574"/>
                </a:lnTo>
                <a:lnTo>
                  <a:pt x="2075" y="569"/>
                </a:lnTo>
                <a:lnTo>
                  <a:pt x="2074" y="566"/>
                </a:lnTo>
                <a:lnTo>
                  <a:pt x="2077" y="561"/>
                </a:lnTo>
                <a:lnTo>
                  <a:pt x="2092" y="555"/>
                </a:lnTo>
                <a:lnTo>
                  <a:pt x="2109" y="554"/>
                </a:lnTo>
                <a:lnTo>
                  <a:pt x="2126" y="555"/>
                </a:lnTo>
                <a:lnTo>
                  <a:pt x="2150" y="558"/>
                </a:lnTo>
                <a:lnTo>
                  <a:pt x="2153" y="561"/>
                </a:lnTo>
                <a:close/>
                <a:moveTo>
                  <a:pt x="2215" y="564"/>
                </a:moveTo>
                <a:lnTo>
                  <a:pt x="2210" y="568"/>
                </a:lnTo>
                <a:lnTo>
                  <a:pt x="2193" y="569"/>
                </a:lnTo>
                <a:lnTo>
                  <a:pt x="2184" y="566"/>
                </a:lnTo>
                <a:lnTo>
                  <a:pt x="2175" y="562"/>
                </a:lnTo>
                <a:lnTo>
                  <a:pt x="2181" y="557"/>
                </a:lnTo>
                <a:lnTo>
                  <a:pt x="2194" y="556"/>
                </a:lnTo>
                <a:lnTo>
                  <a:pt x="2206" y="556"/>
                </a:lnTo>
                <a:lnTo>
                  <a:pt x="2216" y="559"/>
                </a:lnTo>
                <a:lnTo>
                  <a:pt x="2217" y="562"/>
                </a:lnTo>
                <a:lnTo>
                  <a:pt x="2215" y="564"/>
                </a:lnTo>
                <a:close/>
                <a:moveTo>
                  <a:pt x="1945" y="583"/>
                </a:moveTo>
                <a:lnTo>
                  <a:pt x="1917" y="585"/>
                </a:lnTo>
                <a:lnTo>
                  <a:pt x="1852" y="585"/>
                </a:lnTo>
                <a:lnTo>
                  <a:pt x="1827" y="583"/>
                </a:lnTo>
                <a:lnTo>
                  <a:pt x="1818" y="581"/>
                </a:lnTo>
                <a:lnTo>
                  <a:pt x="1817" y="579"/>
                </a:lnTo>
                <a:lnTo>
                  <a:pt x="1847" y="576"/>
                </a:lnTo>
                <a:lnTo>
                  <a:pt x="1891" y="576"/>
                </a:lnTo>
                <a:lnTo>
                  <a:pt x="1935" y="576"/>
                </a:lnTo>
                <a:lnTo>
                  <a:pt x="1962" y="579"/>
                </a:lnTo>
                <a:lnTo>
                  <a:pt x="1956" y="581"/>
                </a:lnTo>
                <a:lnTo>
                  <a:pt x="1945" y="583"/>
                </a:lnTo>
                <a:close/>
                <a:moveTo>
                  <a:pt x="1663" y="604"/>
                </a:moveTo>
                <a:lnTo>
                  <a:pt x="1662" y="617"/>
                </a:lnTo>
                <a:lnTo>
                  <a:pt x="1656" y="621"/>
                </a:lnTo>
                <a:lnTo>
                  <a:pt x="1646" y="617"/>
                </a:lnTo>
                <a:lnTo>
                  <a:pt x="1637" y="604"/>
                </a:lnTo>
                <a:lnTo>
                  <a:pt x="1635" y="597"/>
                </a:lnTo>
                <a:lnTo>
                  <a:pt x="1638" y="588"/>
                </a:lnTo>
                <a:lnTo>
                  <a:pt x="1644" y="588"/>
                </a:lnTo>
                <a:lnTo>
                  <a:pt x="1651" y="588"/>
                </a:lnTo>
                <a:lnTo>
                  <a:pt x="1662" y="597"/>
                </a:lnTo>
                <a:lnTo>
                  <a:pt x="1663" y="604"/>
                </a:lnTo>
                <a:close/>
                <a:moveTo>
                  <a:pt x="469" y="616"/>
                </a:moveTo>
                <a:lnTo>
                  <a:pt x="458" y="618"/>
                </a:lnTo>
                <a:lnTo>
                  <a:pt x="430" y="618"/>
                </a:lnTo>
                <a:lnTo>
                  <a:pt x="418" y="616"/>
                </a:lnTo>
                <a:lnTo>
                  <a:pt x="413" y="614"/>
                </a:lnTo>
                <a:lnTo>
                  <a:pt x="410" y="611"/>
                </a:lnTo>
                <a:lnTo>
                  <a:pt x="420" y="608"/>
                </a:lnTo>
                <a:lnTo>
                  <a:pt x="438" y="608"/>
                </a:lnTo>
                <a:lnTo>
                  <a:pt x="457" y="608"/>
                </a:lnTo>
                <a:lnTo>
                  <a:pt x="472" y="611"/>
                </a:lnTo>
                <a:lnTo>
                  <a:pt x="472" y="614"/>
                </a:lnTo>
                <a:lnTo>
                  <a:pt x="469" y="616"/>
                </a:lnTo>
                <a:close/>
                <a:moveTo>
                  <a:pt x="1252" y="614"/>
                </a:moveTo>
                <a:lnTo>
                  <a:pt x="1247" y="618"/>
                </a:lnTo>
                <a:lnTo>
                  <a:pt x="1230" y="619"/>
                </a:lnTo>
                <a:lnTo>
                  <a:pt x="1221" y="616"/>
                </a:lnTo>
                <a:lnTo>
                  <a:pt x="1213" y="612"/>
                </a:lnTo>
                <a:lnTo>
                  <a:pt x="1219" y="607"/>
                </a:lnTo>
                <a:lnTo>
                  <a:pt x="1231" y="606"/>
                </a:lnTo>
                <a:lnTo>
                  <a:pt x="1243" y="606"/>
                </a:lnTo>
                <a:lnTo>
                  <a:pt x="1253" y="609"/>
                </a:lnTo>
                <a:lnTo>
                  <a:pt x="1254" y="612"/>
                </a:lnTo>
                <a:lnTo>
                  <a:pt x="1252" y="614"/>
                </a:lnTo>
                <a:close/>
                <a:moveTo>
                  <a:pt x="1384" y="621"/>
                </a:moveTo>
                <a:lnTo>
                  <a:pt x="1379" y="628"/>
                </a:lnTo>
                <a:lnTo>
                  <a:pt x="1361" y="631"/>
                </a:lnTo>
                <a:lnTo>
                  <a:pt x="1350" y="627"/>
                </a:lnTo>
                <a:lnTo>
                  <a:pt x="1338" y="622"/>
                </a:lnTo>
                <a:lnTo>
                  <a:pt x="1326" y="614"/>
                </a:lnTo>
                <a:lnTo>
                  <a:pt x="1329" y="608"/>
                </a:lnTo>
                <a:lnTo>
                  <a:pt x="1346" y="605"/>
                </a:lnTo>
                <a:lnTo>
                  <a:pt x="1361" y="604"/>
                </a:lnTo>
                <a:lnTo>
                  <a:pt x="1374" y="605"/>
                </a:lnTo>
                <a:lnTo>
                  <a:pt x="1385" y="611"/>
                </a:lnTo>
                <a:lnTo>
                  <a:pt x="1386" y="617"/>
                </a:lnTo>
                <a:lnTo>
                  <a:pt x="1384" y="621"/>
                </a:lnTo>
                <a:close/>
                <a:moveTo>
                  <a:pt x="2006" y="616"/>
                </a:moveTo>
                <a:lnTo>
                  <a:pt x="1995" y="618"/>
                </a:lnTo>
                <a:lnTo>
                  <a:pt x="1968" y="618"/>
                </a:lnTo>
                <a:lnTo>
                  <a:pt x="1955" y="616"/>
                </a:lnTo>
                <a:lnTo>
                  <a:pt x="1949" y="614"/>
                </a:lnTo>
                <a:lnTo>
                  <a:pt x="1946" y="611"/>
                </a:lnTo>
                <a:lnTo>
                  <a:pt x="1958" y="608"/>
                </a:lnTo>
                <a:lnTo>
                  <a:pt x="1976" y="608"/>
                </a:lnTo>
                <a:lnTo>
                  <a:pt x="1995" y="608"/>
                </a:lnTo>
                <a:lnTo>
                  <a:pt x="2008" y="611"/>
                </a:lnTo>
                <a:lnTo>
                  <a:pt x="2009" y="614"/>
                </a:lnTo>
                <a:lnTo>
                  <a:pt x="2006" y="616"/>
                </a:lnTo>
                <a:close/>
                <a:moveTo>
                  <a:pt x="2097" y="614"/>
                </a:moveTo>
                <a:lnTo>
                  <a:pt x="2092" y="618"/>
                </a:lnTo>
                <a:lnTo>
                  <a:pt x="2074" y="619"/>
                </a:lnTo>
                <a:lnTo>
                  <a:pt x="2065" y="616"/>
                </a:lnTo>
                <a:lnTo>
                  <a:pt x="2057" y="612"/>
                </a:lnTo>
                <a:lnTo>
                  <a:pt x="2063" y="607"/>
                </a:lnTo>
                <a:lnTo>
                  <a:pt x="2075" y="606"/>
                </a:lnTo>
                <a:lnTo>
                  <a:pt x="2088" y="606"/>
                </a:lnTo>
                <a:lnTo>
                  <a:pt x="2098" y="609"/>
                </a:lnTo>
                <a:lnTo>
                  <a:pt x="2099" y="612"/>
                </a:lnTo>
                <a:lnTo>
                  <a:pt x="2097" y="614"/>
                </a:lnTo>
                <a:close/>
                <a:moveTo>
                  <a:pt x="2192" y="616"/>
                </a:moveTo>
                <a:lnTo>
                  <a:pt x="2181" y="618"/>
                </a:lnTo>
                <a:lnTo>
                  <a:pt x="2153" y="618"/>
                </a:lnTo>
                <a:lnTo>
                  <a:pt x="2141" y="616"/>
                </a:lnTo>
                <a:lnTo>
                  <a:pt x="2136" y="614"/>
                </a:lnTo>
                <a:lnTo>
                  <a:pt x="2133" y="611"/>
                </a:lnTo>
                <a:lnTo>
                  <a:pt x="2143" y="608"/>
                </a:lnTo>
                <a:lnTo>
                  <a:pt x="2161" y="608"/>
                </a:lnTo>
                <a:lnTo>
                  <a:pt x="2180" y="608"/>
                </a:lnTo>
                <a:lnTo>
                  <a:pt x="2195" y="611"/>
                </a:lnTo>
                <a:lnTo>
                  <a:pt x="2195" y="614"/>
                </a:lnTo>
                <a:lnTo>
                  <a:pt x="2192" y="616"/>
                </a:lnTo>
                <a:close/>
                <a:moveTo>
                  <a:pt x="2283" y="614"/>
                </a:moveTo>
                <a:lnTo>
                  <a:pt x="2278" y="618"/>
                </a:lnTo>
                <a:lnTo>
                  <a:pt x="2260" y="619"/>
                </a:lnTo>
                <a:lnTo>
                  <a:pt x="2250" y="616"/>
                </a:lnTo>
                <a:lnTo>
                  <a:pt x="2243" y="612"/>
                </a:lnTo>
                <a:lnTo>
                  <a:pt x="2248" y="607"/>
                </a:lnTo>
                <a:lnTo>
                  <a:pt x="2261" y="606"/>
                </a:lnTo>
                <a:lnTo>
                  <a:pt x="2274" y="606"/>
                </a:lnTo>
                <a:lnTo>
                  <a:pt x="2284" y="609"/>
                </a:lnTo>
                <a:lnTo>
                  <a:pt x="2285" y="612"/>
                </a:lnTo>
                <a:lnTo>
                  <a:pt x="2283" y="614"/>
                </a:lnTo>
                <a:close/>
                <a:moveTo>
                  <a:pt x="2638" y="614"/>
                </a:moveTo>
                <a:lnTo>
                  <a:pt x="2633" y="618"/>
                </a:lnTo>
                <a:lnTo>
                  <a:pt x="2614" y="619"/>
                </a:lnTo>
                <a:lnTo>
                  <a:pt x="2605" y="616"/>
                </a:lnTo>
                <a:lnTo>
                  <a:pt x="2598" y="612"/>
                </a:lnTo>
                <a:lnTo>
                  <a:pt x="2603" y="607"/>
                </a:lnTo>
                <a:lnTo>
                  <a:pt x="2615" y="606"/>
                </a:lnTo>
                <a:lnTo>
                  <a:pt x="2628" y="606"/>
                </a:lnTo>
                <a:lnTo>
                  <a:pt x="2639" y="609"/>
                </a:lnTo>
                <a:lnTo>
                  <a:pt x="2640" y="612"/>
                </a:lnTo>
                <a:lnTo>
                  <a:pt x="2638" y="61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2" name="Freeform 11">
            <a:extLst>
              <a:ext uri="{FF2B5EF4-FFF2-40B4-BE49-F238E27FC236}">
                <a16:creationId xmlns:a16="http://schemas.microsoft.com/office/drawing/2014/main" id="{28D4F29F-2EE4-491A-8386-519244CE96A2}"/>
              </a:ext>
            </a:extLst>
          </p:cNvPr>
          <p:cNvSpPr>
            <a:spLocks noEditPoints="1"/>
          </p:cNvSpPr>
          <p:nvPr/>
        </p:nvSpPr>
        <p:spPr bwMode="auto">
          <a:xfrm>
            <a:off x="517725" y="1260321"/>
            <a:ext cx="2970404" cy="129030"/>
          </a:xfrm>
          <a:custGeom>
            <a:avLst/>
            <a:gdLst>
              <a:gd name="T0" fmla="*/ 5916 w 8947"/>
              <a:gd name="T1" fmla="*/ 68 h 835"/>
              <a:gd name="T2" fmla="*/ 5429 w 8947"/>
              <a:gd name="T3" fmla="*/ 46 h 835"/>
              <a:gd name="T4" fmla="*/ 5016 w 8947"/>
              <a:gd name="T5" fmla="*/ 40 h 835"/>
              <a:gd name="T6" fmla="*/ 3350 w 8947"/>
              <a:gd name="T7" fmla="*/ 113 h 835"/>
              <a:gd name="T8" fmla="*/ 2739 w 8947"/>
              <a:gd name="T9" fmla="*/ 181 h 835"/>
              <a:gd name="T10" fmla="*/ 2015 w 8947"/>
              <a:gd name="T11" fmla="*/ 253 h 835"/>
              <a:gd name="T12" fmla="*/ 1544 w 8947"/>
              <a:gd name="T13" fmla="*/ 336 h 835"/>
              <a:gd name="T14" fmla="*/ 1740 w 8947"/>
              <a:gd name="T15" fmla="*/ 396 h 835"/>
              <a:gd name="T16" fmla="*/ 2557 w 8947"/>
              <a:gd name="T17" fmla="*/ 314 h 835"/>
              <a:gd name="T18" fmla="*/ 4357 w 8947"/>
              <a:gd name="T19" fmla="*/ 217 h 835"/>
              <a:gd name="T20" fmla="*/ 3758 w 8947"/>
              <a:gd name="T21" fmla="*/ 288 h 835"/>
              <a:gd name="T22" fmla="*/ 2846 w 8947"/>
              <a:gd name="T23" fmla="*/ 372 h 835"/>
              <a:gd name="T24" fmla="*/ 2259 w 8947"/>
              <a:gd name="T25" fmla="*/ 414 h 835"/>
              <a:gd name="T26" fmla="*/ 1767 w 8947"/>
              <a:gd name="T27" fmla="*/ 489 h 835"/>
              <a:gd name="T28" fmla="*/ 1303 w 8947"/>
              <a:gd name="T29" fmla="*/ 485 h 835"/>
              <a:gd name="T30" fmla="*/ 791 w 8947"/>
              <a:gd name="T31" fmla="*/ 531 h 835"/>
              <a:gd name="T32" fmla="*/ 1121 w 8947"/>
              <a:gd name="T33" fmla="*/ 370 h 835"/>
              <a:gd name="T34" fmla="*/ 726 w 8947"/>
              <a:gd name="T35" fmla="*/ 449 h 835"/>
              <a:gd name="T36" fmla="*/ 284 w 8947"/>
              <a:gd name="T37" fmla="*/ 605 h 835"/>
              <a:gd name="T38" fmla="*/ 553 w 8947"/>
              <a:gd name="T39" fmla="*/ 720 h 835"/>
              <a:gd name="T40" fmla="*/ 1250 w 8947"/>
              <a:gd name="T41" fmla="*/ 793 h 835"/>
              <a:gd name="T42" fmla="*/ 2904 w 8947"/>
              <a:gd name="T43" fmla="*/ 668 h 835"/>
              <a:gd name="T44" fmla="*/ 4198 w 8947"/>
              <a:gd name="T45" fmla="*/ 642 h 835"/>
              <a:gd name="T46" fmla="*/ 5329 w 8947"/>
              <a:gd name="T47" fmla="*/ 608 h 835"/>
              <a:gd name="T48" fmla="*/ 5914 w 8947"/>
              <a:gd name="T49" fmla="*/ 624 h 835"/>
              <a:gd name="T50" fmla="*/ 6453 w 8947"/>
              <a:gd name="T51" fmla="*/ 608 h 835"/>
              <a:gd name="T52" fmla="*/ 7163 w 8947"/>
              <a:gd name="T53" fmla="*/ 613 h 835"/>
              <a:gd name="T54" fmla="*/ 7816 w 8947"/>
              <a:gd name="T55" fmla="*/ 600 h 835"/>
              <a:gd name="T56" fmla="*/ 8435 w 8947"/>
              <a:gd name="T57" fmla="*/ 622 h 835"/>
              <a:gd name="T58" fmla="*/ 8772 w 8947"/>
              <a:gd name="T59" fmla="*/ 506 h 835"/>
              <a:gd name="T60" fmla="*/ 7953 w 8947"/>
              <a:gd name="T61" fmla="*/ 441 h 835"/>
              <a:gd name="T62" fmla="*/ 7694 w 8947"/>
              <a:gd name="T63" fmla="*/ 413 h 835"/>
              <a:gd name="T64" fmla="*/ 7999 w 8947"/>
              <a:gd name="T65" fmla="*/ 289 h 835"/>
              <a:gd name="T66" fmla="*/ 8043 w 8947"/>
              <a:gd name="T67" fmla="*/ 203 h 835"/>
              <a:gd name="T68" fmla="*/ 7687 w 8947"/>
              <a:gd name="T69" fmla="*/ 67 h 835"/>
              <a:gd name="T70" fmla="*/ 6845 w 8947"/>
              <a:gd name="T71" fmla="*/ 35 h 835"/>
              <a:gd name="T72" fmla="*/ 6311 w 8947"/>
              <a:gd name="T73" fmla="*/ 112 h 835"/>
              <a:gd name="T74" fmla="*/ 7104 w 8947"/>
              <a:gd name="T75" fmla="*/ 185 h 835"/>
              <a:gd name="T76" fmla="*/ 6239 w 8947"/>
              <a:gd name="T77" fmla="*/ 175 h 835"/>
              <a:gd name="T78" fmla="*/ 7287 w 8947"/>
              <a:gd name="T79" fmla="*/ 158 h 835"/>
              <a:gd name="T80" fmla="*/ 4966 w 8947"/>
              <a:gd name="T81" fmla="*/ 186 h 835"/>
              <a:gd name="T82" fmla="*/ 6201 w 8947"/>
              <a:gd name="T83" fmla="*/ 179 h 835"/>
              <a:gd name="T84" fmla="*/ 4862 w 8947"/>
              <a:gd name="T85" fmla="*/ 194 h 835"/>
              <a:gd name="T86" fmla="*/ 2954 w 8947"/>
              <a:gd name="T87" fmla="*/ 228 h 835"/>
              <a:gd name="T88" fmla="*/ 6929 w 8947"/>
              <a:gd name="T89" fmla="*/ 221 h 835"/>
              <a:gd name="T90" fmla="*/ 7440 w 8947"/>
              <a:gd name="T91" fmla="*/ 222 h 835"/>
              <a:gd name="T92" fmla="*/ 5132 w 8947"/>
              <a:gd name="T93" fmla="*/ 283 h 835"/>
              <a:gd name="T94" fmla="*/ 7348 w 8947"/>
              <a:gd name="T95" fmla="*/ 313 h 835"/>
              <a:gd name="T96" fmla="*/ 1755 w 8947"/>
              <a:gd name="T97" fmla="*/ 345 h 835"/>
              <a:gd name="T98" fmla="*/ 7569 w 8947"/>
              <a:gd name="T99" fmla="*/ 358 h 835"/>
              <a:gd name="T100" fmla="*/ 5006 w 8947"/>
              <a:gd name="T101" fmla="*/ 402 h 835"/>
              <a:gd name="T102" fmla="*/ 6348 w 8947"/>
              <a:gd name="T103" fmla="*/ 417 h 835"/>
              <a:gd name="T104" fmla="*/ 2190 w 8947"/>
              <a:gd name="T105" fmla="*/ 479 h 835"/>
              <a:gd name="T106" fmla="*/ 6826 w 8947"/>
              <a:gd name="T107" fmla="*/ 482 h 835"/>
              <a:gd name="T108" fmla="*/ 2079 w 8947"/>
              <a:gd name="T109" fmla="*/ 473 h 835"/>
              <a:gd name="T110" fmla="*/ 6620 w 8947"/>
              <a:gd name="T111" fmla="*/ 504 h 835"/>
              <a:gd name="T112" fmla="*/ 5135 w 8947"/>
              <a:gd name="T113" fmla="*/ 525 h 835"/>
              <a:gd name="T114" fmla="*/ 6309 w 8947"/>
              <a:gd name="T115" fmla="*/ 506 h 835"/>
              <a:gd name="T116" fmla="*/ 3859 w 8947"/>
              <a:gd name="T117" fmla="*/ 537 h 835"/>
              <a:gd name="T118" fmla="*/ 5805 w 8947"/>
              <a:gd name="T119" fmla="*/ 560 h 835"/>
              <a:gd name="T120" fmla="*/ 4811 w 8947"/>
              <a:gd name="T121" fmla="*/ 581 h 835"/>
              <a:gd name="T122" fmla="*/ 3569 w 8947"/>
              <a:gd name="T123" fmla="*/ 619 h 8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8947" h="835">
                <a:moveTo>
                  <a:pt x="6352" y="34"/>
                </a:moveTo>
                <a:lnTo>
                  <a:pt x="6358" y="49"/>
                </a:lnTo>
                <a:lnTo>
                  <a:pt x="6360" y="63"/>
                </a:lnTo>
                <a:lnTo>
                  <a:pt x="6357" y="68"/>
                </a:lnTo>
                <a:lnTo>
                  <a:pt x="6353" y="68"/>
                </a:lnTo>
                <a:lnTo>
                  <a:pt x="6347" y="67"/>
                </a:lnTo>
                <a:lnTo>
                  <a:pt x="6334" y="55"/>
                </a:lnTo>
                <a:lnTo>
                  <a:pt x="6330" y="46"/>
                </a:lnTo>
                <a:lnTo>
                  <a:pt x="6325" y="35"/>
                </a:lnTo>
                <a:lnTo>
                  <a:pt x="6320" y="35"/>
                </a:lnTo>
                <a:lnTo>
                  <a:pt x="6320" y="46"/>
                </a:lnTo>
                <a:lnTo>
                  <a:pt x="6318" y="58"/>
                </a:lnTo>
                <a:lnTo>
                  <a:pt x="6307" y="68"/>
                </a:lnTo>
                <a:lnTo>
                  <a:pt x="6294" y="65"/>
                </a:lnTo>
                <a:lnTo>
                  <a:pt x="6284" y="50"/>
                </a:lnTo>
                <a:lnTo>
                  <a:pt x="6282" y="38"/>
                </a:lnTo>
                <a:lnTo>
                  <a:pt x="6282" y="26"/>
                </a:lnTo>
                <a:lnTo>
                  <a:pt x="6276" y="22"/>
                </a:lnTo>
                <a:lnTo>
                  <a:pt x="6272" y="29"/>
                </a:lnTo>
                <a:lnTo>
                  <a:pt x="6270" y="33"/>
                </a:lnTo>
                <a:lnTo>
                  <a:pt x="6262" y="41"/>
                </a:lnTo>
                <a:lnTo>
                  <a:pt x="6240" y="45"/>
                </a:lnTo>
                <a:lnTo>
                  <a:pt x="6221" y="41"/>
                </a:lnTo>
                <a:lnTo>
                  <a:pt x="6201" y="37"/>
                </a:lnTo>
                <a:lnTo>
                  <a:pt x="6188" y="39"/>
                </a:lnTo>
                <a:lnTo>
                  <a:pt x="6187" y="45"/>
                </a:lnTo>
                <a:lnTo>
                  <a:pt x="6190" y="50"/>
                </a:lnTo>
                <a:lnTo>
                  <a:pt x="6194" y="57"/>
                </a:lnTo>
                <a:lnTo>
                  <a:pt x="6192" y="65"/>
                </a:lnTo>
                <a:lnTo>
                  <a:pt x="6179" y="68"/>
                </a:lnTo>
                <a:lnTo>
                  <a:pt x="6156" y="63"/>
                </a:lnTo>
                <a:lnTo>
                  <a:pt x="6142" y="58"/>
                </a:lnTo>
                <a:lnTo>
                  <a:pt x="6132" y="53"/>
                </a:lnTo>
                <a:lnTo>
                  <a:pt x="6123" y="37"/>
                </a:lnTo>
                <a:lnTo>
                  <a:pt x="6125" y="27"/>
                </a:lnTo>
                <a:lnTo>
                  <a:pt x="6128" y="21"/>
                </a:lnTo>
                <a:lnTo>
                  <a:pt x="6121" y="25"/>
                </a:lnTo>
                <a:lnTo>
                  <a:pt x="6112" y="34"/>
                </a:lnTo>
                <a:lnTo>
                  <a:pt x="6105" y="41"/>
                </a:lnTo>
                <a:lnTo>
                  <a:pt x="6086" y="52"/>
                </a:lnTo>
                <a:lnTo>
                  <a:pt x="6051" y="63"/>
                </a:lnTo>
                <a:lnTo>
                  <a:pt x="6001" y="66"/>
                </a:lnTo>
                <a:lnTo>
                  <a:pt x="5974" y="59"/>
                </a:lnTo>
                <a:lnTo>
                  <a:pt x="5964" y="51"/>
                </a:lnTo>
                <a:lnTo>
                  <a:pt x="5963" y="45"/>
                </a:lnTo>
                <a:lnTo>
                  <a:pt x="5963" y="39"/>
                </a:lnTo>
                <a:lnTo>
                  <a:pt x="5958" y="28"/>
                </a:lnTo>
                <a:lnTo>
                  <a:pt x="5942" y="18"/>
                </a:lnTo>
                <a:lnTo>
                  <a:pt x="5927" y="17"/>
                </a:lnTo>
                <a:lnTo>
                  <a:pt x="5908" y="17"/>
                </a:lnTo>
                <a:lnTo>
                  <a:pt x="5902" y="28"/>
                </a:lnTo>
                <a:lnTo>
                  <a:pt x="5912" y="43"/>
                </a:lnTo>
                <a:lnTo>
                  <a:pt x="5921" y="54"/>
                </a:lnTo>
                <a:lnTo>
                  <a:pt x="5923" y="65"/>
                </a:lnTo>
                <a:lnTo>
                  <a:pt x="5920" y="68"/>
                </a:lnTo>
                <a:lnTo>
                  <a:pt x="5916" y="68"/>
                </a:lnTo>
                <a:lnTo>
                  <a:pt x="5908" y="67"/>
                </a:lnTo>
                <a:lnTo>
                  <a:pt x="5889" y="52"/>
                </a:lnTo>
                <a:lnTo>
                  <a:pt x="5882" y="41"/>
                </a:lnTo>
                <a:lnTo>
                  <a:pt x="5878" y="32"/>
                </a:lnTo>
                <a:lnTo>
                  <a:pt x="5870" y="24"/>
                </a:lnTo>
                <a:lnTo>
                  <a:pt x="5858" y="26"/>
                </a:lnTo>
                <a:lnTo>
                  <a:pt x="5846" y="41"/>
                </a:lnTo>
                <a:lnTo>
                  <a:pt x="5836" y="52"/>
                </a:lnTo>
                <a:lnTo>
                  <a:pt x="5814" y="65"/>
                </a:lnTo>
                <a:lnTo>
                  <a:pt x="5792" y="68"/>
                </a:lnTo>
                <a:lnTo>
                  <a:pt x="5778" y="60"/>
                </a:lnTo>
                <a:lnTo>
                  <a:pt x="5777" y="51"/>
                </a:lnTo>
                <a:lnTo>
                  <a:pt x="5776" y="44"/>
                </a:lnTo>
                <a:lnTo>
                  <a:pt x="5766" y="34"/>
                </a:lnTo>
                <a:lnTo>
                  <a:pt x="5759" y="34"/>
                </a:lnTo>
                <a:lnTo>
                  <a:pt x="5752" y="35"/>
                </a:lnTo>
                <a:lnTo>
                  <a:pt x="5747" y="50"/>
                </a:lnTo>
                <a:lnTo>
                  <a:pt x="5750" y="60"/>
                </a:lnTo>
                <a:lnTo>
                  <a:pt x="5753" y="69"/>
                </a:lnTo>
                <a:lnTo>
                  <a:pt x="5749" y="83"/>
                </a:lnTo>
                <a:lnTo>
                  <a:pt x="5744" y="85"/>
                </a:lnTo>
                <a:lnTo>
                  <a:pt x="5738" y="84"/>
                </a:lnTo>
                <a:lnTo>
                  <a:pt x="5730" y="76"/>
                </a:lnTo>
                <a:lnTo>
                  <a:pt x="5723" y="54"/>
                </a:lnTo>
                <a:lnTo>
                  <a:pt x="5724" y="32"/>
                </a:lnTo>
                <a:lnTo>
                  <a:pt x="5724" y="30"/>
                </a:lnTo>
                <a:lnTo>
                  <a:pt x="5717" y="28"/>
                </a:lnTo>
                <a:lnTo>
                  <a:pt x="5700" y="33"/>
                </a:lnTo>
                <a:lnTo>
                  <a:pt x="5684" y="41"/>
                </a:lnTo>
                <a:lnTo>
                  <a:pt x="5667" y="49"/>
                </a:lnTo>
                <a:lnTo>
                  <a:pt x="5645" y="65"/>
                </a:lnTo>
                <a:lnTo>
                  <a:pt x="5642" y="71"/>
                </a:lnTo>
                <a:lnTo>
                  <a:pt x="5641" y="74"/>
                </a:lnTo>
                <a:lnTo>
                  <a:pt x="5633" y="79"/>
                </a:lnTo>
                <a:lnTo>
                  <a:pt x="5609" y="83"/>
                </a:lnTo>
                <a:lnTo>
                  <a:pt x="5588" y="83"/>
                </a:lnTo>
                <a:lnTo>
                  <a:pt x="5556" y="83"/>
                </a:lnTo>
                <a:lnTo>
                  <a:pt x="5549" y="77"/>
                </a:lnTo>
                <a:lnTo>
                  <a:pt x="5572" y="68"/>
                </a:lnTo>
                <a:lnTo>
                  <a:pt x="5586" y="61"/>
                </a:lnTo>
                <a:lnTo>
                  <a:pt x="5606" y="48"/>
                </a:lnTo>
                <a:lnTo>
                  <a:pt x="5608" y="43"/>
                </a:lnTo>
                <a:lnTo>
                  <a:pt x="5607" y="39"/>
                </a:lnTo>
                <a:lnTo>
                  <a:pt x="5599" y="38"/>
                </a:lnTo>
                <a:lnTo>
                  <a:pt x="5593" y="41"/>
                </a:lnTo>
                <a:lnTo>
                  <a:pt x="5587" y="45"/>
                </a:lnTo>
                <a:lnTo>
                  <a:pt x="5574" y="38"/>
                </a:lnTo>
                <a:lnTo>
                  <a:pt x="5570" y="30"/>
                </a:lnTo>
                <a:lnTo>
                  <a:pt x="5567" y="25"/>
                </a:lnTo>
                <a:lnTo>
                  <a:pt x="5559" y="19"/>
                </a:lnTo>
                <a:lnTo>
                  <a:pt x="5539" y="23"/>
                </a:lnTo>
                <a:lnTo>
                  <a:pt x="5514" y="35"/>
                </a:lnTo>
                <a:lnTo>
                  <a:pt x="5496" y="45"/>
                </a:lnTo>
                <a:lnTo>
                  <a:pt x="5461" y="55"/>
                </a:lnTo>
                <a:lnTo>
                  <a:pt x="5437" y="54"/>
                </a:lnTo>
                <a:lnTo>
                  <a:pt x="5429" y="46"/>
                </a:lnTo>
                <a:lnTo>
                  <a:pt x="5430" y="38"/>
                </a:lnTo>
                <a:lnTo>
                  <a:pt x="5433" y="32"/>
                </a:lnTo>
                <a:lnTo>
                  <a:pt x="5434" y="29"/>
                </a:lnTo>
                <a:lnTo>
                  <a:pt x="5432" y="24"/>
                </a:lnTo>
                <a:lnTo>
                  <a:pt x="5420" y="18"/>
                </a:lnTo>
                <a:lnTo>
                  <a:pt x="5405" y="17"/>
                </a:lnTo>
                <a:lnTo>
                  <a:pt x="5392" y="18"/>
                </a:lnTo>
                <a:lnTo>
                  <a:pt x="5381" y="24"/>
                </a:lnTo>
                <a:lnTo>
                  <a:pt x="5379" y="30"/>
                </a:lnTo>
                <a:lnTo>
                  <a:pt x="5380" y="34"/>
                </a:lnTo>
                <a:lnTo>
                  <a:pt x="5383" y="41"/>
                </a:lnTo>
                <a:lnTo>
                  <a:pt x="5377" y="51"/>
                </a:lnTo>
                <a:lnTo>
                  <a:pt x="5369" y="53"/>
                </a:lnTo>
                <a:lnTo>
                  <a:pt x="5345" y="55"/>
                </a:lnTo>
                <a:lnTo>
                  <a:pt x="5316" y="60"/>
                </a:lnTo>
                <a:lnTo>
                  <a:pt x="5305" y="61"/>
                </a:lnTo>
                <a:lnTo>
                  <a:pt x="5296" y="57"/>
                </a:lnTo>
                <a:lnTo>
                  <a:pt x="5296" y="53"/>
                </a:lnTo>
                <a:lnTo>
                  <a:pt x="5298" y="50"/>
                </a:lnTo>
                <a:lnTo>
                  <a:pt x="5300" y="44"/>
                </a:lnTo>
                <a:lnTo>
                  <a:pt x="5295" y="34"/>
                </a:lnTo>
                <a:lnTo>
                  <a:pt x="5289" y="34"/>
                </a:lnTo>
                <a:lnTo>
                  <a:pt x="5282" y="35"/>
                </a:lnTo>
                <a:lnTo>
                  <a:pt x="5272" y="46"/>
                </a:lnTo>
                <a:lnTo>
                  <a:pt x="5271" y="53"/>
                </a:lnTo>
                <a:lnTo>
                  <a:pt x="5269" y="60"/>
                </a:lnTo>
                <a:lnTo>
                  <a:pt x="5255" y="65"/>
                </a:lnTo>
                <a:lnTo>
                  <a:pt x="5247" y="63"/>
                </a:lnTo>
                <a:lnTo>
                  <a:pt x="5235" y="59"/>
                </a:lnTo>
                <a:lnTo>
                  <a:pt x="5227" y="68"/>
                </a:lnTo>
                <a:lnTo>
                  <a:pt x="5230" y="81"/>
                </a:lnTo>
                <a:lnTo>
                  <a:pt x="5232" y="88"/>
                </a:lnTo>
                <a:lnTo>
                  <a:pt x="5232" y="94"/>
                </a:lnTo>
                <a:lnTo>
                  <a:pt x="5223" y="88"/>
                </a:lnTo>
                <a:lnTo>
                  <a:pt x="5208" y="71"/>
                </a:lnTo>
                <a:lnTo>
                  <a:pt x="5198" y="59"/>
                </a:lnTo>
                <a:lnTo>
                  <a:pt x="5182" y="46"/>
                </a:lnTo>
                <a:lnTo>
                  <a:pt x="5169" y="43"/>
                </a:lnTo>
                <a:lnTo>
                  <a:pt x="5151" y="52"/>
                </a:lnTo>
                <a:lnTo>
                  <a:pt x="5139" y="60"/>
                </a:lnTo>
                <a:lnTo>
                  <a:pt x="5117" y="75"/>
                </a:lnTo>
                <a:lnTo>
                  <a:pt x="5104" y="78"/>
                </a:lnTo>
                <a:lnTo>
                  <a:pt x="5101" y="69"/>
                </a:lnTo>
                <a:lnTo>
                  <a:pt x="5101" y="61"/>
                </a:lnTo>
                <a:lnTo>
                  <a:pt x="5101" y="50"/>
                </a:lnTo>
                <a:lnTo>
                  <a:pt x="5097" y="38"/>
                </a:lnTo>
                <a:lnTo>
                  <a:pt x="5085" y="35"/>
                </a:lnTo>
                <a:lnTo>
                  <a:pt x="5064" y="44"/>
                </a:lnTo>
                <a:lnTo>
                  <a:pt x="5048" y="53"/>
                </a:lnTo>
                <a:lnTo>
                  <a:pt x="5031" y="61"/>
                </a:lnTo>
                <a:lnTo>
                  <a:pt x="5021" y="62"/>
                </a:lnTo>
                <a:lnTo>
                  <a:pt x="5022" y="56"/>
                </a:lnTo>
                <a:lnTo>
                  <a:pt x="5025" y="51"/>
                </a:lnTo>
                <a:lnTo>
                  <a:pt x="5027" y="49"/>
                </a:lnTo>
                <a:lnTo>
                  <a:pt x="5026" y="44"/>
                </a:lnTo>
                <a:lnTo>
                  <a:pt x="5016" y="40"/>
                </a:lnTo>
                <a:lnTo>
                  <a:pt x="4955" y="38"/>
                </a:lnTo>
                <a:lnTo>
                  <a:pt x="4872" y="43"/>
                </a:lnTo>
                <a:lnTo>
                  <a:pt x="4680" y="52"/>
                </a:lnTo>
                <a:lnTo>
                  <a:pt x="4426" y="61"/>
                </a:lnTo>
                <a:lnTo>
                  <a:pt x="4195" y="67"/>
                </a:lnTo>
                <a:lnTo>
                  <a:pt x="4083" y="73"/>
                </a:lnTo>
                <a:lnTo>
                  <a:pt x="4056" y="75"/>
                </a:lnTo>
                <a:lnTo>
                  <a:pt x="4018" y="70"/>
                </a:lnTo>
                <a:lnTo>
                  <a:pt x="4011" y="65"/>
                </a:lnTo>
                <a:lnTo>
                  <a:pt x="4005" y="58"/>
                </a:lnTo>
                <a:lnTo>
                  <a:pt x="3981" y="52"/>
                </a:lnTo>
                <a:lnTo>
                  <a:pt x="3956" y="53"/>
                </a:lnTo>
                <a:lnTo>
                  <a:pt x="3938" y="61"/>
                </a:lnTo>
                <a:lnTo>
                  <a:pt x="3936" y="68"/>
                </a:lnTo>
                <a:lnTo>
                  <a:pt x="3936" y="72"/>
                </a:lnTo>
                <a:lnTo>
                  <a:pt x="3930" y="79"/>
                </a:lnTo>
                <a:lnTo>
                  <a:pt x="3914" y="84"/>
                </a:lnTo>
                <a:lnTo>
                  <a:pt x="3889" y="83"/>
                </a:lnTo>
                <a:lnTo>
                  <a:pt x="3875" y="75"/>
                </a:lnTo>
                <a:lnTo>
                  <a:pt x="3869" y="68"/>
                </a:lnTo>
                <a:lnTo>
                  <a:pt x="3869" y="63"/>
                </a:lnTo>
                <a:lnTo>
                  <a:pt x="3868" y="60"/>
                </a:lnTo>
                <a:lnTo>
                  <a:pt x="3864" y="59"/>
                </a:lnTo>
                <a:lnTo>
                  <a:pt x="3853" y="69"/>
                </a:lnTo>
                <a:lnTo>
                  <a:pt x="3843" y="85"/>
                </a:lnTo>
                <a:lnTo>
                  <a:pt x="3830" y="107"/>
                </a:lnTo>
                <a:lnTo>
                  <a:pt x="3821" y="113"/>
                </a:lnTo>
                <a:lnTo>
                  <a:pt x="3818" y="104"/>
                </a:lnTo>
                <a:lnTo>
                  <a:pt x="3818" y="95"/>
                </a:lnTo>
                <a:lnTo>
                  <a:pt x="3818" y="84"/>
                </a:lnTo>
                <a:lnTo>
                  <a:pt x="3815" y="73"/>
                </a:lnTo>
                <a:lnTo>
                  <a:pt x="3802" y="77"/>
                </a:lnTo>
                <a:lnTo>
                  <a:pt x="3779" y="98"/>
                </a:lnTo>
                <a:lnTo>
                  <a:pt x="3765" y="111"/>
                </a:lnTo>
                <a:lnTo>
                  <a:pt x="3748" y="126"/>
                </a:lnTo>
                <a:lnTo>
                  <a:pt x="3735" y="126"/>
                </a:lnTo>
                <a:lnTo>
                  <a:pt x="3721" y="113"/>
                </a:lnTo>
                <a:lnTo>
                  <a:pt x="3712" y="101"/>
                </a:lnTo>
                <a:lnTo>
                  <a:pt x="3705" y="95"/>
                </a:lnTo>
                <a:lnTo>
                  <a:pt x="3687" y="84"/>
                </a:lnTo>
                <a:lnTo>
                  <a:pt x="3655" y="72"/>
                </a:lnTo>
                <a:lnTo>
                  <a:pt x="3607" y="68"/>
                </a:lnTo>
                <a:lnTo>
                  <a:pt x="3575" y="74"/>
                </a:lnTo>
                <a:lnTo>
                  <a:pt x="3558" y="82"/>
                </a:lnTo>
                <a:lnTo>
                  <a:pt x="3551" y="88"/>
                </a:lnTo>
                <a:lnTo>
                  <a:pt x="3540" y="97"/>
                </a:lnTo>
                <a:lnTo>
                  <a:pt x="3511" y="110"/>
                </a:lnTo>
                <a:lnTo>
                  <a:pt x="3483" y="114"/>
                </a:lnTo>
                <a:lnTo>
                  <a:pt x="3470" y="110"/>
                </a:lnTo>
                <a:lnTo>
                  <a:pt x="3469" y="104"/>
                </a:lnTo>
                <a:lnTo>
                  <a:pt x="3471" y="100"/>
                </a:lnTo>
                <a:lnTo>
                  <a:pt x="3473" y="95"/>
                </a:lnTo>
                <a:lnTo>
                  <a:pt x="3467" y="90"/>
                </a:lnTo>
                <a:lnTo>
                  <a:pt x="3443" y="89"/>
                </a:lnTo>
                <a:lnTo>
                  <a:pt x="3393" y="97"/>
                </a:lnTo>
                <a:lnTo>
                  <a:pt x="3350" y="113"/>
                </a:lnTo>
                <a:lnTo>
                  <a:pt x="3340" y="124"/>
                </a:lnTo>
                <a:lnTo>
                  <a:pt x="3332" y="133"/>
                </a:lnTo>
                <a:lnTo>
                  <a:pt x="3320" y="133"/>
                </a:lnTo>
                <a:lnTo>
                  <a:pt x="3316" y="122"/>
                </a:lnTo>
                <a:lnTo>
                  <a:pt x="3311" y="114"/>
                </a:lnTo>
                <a:lnTo>
                  <a:pt x="3290" y="103"/>
                </a:lnTo>
                <a:lnTo>
                  <a:pt x="3277" y="101"/>
                </a:lnTo>
                <a:lnTo>
                  <a:pt x="3265" y="103"/>
                </a:lnTo>
                <a:lnTo>
                  <a:pt x="3242" y="114"/>
                </a:lnTo>
                <a:lnTo>
                  <a:pt x="3236" y="122"/>
                </a:lnTo>
                <a:lnTo>
                  <a:pt x="3231" y="133"/>
                </a:lnTo>
                <a:lnTo>
                  <a:pt x="3222" y="133"/>
                </a:lnTo>
                <a:lnTo>
                  <a:pt x="3216" y="122"/>
                </a:lnTo>
                <a:lnTo>
                  <a:pt x="3213" y="116"/>
                </a:lnTo>
                <a:lnTo>
                  <a:pt x="3206" y="110"/>
                </a:lnTo>
                <a:lnTo>
                  <a:pt x="3191" y="113"/>
                </a:lnTo>
                <a:lnTo>
                  <a:pt x="3174" y="129"/>
                </a:lnTo>
                <a:lnTo>
                  <a:pt x="3161" y="140"/>
                </a:lnTo>
                <a:lnTo>
                  <a:pt x="3147" y="145"/>
                </a:lnTo>
                <a:lnTo>
                  <a:pt x="3142" y="142"/>
                </a:lnTo>
                <a:lnTo>
                  <a:pt x="3142" y="139"/>
                </a:lnTo>
                <a:lnTo>
                  <a:pt x="3141" y="134"/>
                </a:lnTo>
                <a:lnTo>
                  <a:pt x="3135" y="127"/>
                </a:lnTo>
                <a:lnTo>
                  <a:pt x="3117" y="120"/>
                </a:lnTo>
                <a:lnTo>
                  <a:pt x="3085" y="121"/>
                </a:lnTo>
                <a:lnTo>
                  <a:pt x="3059" y="130"/>
                </a:lnTo>
                <a:lnTo>
                  <a:pt x="3053" y="139"/>
                </a:lnTo>
                <a:lnTo>
                  <a:pt x="3050" y="145"/>
                </a:lnTo>
                <a:lnTo>
                  <a:pt x="3045" y="150"/>
                </a:lnTo>
                <a:lnTo>
                  <a:pt x="3035" y="147"/>
                </a:lnTo>
                <a:lnTo>
                  <a:pt x="3025" y="136"/>
                </a:lnTo>
                <a:lnTo>
                  <a:pt x="3017" y="126"/>
                </a:lnTo>
                <a:lnTo>
                  <a:pt x="3007" y="124"/>
                </a:lnTo>
                <a:lnTo>
                  <a:pt x="3007" y="131"/>
                </a:lnTo>
                <a:lnTo>
                  <a:pt x="3006" y="135"/>
                </a:lnTo>
                <a:lnTo>
                  <a:pt x="2998" y="142"/>
                </a:lnTo>
                <a:lnTo>
                  <a:pt x="2974" y="144"/>
                </a:lnTo>
                <a:lnTo>
                  <a:pt x="2944" y="141"/>
                </a:lnTo>
                <a:lnTo>
                  <a:pt x="2925" y="137"/>
                </a:lnTo>
                <a:lnTo>
                  <a:pt x="2902" y="135"/>
                </a:lnTo>
                <a:lnTo>
                  <a:pt x="2891" y="140"/>
                </a:lnTo>
                <a:lnTo>
                  <a:pt x="2892" y="151"/>
                </a:lnTo>
                <a:lnTo>
                  <a:pt x="2896" y="161"/>
                </a:lnTo>
                <a:lnTo>
                  <a:pt x="2902" y="179"/>
                </a:lnTo>
                <a:lnTo>
                  <a:pt x="2894" y="181"/>
                </a:lnTo>
                <a:lnTo>
                  <a:pt x="2875" y="164"/>
                </a:lnTo>
                <a:lnTo>
                  <a:pt x="2862" y="152"/>
                </a:lnTo>
                <a:lnTo>
                  <a:pt x="2841" y="139"/>
                </a:lnTo>
                <a:lnTo>
                  <a:pt x="2828" y="137"/>
                </a:lnTo>
                <a:lnTo>
                  <a:pt x="2822" y="147"/>
                </a:lnTo>
                <a:lnTo>
                  <a:pt x="2821" y="157"/>
                </a:lnTo>
                <a:lnTo>
                  <a:pt x="2821" y="162"/>
                </a:lnTo>
                <a:lnTo>
                  <a:pt x="2813" y="170"/>
                </a:lnTo>
                <a:lnTo>
                  <a:pt x="2788" y="179"/>
                </a:lnTo>
                <a:lnTo>
                  <a:pt x="2762" y="181"/>
                </a:lnTo>
                <a:lnTo>
                  <a:pt x="2739" y="181"/>
                </a:lnTo>
                <a:lnTo>
                  <a:pt x="2716" y="176"/>
                </a:lnTo>
                <a:lnTo>
                  <a:pt x="2710" y="171"/>
                </a:lnTo>
                <a:lnTo>
                  <a:pt x="2711" y="169"/>
                </a:lnTo>
                <a:lnTo>
                  <a:pt x="2712" y="167"/>
                </a:lnTo>
                <a:lnTo>
                  <a:pt x="2706" y="162"/>
                </a:lnTo>
                <a:lnTo>
                  <a:pt x="2684" y="158"/>
                </a:lnTo>
                <a:lnTo>
                  <a:pt x="2661" y="157"/>
                </a:lnTo>
                <a:lnTo>
                  <a:pt x="2636" y="159"/>
                </a:lnTo>
                <a:lnTo>
                  <a:pt x="2611" y="167"/>
                </a:lnTo>
                <a:lnTo>
                  <a:pt x="2602" y="175"/>
                </a:lnTo>
                <a:lnTo>
                  <a:pt x="2602" y="179"/>
                </a:lnTo>
                <a:lnTo>
                  <a:pt x="2601" y="184"/>
                </a:lnTo>
                <a:lnTo>
                  <a:pt x="2594" y="190"/>
                </a:lnTo>
                <a:lnTo>
                  <a:pt x="2569" y="190"/>
                </a:lnTo>
                <a:lnTo>
                  <a:pt x="2539" y="184"/>
                </a:lnTo>
                <a:lnTo>
                  <a:pt x="2521" y="180"/>
                </a:lnTo>
                <a:lnTo>
                  <a:pt x="2493" y="177"/>
                </a:lnTo>
                <a:lnTo>
                  <a:pt x="2474" y="180"/>
                </a:lnTo>
                <a:lnTo>
                  <a:pt x="2460" y="189"/>
                </a:lnTo>
                <a:lnTo>
                  <a:pt x="2455" y="196"/>
                </a:lnTo>
                <a:lnTo>
                  <a:pt x="2447" y="205"/>
                </a:lnTo>
                <a:lnTo>
                  <a:pt x="2422" y="215"/>
                </a:lnTo>
                <a:lnTo>
                  <a:pt x="2396" y="216"/>
                </a:lnTo>
                <a:lnTo>
                  <a:pt x="2373" y="208"/>
                </a:lnTo>
                <a:lnTo>
                  <a:pt x="2365" y="200"/>
                </a:lnTo>
                <a:lnTo>
                  <a:pt x="2358" y="196"/>
                </a:lnTo>
                <a:lnTo>
                  <a:pt x="2316" y="204"/>
                </a:lnTo>
                <a:lnTo>
                  <a:pt x="2289" y="213"/>
                </a:lnTo>
                <a:lnTo>
                  <a:pt x="2260" y="223"/>
                </a:lnTo>
                <a:lnTo>
                  <a:pt x="2212" y="234"/>
                </a:lnTo>
                <a:lnTo>
                  <a:pt x="2180" y="236"/>
                </a:lnTo>
                <a:lnTo>
                  <a:pt x="2169" y="230"/>
                </a:lnTo>
                <a:lnTo>
                  <a:pt x="2168" y="224"/>
                </a:lnTo>
                <a:lnTo>
                  <a:pt x="2171" y="220"/>
                </a:lnTo>
                <a:lnTo>
                  <a:pt x="2173" y="213"/>
                </a:lnTo>
                <a:lnTo>
                  <a:pt x="2169" y="204"/>
                </a:lnTo>
                <a:lnTo>
                  <a:pt x="2162" y="203"/>
                </a:lnTo>
                <a:lnTo>
                  <a:pt x="2154" y="205"/>
                </a:lnTo>
                <a:lnTo>
                  <a:pt x="2139" y="223"/>
                </a:lnTo>
                <a:lnTo>
                  <a:pt x="2134" y="237"/>
                </a:lnTo>
                <a:lnTo>
                  <a:pt x="2129" y="250"/>
                </a:lnTo>
                <a:lnTo>
                  <a:pt x="2115" y="268"/>
                </a:lnTo>
                <a:lnTo>
                  <a:pt x="2108" y="270"/>
                </a:lnTo>
                <a:lnTo>
                  <a:pt x="2102" y="269"/>
                </a:lnTo>
                <a:lnTo>
                  <a:pt x="2099" y="261"/>
                </a:lnTo>
                <a:lnTo>
                  <a:pt x="2103" y="255"/>
                </a:lnTo>
                <a:lnTo>
                  <a:pt x="2106" y="248"/>
                </a:lnTo>
                <a:lnTo>
                  <a:pt x="2102" y="235"/>
                </a:lnTo>
                <a:lnTo>
                  <a:pt x="2096" y="230"/>
                </a:lnTo>
                <a:lnTo>
                  <a:pt x="2090" y="226"/>
                </a:lnTo>
                <a:lnTo>
                  <a:pt x="2075" y="230"/>
                </a:lnTo>
                <a:lnTo>
                  <a:pt x="2070" y="237"/>
                </a:lnTo>
                <a:lnTo>
                  <a:pt x="2064" y="243"/>
                </a:lnTo>
                <a:lnTo>
                  <a:pt x="2042" y="252"/>
                </a:lnTo>
                <a:lnTo>
                  <a:pt x="2030" y="253"/>
                </a:lnTo>
                <a:lnTo>
                  <a:pt x="2015" y="253"/>
                </a:lnTo>
                <a:lnTo>
                  <a:pt x="2013" y="245"/>
                </a:lnTo>
                <a:lnTo>
                  <a:pt x="2027" y="237"/>
                </a:lnTo>
                <a:lnTo>
                  <a:pt x="2037" y="230"/>
                </a:lnTo>
                <a:lnTo>
                  <a:pt x="2039" y="221"/>
                </a:lnTo>
                <a:lnTo>
                  <a:pt x="2032" y="220"/>
                </a:lnTo>
                <a:lnTo>
                  <a:pt x="2024" y="221"/>
                </a:lnTo>
                <a:lnTo>
                  <a:pt x="2008" y="229"/>
                </a:lnTo>
                <a:lnTo>
                  <a:pt x="2004" y="235"/>
                </a:lnTo>
                <a:lnTo>
                  <a:pt x="1996" y="242"/>
                </a:lnTo>
                <a:lnTo>
                  <a:pt x="1958" y="252"/>
                </a:lnTo>
                <a:lnTo>
                  <a:pt x="1912" y="258"/>
                </a:lnTo>
                <a:lnTo>
                  <a:pt x="1885" y="256"/>
                </a:lnTo>
                <a:lnTo>
                  <a:pt x="1876" y="253"/>
                </a:lnTo>
                <a:lnTo>
                  <a:pt x="1875" y="250"/>
                </a:lnTo>
                <a:lnTo>
                  <a:pt x="1874" y="247"/>
                </a:lnTo>
                <a:lnTo>
                  <a:pt x="1867" y="246"/>
                </a:lnTo>
                <a:lnTo>
                  <a:pt x="1847" y="251"/>
                </a:lnTo>
                <a:lnTo>
                  <a:pt x="1827" y="260"/>
                </a:lnTo>
                <a:lnTo>
                  <a:pt x="1808" y="269"/>
                </a:lnTo>
                <a:lnTo>
                  <a:pt x="1770" y="275"/>
                </a:lnTo>
                <a:lnTo>
                  <a:pt x="1757" y="272"/>
                </a:lnTo>
                <a:lnTo>
                  <a:pt x="1741" y="267"/>
                </a:lnTo>
                <a:lnTo>
                  <a:pt x="1672" y="265"/>
                </a:lnTo>
                <a:lnTo>
                  <a:pt x="1630" y="267"/>
                </a:lnTo>
                <a:lnTo>
                  <a:pt x="1582" y="271"/>
                </a:lnTo>
                <a:lnTo>
                  <a:pt x="1554" y="278"/>
                </a:lnTo>
                <a:lnTo>
                  <a:pt x="1555" y="286"/>
                </a:lnTo>
                <a:lnTo>
                  <a:pt x="1563" y="289"/>
                </a:lnTo>
                <a:lnTo>
                  <a:pt x="1572" y="293"/>
                </a:lnTo>
                <a:lnTo>
                  <a:pt x="1579" y="298"/>
                </a:lnTo>
                <a:lnTo>
                  <a:pt x="1567" y="303"/>
                </a:lnTo>
                <a:lnTo>
                  <a:pt x="1538" y="304"/>
                </a:lnTo>
                <a:lnTo>
                  <a:pt x="1481" y="306"/>
                </a:lnTo>
                <a:lnTo>
                  <a:pt x="1431" y="304"/>
                </a:lnTo>
                <a:lnTo>
                  <a:pt x="1409" y="305"/>
                </a:lnTo>
                <a:lnTo>
                  <a:pt x="1381" y="314"/>
                </a:lnTo>
                <a:lnTo>
                  <a:pt x="1365" y="325"/>
                </a:lnTo>
                <a:lnTo>
                  <a:pt x="1360" y="333"/>
                </a:lnTo>
                <a:lnTo>
                  <a:pt x="1347" y="350"/>
                </a:lnTo>
                <a:lnTo>
                  <a:pt x="1336" y="373"/>
                </a:lnTo>
                <a:lnTo>
                  <a:pt x="1345" y="384"/>
                </a:lnTo>
                <a:lnTo>
                  <a:pt x="1374" y="385"/>
                </a:lnTo>
                <a:lnTo>
                  <a:pt x="1399" y="382"/>
                </a:lnTo>
                <a:lnTo>
                  <a:pt x="1451" y="375"/>
                </a:lnTo>
                <a:lnTo>
                  <a:pt x="1483" y="372"/>
                </a:lnTo>
                <a:lnTo>
                  <a:pt x="1491" y="371"/>
                </a:lnTo>
                <a:lnTo>
                  <a:pt x="1502" y="356"/>
                </a:lnTo>
                <a:lnTo>
                  <a:pt x="1503" y="346"/>
                </a:lnTo>
                <a:lnTo>
                  <a:pt x="1504" y="340"/>
                </a:lnTo>
                <a:lnTo>
                  <a:pt x="1510" y="331"/>
                </a:lnTo>
                <a:lnTo>
                  <a:pt x="1528" y="323"/>
                </a:lnTo>
                <a:lnTo>
                  <a:pt x="1551" y="323"/>
                </a:lnTo>
                <a:lnTo>
                  <a:pt x="1575" y="325"/>
                </a:lnTo>
                <a:lnTo>
                  <a:pt x="1579" y="328"/>
                </a:lnTo>
                <a:lnTo>
                  <a:pt x="1559" y="333"/>
                </a:lnTo>
                <a:lnTo>
                  <a:pt x="1544" y="336"/>
                </a:lnTo>
                <a:lnTo>
                  <a:pt x="1522" y="349"/>
                </a:lnTo>
                <a:lnTo>
                  <a:pt x="1520" y="356"/>
                </a:lnTo>
                <a:lnTo>
                  <a:pt x="1520" y="361"/>
                </a:lnTo>
                <a:lnTo>
                  <a:pt x="1525" y="365"/>
                </a:lnTo>
                <a:lnTo>
                  <a:pt x="1539" y="368"/>
                </a:lnTo>
                <a:lnTo>
                  <a:pt x="1551" y="365"/>
                </a:lnTo>
                <a:lnTo>
                  <a:pt x="1581" y="357"/>
                </a:lnTo>
                <a:lnTo>
                  <a:pt x="1641" y="346"/>
                </a:lnTo>
                <a:lnTo>
                  <a:pt x="1691" y="343"/>
                </a:lnTo>
                <a:lnTo>
                  <a:pt x="1714" y="346"/>
                </a:lnTo>
                <a:lnTo>
                  <a:pt x="1722" y="350"/>
                </a:lnTo>
                <a:lnTo>
                  <a:pt x="1723" y="353"/>
                </a:lnTo>
                <a:lnTo>
                  <a:pt x="1721" y="361"/>
                </a:lnTo>
                <a:lnTo>
                  <a:pt x="1706" y="372"/>
                </a:lnTo>
                <a:lnTo>
                  <a:pt x="1695" y="374"/>
                </a:lnTo>
                <a:lnTo>
                  <a:pt x="1659" y="377"/>
                </a:lnTo>
                <a:lnTo>
                  <a:pt x="1614" y="380"/>
                </a:lnTo>
                <a:lnTo>
                  <a:pt x="1578" y="383"/>
                </a:lnTo>
                <a:lnTo>
                  <a:pt x="1512" y="392"/>
                </a:lnTo>
                <a:lnTo>
                  <a:pt x="1459" y="404"/>
                </a:lnTo>
                <a:lnTo>
                  <a:pt x="1424" y="417"/>
                </a:lnTo>
                <a:lnTo>
                  <a:pt x="1417" y="424"/>
                </a:lnTo>
                <a:lnTo>
                  <a:pt x="1412" y="432"/>
                </a:lnTo>
                <a:lnTo>
                  <a:pt x="1402" y="430"/>
                </a:lnTo>
                <a:lnTo>
                  <a:pt x="1397" y="420"/>
                </a:lnTo>
                <a:lnTo>
                  <a:pt x="1395" y="414"/>
                </a:lnTo>
                <a:lnTo>
                  <a:pt x="1390" y="407"/>
                </a:lnTo>
                <a:lnTo>
                  <a:pt x="1378" y="407"/>
                </a:lnTo>
                <a:lnTo>
                  <a:pt x="1368" y="415"/>
                </a:lnTo>
                <a:lnTo>
                  <a:pt x="1360" y="425"/>
                </a:lnTo>
                <a:lnTo>
                  <a:pt x="1359" y="441"/>
                </a:lnTo>
                <a:lnTo>
                  <a:pt x="1366" y="446"/>
                </a:lnTo>
                <a:lnTo>
                  <a:pt x="1376" y="450"/>
                </a:lnTo>
                <a:lnTo>
                  <a:pt x="1409" y="450"/>
                </a:lnTo>
                <a:lnTo>
                  <a:pt x="1443" y="442"/>
                </a:lnTo>
                <a:lnTo>
                  <a:pt x="1463" y="431"/>
                </a:lnTo>
                <a:lnTo>
                  <a:pt x="1469" y="424"/>
                </a:lnTo>
                <a:lnTo>
                  <a:pt x="1470" y="420"/>
                </a:lnTo>
                <a:lnTo>
                  <a:pt x="1471" y="418"/>
                </a:lnTo>
                <a:lnTo>
                  <a:pt x="1477" y="415"/>
                </a:lnTo>
                <a:lnTo>
                  <a:pt x="1495" y="417"/>
                </a:lnTo>
                <a:lnTo>
                  <a:pt x="1512" y="422"/>
                </a:lnTo>
                <a:lnTo>
                  <a:pt x="1531" y="428"/>
                </a:lnTo>
                <a:lnTo>
                  <a:pt x="1551" y="429"/>
                </a:lnTo>
                <a:lnTo>
                  <a:pt x="1561" y="424"/>
                </a:lnTo>
                <a:lnTo>
                  <a:pt x="1564" y="420"/>
                </a:lnTo>
                <a:lnTo>
                  <a:pt x="1567" y="417"/>
                </a:lnTo>
                <a:lnTo>
                  <a:pt x="1578" y="411"/>
                </a:lnTo>
                <a:lnTo>
                  <a:pt x="1604" y="407"/>
                </a:lnTo>
                <a:lnTo>
                  <a:pt x="1625" y="409"/>
                </a:lnTo>
                <a:lnTo>
                  <a:pt x="1645" y="411"/>
                </a:lnTo>
                <a:lnTo>
                  <a:pt x="1676" y="408"/>
                </a:lnTo>
                <a:lnTo>
                  <a:pt x="1683" y="404"/>
                </a:lnTo>
                <a:lnTo>
                  <a:pt x="1685" y="401"/>
                </a:lnTo>
                <a:lnTo>
                  <a:pt x="1701" y="397"/>
                </a:lnTo>
                <a:lnTo>
                  <a:pt x="1740" y="396"/>
                </a:lnTo>
                <a:lnTo>
                  <a:pt x="1776" y="399"/>
                </a:lnTo>
                <a:lnTo>
                  <a:pt x="1811" y="401"/>
                </a:lnTo>
                <a:lnTo>
                  <a:pt x="1844" y="399"/>
                </a:lnTo>
                <a:lnTo>
                  <a:pt x="1852" y="394"/>
                </a:lnTo>
                <a:lnTo>
                  <a:pt x="1852" y="390"/>
                </a:lnTo>
                <a:lnTo>
                  <a:pt x="1849" y="384"/>
                </a:lnTo>
                <a:lnTo>
                  <a:pt x="1857" y="372"/>
                </a:lnTo>
                <a:lnTo>
                  <a:pt x="1874" y="363"/>
                </a:lnTo>
                <a:lnTo>
                  <a:pt x="1892" y="364"/>
                </a:lnTo>
                <a:lnTo>
                  <a:pt x="1898" y="369"/>
                </a:lnTo>
                <a:lnTo>
                  <a:pt x="1907" y="374"/>
                </a:lnTo>
                <a:lnTo>
                  <a:pt x="1932" y="382"/>
                </a:lnTo>
                <a:lnTo>
                  <a:pt x="1957" y="383"/>
                </a:lnTo>
                <a:lnTo>
                  <a:pt x="1974" y="379"/>
                </a:lnTo>
                <a:lnTo>
                  <a:pt x="1976" y="374"/>
                </a:lnTo>
                <a:lnTo>
                  <a:pt x="1977" y="371"/>
                </a:lnTo>
                <a:lnTo>
                  <a:pt x="1985" y="365"/>
                </a:lnTo>
                <a:lnTo>
                  <a:pt x="2006" y="358"/>
                </a:lnTo>
                <a:lnTo>
                  <a:pt x="2025" y="358"/>
                </a:lnTo>
                <a:lnTo>
                  <a:pt x="2045" y="358"/>
                </a:lnTo>
                <a:lnTo>
                  <a:pt x="2082" y="352"/>
                </a:lnTo>
                <a:lnTo>
                  <a:pt x="2093" y="348"/>
                </a:lnTo>
                <a:lnTo>
                  <a:pt x="2100" y="344"/>
                </a:lnTo>
                <a:lnTo>
                  <a:pt x="2110" y="348"/>
                </a:lnTo>
                <a:lnTo>
                  <a:pt x="2111" y="356"/>
                </a:lnTo>
                <a:lnTo>
                  <a:pt x="2112" y="365"/>
                </a:lnTo>
                <a:lnTo>
                  <a:pt x="2118" y="369"/>
                </a:lnTo>
                <a:lnTo>
                  <a:pt x="2123" y="365"/>
                </a:lnTo>
                <a:lnTo>
                  <a:pt x="2126" y="363"/>
                </a:lnTo>
                <a:lnTo>
                  <a:pt x="2125" y="353"/>
                </a:lnTo>
                <a:lnTo>
                  <a:pt x="2116" y="338"/>
                </a:lnTo>
                <a:lnTo>
                  <a:pt x="2105" y="328"/>
                </a:lnTo>
                <a:lnTo>
                  <a:pt x="2085" y="314"/>
                </a:lnTo>
                <a:lnTo>
                  <a:pt x="2089" y="305"/>
                </a:lnTo>
                <a:lnTo>
                  <a:pt x="2116" y="304"/>
                </a:lnTo>
                <a:lnTo>
                  <a:pt x="2136" y="305"/>
                </a:lnTo>
                <a:lnTo>
                  <a:pt x="2154" y="313"/>
                </a:lnTo>
                <a:lnTo>
                  <a:pt x="2159" y="320"/>
                </a:lnTo>
                <a:lnTo>
                  <a:pt x="2159" y="324"/>
                </a:lnTo>
                <a:lnTo>
                  <a:pt x="2158" y="330"/>
                </a:lnTo>
                <a:lnTo>
                  <a:pt x="2164" y="337"/>
                </a:lnTo>
                <a:lnTo>
                  <a:pt x="2185" y="342"/>
                </a:lnTo>
                <a:lnTo>
                  <a:pt x="2213" y="341"/>
                </a:lnTo>
                <a:lnTo>
                  <a:pt x="2281" y="336"/>
                </a:lnTo>
                <a:lnTo>
                  <a:pt x="2370" y="333"/>
                </a:lnTo>
                <a:lnTo>
                  <a:pt x="2408" y="331"/>
                </a:lnTo>
                <a:lnTo>
                  <a:pt x="2461" y="321"/>
                </a:lnTo>
                <a:lnTo>
                  <a:pt x="2466" y="316"/>
                </a:lnTo>
                <a:lnTo>
                  <a:pt x="2468" y="312"/>
                </a:lnTo>
                <a:lnTo>
                  <a:pt x="2488" y="315"/>
                </a:lnTo>
                <a:lnTo>
                  <a:pt x="2501" y="323"/>
                </a:lnTo>
                <a:lnTo>
                  <a:pt x="2520" y="331"/>
                </a:lnTo>
                <a:lnTo>
                  <a:pt x="2538" y="332"/>
                </a:lnTo>
                <a:lnTo>
                  <a:pt x="2547" y="326"/>
                </a:lnTo>
                <a:lnTo>
                  <a:pt x="2551" y="321"/>
                </a:lnTo>
                <a:lnTo>
                  <a:pt x="2557" y="314"/>
                </a:lnTo>
                <a:lnTo>
                  <a:pt x="2575" y="306"/>
                </a:lnTo>
                <a:lnTo>
                  <a:pt x="2587" y="306"/>
                </a:lnTo>
                <a:lnTo>
                  <a:pt x="2598" y="307"/>
                </a:lnTo>
                <a:lnTo>
                  <a:pt x="2627" y="302"/>
                </a:lnTo>
                <a:lnTo>
                  <a:pt x="2642" y="296"/>
                </a:lnTo>
                <a:lnTo>
                  <a:pt x="2657" y="291"/>
                </a:lnTo>
                <a:lnTo>
                  <a:pt x="2680" y="296"/>
                </a:lnTo>
                <a:lnTo>
                  <a:pt x="2688" y="306"/>
                </a:lnTo>
                <a:lnTo>
                  <a:pt x="2694" y="315"/>
                </a:lnTo>
                <a:lnTo>
                  <a:pt x="2702" y="317"/>
                </a:lnTo>
                <a:lnTo>
                  <a:pt x="2703" y="311"/>
                </a:lnTo>
                <a:lnTo>
                  <a:pt x="2703" y="307"/>
                </a:lnTo>
                <a:lnTo>
                  <a:pt x="2711" y="301"/>
                </a:lnTo>
                <a:lnTo>
                  <a:pt x="2735" y="293"/>
                </a:lnTo>
                <a:lnTo>
                  <a:pt x="2755" y="291"/>
                </a:lnTo>
                <a:lnTo>
                  <a:pt x="2776" y="290"/>
                </a:lnTo>
                <a:lnTo>
                  <a:pt x="2810" y="285"/>
                </a:lnTo>
                <a:lnTo>
                  <a:pt x="2816" y="281"/>
                </a:lnTo>
                <a:lnTo>
                  <a:pt x="2822" y="278"/>
                </a:lnTo>
                <a:lnTo>
                  <a:pt x="2848" y="282"/>
                </a:lnTo>
                <a:lnTo>
                  <a:pt x="2865" y="288"/>
                </a:lnTo>
                <a:lnTo>
                  <a:pt x="2882" y="293"/>
                </a:lnTo>
                <a:lnTo>
                  <a:pt x="2908" y="293"/>
                </a:lnTo>
                <a:lnTo>
                  <a:pt x="2914" y="289"/>
                </a:lnTo>
                <a:lnTo>
                  <a:pt x="2922" y="283"/>
                </a:lnTo>
                <a:lnTo>
                  <a:pt x="2970" y="274"/>
                </a:lnTo>
                <a:lnTo>
                  <a:pt x="3002" y="273"/>
                </a:lnTo>
                <a:lnTo>
                  <a:pt x="3102" y="273"/>
                </a:lnTo>
                <a:lnTo>
                  <a:pt x="3161" y="266"/>
                </a:lnTo>
                <a:lnTo>
                  <a:pt x="3169" y="257"/>
                </a:lnTo>
                <a:lnTo>
                  <a:pt x="3165" y="250"/>
                </a:lnTo>
                <a:lnTo>
                  <a:pt x="3163" y="245"/>
                </a:lnTo>
                <a:lnTo>
                  <a:pt x="3162" y="240"/>
                </a:lnTo>
                <a:lnTo>
                  <a:pt x="3170" y="238"/>
                </a:lnTo>
                <a:lnTo>
                  <a:pt x="3186" y="243"/>
                </a:lnTo>
                <a:lnTo>
                  <a:pt x="3223" y="256"/>
                </a:lnTo>
                <a:lnTo>
                  <a:pt x="3262" y="263"/>
                </a:lnTo>
                <a:lnTo>
                  <a:pt x="3276" y="261"/>
                </a:lnTo>
                <a:lnTo>
                  <a:pt x="3277" y="257"/>
                </a:lnTo>
                <a:lnTo>
                  <a:pt x="3283" y="252"/>
                </a:lnTo>
                <a:lnTo>
                  <a:pt x="3341" y="246"/>
                </a:lnTo>
                <a:lnTo>
                  <a:pt x="3383" y="245"/>
                </a:lnTo>
                <a:lnTo>
                  <a:pt x="3510" y="241"/>
                </a:lnTo>
                <a:lnTo>
                  <a:pt x="3691" y="232"/>
                </a:lnTo>
                <a:lnTo>
                  <a:pt x="3886" y="222"/>
                </a:lnTo>
                <a:lnTo>
                  <a:pt x="4062" y="215"/>
                </a:lnTo>
                <a:lnTo>
                  <a:pt x="4133" y="211"/>
                </a:lnTo>
                <a:lnTo>
                  <a:pt x="4258" y="200"/>
                </a:lnTo>
                <a:lnTo>
                  <a:pt x="4290" y="194"/>
                </a:lnTo>
                <a:lnTo>
                  <a:pt x="4320" y="189"/>
                </a:lnTo>
                <a:lnTo>
                  <a:pt x="4335" y="191"/>
                </a:lnTo>
                <a:lnTo>
                  <a:pt x="4331" y="197"/>
                </a:lnTo>
                <a:lnTo>
                  <a:pt x="4325" y="203"/>
                </a:lnTo>
                <a:lnTo>
                  <a:pt x="4318" y="209"/>
                </a:lnTo>
                <a:lnTo>
                  <a:pt x="4320" y="215"/>
                </a:lnTo>
                <a:lnTo>
                  <a:pt x="4357" y="217"/>
                </a:lnTo>
                <a:lnTo>
                  <a:pt x="4417" y="213"/>
                </a:lnTo>
                <a:lnTo>
                  <a:pt x="4468" y="210"/>
                </a:lnTo>
                <a:lnTo>
                  <a:pt x="4498" y="212"/>
                </a:lnTo>
                <a:lnTo>
                  <a:pt x="4495" y="215"/>
                </a:lnTo>
                <a:lnTo>
                  <a:pt x="4485" y="218"/>
                </a:lnTo>
                <a:lnTo>
                  <a:pt x="4460" y="224"/>
                </a:lnTo>
                <a:lnTo>
                  <a:pt x="4375" y="233"/>
                </a:lnTo>
                <a:lnTo>
                  <a:pt x="4330" y="235"/>
                </a:lnTo>
                <a:lnTo>
                  <a:pt x="4281" y="237"/>
                </a:lnTo>
                <a:lnTo>
                  <a:pt x="4230" y="247"/>
                </a:lnTo>
                <a:lnTo>
                  <a:pt x="4206" y="257"/>
                </a:lnTo>
                <a:lnTo>
                  <a:pt x="4199" y="263"/>
                </a:lnTo>
                <a:lnTo>
                  <a:pt x="4188" y="272"/>
                </a:lnTo>
                <a:lnTo>
                  <a:pt x="4177" y="277"/>
                </a:lnTo>
                <a:lnTo>
                  <a:pt x="4173" y="275"/>
                </a:lnTo>
                <a:lnTo>
                  <a:pt x="4173" y="272"/>
                </a:lnTo>
                <a:lnTo>
                  <a:pt x="4171" y="264"/>
                </a:lnTo>
                <a:lnTo>
                  <a:pt x="4152" y="254"/>
                </a:lnTo>
                <a:lnTo>
                  <a:pt x="4137" y="253"/>
                </a:lnTo>
                <a:lnTo>
                  <a:pt x="4124" y="254"/>
                </a:lnTo>
                <a:lnTo>
                  <a:pt x="4113" y="260"/>
                </a:lnTo>
                <a:lnTo>
                  <a:pt x="4112" y="266"/>
                </a:lnTo>
                <a:lnTo>
                  <a:pt x="4113" y="270"/>
                </a:lnTo>
                <a:lnTo>
                  <a:pt x="4116" y="276"/>
                </a:lnTo>
                <a:lnTo>
                  <a:pt x="4112" y="287"/>
                </a:lnTo>
                <a:lnTo>
                  <a:pt x="4107" y="288"/>
                </a:lnTo>
                <a:lnTo>
                  <a:pt x="4099" y="287"/>
                </a:lnTo>
                <a:lnTo>
                  <a:pt x="4089" y="276"/>
                </a:lnTo>
                <a:lnTo>
                  <a:pt x="4088" y="268"/>
                </a:lnTo>
                <a:lnTo>
                  <a:pt x="4087" y="265"/>
                </a:lnTo>
                <a:lnTo>
                  <a:pt x="4072" y="260"/>
                </a:lnTo>
                <a:lnTo>
                  <a:pt x="4035" y="259"/>
                </a:lnTo>
                <a:lnTo>
                  <a:pt x="3967" y="266"/>
                </a:lnTo>
                <a:lnTo>
                  <a:pt x="3908" y="281"/>
                </a:lnTo>
                <a:lnTo>
                  <a:pt x="3894" y="289"/>
                </a:lnTo>
                <a:lnTo>
                  <a:pt x="3887" y="295"/>
                </a:lnTo>
                <a:lnTo>
                  <a:pt x="3868" y="303"/>
                </a:lnTo>
                <a:lnTo>
                  <a:pt x="3860" y="304"/>
                </a:lnTo>
                <a:lnTo>
                  <a:pt x="3858" y="304"/>
                </a:lnTo>
                <a:lnTo>
                  <a:pt x="3856" y="301"/>
                </a:lnTo>
                <a:lnTo>
                  <a:pt x="3860" y="294"/>
                </a:lnTo>
                <a:lnTo>
                  <a:pt x="3869" y="288"/>
                </a:lnTo>
                <a:lnTo>
                  <a:pt x="3875" y="283"/>
                </a:lnTo>
                <a:lnTo>
                  <a:pt x="3879" y="276"/>
                </a:lnTo>
                <a:lnTo>
                  <a:pt x="3866" y="271"/>
                </a:lnTo>
                <a:lnTo>
                  <a:pt x="3838" y="270"/>
                </a:lnTo>
                <a:lnTo>
                  <a:pt x="3816" y="271"/>
                </a:lnTo>
                <a:lnTo>
                  <a:pt x="3795" y="276"/>
                </a:lnTo>
                <a:lnTo>
                  <a:pt x="3790" y="282"/>
                </a:lnTo>
                <a:lnTo>
                  <a:pt x="3791" y="284"/>
                </a:lnTo>
                <a:lnTo>
                  <a:pt x="3793" y="290"/>
                </a:lnTo>
                <a:lnTo>
                  <a:pt x="3785" y="298"/>
                </a:lnTo>
                <a:lnTo>
                  <a:pt x="3776" y="299"/>
                </a:lnTo>
                <a:lnTo>
                  <a:pt x="3766" y="299"/>
                </a:lnTo>
                <a:lnTo>
                  <a:pt x="3757" y="292"/>
                </a:lnTo>
                <a:lnTo>
                  <a:pt x="3758" y="288"/>
                </a:lnTo>
                <a:lnTo>
                  <a:pt x="3759" y="285"/>
                </a:lnTo>
                <a:lnTo>
                  <a:pt x="3749" y="282"/>
                </a:lnTo>
                <a:lnTo>
                  <a:pt x="3719" y="280"/>
                </a:lnTo>
                <a:lnTo>
                  <a:pt x="3661" y="283"/>
                </a:lnTo>
                <a:lnTo>
                  <a:pt x="3609" y="292"/>
                </a:lnTo>
                <a:lnTo>
                  <a:pt x="3596" y="298"/>
                </a:lnTo>
                <a:lnTo>
                  <a:pt x="3583" y="302"/>
                </a:lnTo>
                <a:lnTo>
                  <a:pt x="3527" y="309"/>
                </a:lnTo>
                <a:lnTo>
                  <a:pt x="3494" y="309"/>
                </a:lnTo>
                <a:lnTo>
                  <a:pt x="3461" y="309"/>
                </a:lnTo>
                <a:lnTo>
                  <a:pt x="3417" y="315"/>
                </a:lnTo>
                <a:lnTo>
                  <a:pt x="3413" y="319"/>
                </a:lnTo>
                <a:lnTo>
                  <a:pt x="3408" y="324"/>
                </a:lnTo>
                <a:lnTo>
                  <a:pt x="3365" y="328"/>
                </a:lnTo>
                <a:lnTo>
                  <a:pt x="3335" y="328"/>
                </a:lnTo>
                <a:lnTo>
                  <a:pt x="3301" y="327"/>
                </a:lnTo>
                <a:lnTo>
                  <a:pt x="3240" y="335"/>
                </a:lnTo>
                <a:lnTo>
                  <a:pt x="3221" y="343"/>
                </a:lnTo>
                <a:lnTo>
                  <a:pt x="3205" y="352"/>
                </a:lnTo>
                <a:lnTo>
                  <a:pt x="3190" y="354"/>
                </a:lnTo>
                <a:lnTo>
                  <a:pt x="3183" y="349"/>
                </a:lnTo>
                <a:lnTo>
                  <a:pt x="3181" y="344"/>
                </a:lnTo>
                <a:lnTo>
                  <a:pt x="3179" y="340"/>
                </a:lnTo>
                <a:lnTo>
                  <a:pt x="3171" y="335"/>
                </a:lnTo>
                <a:lnTo>
                  <a:pt x="3154" y="332"/>
                </a:lnTo>
                <a:lnTo>
                  <a:pt x="3129" y="337"/>
                </a:lnTo>
                <a:lnTo>
                  <a:pt x="3111" y="349"/>
                </a:lnTo>
                <a:lnTo>
                  <a:pt x="3109" y="358"/>
                </a:lnTo>
                <a:lnTo>
                  <a:pt x="3108" y="362"/>
                </a:lnTo>
                <a:lnTo>
                  <a:pt x="3104" y="365"/>
                </a:lnTo>
                <a:lnTo>
                  <a:pt x="3092" y="363"/>
                </a:lnTo>
                <a:lnTo>
                  <a:pt x="3083" y="354"/>
                </a:lnTo>
                <a:lnTo>
                  <a:pt x="3071" y="345"/>
                </a:lnTo>
                <a:lnTo>
                  <a:pt x="3061" y="343"/>
                </a:lnTo>
                <a:lnTo>
                  <a:pt x="3058" y="348"/>
                </a:lnTo>
                <a:lnTo>
                  <a:pt x="3058" y="353"/>
                </a:lnTo>
                <a:lnTo>
                  <a:pt x="3057" y="361"/>
                </a:lnTo>
                <a:lnTo>
                  <a:pt x="3047" y="371"/>
                </a:lnTo>
                <a:lnTo>
                  <a:pt x="3039" y="372"/>
                </a:lnTo>
                <a:lnTo>
                  <a:pt x="3034" y="371"/>
                </a:lnTo>
                <a:lnTo>
                  <a:pt x="3030" y="362"/>
                </a:lnTo>
                <a:lnTo>
                  <a:pt x="3033" y="354"/>
                </a:lnTo>
                <a:lnTo>
                  <a:pt x="3036" y="347"/>
                </a:lnTo>
                <a:lnTo>
                  <a:pt x="3032" y="338"/>
                </a:lnTo>
                <a:lnTo>
                  <a:pt x="3025" y="338"/>
                </a:lnTo>
                <a:lnTo>
                  <a:pt x="3018" y="338"/>
                </a:lnTo>
                <a:lnTo>
                  <a:pt x="3004" y="347"/>
                </a:lnTo>
                <a:lnTo>
                  <a:pt x="2998" y="353"/>
                </a:lnTo>
                <a:lnTo>
                  <a:pt x="2996" y="356"/>
                </a:lnTo>
                <a:lnTo>
                  <a:pt x="2982" y="362"/>
                </a:lnTo>
                <a:lnTo>
                  <a:pt x="2950" y="365"/>
                </a:lnTo>
                <a:lnTo>
                  <a:pt x="2924" y="362"/>
                </a:lnTo>
                <a:lnTo>
                  <a:pt x="2897" y="359"/>
                </a:lnTo>
                <a:lnTo>
                  <a:pt x="2864" y="363"/>
                </a:lnTo>
                <a:lnTo>
                  <a:pt x="2850" y="368"/>
                </a:lnTo>
                <a:lnTo>
                  <a:pt x="2846" y="372"/>
                </a:lnTo>
                <a:lnTo>
                  <a:pt x="2844" y="375"/>
                </a:lnTo>
                <a:lnTo>
                  <a:pt x="2836" y="379"/>
                </a:lnTo>
                <a:lnTo>
                  <a:pt x="2819" y="376"/>
                </a:lnTo>
                <a:lnTo>
                  <a:pt x="2805" y="369"/>
                </a:lnTo>
                <a:lnTo>
                  <a:pt x="2787" y="357"/>
                </a:lnTo>
                <a:lnTo>
                  <a:pt x="2768" y="356"/>
                </a:lnTo>
                <a:lnTo>
                  <a:pt x="2756" y="363"/>
                </a:lnTo>
                <a:lnTo>
                  <a:pt x="2750" y="369"/>
                </a:lnTo>
                <a:lnTo>
                  <a:pt x="2738" y="379"/>
                </a:lnTo>
                <a:lnTo>
                  <a:pt x="2714" y="389"/>
                </a:lnTo>
                <a:lnTo>
                  <a:pt x="2697" y="386"/>
                </a:lnTo>
                <a:lnTo>
                  <a:pt x="2690" y="371"/>
                </a:lnTo>
                <a:lnTo>
                  <a:pt x="2693" y="358"/>
                </a:lnTo>
                <a:lnTo>
                  <a:pt x="2695" y="351"/>
                </a:lnTo>
                <a:lnTo>
                  <a:pt x="2695" y="344"/>
                </a:lnTo>
                <a:lnTo>
                  <a:pt x="2686" y="349"/>
                </a:lnTo>
                <a:lnTo>
                  <a:pt x="2671" y="367"/>
                </a:lnTo>
                <a:lnTo>
                  <a:pt x="2657" y="383"/>
                </a:lnTo>
                <a:lnTo>
                  <a:pt x="2633" y="403"/>
                </a:lnTo>
                <a:lnTo>
                  <a:pt x="2627" y="405"/>
                </a:lnTo>
                <a:lnTo>
                  <a:pt x="2623" y="403"/>
                </a:lnTo>
                <a:lnTo>
                  <a:pt x="2623" y="383"/>
                </a:lnTo>
                <a:lnTo>
                  <a:pt x="2627" y="367"/>
                </a:lnTo>
                <a:lnTo>
                  <a:pt x="2633" y="344"/>
                </a:lnTo>
                <a:lnTo>
                  <a:pt x="2628" y="343"/>
                </a:lnTo>
                <a:lnTo>
                  <a:pt x="2615" y="364"/>
                </a:lnTo>
                <a:lnTo>
                  <a:pt x="2604" y="379"/>
                </a:lnTo>
                <a:lnTo>
                  <a:pt x="2576" y="399"/>
                </a:lnTo>
                <a:lnTo>
                  <a:pt x="2558" y="404"/>
                </a:lnTo>
                <a:lnTo>
                  <a:pt x="2548" y="402"/>
                </a:lnTo>
                <a:lnTo>
                  <a:pt x="2543" y="395"/>
                </a:lnTo>
                <a:lnTo>
                  <a:pt x="2542" y="384"/>
                </a:lnTo>
                <a:lnTo>
                  <a:pt x="2544" y="377"/>
                </a:lnTo>
                <a:lnTo>
                  <a:pt x="2549" y="358"/>
                </a:lnTo>
                <a:lnTo>
                  <a:pt x="2544" y="358"/>
                </a:lnTo>
                <a:lnTo>
                  <a:pt x="2531" y="375"/>
                </a:lnTo>
                <a:lnTo>
                  <a:pt x="2525" y="382"/>
                </a:lnTo>
                <a:lnTo>
                  <a:pt x="2511" y="391"/>
                </a:lnTo>
                <a:lnTo>
                  <a:pt x="2495" y="396"/>
                </a:lnTo>
                <a:lnTo>
                  <a:pt x="2478" y="396"/>
                </a:lnTo>
                <a:lnTo>
                  <a:pt x="2470" y="394"/>
                </a:lnTo>
                <a:lnTo>
                  <a:pt x="2454" y="391"/>
                </a:lnTo>
                <a:lnTo>
                  <a:pt x="2439" y="394"/>
                </a:lnTo>
                <a:lnTo>
                  <a:pt x="2433" y="400"/>
                </a:lnTo>
                <a:lnTo>
                  <a:pt x="2433" y="404"/>
                </a:lnTo>
                <a:lnTo>
                  <a:pt x="2432" y="408"/>
                </a:lnTo>
                <a:lnTo>
                  <a:pt x="2425" y="414"/>
                </a:lnTo>
                <a:lnTo>
                  <a:pt x="2407" y="420"/>
                </a:lnTo>
                <a:lnTo>
                  <a:pt x="2376" y="422"/>
                </a:lnTo>
                <a:lnTo>
                  <a:pt x="2348" y="414"/>
                </a:lnTo>
                <a:lnTo>
                  <a:pt x="2341" y="407"/>
                </a:lnTo>
                <a:lnTo>
                  <a:pt x="2335" y="402"/>
                </a:lnTo>
                <a:lnTo>
                  <a:pt x="2307" y="399"/>
                </a:lnTo>
                <a:lnTo>
                  <a:pt x="2289" y="400"/>
                </a:lnTo>
                <a:lnTo>
                  <a:pt x="2273" y="405"/>
                </a:lnTo>
                <a:lnTo>
                  <a:pt x="2259" y="414"/>
                </a:lnTo>
                <a:lnTo>
                  <a:pt x="2255" y="420"/>
                </a:lnTo>
                <a:lnTo>
                  <a:pt x="2257" y="424"/>
                </a:lnTo>
                <a:lnTo>
                  <a:pt x="2259" y="430"/>
                </a:lnTo>
                <a:lnTo>
                  <a:pt x="2249" y="438"/>
                </a:lnTo>
                <a:lnTo>
                  <a:pt x="2240" y="439"/>
                </a:lnTo>
                <a:lnTo>
                  <a:pt x="2229" y="437"/>
                </a:lnTo>
                <a:lnTo>
                  <a:pt x="2215" y="423"/>
                </a:lnTo>
                <a:lnTo>
                  <a:pt x="2213" y="414"/>
                </a:lnTo>
                <a:lnTo>
                  <a:pt x="2212" y="404"/>
                </a:lnTo>
                <a:lnTo>
                  <a:pt x="2195" y="390"/>
                </a:lnTo>
                <a:lnTo>
                  <a:pt x="2184" y="389"/>
                </a:lnTo>
                <a:lnTo>
                  <a:pt x="2169" y="389"/>
                </a:lnTo>
                <a:lnTo>
                  <a:pt x="2165" y="396"/>
                </a:lnTo>
                <a:lnTo>
                  <a:pt x="2176" y="404"/>
                </a:lnTo>
                <a:lnTo>
                  <a:pt x="2187" y="411"/>
                </a:lnTo>
                <a:lnTo>
                  <a:pt x="2186" y="421"/>
                </a:lnTo>
                <a:lnTo>
                  <a:pt x="2172" y="427"/>
                </a:lnTo>
                <a:lnTo>
                  <a:pt x="2160" y="431"/>
                </a:lnTo>
                <a:lnTo>
                  <a:pt x="2149" y="426"/>
                </a:lnTo>
                <a:lnTo>
                  <a:pt x="2146" y="417"/>
                </a:lnTo>
                <a:lnTo>
                  <a:pt x="2146" y="410"/>
                </a:lnTo>
                <a:lnTo>
                  <a:pt x="2145" y="398"/>
                </a:lnTo>
                <a:lnTo>
                  <a:pt x="2134" y="394"/>
                </a:lnTo>
                <a:lnTo>
                  <a:pt x="2121" y="404"/>
                </a:lnTo>
                <a:lnTo>
                  <a:pt x="2110" y="412"/>
                </a:lnTo>
                <a:lnTo>
                  <a:pt x="2097" y="414"/>
                </a:lnTo>
                <a:lnTo>
                  <a:pt x="2090" y="410"/>
                </a:lnTo>
                <a:lnTo>
                  <a:pt x="2086" y="405"/>
                </a:lnTo>
                <a:lnTo>
                  <a:pt x="2082" y="399"/>
                </a:lnTo>
                <a:lnTo>
                  <a:pt x="2067" y="390"/>
                </a:lnTo>
                <a:lnTo>
                  <a:pt x="2060" y="389"/>
                </a:lnTo>
                <a:lnTo>
                  <a:pt x="2052" y="390"/>
                </a:lnTo>
                <a:lnTo>
                  <a:pt x="2050" y="400"/>
                </a:lnTo>
                <a:lnTo>
                  <a:pt x="2055" y="407"/>
                </a:lnTo>
                <a:lnTo>
                  <a:pt x="2058" y="413"/>
                </a:lnTo>
                <a:lnTo>
                  <a:pt x="2059" y="422"/>
                </a:lnTo>
                <a:lnTo>
                  <a:pt x="2051" y="434"/>
                </a:lnTo>
                <a:lnTo>
                  <a:pt x="2027" y="444"/>
                </a:lnTo>
                <a:lnTo>
                  <a:pt x="1990" y="444"/>
                </a:lnTo>
                <a:lnTo>
                  <a:pt x="1966" y="439"/>
                </a:lnTo>
                <a:lnTo>
                  <a:pt x="1948" y="435"/>
                </a:lnTo>
                <a:lnTo>
                  <a:pt x="1923" y="432"/>
                </a:lnTo>
                <a:lnTo>
                  <a:pt x="1910" y="436"/>
                </a:lnTo>
                <a:lnTo>
                  <a:pt x="1906" y="448"/>
                </a:lnTo>
                <a:lnTo>
                  <a:pt x="1906" y="456"/>
                </a:lnTo>
                <a:lnTo>
                  <a:pt x="1902" y="460"/>
                </a:lnTo>
                <a:lnTo>
                  <a:pt x="1871" y="462"/>
                </a:lnTo>
                <a:lnTo>
                  <a:pt x="1848" y="460"/>
                </a:lnTo>
                <a:lnTo>
                  <a:pt x="1823" y="457"/>
                </a:lnTo>
                <a:lnTo>
                  <a:pt x="1799" y="461"/>
                </a:lnTo>
                <a:lnTo>
                  <a:pt x="1791" y="467"/>
                </a:lnTo>
                <a:lnTo>
                  <a:pt x="1791" y="471"/>
                </a:lnTo>
                <a:lnTo>
                  <a:pt x="1790" y="479"/>
                </a:lnTo>
                <a:lnTo>
                  <a:pt x="1780" y="489"/>
                </a:lnTo>
                <a:lnTo>
                  <a:pt x="1772" y="490"/>
                </a:lnTo>
                <a:lnTo>
                  <a:pt x="1767" y="489"/>
                </a:lnTo>
                <a:lnTo>
                  <a:pt x="1763" y="479"/>
                </a:lnTo>
                <a:lnTo>
                  <a:pt x="1766" y="473"/>
                </a:lnTo>
                <a:lnTo>
                  <a:pt x="1768" y="466"/>
                </a:lnTo>
                <a:lnTo>
                  <a:pt x="1762" y="457"/>
                </a:lnTo>
                <a:lnTo>
                  <a:pt x="1753" y="456"/>
                </a:lnTo>
                <a:lnTo>
                  <a:pt x="1744" y="456"/>
                </a:lnTo>
                <a:lnTo>
                  <a:pt x="1745" y="448"/>
                </a:lnTo>
                <a:lnTo>
                  <a:pt x="1757" y="439"/>
                </a:lnTo>
                <a:lnTo>
                  <a:pt x="1769" y="431"/>
                </a:lnTo>
                <a:lnTo>
                  <a:pt x="1771" y="423"/>
                </a:lnTo>
                <a:lnTo>
                  <a:pt x="1761" y="422"/>
                </a:lnTo>
                <a:lnTo>
                  <a:pt x="1750" y="424"/>
                </a:lnTo>
                <a:lnTo>
                  <a:pt x="1733" y="443"/>
                </a:lnTo>
                <a:lnTo>
                  <a:pt x="1728" y="456"/>
                </a:lnTo>
                <a:lnTo>
                  <a:pt x="1725" y="466"/>
                </a:lnTo>
                <a:lnTo>
                  <a:pt x="1717" y="478"/>
                </a:lnTo>
                <a:lnTo>
                  <a:pt x="1704" y="484"/>
                </a:lnTo>
                <a:lnTo>
                  <a:pt x="1684" y="483"/>
                </a:lnTo>
                <a:lnTo>
                  <a:pt x="1669" y="481"/>
                </a:lnTo>
                <a:lnTo>
                  <a:pt x="1647" y="479"/>
                </a:lnTo>
                <a:lnTo>
                  <a:pt x="1606" y="485"/>
                </a:lnTo>
                <a:lnTo>
                  <a:pt x="1591" y="493"/>
                </a:lnTo>
                <a:lnTo>
                  <a:pt x="1577" y="504"/>
                </a:lnTo>
                <a:lnTo>
                  <a:pt x="1570" y="500"/>
                </a:lnTo>
                <a:lnTo>
                  <a:pt x="1576" y="485"/>
                </a:lnTo>
                <a:lnTo>
                  <a:pt x="1580" y="472"/>
                </a:lnTo>
                <a:lnTo>
                  <a:pt x="1577" y="458"/>
                </a:lnTo>
                <a:lnTo>
                  <a:pt x="1564" y="458"/>
                </a:lnTo>
                <a:lnTo>
                  <a:pt x="1545" y="473"/>
                </a:lnTo>
                <a:lnTo>
                  <a:pt x="1534" y="486"/>
                </a:lnTo>
                <a:lnTo>
                  <a:pt x="1528" y="493"/>
                </a:lnTo>
                <a:lnTo>
                  <a:pt x="1511" y="506"/>
                </a:lnTo>
                <a:lnTo>
                  <a:pt x="1473" y="522"/>
                </a:lnTo>
                <a:lnTo>
                  <a:pt x="1442" y="527"/>
                </a:lnTo>
                <a:lnTo>
                  <a:pt x="1417" y="530"/>
                </a:lnTo>
                <a:lnTo>
                  <a:pt x="1376" y="524"/>
                </a:lnTo>
                <a:lnTo>
                  <a:pt x="1355" y="509"/>
                </a:lnTo>
                <a:lnTo>
                  <a:pt x="1345" y="495"/>
                </a:lnTo>
                <a:lnTo>
                  <a:pt x="1336" y="469"/>
                </a:lnTo>
                <a:lnTo>
                  <a:pt x="1335" y="446"/>
                </a:lnTo>
                <a:lnTo>
                  <a:pt x="1334" y="437"/>
                </a:lnTo>
                <a:lnTo>
                  <a:pt x="1327" y="427"/>
                </a:lnTo>
                <a:lnTo>
                  <a:pt x="1291" y="424"/>
                </a:lnTo>
                <a:lnTo>
                  <a:pt x="1239" y="430"/>
                </a:lnTo>
                <a:lnTo>
                  <a:pt x="1171" y="438"/>
                </a:lnTo>
                <a:lnTo>
                  <a:pt x="1126" y="452"/>
                </a:lnTo>
                <a:lnTo>
                  <a:pt x="1116" y="464"/>
                </a:lnTo>
                <a:lnTo>
                  <a:pt x="1115" y="471"/>
                </a:lnTo>
                <a:lnTo>
                  <a:pt x="1118" y="476"/>
                </a:lnTo>
                <a:lnTo>
                  <a:pt x="1145" y="479"/>
                </a:lnTo>
                <a:lnTo>
                  <a:pt x="1187" y="477"/>
                </a:lnTo>
                <a:lnTo>
                  <a:pt x="1230" y="470"/>
                </a:lnTo>
                <a:lnTo>
                  <a:pt x="1249" y="465"/>
                </a:lnTo>
                <a:lnTo>
                  <a:pt x="1260" y="462"/>
                </a:lnTo>
                <a:lnTo>
                  <a:pt x="1284" y="468"/>
                </a:lnTo>
                <a:lnTo>
                  <a:pt x="1303" y="485"/>
                </a:lnTo>
                <a:lnTo>
                  <a:pt x="1316" y="508"/>
                </a:lnTo>
                <a:lnTo>
                  <a:pt x="1316" y="522"/>
                </a:lnTo>
                <a:lnTo>
                  <a:pt x="1316" y="533"/>
                </a:lnTo>
                <a:lnTo>
                  <a:pt x="1311" y="535"/>
                </a:lnTo>
                <a:lnTo>
                  <a:pt x="1305" y="527"/>
                </a:lnTo>
                <a:lnTo>
                  <a:pt x="1301" y="519"/>
                </a:lnTo>
                <a:lnTo>
                  <a:pt x="1284" y="508"/>
                </a:lnTo>
                <a:lnTo>
                  <a:pt x="1274" y="506"/>
                </a:lnTo>
                <a:lnTo>
                  <a:pt x="1264" y="507"/>
                </a:lnTo>
                <a:lnTo>
                  <a:pt x="1257" y="518"/>
                </a:lnTo>
                <a:lnTo>
                  <a:pt x="1260" y="527"/>
                </a:lnTo>
                <a:lnTo>
                  <a:pt x="1263" y="532"/>
                </a:lnTo>
                <a:lnTo>
                  <a:pt x="1263" y="538"/>
                </a:lnTo>
                <a:lnTo>
                  <a:pt x="1253" y="540"/>
                </a:lnTo>
                <a:lnTo>
                  <a:pt x="1237" y="537"/>
                </a:lnTo>
                <a:lnTo>
                  <a:pt x="1221" y="534"/>
                </a:lnTo>
                <a:lnTo>
                  <a:pt x="1205" y="537"/>
                </a:lnTo>
                <a:lnTo>
                  <a:pt x="1200" y="542"/>
                </a:lnTo>
                <a:lnTo>
                  <a:pt x="1199" y="546"/>
                </a:lnTo>
                <a:lnTo>
                  <a:pt x="1198" y="554"/>
                </a:lnTo>
                <a:lnTo>
                  <a:pt x="1190" y="552"/>
                </a:lnTo>
                <a:lnTo>
                  <a:pt x="1184" y="542"/>
                </a:lnTo>
                <a:lnTo>
                  <a:pt x="1177" y="531"/>
                </a:lnTo>
                <a:lnTo>
                  <a:pt x="1167" y="531"/>
                </a:lnTo>
                <a:lnTo>
                  <a:pt x="1163" y="542"/>
                </a:lnTo>
                <a:lnTo>
                  <a:pt x="1160" y="549"/>
                </a:lnTo>
                <a:lnTo>
                  <a:pt x="1153" y="555"/>
                </a:lnTo>
                <a:lnTo>
                  <a:pt x="1140" y="550"/>
                </a:lnTo>
                <a:lnTo>
                  <a:pt x="1125" y="536"/>
                </a:lnTo>
                <a:lnTo>
                  <a:pt x="1112" y="523"/>
                </a:lnTo>
                <a:lnTo>
                  <a:pt x="1096" y="509"/>
                </a:lnTo>
                <a:lnTo>
                  <a:pt x="1089" y="510"/>
                </a:lnTo>
                <a:lnTo>
                  <a:pt x="1090" y="527"/>
                </a:lnTo>
                <a:lnTo>
                  <a:pt x="1093" y="541"/>
                </a:lnTo>
                <a:lnTo>
                  <a:pt x="1095" y="554"/>
                </a:lnTo>
                <a:lnTo>
                  <a:pt x="1086" y="571"/>
                </a:lnTo>
                <a:lnTo>
                  <a:pt x="1067" y="575"/>
                </a:lnTo>
                <a:lnTo>
                  <a:pt x="1048" y="565"/>
                </a:lnTo>
                <a:lnTo>
                  <a:pt x="1042" y="552"/>
                </a:lnTo>
                <a:lnTo>
                  <a:pt x="1038" y="543"/>
                </a:lnTo>
                <a:lnTo>
                  <a:pt x="1027" y="544"/>
                </a:lnTo>
                <a:lnTo>
                  <a:pt x="1019" y="554"/>
                </a:lnTo>
                <a:lnTo>
                  <a:pt x="1011" y="561"/>
                </a:lnTo>
                <a:lnTo>
                  <a:pt x="979" y="573"/>
                </a:lnTo>
                <a:lnTo>
                  <a:pt x="961" y="574"/>
                </a:lnTo>
                <a:lnTo>
                  <a:pt x="908" y="575"/>
                </a:lnTo>
                <a:lnTo>
                  <a:pt x="841" y="582"/>
                </a:lnTo>
                <a:lnTo>
                  <a:pt x="811" y="590"/>
                </a:lnTo>
                <a:lnTo>
                  <a:pt x="803" y="594"/>
                </a:lnTo>
                <a:lnTo>
                  <a:pt x="799" y="596"/>
                </a:lnTo>
                <a:lnTo>
                  <a:pt x="792" y="594"/>
                </a:lnTo>
                <a:lnTo>
                  <a:pt x="783" y="581"/>
                </a:lnTo>
                <a:lnTo>
                  <a:pt x="780" y="566"/>
                </a:lnTo>
                <a:lnTo>
                  <a:pt x="780" y="555"/>
                </a:lnTo>
                <a:lnTo>
                  <a:pt x="783" y="539"/>
                </a:lnTo>
                <a:lnTo>
                  <a:pt x="791" y="531"/>
                </a:lnTo>
                <a:lnTo>
                  <a:pt x="805" y="528"/>
                </a:lnTo>
                <a:lnTo>
                  <a:pt x="816" y="527"/>
                </a:lnTo>
                <a:lnTo>
                  <a:pt x="832" y="529"/>
                </a:lnTo>
                <a:lnTo>
                  <a:pt x="863" y="538"/>
                </a:lnTo>
                <a:lnTo>
                  <a:pt x="872" y="544"/>
                </a:lnTo>
                <a:lnTo>
                  <a:pt x="881" y="549"/>
                </a:lnTo>
                <a:lnTo>
                  <a:pt x="896" y="544"/>
                </a:lnTo>
                <a:lnTo>
                  <a:pt x="900" y="536"/>
                </a:lnTo>
                <a:lnTo>
                  <a:pt x="903" y="531"/>
                </a:lnTo>
                <a:lnTo>
                  <a:pt x="919" y="519"/>
                </a:lnTo>
                <a:lnTo>
                  <a:pt x="959" y="506"/>
                </a:lnTo>
                <a:lnTo>
                  <a:pt x="995" y="500"/>
                </a:lnTo>
                <a:lnTo>
                  <a:pt x="1030" y="494"/>
                </a:lnTo>
                <a:lnTo>
                  <a:pt x="1066" y="483"/>
                </a:lnTo>
                <a:lnTo>
                  <a:pt x="1079" y="476"/>
                </a:lnTo>
                <a:lnTo>
                  <a:pt x="1082" y="473"/>
                </a:lnTo>
                <a:lnTo>
                  <a:pt x="1079" y="467"/>
                </a:lnTo>
                <a:lnTo>
                  <a:pt x="1061" y="461"/>
                </a:lnTo>
                <a:lnTo>
                  <a:pt x="1047" y="461"/>
                </a:lnTo>
                <a:lnTo>
                  <a:pt x="1034" y="463"/>
                </a:lnTo>
                <a:lnTo>
                  <a:pt x="1016" y="469"/>
                </a:lnTo>
                <a:lnTo>
                  <a:pt x="1014" y="473"/>
                </a:lnTo>
                <a:lnTo>
                  <a:pt x="1008" y="477"/>
                </a:lnTo>
                <a:lnTo>
                  <a:pt x="950" y="482"/>
                </a:lnTo>
                <a:lnTo>
                  <a:pt x="907" y="483"/>
                </a:lnTo>
                <a:lnTo>
                  <a:pt x="867" y="484"/>
                </a:lnTo>
                <a:lnTo>
                  <a:pt x="833" y="482"/>
                </a:lnTo>
                <a:lnTo>
                  <a:pt x="828" y="479"/>
                </a:lnTo>
                <a:lnTo>
                  <a:pt x="833" y="478"/>
                </a:lnTo>
                <a:lnTo>
                  <a:pt x="844" y="475"/>
                </a:lnTo>
                <a:lnTo>
                  <a:pt x="860" y="464"/>
                </a:lnTo>
                <a:lnTo>
                  <a:pt x="862" y="460"/>
                </a:lnTo>
                <a:lnTo>
                  <a:pt x="866" y="455"/>
                </a:lnTo>
                <a:lnTo>
                  <a:pt x="905" y="448"/>
                </a:lnTo>
                <a:lnTo>
                  <a:pt x="935" y="446"/>
                </a:lnTo>
                <a:lnTo>
                  <a:pt x="978" y="444"/>
                </a:lnTo>
                <a:lnTo>
                  <a:pt x="1096" y="430"/>
                </a:lnTo>
                <a:lnTo>
                  <a:pt x="1216" y="411"/>
                </a:lnTo>
                <a:lnTo>
                  <a:pt x="1299" y="392"/>
                </a:lnTo>
                <a:lnTo>
                  <a:pt x="1311" y="385"/>
                </a:lnTo>
                <a:lnTo>
                  <a:pt x="1314" y="381"/>
                </a:lnTo>
                <a:lnTo>
                  <a:pt x="1313" y="374"/>
                </a:lnTo>
                <a:lnTo>
                  <a:pt x="1303" y="365"/>
                </a:lnTo>
                <a:lnTo>
                  <a:pt x="1279" y="361"/>
                </a:lnTo>
                <a:lnTo>
                  <a:pt x="1250" y="364"/>
                </a:lnTo>
                <a:lnTo>
                  <a:pt x="1235" y="370"/>
                </a:lnTo>
                <a:lnTo>
                  <a:pt x="1217" y="379"/>
                </a:lnTo>
                <a:lnTo>
                  <a:pt x="1200" y="379"/>
                </a:lnTo>
                <a:lnTo>
                  <a:pt x="1191" y="372"/>
                </a:lnTo>
                <a:lnTo>
                  <a:pt x="1188" y="365"/>
                </a:lnTo>
                <a:lnTo>
                  <a:pt x="1184" y="359"/>
                </a:lnTo>
                <a:lnTo>
                  <a:pt x="1175" y="352"/>
                </a:lnTo>
                <a:lnTo>
                  <a:pt x="1157" y="350"/>
                </a:lnTo>
                <a:lnTo>
                  <a:pt x="1140" y="356"/>
                </a:lnTo>
                <a:lnTo>
                  <a:pt x="1122" y="364"/>
                </a:lnTo>
                <a:lnTo>
                  <a:pt x="1121" y="370"/>
                </a:lnTo>
                <a:lnTo>
                  <a:pt x="1137" y="370"/>
                </a:lnTo>
                <a:lnTo>
                  <a:pt x="1148" y="372"/>
                </a:lnTo>
                <a:lnTo>
                  <a:pt x="1164" y="380"/>
                </a:lnTo>
                <a:lnTo>
                  <a:pt x="1166" y="385"/>
                </a:lnTo>
                <a:lnTo>
                  <a:pt x="1165" y="388"/>
                </a:lnTo>
                <a:lnTo>
                  <a:pt x="1158" y="393"/>
                </a:lnTo>
                <a:lnTo>
                  <a:pt x="1135" y="395"/>
                </a:lnTo>
                <a:lnTo>
                  <a:pt x="1115" y="392"/>
                </a:lnTo>
                <a:lnTo>
                  <a:pt x="1095" y="388"/>
                </a:lnTo>
                <a:lnTo>
                  <a:pt x="1072" y="378"/>
                </a:lnTo>
                <a:lnTo>
                  <a:pt x="1065" y="371"/>
                </a:lnTo>
                <a:lnTo>
                  <a:pt x="1064" y="367"/>
                </a:lnTo>
                <a:lnTo>
                  <a:pt x="1064" y="364"/>
                </a:lnTo>
                <a:lnTo>
                  <a:pt x="1058" y="363"/>
                </a:lnTo>
                <a:lnTo>
                  <a:pt x="1044" y="371"/>
                </a:lnTo>
                <a:lnTo>
                  <a:pt x="1031" y="384"/>
                </a:lnTo>
                <a:lnTo>
                  <a:pt x="1017" y="396"/>
                </a:lnTo>
                <a:lnTo>
                  <a:pt x="982" y="409"/>
                </a:lnTo>
                <a:lnTo>
                  <a:pt x="951" y="410"/>
                </a:lnTo>
                <a:lnTo>
                  <a:pt x="938" y="400"/>
                </a:lnTo>
                <a:lnTo>
                  <a:pt x="938" y="390"/>
                </a:lnTo>
                <a:lnTo>
                  <a:pt x="941" y="384"/>
                </a:lnTo>
                <a:lnTo>
                  <a:pt x="944" y="377"/>
                </a:lnTo>
                <a:lnTo>
                  <a:pt x="940" y="375"/>
                </a:lnTo>
                <a:lnTo>
                  <a:pt x="933" y="379"/>
                </a:lnTo>
                <a:lnTo>
                  <a:pt x="924" y="385"/>
                </a:lnTo>
                <a:lnTo>
                  <a:pt x="913" y="405"/>
                </a:lnTo>
                <a:lnTo>
                  <a:pt x="912" y="415"/>
                </a:lnTo>
                <a:lnTo>
                  <a:pt x="911" y="425"/>
                </a:lnTo>
                <a:lnTo>
                  <a:pt x="902" y="437"/>
                </a:lnTo>
                <a:lnTo>
                  <a:pt x="889" y="438"/>
                </a:lnTo>
                <a:lnTo>
                  <a:pt x="880" y="427"/>
                </a:lnTo>
                <a:lnTo>
                  <a:pt x="879" y="417"/>
                </a:lnTo>
                <a:lnTo>
                  <a:pt x="878" y="413"/>
                </a:lnTo>
                <a:lnTo>
                  <a:pt x="874" y="410"/>
                </a:lnTo>
                <a:lnTo>
                  <a:pt x="865" y="414"/>
                </a:lnTo>
                <a:lnTo>
                  <a:pt x="854" y="425"/>
                </a:lnTo>
                <a:lnTo>
                  <a:pt x="845" y="437"/>
                </a:lnTo>
                <a:lnTo>
                  <a:pt x="823" y="453"/>
                </a:lnTo>
                <a:lnTo>
                  <a:pt x="804" y="458"/>
                </a:lnTo>
                <a:lnTo>
                  <a:pt x="798" y="450"/>
                </a:lnTo>
                <a:lnTo>
                  <a:pt x="803" y="439"/>
                </a:lnTo>
                <a:lnTo>
                  <a:pt x="806" y="432"/>
                </a:lnTo>
                <a:lnTo>
                  <a:pt x="802" y="423"/>
                </a:lnTo>
                <a:lnTo>
                  <a:pt x="796" y="422"/>
                </a:lnTo>
                <a:lnTo>
                  <a:pt x="789" y="423"/>
                </a:lnTo>
                <a:lnTo>
                  <a:pt x="775" y="434"/>
                </a:lnTo>
                <a:lnTo>
                  <a:pt x="772" y="443"/>
                </a:lnTo>
                <a:lnTo>
                  <a:pt x="769" y="449"/>
                </a:lnTo>
                <a:lnTo>
                  <a:pt x="764" y="454"/>
                </a:lnTo>
                <a:lnTo>
                  <a:pt x="754" y="451"/>
                </a:lnTo>
                <a:lnTo>
                  <a:pt x="745" y="439"/>
                </a:lnTo>
                <a:lnTo>
                  <a:pt x="735" y="425"/>
                </a:lnTo>
                <a:lnTo>
                  <a:pt x="727" y="426"/>
                </a:lnTo>
                <a:lnTo>
                  <a:pt x="727" y="443"/>
                </a:lnTo>
                <a:lnTo>
                  <a:pt x="726" y="449"/>
                </a:lnTo>
                <a:lnTo>
                  <a:pt x="720" y="460"/>
                </a:lnTo>
                <a:lnTo>
                  <a:pt x="700" y="473"/>
                </a:lnTo>
                <a:lnTo>
                  <a:pt x="681" y="478"/>
                </a:lnTo>
                <a:lnTo>
                  <a:pt x="672" y="480"/>
                </a:lnTo>
                <a:lnTo>
                  <a:pt x="667" y="482"/>
                </a:lnTo>
                <a:lnTo>
                  <a:pt x="683" y="484"/>
                </a:lnTo>
                <a:lnTo>
                  <a:pt x="713" y="485"/>
                </a:lnTo>
                <a:lnTo>
                  <a:pt x="748" y="484"/>
                </a:lnTo>
                <a:lnTo>
                  <a:pt x="775" y="486"/>
                </a:lnTo>
                <a:lnTo>
                  <a:pt x="779" y="490"/>
                </a:lnTo>
                <a:lnTo>
                  <a:pt x="768" y="497"/>
                </a:lnTo>
                <a:lnTo>
                  <a:pt x="717" y="509"/>
                </a:lnTo>
                <a:lnTo>
                  <a:pt x="676" y="515"/>
                </a:lnTo>
                <a:lnTo>
                  <a:pt x="632" y="519"/>
                </a:lnTo>
                <a:lnTo>
                  <a:pt x="603" y="517"/>
                </a:lnTo>
                <a:lnTo>
                  <a:pt x="602" y="512"/>
                </a:lnTo>
                <a:lnTo>
                  <a:pt x="608" y="508"/>
                </a:lnTo>
                <a:lnTo>
                  <a:pt x="615" y="503"/>
                </a:lnTo>
                <a:lnTo>
                  <a:pt x="620" y="495"/>
                </a:lnTo>
                <a:lnTo>
                  <a:pt x="609" y="489"/>
                </a:lnTo>
                <a:lnTo>
                  <a:pt x="583" y="488"/>
                </a:lnTo>
                <a:lnTo>
                  <a:pt x="540" y="487"/>
                </a:lnTo>
                <a:lnTo>
                  <a:pt x="515" y="490"/>
                </a:lnTo>
                <a:lnTo>
                  <a:pt x="493" y="495"/>
                </a:lnTo>
                <a:lnTo>
                  <a:pt x="451" y="503"/>
                </a:lnTo>
                <a:lnTo>
                  <a:pt x="425" y="508"/>
                </a:lnTo>
                <a:lnTo>
                  <a:pt x="398" y="519"/>
                </a:lnTo>
                <a:lnTo>
                  <a:pt x="401" y="530"/>
                </a:lnTo>
                <a:lnTo>
                  <a:pt x="433" y="533"/>
                </a:lnTo>
                <a:lnTo>
                  <a:pt x="459" y="531"/>
                </a:lnTo>
                <a:lnTo>
                  <a:pt x="521" y="522"/>
                </a:lnTo>
                <a:lnTo>
                  <a:pt x="554" y="515"/>
                </a:lnTo>
                <a:lnTo>
                  <a:pt x="562" y="512"/>
                </a:lnTo>
                <a:lnTo>
                  <a:pt x="573" y="517"/>
                </a:lnTo>
                <a:lnTo>
                  <a:pt x="575" y="524"/>
                </a:lnTo>
                <a:lnTo>
                  <a:pt x="574" y="528"/>
                </a:lnTo>
                <a:lnTo>
                  <a:pt x="565" y="534"/>
                </a:lnTo>
                <a:lnTo>
                  <a:pt x="540" y="540"/>
                </a:lnTo>
                <a:lnTo>
                  <a:pt x="517" y="541"/>
                </a:lnTo>
                <a:lnTo>
                  <a:pt x="493" y="541"/>
                </a:lnTo>
                <a:lnTo>
                  <a:pt x="456" y="550"/>
                </a:lnTo>
                <a:lnTo>
                  <a:pt x="449" y="556"/>
                </a:lnTo>
                <a:lnTo>
                  <a:pt x="443" y="561"/>
                </a:lnTo>
                <a:lnTo>
                  <a:pt x="415" y="568"/>
                </a:lnTo>
                <a:lnTo>
                  <a:pt x="395" y="569"/>
                </a:lnTo>
                <a:lnTo>
                  <a:pt x="377" y="570"/>
                </a:lnTo>
                <a:lnTo>
                  <a:pt x="345" y="584"/>
                </a:lnTo>
                <a:lnTo>
                  <a:pt x="337" y="592"/>
                </a:lnTo>
                <a:lnTo>
                  <a:pt x="329" y="604"/>
                </a:lnTo>
                <a:lnTo>
                  <a:pt x="321" y="605"/>
                </a:lnTo>
                <a:lnTo>
                  <a:pt x="321" y="594"/>
                </a:lnTo>
                <a:lnTo>
                  <a:pt x="320" y="584"/>
                </a:lnTo>
                <a:lnTo>
                  <a:pt x="311" y="575"/>
                </a:lnTo>
                <a:lnTo>
                  <a:pt x="299" y="578"/>
                </a:lnTo>
                <a:lnTo>
                  <a:pt x="288" y="592"/>
                </a:lnTo>
                <a:lnTo>
                  <a:pt x="284" y="605"/>
                </a:lnTo>
                <a:lnTo>
                  <a:pt x="282" y="614"/>
                </a:lnTo>
                <a:lnTo>
                  <a:pt x="283" y="625"/>
                </a:lnTo>
                <a:lnTo>
                  <a:pt x="301" y="631"/>
                </a:lnTo>
                <a:lnTo>
                  <a:pt x="332" y="628"/>
                </a:lnTo>
                <a:lnTo>
                  <a:pt x="357" y="626"/>
                </a:lnTo>
                <a:lnTo>
                  <a:pt x="380" y="630"/>
                </a:lnTo>
                <a:lnTo>
                  <a:pt x="388" y="636"/>
                </a:lnTo>
                <a:lnTo>
                  <a:pt x="388" y="640"/>
                </a:lnTo>
                <a:lnTo>
                  <a:pt x="389" y="647"/>
                </a:lnTo>
                <a:lnTo>
                  <a:pt x="399" y="657"/>
                </a:lnTo>
                <a:lnTo>
                  <a:pt x="407" y="658"/>
                </a:lnTo>
                <a:lnTo>
                  <a:pt x="413" y="657"/>
                </a:lnTo>
                <a:lnTo>
                  <a:pt x="417" y="648"/>
                </a:lnTo>
                <a:lnTo>
                  <a:pt x="414" y="642"/>
                </a:lnTo>
                <a:lnTo>
                  <a:pt x="413" y="638"/>
                </a:lnTo>
                <a:lnTo>
                  <a:pt x="415" y="632"/>
                </a:lnTo>
                <a:lnTo>
                  <a:pt x="431" y="626"/>
                </a:lnTo>
                <a:lnTo>
                  <a:pt x="451" y="627"/>
                </a:lnTo>
                <a:lnTo>
                  <a:pt x="469" y="628"/>
                </a:lnTo>
                <a:lnTo>
                  <a:pt x="478" y="632"/>
                </a:lnTo>
                <a:lnTo>
                  <a:pt x="475" y="635"/>
                </a:lnTo>
                <a:lnTo>
                  <a:pt x="469" y="637"/>
                </a:lnTo>
                <a:lnTo>
                  <a:pt x="461" y="639"/>
                </a:lnTo>
                <a:lnTo>
                  <a:pt x="452" y="644"/>
                </a:lnTo>
                <a:lnTo>
                  <a:pt x="456" y="657"/>
                </a:lnTo>
                <a:lnTo>
                  <a:pt x="474" y="677"/>
                </a:lnTo>
                <a:lnTo>
                  <a:pt x="489" y="690"/>
                </a:lnTo>
                <a:lnTo>
                  <a:pt x="517" y="706"/>
                </a:lnTo>
                <a:lnTo>
                  <a:pt x="541" y="710"/>
                </a:lnTo>
                <a:lnTo>
                  <a:pt x="553" y="704"/>
                </a:lnTo>
                <a:lnTo>
                  <a:pt x="557" y="696"/>
                </a:lnTo>
                <a:lnTo>
                  <a:pt x="557" y="691"/>
                </a:lnTo>
                <a:lnTo>
                  <a:pt x="556" y="685"/>
                </a:lnTo>
                <a:lnTo>
                  <a:pt x="547" y="681"/>
                </a:lnTo>
                <a:lnTo>
                  <a:pt x="540" y="684"/>
                </a:lnTo>
                <a:lnTo>
                  <a:pt x="531" y="689"/>
                </a:lnTo>
                <a:lnTo>
                  <a:pt x="523" y="690"/>
                </a:lnTo>
                <a:lnTo>
                  <a:pt x="533" y="674"/>
                </a:lnTo>
                <a:lnTo>
                  <a:pt x="554" y="657"/>
                </a:lnTo>
                <a:lnTo>
                  <a:pt x="565" y="649"/>
                </a:lnTo>
                <a:lnTo>
                  <a:pt x="574" y="645"/>
                </a:lnTo>
                <a:lnTo>
                  <a:pt x="570" y="650"/>
                </a:lnTo>
                <a:lnTo>
                  <a:pt x="568" y="653"/>
                </a:lnTo>
                <a:lnTo>
                  <a:pt x="567" y="663"/>
                </a:lnTo>
                <a:lnTo>
                  <a:pt x="575" y="682"/>
                </a:lnTo>
                <a:lnTo>
                  <a:pt x="586" y="696"/>
                </a:lnTo>
                <a:lnTo>
                  <a:pt x="597" y="709"/>
                </a:lnTo>
                <a:lnTo>
                  <a:pt x="603" y="726"/>
                </a:lnTo>
                <a:lnTo>
                  <a:pt x="602" y="736"/>
                </a:lnTo>
                <a:lnTo>
                  <a:pt x="600" y="739"/>
                </a:lnTo>
                <a:lnTo>
                  <a:pt x="594" y="743"/>
                </a:lnTo>
                <a:lnTo>
                  <a:pt x="583" y="739"/>
                </a:lnTo>
                <a:lnTo>
                  <a:pt x="580" y="733"/>
                </a:lnTo>
                <a:lnTo>
                  <a:pt x="578" y="729"/>
                </a:lnTo>
                <a:lnTo>
                  <a:pt x="571" y="724"/>
                </a:lnTo>
                <a:lnTo>
                  <a:pt x="553" y="720"/>
                </a:lnTo>
                <a:lnTo>
                  <a:pt x="523" y="725"/>
                </a:lnTo>
                <a:lnTo>
                  <a:pt x="491" y="738"/>
                </a:lnTo>
                <a:lnTo>
                  <a:pt x="476" y="748"/>
                </a:lnTo>
                <a:lnTo>
                  <a:pt x="466" y="754"/>
                </a:lnTo>
                <a:lnTo>
                  <a:pt x="445" y="753"/>
                </a:lnTo>
                <a:lnTo>
                  <a:pt x="434" y="746"/>
                </a:lnTo>
                <a:lnTo>
                  <a:pt x="425" y="740"/>
                </a:lnTo>
                <a:lnTo>
                  <a:pt x="401" y="737"/>
                </a:lnTo>
                <a:lnTo>
                  <a:pt x="390" y="741"/>
                </a:lnTo>
                <a:lnTo>
                  <a:pt x="380" y="746"/>
                </a:lnTo>
                <a:lnTo>
                  <a:pt x="350" y="749"/>
                </a:lnTo>
                <a:lnTo>
                  <a:pt x="335" y="746"/>
                </a:lnTo>
                <a:lnTo>
                  <a:pt x="318" y="744"/>
                </a:lnTo>
                <a:lnTo>
                  <a:pt x="298" y="750"/>
                </a:lnTo>
                <a:lnTo>
                  <a:pt x="288" y="759"/>
                </a:lnTo>
                <a:lnTo>
                  <a:pt x="284" y="767"/>
                </a:lnTo>
                <a:lnTo>
                  <a:pt x="276" y="779"/>
                </a:lnTo>
                <a:lnTo>
                  <a:pt x="258" y="792"/>
                </a:lnTo>
                <a:lnTo>
                  <a:pt x="244" y="792"/>
                </a:lnTo>
                <a:lnTo>
                  <a:pt x="239" y="779"/>
                </a:lnTo>
                <a:lnTo>
                  <a:pt x="243" y="767"/>
                </a:lnTo>
                <a:lnTo>
                  <a:pt x="246" y="758"/>
                </a:lnTo>
                <a:lnTo>
                  <a:pt x="245" y="748"/>
                </a:lnTo>
                <a:lnTo>
                  <a:pt x="229" y="744"/>
                </a:lnTo>
                <a:lnTo>
                  <a:pt x="200" y="749"/>
                </a:lnTo>
                <a:lnTo>
                  <a:pt x="149" y="758"/>
                </a:lnTo>
                <a:lnTo>
                  <a:pt x="110" y="767"/>
                </a:lnTo>
                <a:lnTo>
                  <a:pt x="83" y="773"/>
                </a:lnTo>
                <a:lnTo>
                  <a:pt x="73" y="777"/>
                </a:lnTo>
                <a:lnTo>
                  <a:pt x="65" y="781"/>
                </a:lnTo>
                <a:lnTo>
                  <a:pt x="30" y="790"/>
                </a:lnTo>
                <a:lnTo>
                  <a:pt x="5" y="794"/>
                </a:lnTo>
                <a:lnTo>
                  <a:pt x="0" y="795"/>
                </a:lnTo>
                <a:lnTo>
                  <a:pt x="5" y="799"/>
                </a:lnTo>
                <a:lnTo>
                  <a:pt x="38" y="808"/>
                </a:lnTo>
                <a:lnTo>
                  <a:pt x="76" y="817"/>
                </a:lnTo>
                <a:lnTo>
                  <a:pt x="100" y="822"/>
                </a:lnTo>
                <a:lnTo>
                  <a:pt x="166" y="829"/>
                </a:lnTo>
                <a:lnTo>
                  <a:pt x="290" y="835"/>
                </a:lnTo>
                <a:lnTo>
                  <a:pt x="380" y="834"/>
                </a:lnTo>
                <a:lnTo>
                  <a:pt x="671" y="826"/>
                </a:lnTo>
                <a:lnTo>
                  <a:pt x="977" y="811"/>
                </a:lnTo>
                <a:lnTo>
                  <a:pt x="1084" y="800"/>
                </a:lnTo>
                <a:lnTo>
                  <a:pt x="1095" y="795"/>
                </a:lnTo>
                <a:lnTo>
                  <a:pt x="1099" y="791"/>
                </a:lnTo>
                <a:lnTo>
                  <a:pt x="1129" y="788"/>
                </a:lnTo>
                <a:lnTo>
                  <a:pt x="1148" y="790"/>
                </a:lnTo>
                <a:lnTo>
                  <a:pt x="1171" y="792"/>
                </a:lnTo>
                <a:lnTo>
                  <a:pt x="1214" y="783"/>
                </a:lnTo>
                <a:lnTo>
                  <a:pt x="1228" y="775"/>
                </a:lnTo>
                <a:lnTo>
                  <a:pt x="1242" y="765"/>
                </a:lnTo>
                <a:lnTo>
                  <a:pt x="1248" y="763"/>
                </a:lnTo>
                <a:lnTo>
                  <a:pt x="1244" y="772"/>
                </a:lnTo>
                <a:lnTo>
                  <a:pt x="1241" y="777"/>
                </a:lnTo>
                <a:lnTo>
                  <a:pt x="1240" y="786"/>
                </a:lnTo>
                <a:lnTo>
                  <a:pt x="1250" y="793"/>
                </a:lnTo>
                <a:lnTo>
                  <a:pt x="1265" y="794"/>
                </a:lnTo>
                <a:lnTo>
                  <a:pt x="1279" y="793"/>
                </a:lnTo>
                <a:lnTo>
                  <a:pt x="1302" y="785"/>
                </a:lnTo>
                <a:lnTo>
                  <a:pt x="1308" y="780"/>
                </a:lnTo>
                <a:lnTo>
                  <a:pt x="1317" y="776"/>
                </a:lnTo>
                <a:lnTo>
                  <a:pt x="1384" y="771"/>
                </a:lnTo>
                <a:lnTo>
                  <a:pt x="1431" y="772"/>
                </a:lnTo>
                <a:lnTo>
                  <a:pt x="1484" y="774"/>
                </a:lnTo>
                <a:lnTo>
                  <a:pt x="1521" y="770"/>
                </a:lnTo>
                <a:lnTo>
                  <a:pt x="1525" y="763"/>
                </a:lnTo>
                <a:lnTo>
                  <a:pt x="1520" y="759"/>
                </a:lnTo>
                <a:lnTo>
                  <a:pt x="1507" y="751"/>
                </a:lnTo>
                <a:lnTo>
                  <a:pt x="1509" y="743"/>
                </a:lnTo>
                <a:lnTo>
                  <a:pt x="1525" y="743"/>
                </a:lnTo>
                <a:lnTo>
                  <a:pt x="1537" y="743"/>
                </a:lnTo>
                <a:lnTo>
                  <a:pt x="1553" y="751"/>
                </a:lnTo>
                <a:lnTo>
                  <a:pt x="1554" y="756"/>
                </a:lnTo>
                <a:lnTo>
                  <a:pt x="1556" y="762"/>
                </a:lnTo>
                <a:lnTo>
                  <a:pt x="1574" y="768"/>
                </a:lnTo>
                <a:lnTo>
                  <a:pt x="1647" y="765"/>
                </a:lnTo>
                <a:lnTo>
                  <a:pt x="1746" y="751"/>
                </a:lnTo>
                <a:lnTo>
                  <a:pt x="1821" y="742"/>
                </a:lnTo>
                <a:lnTo>
                  <a:pt x="2016" y="728"/>
                </a:lnTo>
                <a:lnTo>
                  <a:pt x="2166" y="721"/>
                </a:lnTo>
                <a:lnTo>
                  <a:pt x="2212" y="719"/>
                </a:lnTo>
                <a:lnTo>
                  <a:pt x="2280" y="710"/>
                </a:lnTo>
                <a:lnTo>
                  <a:pt x="2291" y="706"/>
                </a:lnTo>
                <a:lnTo>
                  <a:pt x="2297" y="702"/>
                </a:lnTo>
                <a:lnTo>
                  <a:pt x="2320" y="705"/>
                </a:lnTo>
                <a:lnTo>
                  <a:pt x="2333" y="711"/>
                </a:lnTo>
                <a:lnTo>
                  <a:pt x="2341" y="715"/>
                </a:lnTo>
                <a:lnTo>
                  <a:pt x="2358" y="719"/>
                </a:lnTo>
                <a:lnTo>
                  <a:pt x="2383" y="716"/>
                </a:lnTo>
                <a:lnTo>
                  <a:pt x="2400" y="708"/>
                </a:lnTo>
                <a:lnTo>
                  <a:pt x="2419" y="700"/>
                </a:lnTo>
                <a:lnTo>
                  <a:pt x="2479" y="696"/>
                </a:lnTo>
                <a:lnTo>
                  <a:pt x="2512" y="699"/>
                </a:lnTo>
                <a:lnTo>
                  <a:pt x="2544" y="703"/>
                </a:lnTo>
                <a:lnTo>
                  <a:pt x="2571" y="701"/>
                </a:lnTo>
                <a:lnTo>
                  <a:pt x="2578" y="696"/>
                </a:lnTo>
                <a:lnTo>
                  <a:pt x="2576" y="693"/>
                </a:lnTo>
                <a:lnTo>
                  <a:pt x="2573" y="686"/>
                </a:lnTo>
                <a:lnTo>
                  <a:pt x="2576" y="676"/>
                </a:lnTo>
                <a:lnTo>
                  <a:pt x="2583" y="675"/>
                </a:lnTo>
                <a:lnTo>
                  <a:pt x="2590" y="676"/>
                </a:lnTo>
                <a:lnTo>
                  <a:pt x="2605" y="686"/>
                </a:lnTo>
                <a:lnTo>
                  <a:pt x="2610" y="693"/>
                </a:lnTo>
                <a:lnTo>
                  <a:pt x="2616" y="699"/>
                </a:lnTo>
                <a:lnTo>
                  <a:pt x="2632" y="702"/>
                </a:lnTo>
                <a:lnTo>
                  <a:pt x="2640" y="698"/>
                </a:lnTo>
                <a:lnTo>
                  <a:pt x="2655" y="693"/>
                </a:lnTo>
                <a:lnTo>
                  <a:pt x="2725" y="685"/>
                </a:lnTo>
                <a:lnTo>
                  <a:pt x="2770" y="684"/>
                </a:lnTo>
                <a:lnTo>
                  <a:pt x="2816" y="681"/>
                </a:lnTo>
                <a:lnTo>
                  <a:pt x="2888" y="673"/>
                </a:lnTo>
                <a:lnTo>
                  <a:pt x="2904" y="668"/>
                </a:lnTo>
                <a:lnTo>
                  <a:pt x="2914" y="663"/>
                </a:lnTo>
                <a:lnTo>
                  <a:pt x="2931" y="665"/>
                </a:lnTo>
                <a:lnTo>
                  <a:pt x="2937" y="672"/>
                </a:lnTo>
                <a:lnTo>
                  <a:pt x="2940" y="676"/>
                </a:lnTo>
                <a:lnTo>
                  <a:pt x="2954" y="681"/>
                </a:lnTo>
                <a:lnTo>
                  <a:pt x="2985" y="681"/>
                </a:lnTo>
                <a:lnTo>
                  <a:pt x="3015" y="675"/>
                </a:lnTo>
                <a:lnTo>
                  <a:pt x="3048" y="669"/>
                </a:lnTo>
                <a:lnTo>
                  <a:pt x="3140" y="661"/>
                </a:lnTo>
                <a:lnTo>
                  <a:pt x="3185" y="660"/>
                </a:lnTo>
                <a:lnTo>
                  <a:pt x="3231" y="660"/>
                </a:lnTo>
                <a:lnTo>
                  <a:pt x="3345" y="655"/>
                </a:lnTo>
                <a:lnTo>
                  <a:pt x="3393" y="650"/>
                </a:lnTo>
                <a:lnTo>
                  <a:pt x="3445" y="646"/>
                </a:lnTo>
                <a:lnTo>
                  <a:pt x="3494" y="649"/>
                </a:lnTo>
                <a:lnTo>
                  <a:pt x="3511" y="655"/>
                </a:lnTo>
                <a:lnTo>
                  <a:pt x="3515" y="660"/>
                </a:lnTo>
                <a:lnTo>
                  <a:pt x="3518" y="665"/>
                </a:lnTo>
                <a:lnTo>
                  <a:pt x="3527" y="670"/>
                </a:lnTo>
                <a:lnTo>
                  <a:pt x="3543" y="672"/>
                </a:lnTo>
                <a:lnTo>
                  <a:pt x="3558" y="667"/>
                </a:lnTo>
                <a:lnTo>
                  <a:pt x="3579" y="659"/>
                </a:lnTo>
                <a:lnTo>
                  <a:pt x="3650" y="648"/>
                </a:lnTo>
                <a:lnTo>
                  <a:pt x="3736" y="642"/>
                </a:lnTo>
                <a:lnTo>
                  <a:pt x="3819" y="643"/>
                </a:lnTo>
                <a:lnTo>
                  <a:pt x="3852" y="647"/>
                </a:lnTo>
                <a:lnTo>
                  <a:pt x="3871" y="648"/>
                </a:lnTo>
                <a:lnTo>
                  <a:pt x="3914" y="642"/>
                </a:lnTo>
                <a:lnTo>
                  <a:pt x="3933" y="637"/>
                </a:lnTo>
                <a:lnTo>
                  <a:pt x="3953" y="628"/>
                </a:lnTo>
                <a:lnTo>
                  <a:pt x="3973" y="629"/>
                </a:lnTo>
                <a:lnTo>
                  <a:pt x="3984" y="636"/>
                </a:lnTo>
                <a:lnTo>
                  <a:pt x="3988" y="643"/>
                </a:lnTo>
                <a:lnTo>
                  <a:pt x="3995" y="654"/>
                </a:lnTo>
                <a:lnTo>
                  <a:pt x="4003" y="654"/>
                </a:lnTo>
                <a:lnTo>
                  <a:pt x="4004" y="645"/>
                </a:lnTo>
                <a:lnTo>
                  <a:pt x="4005" y="640"/>
                </a:lnTo>
                <a:lnTo>
                  <a:pt x="4014" y="633"/>
                </a:lnTo>
                <a:lnTo>
                  <a:pt x="4043" y="626"/>
                </a:lnTo>
                <a:lnTo>
                  <a:pt x="4077" y="625"/>
                </a:lnTo>
                <a:lnTo>
                  <a:pt x="4110" y="626"/>
                </a:lnTo>
                <a:lnTo>
                  <a:pt x="4130" y="631"/>
                </a:lnTo>
                <a:lnTo>
                  <a:pt x="4128" y="637"/>
                </a:lnTo>
                <a:lnTo>
                  <a:pt x="4122" y="642"/>
                </a:lnTo>
                <a:lnTo>
                  <a:pt x="4108" y="650"/>
                </a:lnTo>
                <a:lnTo>
                  <a:pt x="4109" y="658"/>
                </a:lnTo>
                <a:lnTo>
                  <a:pt x="4125" y="658"/>
                </a:lnTo>
                <a:lnTo>
                  <a:pt x="4137" y="657"/>
                </a:lnTo>
                <a:lnTo>
                  <a:pt x="4159" y="648"/>
                </a:lnTo>
                <a:lnTo>
                  <a:pt x="4164" y="642"/>
                </a:lnTo>
                <a:lnTo>
                  <a:pt x="4169" y="635"/>
                </a:lnTo>
                <a:lnTo>
                  <a:pt x="4184" y="626"/>
                </a:lnTo>
                <a:lnTo>
                  <a:pt x="4191" y="625"/>
                </a:lnTo>
                <a:lnTo>
                  <a:pt x="4197" y="626"/>
                </a:lnTo>
                <a:lnTo>
                  <a:pt x="4201" y="635"/>
                </a:lnTo>
                <a:lnTo>
                  <a:pt x="4198" y="642"/>
                </a:lnTo>
                <a:lnTo>
                  <a:pt x="4195" y="648"/>
                </a:lnTo>
                <a:lnTo>
                  <a:pt x="4204" y="657"/>
                </a:lnTo>
                <a:lnTo>
                  <a:pt x="4214" y="658"/>
                </a:lnTo>
                <a:lnTo>
                  <a:pt x="4226" y="657"/>
                </a:lnTo>
                <a:lnTo>
                  <a:pt x="4234" y="649"/>
                </a:lnTo>
                <a:lnTo>
                  <a:pt x="4232" y="642"/>
                </a:lnTo>
                <a:lnTo>
                  <a:pt x="4231" y="639"/>
                </a:lnTo>
                <a:lnTo>
                  <a:pt x="4233" y="633"/>
                </a:lnTo>
                <a:lnTo>
                  <a:pt x="4245" y="626"/>
                </a:lnTo>
                <a:lnTo>
                  <a:pt x="4260" y="625"/>
                </a:lnTo>
                <a:lnTo>
                  <a:pt x="4325" y="625"/>
                </a:lnTo>
                <a:lnTo>
                  <a:pt x="4356" y="627"/>
                </a:lnTo>
                <a:lnTo>
                  <a:pt x="4407" y="633"/>
                </a:lnTo>
                <a:lnTo>
                  <a:pt x="4431" y="636"/>
                </a:lnTo>
                <a:lnTo>
                  <a:pt x="4475" y="630"/>
                </a:lnTo>
                <a:lnTo>
                  <a:pt x="4487" y="623"/>
                </a:lnTo>
                <a:lnTo>
                  <a:pt x="4493" y="619"/>
                </a:lnTo>
                <a:lnTo>
                  <a:pt x="4512" y="614"/>
                </a:lnTo>
                <a:lnTo>
                  <a:pt x="4555" y="610"/>
                </a:lnTo>
                <a:lnTo>
                  <a:pt x="4622" y="613"/>
                </a:lnTo>
                <a:lnTo>
                  <a:pt x="4679" y="623"/>
                </a:lnTo>
                <a:lnTo>
                  <a:pt x="4695" y="632"/>
                </a:lnTo>
                <a:lnTo>
                  <a:pt x="4707" y="641"/>
                </a:lnTo>
                <a:lnTo>
                  <a:pt x="4712" y="638"/>
                </a:lnTo>
                <a:lnTo>
                  <a:pt x="4706" y="627"/>
                </a:lnTo>
                <a:lnTo>
                  <a:pt x="4704" y="623"/>
                </a:lnTo>
                <a:lnTo>
                  <a:pt x="4705" y="618"/>
                </a:lnTo>
                <a:lnTo>
                  <a:pt x="4716" y="612"/>
                </a:lnTo>
                <a:lnTo>
                  <a:pt x="4789" y="610"/>
                </a:lnTo>
                <a:lnTo>
                  <a:pt x="4901" y="615"/>
                </a:lnTo>
                <a:lnTo>
                  <a:pt x="4999" y="620"/>
                </a:lnTo>
                <a:lnTo>
                  <a:pt x="5085" y="618"/>
                </a:lnTo>
                <a:lnTo>
                  <a:pt x="5114" y="611"/>
                </a:lnTo>
                <a:lnTo>
                  <a:pt x="5118" y="607"/>
                </a:lnTo>
                <a:lnTo>
                  <a:pt x="5122" y="601"/>
                </a:lnTo>
                <a:lnTo>
                  <a:pt x="5131" y="597"/>
                </a:lnTo>
                <a:lnTo>
                  <a:pt x="5149" y="600"/>
                </a:lnTo>
                <a:lnTo>
                  <a:pt x="5167" y="612"/>
                </a:lnTo>
                <a:lnTo>
                  <a:pt x="5186" y="622"/>
                </a:lnTo>
                <a:lnTo>
                  <a:pt x="5205" y="624"/>
                </a:lnTo>
                <a:lnTo>
                  <a:pt x="5213" y="618"/>
                </a:lnTo>
                <a:lnTo>
                  <a:pt x="5217" y="613"/>
                </a:lnTo>
                <a:lnTo>
                  <a:pt x="5224" y="605"/>
                </a:lnTo>
                <a:lnTo>
                  <a:pt x="5242" y="601"/>
                </a:lnTo>
                <a:lnTo>
                  <a:pt x="5253" y="608"/>
                </a:lnTo>
                <a:lnTo>
                  <a:pt x="5265" y="616"/>
                </a:lnTo>
                <a:lnTo>
                  <a:pt x="5286" y="623"/>
                </a:lnTo>
                <a:lnTo>
                  <a:pt x="5298" y="623"/>
                </a:lnTo>
                <a:lnTo>
                  <a:pt x="5300" y="615"/>
                </a:lnTo>
                <a:lnTo>
                  <a:pt x="5296" y="608"/>
                </a:lnTo>
                <a:lnTo>
                  <a:pt x="5293" y="600"/>
                </a:lnTo>
                <a:lnTo>
                  <a:pt x="5296" y="591"/>
                </a:lnTo>
                <a:lnTo>
                  <a:pt x="5303" y="591"/>
                </a:lnTo>
                <a:lnTo>
                  <a:pt x="5310" y="591"/>
                </a:lnTo>
                <a:lnTo>
                  <a:pt x="5325" y="600"/>
                </a:lnTo>
                <a:lnTo>
                  <a:pt x="5329" y="608"/>
                </a:lnTo>
                <a:lnTo>
                  <a:pt x="5335" y="615"/>
                </a:lnTo>
                <a:lnTo>
                  <a:pt x="5364" y="624"/>
                </a:lnTo>
                <a:lnTo>
                  <a:pt x="5380" y="625"/>
                </a:lnTo>
                <a:lnTo>
                  <a:pt x="5397" y="624"/>
                </a:lnTo>
                <a:lnTo>
                  <a:pt x="5425" y="615"/>
                </a:lnTo>
                <a:lnTo>
                  <a:pt x="5431" y="608"/>
                </a:lnTo>
                <a:lnTo>
                  <a:pt x="5437" y="600"/>
                </a:lnTo>
                <a:lnTo>
                  <a:pt x="5458" y="591"/>
                </a:lnTo>
                <a:lnTo>
                  <a:pt x="5470" y="591"/>
                </a:lnTo>
                <a:lnTo>
                  <a:pt x="5485" y="591"/>
                </a:lnTo>
                <a:lnTo>
                  <a:pt x="5487" y="599"/>
                </a:lnTo>
                <a:lnTo>
                  <a:pt x="5473" y="608"/>
                </a:lnTo>
                <a:lnTo>
                  <a:pt x="5459" y="617"/>
                </a:lnTo>
                <a:lnTo>
                  <a:pt x="5461" y="625"/>
                </a:lnTo>
                <a:lnTo>
                  <a:pt x="5476" y="625"/>
                </a:lnTo>
                <a:lnTo>
                  <a:pt x="5488" y="624"/>
                </a:lnTo>
                <a:lnTo>
                  <a:pt x="5507" y="612"/>
                </a:lnTo>
                <a:lnTo>
                  <a:pt x="5512" y="603"/>
                </a:lnTo>
                <a:lnTo>
                  <a:pt x="5514" y="597"/>
                </a:lnTo>
                <a:lnTo>
                  <a:pt x="5519" y="592"/>
                </a:lnTo>
                <a:lnTo>
                  <a:pt x="5531" y="594"/>
                </a:lnTo>
                <a:lnTo>
                  <a:pt x="5546" y="607"/>
                </a:lnTo>
                <a:lnTo>
                  <a:pt x="5558" y="616"/>
                </a:lnTo>
                <a:lnTo>
                  <a:pt x="5571" y="619"/>
                </a:lnTo>
                <a:lnTo>
                  <a:pt x="5575" y="615"/>
                </a:lnTo>
                <a:lnTo>
                  <a:pt x="5575" y="610"/>
                </a:lnTo>
                <a:lnTo>
                  <a:pt x="5576" y="606"/>
                </a:lnTo>
                <a:lnTo>
                  <a:pt x="5587" y="599"/>
                </a:lnTo>
                <a:lnTo>
                  <a:pt x="5620" y="592"/>
                </a:lnTo>
                <a:lnTo>
                  <a:pt x="5653" y="591"/>
                </a:lnTo>
                <a:lnTo>
                  <a:pt x="5684" y="591"/>
                </a:lnTo>
                <a:lnTo>
                  <a:pt x="5712" y="598"/>
                </a:lnTo>
                <a:lnTo>
                  <a:pt x="5720" y="605"/>
                </a:lnTo>
                <a:lnTo>
                  <a:pt x="5719" y="608"/>
                </a:lnTo>
                <a:lnTo>
                  <a:pt x="5715" y="615"/>
                </a:lnTo>
                <a:lnTo>
                  <a:pt x="5724" y="624"/>
                </a:lnTo>
                <a:lnTo>
                  <a:pt x="5734" y="625"/>
                </a:lnTo>
                <a:lnTo>
                  <a:pt x="5744" y="624"/>
                </a:lnTo>
                <a:lnTo>
                  <a:pt x="5759" y="612"/>
                </a:lnTo>
                <a:lnTo>
                  <a:pt x="5760" y="603"/>
                </a:lnTo>
                <a:lnTo>
                  <a:pt x="5761" y="598"/>
                </a:lnTo>
                <a:lnTo>
                  <a:pt x="5763" y="593"/>
                </a:lnTo>
                <a:lnTo>
                  <a:pt x="5771" y="597"/>
                </a:lnTo>
                <a:lnTo>
                  <a:pt x="5779" y="608"/>
                </a:lnTo>
                <a:lnTo>
                  <a:pt x="5788" y="620"/>
                </a:lnTo>
                <a:lnTo>
                  <a:pt x="5799" y="623"/>
                </a:lnTo>
                <a:lnTo>
                  <a:pt x="5804" y="617"/>
                </a:lnTo>
                <a:lnTo>
                  <a:pt x="5806" y="612"/>
                </a:lnTo>
                <a:lnTo>
                  <a:pt x="5812" y="603"/>
                </a:lnTo>
                <a:lnTo>
                  <a:pt x="5838" y="592"/>
                </a:lnTo>
                <a:lnTo>
                  <a:pt x="5871" y="591"/>
                </a:lnTo>
                <a:lnTo>
                  <a:pt x="5889" y="596"/>
                </a:lnTo>
                <a:lnTo>
                  <a:pt x="5895" y="604"/>
                </a:lnTo>
                <a:lnTo>
                  <a:pt x="5896" y="608"/>
                </a:lnTo>
                <a:lnTo>
                  <a:pt x="5897" y="615"/>
                </a:lnTo>
                <a:lnTo>
                  <a:pt x="5914" y="624"/>
                </a:lnTo>
                <a:lnTo>
                  <a:pt x="5926" y="625"/>
                </a:lnTo>
                <a:lnTo>
                  <a:pt x="5940" y="625"/>
                </a:lnTo>
                <a:lnTo>
                  <a:pt x="5942" y="617"/>
                </a:lnTo>
                <a:lnTo>
                  <a:pt x="5929" y="608"/>
                </a:lnTo>
                <a:lnTo>
                  <a:pt x="5923" y="604"/>
                </a:lnTo>
                <a:lnTo>
                  <a:pt x="5919" y="597"/>
                </a:lnTo>
                <a:lnTo>
                  <a:pt x="5931" y="591"/>
                </a:lnTo>
                <a:lnTo>
                  <a:pt x="5958" y="591"/>
                </a:lnTo>
                <a:lnTo>
                  <a:pt x="5980" y="592"/>
                </a:lnTo>
                <a:lnTo>
                  <a:pt x="6013" y="604"/>
                </a:lnTo>
                <a:lnTo>
                  <a:pt x="6019" y="612"/>
                </a:lnTo>
                <a:lnTo>
                  <a:pt x="6024" y="622"/>
                </a:lnTo>
                <a:lnTo>
                  <a:pt x="6029" y="622"/>
                </a:lnTo>
                <a:lnTo>
                  <a:pt x="6029" y="612"/>
                </a:lnTo>
                <a:lnTo>
                  <a:pt x="6030" y="607"/>
                </a:lnTo>
                <a:lnTo>
                  <a:pt x="6038" y="599"/>
                </a:lnTo>
                <a:lnTo>
                  <a:pt x="6057" y="592"/>
                </a:lnTo>
                <a:lnTo>
                  <a:pt x="6088" y="592"/>
                </a:lnTo>
                <a:lnTo>
                  <a:pt x="6108" y="598"/>
                </a:lnTo>
                <a:lnTo>
                  <a:pt x="6115" y="606"/>
                </a:lnTo>
                <a:lnTo>
                  <a:pt x="6115" y="610"/>
                </a:lnTo>
                <a:lnTo>
                  <a:pt x="6116" y="615"/>
                </a:lnTo>
                <a:lnTo>
                  <a:pt x="6119" y="619"/>
                </a:lnTo>
                <a:lnTo>
                  <a:pt x="6129" y="617"/>
                </a:lnTo>
                <a:lnTo>
                  <a:pt x="6140" y="608"/>
                </a:lnTo>
                <a:lnTo>
                  <a:pt x="6154" y="597"/>
                </a:lnTo>
                <a:lnTo>
                  <a:pt x="6172" y="595"/>
                </a:lnTo>
                <a:lnTo>
                  <a:pt x="6181" y="599"/>
                </a:lnTo>
                <a:lnTo>
                  <a:pt x="6186" y="605"/>
                </a:lnTo>
                <a:lnTo>
                  <a:pt x="6196" y="613"/>
                </a:lnTo>
                <a:lnTo>
                  <a:pt x="6216" y="624"/>
                </a:lnTo>
                <a:lnTo>
                  <a:pt x="6225" y="625"/>
                </a:lnTo>
                <a:lnTo>
                  <a:pt x="6227" y="625"/>
                </a:lnTo>
                <a:lnTo>
                  <a:pt x="6229" y="622"/>
                </a:lnTo>
                <a:lnTo>
                  <a:pt x="6225" y="615"/>
                </a:lnTo>
                <a:lnTo>
                  <a:pt x="6216" y="608"/>
                </a:lnTo>
                <a:lnTo>
                  <a:pt x="6204" y="599"/>
                </a:lnTo>
                <a:lnTo>
                  <a:pt x="6209" y="591"/>
                </a:lnTo>
                <a:lnTo>
                  <a:pt x="6228" y="591"/>
                </a:lnTo>
                <a:lnTo>
                  <a:pt x="6244" y="591"/>
                </a:lnTo>
                <a:lnTo>
                  <a:pt x="6270" y="600"/>
                </a:lnTo>
                <a:lnTo>
                  <a:pt x="6276" y="608"/>
                </a:lnTo>
                <a:lnTo>
                  <a:pt x="6281" y="615"/>
                </a:lnTo>
                <a:lnTo>
                  <a:pt x="6305" y="624"/>
                </a:lnTo>
                <a:lnTo>
                  <a:pt x="6320" y="625"/>
                </a:lnTo>
                <a:lnTo>
                  <a:pt x="6332" y="624"/>
                </a:lnTo>
                <a:lnTo>
                  <a:pt x="6350" y="615"/>
                </a:lnTo>
                <a:lnTo>
                  <a:pt x="6352" y="608"/>
                </a:lnTo>
                <a:lnTo>
                  <a:pt x="6352" y="605"/>
                </a:lnTo>
                <a:lnTo>
                  <a:pt x="6360" y="598"/>
                </a:lnTo>
                <a:lnTo>
                  <a:pt x="6382" y="591"/>
                </a:lnTo>
                <a:lnTo>
                  <a:pt x="6403" y="591"/>
                </a:lnTo>
                <a:lnTo>
                  <a:pt x="6423" y="591"/>
                </a:lnTo>
                <a:lnTo>
                  <a:pt x="6445" y="598"/>
                </a:lnTo>
                <a:lnTo>
                  <a:pt x="6452" y="605"/>
                </a:lnTo>
                <a:lnTo>
                  <a:pt x="6453" y="608"/>
                </a:lnTo>
                <a:lnTo>
                  <a:pt x="6454" y="615"/>
                </a:lnTo>
                <a:lnTo>
                  <a:pt x="6469" y="624"/>
                </a:lnTo>
                <a:lnTo>
                  <a:pt x="6480" y="625"/>
                </a:lnTo>
                <a:lnTo>
                  <a:pt x="6489" y="624"/>
                </a:lnTo>
                <a:lnTo>
                  <a:pt x="6498" y="615"/>
                </a:lnTo>
                <a:lnTo>
                  <a:pt x="6495" y="608"/>
                </a:lnTo>
                <a:lnTo>
                  <a:pt x="6494" y="605"/>
                </a:lnTo>
                <a:lnTo>
                  <a:pt x="6496" y="598"/>
                </a:lnTo>
                <a:lnTo>
                  <a:pt x="6507" y="591"/>
                </a:lnTo>
                <a:lnTo>
                  <a:pt x="6520" y="591"/>
                </a:lnTo>
                <a:lnTo>
                  <a:pt x="6534" y="591"/>
                </a:lnTo>
                <a:lnTo>
                  <a:pt x="6547" y="597"/>
                </a:lnTo>
                <a:lnTo>
                  <a:pt x="6549" y="601"/>
                </a:lnTo>
                <a:lnTo>
                  <a:pt x="6548" y="605"/>
                </a:lnTo>
                <a:lnTo>
                  <a:pt x="6547" y="608"/>
                </a:lnTo>
                <a:lnTo>
                  <a:pt x="6551" y="614"/>
                </a:lnTo>
                <a:lnTo>
                  <a:pt x="6569" y="620"/>
                </a:lnTo>
                <a:lnTo>
                  <a:pt x="6588" y="622"/>
                </a:lnTo>
                <a:lnTo>
                  <a:pt x="6608" y="621"/>
                </a:lnTo>
                <a:lnTo>
                  <a:pt x="6631" y="614"/>
                </a:lnTo>
                <a:lnTo>
                  <a:pt x="6638" y="608"/>
                </a:lnTo>
                <a:lnTo>
                  <a:pt x="6639" y="603"/>
                </a:lnTo>
                <a:lnTo>
                  <a:pt x="6640" y="594"/>
                </a:lnTo>
                <a:lnTo>
                  <a:pt x="6649" y="595"/>
                </a:lnTo>
                <a:lnTo>
                  <a:pt x="6659" y="605"/>
                </a:lnTo>
                <a:lnTo>
                  <a:pt x="6671" y="614"/>
                </a:lnTo>
                <a:lnTo>
                  <a:pt x="6705" y="624"/>
                </a:lnTo>
                <a:lnTo>
                  <a:pt x="6743" y="623"/>
                </a:lnTo>
                <a:lnTo>
                  <a:pt x="6777" y="614"/>
                </a:lnTo>
                <a:lnTo>
                  <a:pt x="6788" y="605"/>
                </a:lnTo>
                <a:lnTo>
                  <a:pt x="6799" y="594"/>
                </a:lnTo>
                <a:lnTo>
                  <a:pt x="6811" y="592"/>
                </a:lnTo>
                <a:lnTo>
                  <a:pt x="6818" y="597"/>
                </a:lnTo>
                <a:lnTo>
                  <a:pt x="6821" y="603"/>
                </a:lnTo>
                <a:lnTo>
                  <a:pt x="6827" y="611"/>
                </a:lnTo>
                <a:lnTo>
                  <a:pt x="6852" y="618"/>
                </a:lnTo>
                <a:lnTo>
                  <a:pt x="6880" y="617"/>
                </a:lnTo>
                <a:lnTo>
                  <a:pt x="6904" y="608"/>
                </a:lnTo>
                <a:lnTo>
                  <a:pt x="6912" y="599"/>
                </a:lnTo>
                <a:lnTo>
                  <a:pt x="6916" y="596"/>
                </a:lnTo>
                <a:lnTo>
                  <a:pt x="6926" y="594"/>
                </a:lnTo>
                <a:lnTo>
                  <a:pt x="6949" y="598"/>
                </a:lnTo>
                <a:lnTo>
                  <a:pt x="6968" y="608"/>
                </a:lnTo>
                <a:lnTo>
                  <a:pt x="6980" y="615"/>
                </a:lnTo>
                <a:lnTo>
                  <a:pt x="7001" y="622"/>
                </a:lnTo>
                <a:lnTo>
                  <a:pt x="7018" y="623"/>
                </a:lnTo>
                <a:lnTo>
                  <a:pt x="7034" y="618"/>
                </a:lnTo>
                <a:lnTo>
                  <a:pt x="7042" y="613"/>
                </a:lnTo>
                <a:lnTo>
                  <a:pt x="7058" y="604"/>
                </a:lnTo>
                <a:lnTo>
                  <a:pt x="7077" y="603"/>
                </a:lnTo>
                <a:lnTo>
                  <a:pt x="7088" y="608"/>
                </a:lnTo>
                <a:lnTo>
                  <a:pt x="7093" y="613"/>
                </a:lnTo>
                <a:lnTo>
                  <a:pt x="7098" y="618"/>
                </a:lnTo>
                <a:lnTo>
                  <a:pt x="7111" y="623"/>
                </a:lnTo>
                <a:lnTo>
                  <a:pt x="7136" y="622"/>
                </a:lnTo>
                <a:lnTo>
                  <a:pt x="7163" y="613"/>
                </a:lnTo>
                <a:lnTo>
                  <a:pt x="7186" y="605"/>
                </a:lnTo>
                <a:lnTo>
                  <a:pt x="7208" y="604"/>
                </a:lnTo>
                <a:lnTo>
                  <a:pt x="7219" y="610"/>
                </a:lnTo>
                <a:lnTo>
                  <a:pt x="7222" y="615"/>
                </a:lnTo>
                <a:lnTo>
                  <a:pt x="7226" y="623"/>
                </a:lnTo>
                <a:lnTo>
                  <a:pt x="7235" y="622"/>
                </a:lnTo>
                <a:lnTo>
                  <a:pt x="7240" y="612"/>
                </a:lnTo>
                <a:lnTo>
                  <a:pt x="7245" y="604"/>
                </a:lnTo>
                <a:lnTo>
                  <a:pt x="7259" y="592"/>
                </a:lnTo>
                <a:lnTo>
                  <a:pt x="7265" y="591"/>
                </a:lnTo>
                <a:lnTo>
                  <a:pt x="7272" y="591"/>
                </a:lnTo>
                <a:lnTo>
                  <a:pt x="7276" y="599"/>
                </a:lnTo>
                <a:lnTo>
                  <a:pt x="7274" y="605"/>
                </a:lnTo>
                <a:lnTo>
                  <a:pt x="7273" y="608"/>
                </a:lnTo>
                <a:lnTo>
                  <a:pt x="7278" y="614"/>
                </a:lnTo>
                <a:lnTo>
                  <a:pt x="7300" y="620"/>
                </a:lnTo>
                <a:lnTo>
                  <a:pt x="7323" y="622"/>
                </a:lnTo>
                <a:lnTo>
                  <a:pt x="7347" y="622"/>
                </a:lnTo>
                <a:lnTo>
                  <a:pt x="7373" y="616"/>
                </a:lnTo>
                <a:lnTo>
                  <a:pt x="7382" y="609"/>
                </a:lnTo>
                <a:lnTo>
                  <a:pt x="7382" y="605"/>
                </a:lnTo>
                <a:lnTo>
                  <a:pt x="7383" y="597"/>
                </a:lnTo>
                <a:lnTo>
                  <a:pt x="7394" y="597"/>
                </a:lnTo>
                <a:lnTo>
                  <a:pt x="7404" y="605"/>
                </a:lnTo>
                <a:lnTo>
                  <a:pt x="7416" y="612"/>
                </a:lnTo>
                <a:lnTo>
                  <a:pt x="7461" y="619"/>
                </a:lnTo>
                <a:lnTo>
                  <a:pt x="7509" y="618"/>
                </a:lnTo>
                <a:lnTo>
                  <a:pt x="7534" y="613"/>
                </a:lnTo>
                <a:lnTo>
                  <a:pt x="7541" y="607"/>
                </a:lnTo>
                <a:lnTo>
                  <a:pt x="7539" y="603"/>
                </a:lnTo>
                <a:lnTo>
                  <a:pt x="7538" y="598"/>
                </a:lnTo>
                <a:lnTo>
                  <a:pt x="7548" y="591"/>
                </a:lnTo>
                <a:lnTo>
                  <a:pt x="7558" y="591"/>
                </a:lnTo>
                <a:lnTo>
                  <a:pt x="7568" y="591"/>
                </a:lnTo>
                <a:lnTo>
                  <a:pt x="7583" y="600"/>
                </a:lnTo>
                <a:lnTo>
                  <a:pt x="7584" y="607"/>
                </a:lnTo>
                <a:lnTo>
                  <a:pt x="7585" y="610"/>
                </a:lnTo>
                <a:lnTo>
                  <a:pt x="7593" y="615"/>
                </a:lnTo>
                <a:lnTo>
                  <a:pt x="7615" y="621"/>
                </a:lnTo>
                <a:lnTo>
                  <a:pt x="7635" y="622"/>
                </a:lnTo>
                <a:lnTo>
                  <a:pt x="7656" y="620"/>
                </a:lnTo>
                <a:lnTo>
                  <a:pt x="7674" y="613"/>
                </a:lnTo>
                <a:lnTo>
                  <a:pt x="7676" y="606"/>
                </a:lnTo>
                <a:lnTo>
                  <a:pt x="7675" y="601"/>
                </a:lnTo>
                <a:lnTo>
                  <a:pt x="7673" y="597"/>
                </a:lnTo>
                <a:lnTo>
                  <a:pt x="7673" y="594"/>
                </a:lnTo>
                <a:lnTo>
                  <a:pt x="7681" y="597"/>
                </a:lnTo>
                <a:lnTo>
                  <a:pt x="7691" y="607"/>
                </a:lnTo>
                <a:lnTo>
                  <a:pt x="7700" y="613"/>
                </a:lnTo>
                <a:lnTo>
                  <a:pt x="7715" y="620"/>
                </a:lnTo>
                <a:lnTo>
                  <a:pt x="7732" y="621"/>
                </a:lnTo>
                <a:lnTo>
                  <a:pt x="7752" y="616"/>
                </a:lnTo>
                <a:lnTo>
                  <a:pt x="7764" y="610"/>
                </a:lnTo>
                <a:lnTo>
                  <a:pt x="7798" y="595"/>
                </a:lnTo>
                <a:lnTo>
                  <a:pt x="7822" y="592"/>
                </a:lnTo>
                <a:lnTo>
                  <a:pt x="7816" y="600"/>
                </a:lnTo>
                <a:lnTo>
                  <a:pt x="7804" y="608"/>
                </a:lnTo>
                <a:lnTo>
                  <a:pt x="7791" y="617"/>
                </a:lnTo>
                <a:lnTo>
                  <a:pt x="7793" y="625"/>
                </a:lnTo>
                <a:lnTo>
                  <a:pt x="7809" y="625"/>
                </a:lnTo>
                <a:lnTo>
                  <a:pt x="7821" y="624"/>
                </a:lnTo>
                <a:lnTo>
                  <a:pt x="7837" y="615"/>
                </a:lnTo>
                <a:lnTo>
                  <a:pt x="7838" y="608"/>
                </a:lnTo>
                <a:lnTo>
                  <a:pt x="7839" y="600"/>
                </a:lnTo>
                <a:lnTo>
                  <a:pt x="7849" y="591"/>
                </a:lnTo>
                <a:lnTo>
                  <a:pt x="7857" y="591"/>
                </a:lnTo>
                <a:lnTo>
                  <a:pt x="7862" y="591"/>
                </a:lnTo>
                <a:lnTo>
                  <a:pt x="7866" y="600"/>
                </a:lnTo>
                <a:lnTo>
                  <a:pt x="7863" y="608"/>
                </a:lnTo>
                <a:lnTo>
                  <a:pt x="7862" y="612"/>
                </a:lnTo>
                <a:lnTo>
                  <a:pt x="7867" y="618"/>
                </a:lnTo>
                <a:lnTo>
                  <a:pt x="7893" y="624"/>
                </a:lnTo>
                <a:lnTo>
                  <a:pt x="7921" y="625"/>
                </a:lnTo>
                <a:lnTo>
                  <a:pt x="7948" y="624"/>
                </a:lnTo>
                <a:lnTo>
                  <a:pt x="7981" y="616"/>
                </a:lnTo>
                <a:lnTo>
                  <a:pt x="7993" y="608"/>
                </a:lnTo>
                <a:lnTo>
                  <a:pt x="7995" y="603"/>
                </a:lnTo>
                <a:lnTo>
                  <a:pt x="8000" y="592"/>
                </a:lnTo>
                <a:lnTo>
                  <a:pt x="8005" y="592"/>
                </a:lnTo>
                <a:lnTo>
                  <a:pt x="8005" y="603"/>
                </a:lnTo>
                <a:lnTo>
                  <a:pt x="8006" y="608"/>
                </a:lnTo>
                <a:lnTo>
                  <a:pt x="8012" y="615"/>
                </a:lnTo>
                <a:lnTo>
                  <a:pt x="8027" y="623"/>
                </a:lnTo>
                <a:lnTo>
                  <a:pt x="8054" y="625"/>
                </a:lnTo>
                <a:lnTo>
                  <a:pt x="8069" y="619"/>
                </a:lnTo>
                <a:lnTo>
                  <a:pt x="8074" y="613"/>
                </a:lnTo>
                <a:lnTo>
                  <a:pt x="8075" y="608"/>
                </a:lnTo>
                <a:lnTo>
                  <a:pt x="8076" y="600"/>
                </a:lnTo>
                <a:lnTo>
                  <a:pt x="8090" y="591"/>
                </a:lnTo>
                <a:lnTo>
                  <a:pt x="8100" y="591"/>
                </a:lnTo>
                <a:lnTo>
                  <a:pt x="8109" y="592"/>
                </a:lnTo>
                <a:lnTo>
                  <a:pt x="8124" y="604"/>
                </a:lnTo>
                <a:lnTo>
                  <a:pt x="8126" y="612"/>
                </a:lnTo>
                <a:lnTo>
                  <a:pt x="8126" y="622"/>
                </a:lnTo>
                <a:lnTo>
                  <a:pt x="8134" y="621"/>
                </a:lnTo>
                <a:lnTo>
                  <a:pt x="8141" y="610"/>
                </a:lnTo>
                <a:lnTo>
                  <a:pt x="8148" y="599"/>
                </a:lnTo>
                <a:lnTo>
                  <a:pt x="8160" y="598"/>
                </a:lnTo>
                <a:lnTo>
                  <a:pt x="8166" y="607"/>
                </a:lnTo>
                <a:lnTo>
                  <a:pt x="8174" y="615"/>
                </a:lnTo>
                <a:lnTo>
                  <a:pt x="8206" y="624"/>
                </a:lnTo>
                <a:lnTo>
                  <a:pt x="8245" y="623"/>
                </a:lnTo>
                <a:lnTo>
                  <a:pt x="8280" y="614"/>
                </a:lnTo>
                <a:lnTo>
                  <a:pt x="8291" y="605"/>
                </a:lnTo>
                <a:lnTo>
                  <a:pt x="8302" y="594"/>
                </a:lnTo>
                <a:lnTo>
                  <a:pt x="8314" y="592"/>
                </a:lnTo>
                <a:lnTo>
                  <a:pt x="8321" y="596"/>
                </a:lnTo>
                <a:lnTo>
                  <a:pt x="8324" y="601"/>
                </a:lnTo>
                <a:lnTo>
                  <a:pt x="8328" y="606"/>
                </a:lnTo>
                <a:lnTo>
                  <a:pt x="8344" y="613"/>
                </a:lnTo>
                <a:lnTo>
                  <a:pt x="8379" y="620"/>
                </a:lnTo>
                <a:lnTo>
                  <a:pt x="8435" y="622"/>
                </a:lnTo>
                <a:lnTo>
                  <a:pt x="8470" y="618"/>
                </a:lnTo>
                <a:lnTo>
                  <a:pt x="8485" y="612"/>
                </a:lnTo>
                <a:lnTo>
                  <a:pt x="8489" y="608"/>
                </a:lnTo>
                <a:lnTo>
                  <a:pt x="8494" y="600"/>
                </a:lnTo>
                <a:lnTo>
                  <a:pt x="8511" y="591"/>
                </a:lnTo>
                <a:lnTo>
                  <a:pt x="8519" y="591"/>
                </a:lnTo>
                <a:lnTo>
                  <a:pt x="8526" y="591"/>
                </a:lnTo>
                <a:lnTo>
                  <a:pt x="8524" y="600"/>
                </a:lnTo>
                <a:lnTo>
                  <a:pt x="8514" y="608"/>
                </a:lnTo>
                <a:lnTo>
                  <a:pt x="8500" y="617"/>
                </a:lnTo>
                <a:lnTo>
                  <a:pt x="8502" y="625"/>
                </a:lnTo>
                <a:lnTo>
                  <a:pt x="8517" y="625"/>
                </a:lnTo>
                <a:lnTo>
                  <a:pt x="8529" y="624"/>
                </a:lnTo>
                <a:lnTo>
                  <a:pt x="8549" y="612"/>
                </a:lnTo>
                <a:lnTo>
                  <a:pt x="8554" y="603"/>
                </a:lnTo>
                <a:lnTo>
                  <a:pt x="8561" y="592"/>
                </a:lnTo>
                <a:lnTo>
                  <a:pt x="8569" y="592"/>
                </a:lnTo>
                <a:lnTo>
                  <a:pt x="8575" y="603"/>
                </a:lnTo>
                <a:lnTo>
                  <a:pt x="8580" y="612"/>
                </a:lnTo>
                <a:lnTo>
                  <a:pt x="8597" y="624"/>
                </a:lnTo>
                <a:lnTo>
                  <a:pt x="8607" y="625"/>
                </a:lnTo>
                <a:lnTo>
                  <a:pt x="8616" y="624"/>
                </a:lnTo>
                <a:lnTo>
                  <a:pt x="8633" y="612"/>
                </a:lnTo>
                <a:lnTo>
                  <a:pt x="8639" y="603"/>
                </a:lnTo>
                <a:lnTo>
                  <a:pt x="8645" y="592"/>
                </a:lnTo>
                <a:lnTo>
                  <a:pt x="8654" y="592"/>
                </a:lnTo>
                <a:lnTo>
                  <a:pt x="8659" y="603"/>
                </a:lnTo>
                <a:lnTo>
                  <a:pt x="8662" y="608"/>
                </a:lnTo>
                <a:lnTo>
                  <a:pt x="8676" y="616"/>
                </a:lnTo>
                <a:lnTo>
                  <a:pt x="8709" y="624"/>
                </a:lnTo>
                <a:lnTo>
                  <a:pt x="8739" y="625"/>
                </a:lnTo>
                <a:lnTo>
                  <a:pt x="8773" y="624"/>
                </a:lnTo>
                <a:lnTo>
                  <a:pt x="8793" y="618"/>
                </a:lnTo>
                <a:lnTo>
                  <a:pt x="8791" y="611"/>
                </a:lnTo>
                <a:lnTo>
                  <a:pt x="8784" y="607"/>
                </a:lnTo>
                <a:lnTo>
                  <a:pt x="8776" y="600"/>
                </a:lnTo>
                <a:lnTo>
                  <a:pt x="8780" y="595"/>
                </a:lnTo>
                <a:lnTo>
                  <a:pt x="8829" y="599"/>
                </a:lnTo>
                <a:lnTo>
                  <a:pt x="8902" y="615"/>
                </a:lnTo>
                <a:lnTo>
                  <a:pt x="8915" y="618"/>
                </a:lnTo>
                <a:lnTo>
                  <a:pt x="8932" y="619"/>
                </a:lnTo>
                <a:lnTo>
                  <a:pt x="8942" y="613"/>
                </a:lnTo>
                <a:lnTo>
                  <a:pt x="8946" y="600"/>
                </a:lnTo>
                <a:lnTo>
                  <a:pt x="8947" y="591"/>
                </a:lnTo>
                <a:lnTo>
                  <a:pt x="8946" y="582"/>
                </a:lnTo>
                <a:lnTo>
                  <a:pt x="8941" y="569"/>
                </a:lnTo>
                <a:lnTo>
                  <a:pt x="8928" y="561"/>
                </a:lnTo>
                <a:lnTo>
                  <a:pt x="8908" y="556"/>
                </a:lnTo>
                <a:lnTo>
                  <a:pt x="8894" y="556"/>
                </a:lnTo>
                <a:lnTo>
                  <a:pt x="8843" y="554"/>
                </a:lnTo>
                <a:lnTo>
                  <a:pt x="8894" y="542"/>
                </a:lnTo>
                <a:lnTo>
                  <a:pt x="8945" y="531"/>
                </a:lnTo>
                <a:lnTo>
                  <a:pt x="8887" y="518"/>
                </a:lnTo>
                <a:lnTo>
                  <a:pt x="8862" y="513"/>
                </a:lnTo>
                <a:lnTo>
                  <a:pt x="8799" y="507"/>
                </a:lnTo>
                <a:lnTo>
                  <a:pt x="8772" y="506"/>
                </a:lnTo>
                <a:lnTo>
                  <a:pt x="8739" y="506"/>
                </a:lnTo>
                <a:lnTo>
                  <a:pt x="8726" y="499"/>
                </a:lnTo>
                <a:lnTo>
                  <a:pt x="8732" y="488"/>
                </a:lnTo>
                <a:lnTo>
                  <a:pt x="8740" y="480"/>
                </a:lnTo>
                <a:lnTo>
                  <a:pt x="8761" y="460"/>
                </a:lnTo>
                <a:lnTo>
                  <a:pt x="8767" y="450"/>
                </a:lnTo>
                <a:lnTo>
                  <a:pt x="8763" y="445"/>
                </a:lnTo>
                <a:lnTo>
                  <a:pt x="8725" y="442"/>
                </a:lnTo>
                <a:lnTo>
                  <a:pt x="8672" y="444"/>
                </a:lnTo>
                <a:lnTo>
                  <a:pt x="8630" y="451"/>
                </a:lnTo>
                <a:lnTo>
                  <a:pt x="8623" y="456"/>
                </a:lnTo>
                <a:lnTo>
                  <a:pt x="8617" y="463"/>
                </a:lnTo>
                <a:lnTo>
                  <a:pt x="8597" y="465"/>
                </a:lnTo>
                <a:lnTo>
                  <a:pt x="8585" y="460"/>
                </a:lnTo>
                <a:lnTo>
                  <a:pt x="8568" y="453"/>
                </a:lnTo>
                <a:lnTo>
                  <a:pt x="8523" y="444"/>
                </a:lnTo>
                <a:lnTo>
                  <a:pt x="8478" y="443"/>
                </a:lnTo>
                <a:lnTo>
                  <a:pt x="8455" y="447"/>
                </a:lnTo>
                <a:lnTo>
                  <a:pt x="8447" y="451"/>
                </a:lnTo>
                <a:lnTo>
                  <a:pt x="8446" y="455"/>
                </a:lnTo>
                <a:lnTo>
                  <a:pt x="8447" y="463"/>
                </a:lnTo>
                <a:lnTo>
                  <a:pt x="8462" y="474"/>
                </a:lnTo>
                <a:lnTo>
                  <a:pt x="8518" y="482"/>
                </a:lnTo>
                <a:lnTo>
                  <a:pt x="8593" y="483"/>
                </a:lnTo>
                <a:lnTo>
                  <a:pt x="8637" y="483"/>
                </a:lnTo>
                <a:lnTo>
                  <a:pt x="8682" y="486"/>
                </a:lnTo>
                <a:lnTo>
                  <a:pt x="8698" y="491"/>
                </a:lnTo>
                <a:lnTo>
                  <a:pt x="8699" y="493"/>
                </a:lnTo>
                <a:lnTo>
                  <a:pt x="8698" y="496"/>
                </a:lnTo>
                <a:lnTo>
                  <a:pt x="8682" y="501"/>
                </a:lnTo>
                <a:lnTo>
                  <a:pt x="8637" y="506"/>
                </a:lnTo>
                <a:lnTo>
                  <a:pt x="8595" y="508"/>
                </a:lnTo>
                <a:lnTo>
                  <a:pt x="8426" y="508"/>
                </a:lnTo>
                <a:lnTo>
                  <a:pt x="8217" y="504"/>
                </a:lnTo>
                <a:lnTo>
                  <a:pt x="8137" y="499"/>
                </a:lnTo>
                <a:lnTo>
                  <a:pt x="8127" y="496"/>
                </a:lnTo>
                <a:lnTo>
                  <a:pt x="8125" y="493"/>
                </a:lnTo>
                <a:lnTo>
                  <a:pt x="8132" y="478"/>
                </a:lnTo>
                <a:lnTo>
                  <a:pt x="8139" y="470"/>
                </a:lnTo>
                <a:lnTo>
                  <a:pt x="8149" y="460"/>
                </a:lnTo>
                <a:lnTo>
                  <a:pt x="8158" y="460"/>
                </a:lnTo>
                <a:lnTo>
                  <a:pt x="8159" y="468"/>
                </a:lnTo>
                <a:lnTo>
                  <a:pt x="8159" y="472"/>
                </a:lnTo>
                <a:lnTo>
                  <a:pt x="8164" y="479"/>
                </a:lnTo>
                <a:lnTo>
                  <a:pt x="8178" y="485"/>
                </a:lnTo>
                <a:lnTo>
                  <a:pt x="8192" y="485"/>
                </a:lnTo>
                <a:lnTo>
                  <a:pt x="8205" y="484"/>
                </a:lnTo>
                <a:lnTo>
                  <a:pt x="8216" y="479"/>
                </a:lnTo>
                <a:lnTo>
                  <a:pt x="8218" y="474"/>
                </a:lnTo>
                <a:lnTo>
                  <a:pt x="8217" y="471"/>
                </a:lnTo>
                <a:lnTo>
                  <a:pt x="8216" y="466"/>
                </a:lnTo>
                <a:lnTo>
                  <a:pt x="8228" y="455"/>
                </a:lnTo>
                <a:lnTo>
                  <a:pt x="8238" y="451"/>
                </a:lnTo>
                <a:lnTo>
                  <a:pt x="8233" y="448"/>
                </a:lnTo>
                <a:lnTo>
                  <a:pt x="8078" y="443"/>
                </a:lnTo>
                <a:lnTo>
                  <a:pt x="7953" y="441"/>
                </a:lnTo>
                <a:lnTo>
                  <a:pt x="7773" y="441"/>
                </a:lnTo>
                <a:lnTo>
                  <a:pt x="7664" y="448"/>
                </a:lnTo>
                <a:lnTo>
                  <a:pt x="7647" y="455"/>
                </a:lnTo>
                <a:lnTo>
                  <a:pt x="7645" y="462"/>
                </a:lnTo>
                <a:lnTo>
                  <a:pt x="7647" y="466"/>
                </a:lnTo>
                <a:lnTo>
                  <a:pt x="7651" y="474"/>
                </a:lnTo>
                <a:lnTo>
                  <a:pt x="7667" y="483"/>
                </a:lnTo>
                <a:lnTo>
                  <a:pt x="7719" y="487"/>
                </a:lnTo>
                <a:lnTo>
                  <a:pt x="7794" y="483"/>
                </a:lnTo>
                <a:lnTo>
                  <a:pt x="7906" y="475"/>
                </a:lnTo>
                <a:lnTo>
                  <a:pt x="7956" y="471"/>
                </a:lnTo>
                <a:lnTo>
                  <a:pt x="7977" y="469"/>
                </a:lnTo>
                <a:lnTo>
                  <a:pt x="8013" y="470"/>
                </a:lnTo>
                <a:lnTo>
                  <a:pt x="8041" y="476"/>
                </a:lnTo>
                <a:lnTo>
                  <a:pt x="8055" y="485"/>
                </a:lnTo>
                <a:lnTo>
                  <a:pt x="8055" y="491"/>
                </a:lnTo>
                <a:lnTo>
                  <a:pt x="8051" y="496"/>
                </a:lnTo>
                <a:lnTo>
                  <a:pt x="8018" y="502"/>
                </a:lnTo>
                <a:lnTo>
                  <a:pt x="7920" y="508"/>
                </a:lnTo>
                <a:lnTo>
                  <a:pt x="7812" y="508"/>
                </a:lnTo>
                <a:lnTo>
                  <a:pt x="7595" y="508"/>
                </a:lnTo>
                <a:lnTo>
                  <a:pt x="7512" y="504"/>
                </a:lnTo>
                <a:lnTo>
                  <a:pt x="7504" y="501"/>
                </a:lnTo>
                <a:lnTo>
                  <a:pt x="7514" y="492"/>
                </a:lnTo>
                <a:lnTo>
                  <a:pt x="7528" y="483"/>
                </a:lnTo>
                <a:lnTo>
                  <a:pt x="7540" y="474"/>
                </a:lnTo>
                <a:lnTo>
                  <a:pt x="7557" y="470"/>
                </a:lnTo>
                <a:lnTo>
                  <a:pt x="7563" y="472"/>
                </a:lnTo>
                <a:lnTo>
                  <a:pt x="7564" y="475"/>
                </a:lnTo>
                <a:lnTo>
                  <a:pt x="7569" y="483"/>
                </a:lnTo>
                <a:lnTo>
                  <a:pt x="7586" y="490"/>
                </a:lnTo>
                <a:lnTo>
                  <a:pt x="7605" y="487"/>
                </a:lnTo>
                <a:lnTo>
                  <a:pt x="7617" y="474"/>
                </a:lnTo>
                <a:lnTo>
                  <a:pt x="7619" y="465"/>
                </a:lnTo>
                <a:lnTo>
                  <a:pt x="7618" y="461"/>
                </a:lnTo>
                <a:lnTo>
                  <a:pt x="7614" y="454"/>
                </a:lnTo>
                <a:lnTo>
                  <a:pt x="7598" y="447"/>
                </a:lnTo>
                <a:lnTo>
                  <a:pt x="7514" y="438"/>
                </a:lnTo>
                <a:lnTo>
                  <a:pt x="7387" y="437"/>
                </a:lnTo>
                <a:lnTo>
                  <a:pt x="7296" y="436"/>
                </a:lnTo>
                <a:lnTo>
                  <a:pt x="7205" y="432"/>
                </a:lnTo>
                <a:lnTo>
                  <a:pt x="7184" y="429"/>
                </a:lnTo>
                <a:lnTo>
                  <a:pt x="7181" y="427"/>
                </a:lnTo>
                <a:lnTo>
                  <a:pt x="7183" y="425"/>
                </a:lnTo>
                <a:lnTo>
                  <a:pt x="7207" y="421"/>
                </a:lnTo>
                <a:lnTo>
                  <a:pt x="7345" y="416"/>
                </a:lnTo>
                <a:lnTo>
                  <a:pt x="7436" y="417"/>
                </a:lnTo>
                <a:lnTo>
                  <a:pt x="7542" y="417"/>
                </a:lnTo>
                <a:lnTo>
                  <a:pt x="7636" y="411"/>
                </a:lnTo>
                <a:lnTo>
                  <a:pt x="7668" y="405"/>
                </a:lnTo>
                <a:lnTo>
                  <a:pt x="7673" y="400"/>
                </a:lnTo>
                <a:lnTo>
                  <a:pt x="7680" y="391"/>
                </a:lnTo>
                <a:lnTo>
                  <a:pt x="7686" y="391"/>
                </a:lnTo>
                <a:lnTo>
                  <a:pt x="7686" y="400"/>
                </a:lnTo>
                <a:lnTo>
                  <a:pt x="7687" y="405"/>
                </a:lnTo>
                <a:lnTo>
                  <a:pt x="7694" y="413"/>
                </a:lnTo>
                <a:lnTo>
                  <a:pt x="7715" y="420"/>
                </a:lnTo>
                <a:lnTo>
                  <a:pt x="7753" y="421"/>
                </a:lnTo>
                <a:lnTo>
                  <a:pt x="7789" y="411"/>
                </a:lnTo>
                <a:lnTo>
                  <a:pt x="7801" y="402"/>
                </a:lnTo>
                <a:lnTo>
                  <a:pt x="7811" y="393"/>
                </a:lnTo>
                <a:lnTo>
                  <a:pt x="7821" y="393"/>
                </a:lnTo>
                <a:lnTo>
                  <a:pt x="7822" y="402"/>
                </a:lnTo>
                <a:lnTo>
                  <a:pt x="7823" y="410"/>
                </a:lnTo>
                <a:lnTo>
                  <a:pt x="7837" y="421"/>
                </a:lnTo>
                <a:lnTo>
                  <a:pt x="7848" y="422"/>
                </a:lnTo>
                <a:lnTo>
                  <a:pt x="7858" y="421"/>
                </a:lnTo>
                <a:lnTo>
                  <a:pt x="7866" y="412"/>
                </a:lnTo>
                <a:lnTo>
                  <a:pt x="7863" y="405"/>
                </a:lnTo>
                <a:lnTo>
                  <a:pt x="7863" y="402"/>
                </a:lnTo>
                <a:lnTo>
                  <a:pt x="7873" y="398"/>
                </a:lnTo>
                <a:lnTo>
                  <a:pt x="7910" y="394"/>
                </a:lnTo>
                <a:lnTo>
                  <a:pt x="7951" y="395"/>
                </a:lnTo>
                <a:lnTo>
                  <a:pt x="7995" y="397"/>
                </a:lnTo>
                <a:lnTo>
                  <a:pt x="8089" y="393"/>
                </a:lnTo>
                <a:lnTo>
                  <a:pt x="8126" y="389"/>
                </a:lnTo>
                <a:lnTo>
                  <a:pt x="8167" y="382"/>
                </a:lnTo>
                <a:lnTo>
                  <a:pt x="8176" y="375"/>
                </a:lnTo>
                <a:lnTo>
                  <a:pt x="8147" y="374"/>
                </a:lnTo>
                <a:lnTo>
                  <a:pt x="8125" y="372"/>
                </a:lnTo>
                <a:lnTo>
                  <a:pt x="8101" y="365"/>
                </a:lnTo>
                <a:lnTo>
                  <a:pt x="8092" y="358"/>
                </a:lnTo>
                <a:lnTo>
                  <a:pt x="8091" y="354"/>
                </a:lnTo>
                <a:lnTo>
                  <a:pt x="8090" y="347"/>
                </a:lnTo>
                <a:lnTo>
                  <a:pt x="8080" y="338"/>
                </a:lnTo>
                <a:lnTo>
                  <a:pt x="8073" y="338"/>
                </a:lnTo>
                <a:lnTo>
                  <a:pt x="8067" y="338"/>
                </a:lnTo>
                <a:lnTo>
                  <a:pt x="8064" y="347"/>
                </a:lnTo>
                <a:lnTo>
                  <a:pt x="8066" y="354"/>
                </a:lnTo>
                <a:lnTo>
                  <a:pt x="8069" y="362"/>
                </a:lnTo>
                <a:lnTo>
                  <a:pt x="8065" y="371"/>
                </a:lnTo>
                <a:lnTo>
                  <a:pt x="8060" y="372"/>
                </a:lnTo>
                <a:lnTo>
                  <a:pt x="8052" y="371"/>
                </a:lnTo>
                <a:lnTo>
                  <a:pt x="8042" y="362"/>
                </a:lnTo>
                <a:lnTo>
                  <a:pt x="8041" y="354"/>
                </a:lnTo>
                <a:lnTo>
                  <a:pt x="8041" y="351"/>
                </a:lnTo>
                <a:lnTo>
                  <a:pt x="8031" y="345"/>
                </a:lnTo>
                <a:lnTo>
                  <a:pt x="8007" y="338"/>
                </a:lnTo>
                <a:lnTo>
                  <a:pt x="7984" y="338"/>
                </a:lnTo>
                <a:lnTo>
                  <a:pt x="7957" y="336"/>
                </a:lnTo>
                <a:lnTo>
                  <a:pt x="7930" y="327"/>
                </a:lnTo>
                <a:lnTo>
                  <a:pt x="7919" y="317"/>
                </a:lnTo>
                <a:lnTo>
                  <a:pt x="7916" y="311"/>
                </a:lnTo>
                <a:lnTo>
                  <a:pt x="7911" y="296"/>
                </a:lnTo>
                <a:lnTo>
                  <a:pt x="7917" y="292"/>
                </a:lnTo>
                <a:lnTo>
                  <a:pt x="7929" y="303"/>
                </a:lnTo>
                <a:lnTo>
                  <a:pt x="7941" y="311"/>
                </a:lnTo>
                <a:lnTo>
                  <a:pt x="7954" y="313"/>
                </a:lnTo>
                <a:lnTo>
                  <a:pt x="7961" y="309"/>
                </a:lnTo>
                <a:lnTo>
                  <a:pt x="7965" y="304"/>
                </a:lnTo>
                <a:lnTo>
                  <a:pt x="7972" y="297"/>
                </a:lnTo>
                <a:lnTo>
                  <a:pt x="7999" y="289"/>
                </a:lnTo>
                <a:lnTo>
                  <a:pt x="8032" y="289"/>
                </a:lnTo>
                <a:lnTo>
                  <a:pt x="8059" y="297"/>
                </a:lnTo>
                <a:lnTo>
                  <a:pt x="8066" y="304"/>
                </a:lnTo>
                <a:lnTo>
                  <a:pt x="8071" y="310"/>
                </a:lnTo>
                <a:lnTo>
                  <a:pt x="8089" y="314"/>
                </a:lnTo>
                <a:lnTo>
                  <a:pt x="8100" y="311"/>
                </a:lnTo>
                <a:lnTo>
                  <a:pt x="8109" y="306"/>
                </a:lnTo>
                <a:lnTo>
                  <a:pt x="8118" y="292"/>
                </a:lnTo>
                <a:lnTo>
                  <a:pt x="8116" y="286"/>
                </a:lnTo>
                <a:lnTo>
                  <a:pt x="8111" y="280"/>
                </a:lnTo>
                <a:lnTo>
                  <a:pt x="8114" y="272"/>
                </a:lnTo>
                <a:lnTo>
                  <a:pt x="8143" y="266"/>
                </a:lnTo>
                <a:lnTo>
                  <a:pt x="8195" y="263"/>
                </a:lnTo>
                <a:lnTo>
                  <a:pt x="8216" y="264"/>
                </a:lnTo>
                <a:lnTo>
                  <a:pt x="8248" y="268"/>
                </a:lnTo>
                <a:lnTo>
                  <a:pt x="8253" y="272"/>
                </a:lnTo>
                <a:lnTo>
                  <a:pt x="8256" y="275"/>
                </a:lnTo>
                <a:lnTo>
                  <a:pt x="8267" y="280"/>
                </a:lnTo>
                <a:lnTo>
                  <a:pt x="8288" y="278"/>
                </a:lnTo>
                <a:lnTo>
                  <a:pt x="8319" y="268"/>
                </a:lnTo>
                <a:lnTo>
                  <a:pt x="8338" y="256"/>
                </a:lnTo>
                <a:lnTo>
                  <a:pt x="8345" y="248"/>
                </a:lnTo>
                <a:lnTo>
                  <a:pt x="8345" y="243"/>
                </a:lnTo>
                <a:lnTo>
                  <a:pt x="8345" y="235"/>
                </a:lnTo>
                <a:lnTo>
                  <a:pt x="8342" y="224"/>
                </a:lnTo>
                <a:lnTo>
                  <a:pt x="8320" y="216"/>
                </a:lnTo>
                <a:lnTo>
                  <a:pt x="8283" y="212"/>
                </a:lnTo>
                <a:lnTo>
                  <a:pt x="8266" y="209"/>
                </a:lnTo>
                <a:lnTo>
                  <a:pt x="8231" y="194"/>
                </a:lnTo>
                <a:lnTo>
                  <a:pt x="8218" y="186"/>
                </a:lnTo>
                <a:lnTo>
                  <a:pt x="8207" y="177"/>
                </a:lnTo>
                <a:lnTo>
                  <a:pt x="8197" y="175"/>
                </a:lnTo>
                <a:lnTo>
                  <a:pt x="8194" y="179"/>
                </a:lnTo>
                <a:lnTo>
                  <a:pt x="8193" y="184"/>
                </a:lnTo>
                <a:lnTo>
                  <a:pt x="8191" y="191"/>
                </a:lnTo>
                <a:lnTo>
                  <a:pt x="8170" y="202"/>
                </a:lnTo>
                <a:lnTo>
                  <a:pt x="8156" y="203"/>
                </a:lnTo>
                <a:lnTo>
                  <a:pt x="8136" y="203"/>
                </a:lnTo>
                <a:lnTo>
                  <a:pt x="8130" y="194"/>
                </a:lnTo>
                <a:lnTo>
                  <a:pt x="8142" y="186"/>
                </a:lnTo>
                <a:lnTo>
                  <a:pt x="8156" y="177"/>
                </a:lnTo>
                <a:lnTo>
                  <a:pt x="8155" y="169"/>
                </a:lnTo>
                <a:lnTo>
                  <a:pt x="8139" y="169"/>
                </a:lnTo>
                <a:lnTo>
                  <a:pt x="8127" y="170"/>
                </a:lnTo>
                <a:lnTo>
                  <a:pt x="8105" y="179"/>
                </a:lnTo>
                <a:lnTo>
                  <a:pt x="8100" y="186"/>
                </a:lnTo>
                <a:lnTo>
                  <a:pt x="8096" y="190"/>
                </a:lnTo>
                <a:lnTo>
                  <a:pt x="8089" y="195"/>
                </a:lnTo>
                <a:lnTo>
                  <a:pt x="8074" y="192"/>
                </a:lnTo>
                <a:lnTo>
                  <a:pt x="8061" y="182"/>
                </a:lnTo>
                <a:lnTo>
                  <a:pt x="8048" y="172"/>
                </a:lnTo>
                <a:lnTo>
                  <a:pt x="8042" y="171"/>
                </a:lnTo>
                <a:lnTo>
                  <a:pt x="8048" y="181"/>
                </a:lnTo>
                <a:lnTo>
                  <a:pt x="8052" y="189"/>
                </a:lnTo>
                <a:lnTo>
                  <a:pt x="8049" y="202"/>
                </a:lnTo>
                <a:lnTo>
                  <a:pt x="8043" y="203"/>
                </a:lnTo>
                <a:lnTo>
                  <a:pt x="8035" y="202"/>
                </a:lnTo>
                <a:lnTo>
                  <a:pt x="8020" y="192"/>
                </a:lnTo>
                <a:lnTo>
                  <a:pt x="8015" y="186"/>
                </a:lnTo>
                <a:lnTo>
                  <a:pt x="8009" y="177"/>
                </a:lnTo>
                <a:lnTo>
                  <a:pt x="7995" y="169"/>
                </a:lnTo>
                <a:lnTo>
                  <a:pt x="7984" y="171"/>
                </a:lnTo>
                <a:lnTo>
                  <a:pt x="7980" y="181"/>
                </a:lnTo>
                <a:lnTo>
                  <a:pt x="7984" y="189"/>
                </a:lnTo>
                <a:lnTo>
                  <a:pt x="7989" y="200"/>
                </a:lnTo>
                <a:lnTo>
                  <a:pt x="7984" y="200"/>
                </a:lnTo>
                <a:lnTo>
                  <a:pt x="7972" y="189"/>
                </a:lnTo>
                <a:lnTo>
                  <a:pt x="7959" y="181"/>
                </a:lnTo>
                <a:lnTo>
                  <a:pt x="7911" y="170"/>
                </a:lnTo>
                <a:lnTo>
                  <a:pt x="7882" y="169"/>
                </a:lnTo>
                <a:lnTo>
                  <a:pt x="7857" y="168"/>
                </a:lnTo>
                <a:lnTo>
                  <a:pt x="7832" y="164"/>
                </a:lnTo>
                <a:lnTo>
                  <a:pt x="7826" y="161"/>
                </a:lnTo>
                <a:lnTo>
                  <a:pt x="7827" y="159"/>
                </a:lnTo>
                <a:lnTo>
                  <a:pt x="7845" y="154"/>
                </a:lnTo>
                <a:lnTo>
                  <a:pt x="7980" y="148"/>
                </a:lnTo>
                <a:lnTo>
                  <a:pt x="8075" y="147"/>
                </a:lnTo>
                <a:lnTo>
                  <a:pt x="8169" y="147"/>
                </a:lnTo>
                <a:lnTo>
                  <a:pt x="8298" y="141"/>
                </a:lnTo>
                <a:lnTo>
                  <a:pt x="8311" y="137"/>
                </a:lnTo>
                <a:lnTo>
                  <a:pt x="8315" y="134"/>
                </a:lnTo>
                <a:lnTo>
                  <a:pt x="8350" y="129"/>
                </a:lnTo>
                <a:lnTo>
                  <a:pt x="8375" y="129"/>
                </a:lnTo>
                <a:lnTo>
                  <a:pt x="8403" y="129"/>
                </a:lnTo>
                <a:lnTo>
                  <a:pt x="8440" y="126"/>
                </a:lnTo>
                <a:lnTo>
                  <a:pt x="8452" y="120"/>
                </a:lnTo>
                <a:lnTo>
                  <a:pt x="8454" y="113"/>
                </a:lnTo>
                <a:lnTo>
                  <a:pt x="8448" y="101"/>
                </a:lnTo>
                <a:lnTo>
                  <a:pt x="8438" y="90"/>
                </a:lnTo>
                <a:lnTo>
                  <a:pt x="8429" y="83"/>
                </a:lnTo>
                <a:lnTo>
                  <a:pt x="8401" y="73"/>
                </a:lnTo>
                <a:lnTo>
                  <a:pt x="8325" y="66"/>
                </a:lnTo>
                <a:lnTo>
                  <a:pt x="8232" y="66"/>
                </a:lnTo>
                <a:lnTo>
                  <a:pt x="8154" y="65"/>
                </a:lnTo>
                <a:lnTo>
                  <a:pt x="8070" y="59"/>
                </a:lnTo>
                <a:lnTo>
                  <a:pt x="8036" y="53"/>
                </a:lnTo>
                <a:lnTo>
                  <a:pt x="8029" y="50"/>
                </a:lnTo>
                <a:lnTo>
                  <a:pt x="8018" y="40"/>
                </a:lnTo>
                <a:lnTo>
                  <a:pt x="8008" y="41"/>
                </a:lnTo>
                <a:lnTo>
                  <a:pt x="8007" y="50"/>
                </a:lnTo>
                <a:lnTo>
                  <a:pt x="8005" y="54"/>
                </a:lnTo>
                <a:lnTo>
                  <a:pt x="7983" y="62"/>
                </a:lnTo>
                <a:lnTo>
                  <a:pt x="7921" y="67"/>
                </a:lnTo>
                <a:lnTo>
                  <a:pt x="7815" y="65"/>
                </a:lnTo>
                <a:lnTo>
                  <a:pt x="7749" y="57"/>
                </a:lnTo>
                <a:lnTo>
                  <a:pt x="7721" y="49"/>
                </a:lnTo>
                <a:lnTo>
                  <a:pt x="7716" y="45"/>
                </a:lnTo>
                <a:lnTo>
                  <a:pt x="7710" y="37"/>
                </a:lnTo>
                <a:lnTo>
                  <a:pt x="7704" y="38"/>
                </a:lnTo>
                <a:lnTo>
                  <a:pt x="7703" y="46"/>
                </a:lnTo>
                <a:lnTo>
                  <a:pt x="7702" y="55"/>
                </a:lnTo>
                <a:lnTo>
                  <a:pt x="7687" y="67"/>
                </a:lnTo>
                <a:lnTo>
                  <a:pt x="7676" y="68"/>
                </a:lnTo>
                <a:lnTo>
                  <a:pt x="7667" y="67"/>
                </a:lnTo>
                <a:lnTo>
                  <a:pt x="7657" y="60"/>
                </a:lnTo>
                <a:lnTo>
                  <a:pt x="7659" y="55"/>
                </a:lnTo>
                <a:lnTo>
                  <a:pt x="7661" y="49"/>
                </a:lnTo>
                <a:lnTo>
                  <a:pt x="7653" y="40"/>
                </a:lnTo>
                <a:lnTo>
                  <a:pt x="7644" y="40"/>
                </a:lnTo>
                <a:lnTo>
                  <a:pt x="7634" y="40"/>
                </a:lnTo>
                <a:lnTo>
                  <a:pt x="7626" y="49"/>
                </a:lnTo>
                <a:lnTo>
                  <a:pt x="7629" y="55"/>
                </a:lnTo>
                <a:lnTo>
                  <a:pt x="7630" y="57"/>
                </a:lnTo>
                <a:lnTo>
                  <a:pt x="7626" y="62"/>
                </a:lnTo>
                <a:lnTo>
                  <a:pt x="7610" y="67"/>
                </a:lnTo>
                <a:lnTo>
                  <a:pt x="7594" y="68"/>
                </a:lnTo>
                <a:lnTo>
                  <a:pt x="7573" y="67"/>
                </a:lnTo>
                <a:lnTo>
                  <a:pt x="7559" y="60"/>
                </a:lnTo>
                <a:lnTo>
                  <a:pt x="7558" y="52"/>
                </a:lnTo>
                <a:lnTo>
                  <a:pt x="7561" y="46"/>
                </a:lnTo>
                <a:lnTo>
                  <a:pt x="7567" y="35"/>
                </a:lnTo>
                <a:lnTo>
                  <a:pt x="7561" y="35"/>
                </a:lnTo>
                <a:lnTo>
                  <a:pt x="7549" y="46"/>
                </a:lnTo>
                <a:lnTo>
                  <a:pt x="7539" y="56"/>
                </a:lnTo>
                <a:lnTo>
                  <a:pt x="7516" y="66"/>
                </a:lnTo>
                <a:lnTo>
                  <a:pt x="7495" y="67"/>
                </a:lnTo>
                <a:lnTo>
                  <a:pt x="7488" y="59"/>
                </a:lnTo>
                <a:lnTo>
                  <a:pt x="7492" y="51"/>
                </a:lnTo>
                <a:lnTo>
                  <a:pt x="7493" y="48"/>
                </a:lnTo>
                <a:lnTo>
                  <a:pt x="7492" y="43"/>
                </a:lnTo>
                <a:lnTo>
                  <a:pt x="7480" y="39"/>
                </a:lnTo>
                <a:lnTo>
                  <a:pt x="7451" y="41"/>
                </a:lnTo>
                <a:lnTo>
                  <a:pt x="7412" y="51"/>
                </a:lnTo>
                <a:lnTo>
                  <a:pt x="7392" y="60"/>
                </a:lnTo>
                <a:lnTo>
                  <a:pt x="7378" y="64"/>
                </a:lnTo>
                <a:lnTo>
                  <a:pt x="7344" y="61"/>
                </a:lnTo>
                <a:lnTo>
                  <a:pt x="7330" y="53"/>
                </a:lnTo>
                <a:lnTo>
                  <a:pt x="7316" y="46"/>
                </a:lnTo>
                <a:lnTo>
                  <a:pt x="7303" y="44"/>
                </a:lnTo>
                <a:lnTo>
                  <a:pt x="7298" y="48"/>
                </a:lnTo>
                <a:lnTo>
                  <a:pt x="7298" y="51"/>
                </a:lnTo>
                <a:lnTo>
                  <a:pt x="7296" y="56"/>
                </a:lnTo>
                <a:lnTo>
                  <a:pt x="7272" y="63"/>
                </a:lnTo>
                <a:lnTo>
                  <a:pt x="7210" y="67"/>
                </a:lnTo>
                <a:lnTo>
                  <a:pt x="7102" y="61"/>
                </a:lnTo>
                <a:lnTo>
                  <a:pt x="7033" y="50"/>
                </a:lnTo>
                <a:lnTo>
                  <a:pt x="7004" y="40"/>
                </a:lnTo>
                <a:lnTo>
                  <a:pt x="6997" y="34"/>
                </a:lnTo>
                <a:lnTo>
                  <a:pt x="6985" y="20"/>
                </a:lnTo>
                <a:lnTo>
                  <a:pt x="6981" y="22"/>
                </a:lnTo>
                <a:lnTo>
                  <a:pt x="6986" y="40"/>
                </a:lnTo>
                <a:lnTo>
                  <a:pt x="6991" y="48"/>
                </a:lnTo>
                <a:lnTo>
                  <a:pt x="6991" y="60"/>
                </a:lnTo>
                <a:lnTo>
                  <a:pt x="6972" y="66"/>
                </a:lnTo>
                <a:lnTo>
                  <a:pt x="6941" y="63"/>
                </a:lnTo>
                <a:lnTo>
                  <a:pt x="6916" y="59"/>
                </a:lnTo>
                <a:lnTo>
                  <a:pt x="6864" y="45"/>
                </a:lnTo>
                <a:lnTo>
                  <a:pt x="6845" y="35"/>
                </a:lnTo>
                <a:lnTo>
                  <a:pt x="6830" y="28"/>
                </a:lnTo>
                <a:lnTo>
                  <a:pt x="6814" y="25"/>
                </a:lnTo>
                <a:lnTo>
                  <a:pt x="6808" y="29"/>
                </a:lnTo>
                <a:lnTo>
                  <a:pt x="6808" y="32"/>
                </a:lnTo>
                <a:lnTo>
                  <a:pt x="6809" y="40"/>
                </a:lnTo>
                <a:lnTo>
                  <a:pt x="6826" y="53"/>
                </a:lnTo>
                <a:lnTo>
                  <a:pt x="6838" y="56"/>
                </a:lnTo>
                <a:lnTo>
                  <a:pt x="6843" y="58"/>
                </a:lnTo>
                <a:lnTo>
                  <a:pt x="6844" y="61"/>
                </a:lnTo>
                <a:lnTo>
                  <a:pt x="6829" y="65"/>
                </a:lnTo>
                <a:lnTo>
                  <a:pt x="6808" y="66"/>
                </a:lnTo>
                <a:lnTo>
                  <a:pt x="6780" y="66"/>
                </a:lnTo>
                <a:lnTo>
                  <a:pt x="6764" y="61"/>
                </a:lnTo>
                <a:lnTo>
                  <a:pt x="6768" y="55"/>
                </a:lnTo>
                <a:lnTo>
                  <a:pt x="6774" y="51"/>
                </a:lnTo>
                <a:lnTo>
                  <a:pt x="6783" y="45"/>
                </a:lnTo>
                <a:lnTo>
                  <a:pt x="6792" y="30"/>
                </a:lnTo>
                <a:lnTo>
                  <a:pt x="6789" y="25"/>
                </a:lnTo>
                <a:lnTo>
                  <a:pt x="6783" y="21"/>
                </a:lnTo>
                <a:lnTo>
                  <a:pt x="6761" y="22"/>
                </a:lnTo>
                <a:lnTo>
                  <a:pt x="6741" y="32"/>
                </a:lnTo>
                <a:lnTo>
                  <a:pt x="6733" y="43"/>
                </a:lnTo>
                <a:lnTo>
                  <a:pt x="6732" y="50"/>
                </a:lnTo>
                <a:lnTo>
                  <a:pt x="6733" y="53"/>
                </a:lnTo>
                <a:lnTo>
                  <a:pt x="6734" y="56"/>
                </a:lnTo>
                <a:lnTo>
                  <a:pt x="6720" y="61"/>
                </a:lnTo>
                <a:lnTo>
                  <a:pt x="6673" y="67"/>
                </a:lnTo>
                <a:lnTo>
                  <a:pt x="6627" y="66"/>
                </a:lnTo>
                <a:lnTo>
                  <a:pt x="6579" y="66"/>
                </a:lnTo>
                <a:lnTo>
                  <a:pt x="6543" y="61"/>
                </a:lnTo>
                <a:lnTo>
                  <a:pt x="6538" y="56"/>
                </a:lnTo>
                <a:lnTo>
                  <a:pt x="6545" y="53"/>
                </a:lnTo>
                <a:lnTo>
                  <a:pt x="6564" y="45"/>
                </a:lnTo>
                <a:lnTo>
                  <a:pt x="6564" y="37"/>
                </a:lnTo>
                <a:lnTo>
                  <a:pt x="6543" y="30"/>
                </a:lnTo>
                <a:lnTo>
                  <a:pt x="6523" y="26"/>
                </a:lnTo>
                <a:lnTo>
                  <a:pt x="6482" y="26"/>
                </a:lnTo>
                <a:lnTo>
                  <a:pt x="6445" y="34"/>
                </a:lnTo>
                <a:lnTo>
                  <a:pt x="6426" y="45"/>
                </a:lnTo>
                <a:lnTo>
                  <a:pt x="6420" y="52"/>
                </a:lnTo>
                <a:lnTo>
                  <a:pt x="6419" y="56"/>
                </a:lnTo>
                <a:lnTo>
                  <a:pt x="6419" y="60"/>
                </a:lnTo>
                <a:lnTo>
                  <a:pt x="6415" y="60"/>
                </a:lnTo>
                <a:lnTo>
                  <a:pt x="6403" y="52"/>
                </a:lnTo>
                <a:lnTo>
                  <a:pt x="6393" y="38"/>
                </a:lnTo>
                <a:lnTo>
                  <a:pt x="6380" y="21"/>
                </a:lnTo>
                <a:lnTo>
                  <a:pt x="6358" y="2"/>
                </a:lnTo>
                <a:lnTo>
                  <a:pt x="6347" y="0"/>
                </a:lnTo>
                <a:lnTo>
                  <a:pt x="6343" y="4"/>
                </a:lnTo>
                <a:lnTo>
                  <a:pt x="6344" y="18"/>
                </a:lnTo>
                <a:lnTo>
                  <a:pt x="6352" y="34"/>
                </a:lnTo>
                <a:close/>
                <a:moveTo>
                  <a:pt x="6335" y="91"/>
                </a:moveTo>
                <a:lnTo>
                  <a:pt x="6334" y="95"/>
                </a:lnTo>
                <a:lnTo>
                  <a:pt x="6325" y="105"/>
                </a:lnTo>
                <a:lnTo>
                  <a:pt x="6318" y="110"/>
                </a:lnTo>
                <a:lnTo>
                  <a:pt x="6311" y="112"/>
                </a:lnTo>
                <a:lnTo>
                  <a:pt x="6302" y="109"/>
                </a:lnTo>
                <a:lnTo>
                  <a:pt x="6301" y="103"/>
                </a:lnTo>
                <a:lnTo>
                  <a:pt x="6302" y="96"/>
                </a:lnTo>
                <a:lnTo>
                  <a:pt x="6311" y="86"/>
                </a:lnTo>
                <a:lnTo>
                  <a:pt x="6318" y="85"/>
                </a:lnTo>
                <a:lnTo>
                  <a:pt x="6325" y="85"/>
                </a:lnTo>
                <a:lnTo>
                  <a:pt x="6334" y="89"/>
                </a:lnTo>
                <a:lnTo>
                  <a:pt x="6335" y="91"/>
                </a:lnTo>
                <a:close/>
                <a:moveTo>
                  <a:pt x="7833" y="95"/>
                </a:moveTo>
                <a:lnTo>
                  <a:pt x="7828" y="98"/>
                </a:lnTo>
                <a:lnTo>
                  <a:pt x="7810" y="99"/>
                </a:lnTo>
                <a:lnTo>
                  <a:pt x="7801" y="96"/>
                </a:lnTo>
                <a:lnTo>
                  <a:pt x="7793" y="93"/>
                </a:lnTo>
                <a:lnTo>
                  <a:pt x="7799" y="87"/>
                </a:lnTo>
                <a:lnTo>
                  <a:pt x="7811" y="86"/>
                </a:lnTo>
                <a:lnTo>
                  <a:pt x="7824" y="86"/>
                </a:lnTo>
                <a:lnTo>
                  <a:pt x="7834" y="89"/>
                </a:lnTo>
                <a:lnTo>
                  <a:pt x="7835" y="93"/>
                </a:lnTo>
                <a:lnTo>
                  <a:pt x="7833" y="95"/>
                </a:lnTo>
                <a:close/>
                <a:moveTo>
                  <a:pt x="8105" y="96"/>
                </a:moveTo>
                <a:lnTo>
                  <a:pt x="8091" y="98"/>
                </a:lnTo>
                <a:lnTo>
                  <a:pt x="8059" y="98"/>
                </a:lnTo>
                <a:lnTo>
                  <a:pt x="8046" y="96"/>
                </a:lnTo>
                <a:lnTo>
                  <a:pt x="8041" y="95"/>
                </a:lnTo>
                <a:lnTo>
                  <a:pt x="8039" y="91"/>
                </a:lnTo>
                <a:lnTo>
                  <a:pt x="8053" y="88"/>
                </a:lnTo>
                <a:lnTo>
                  <a:pt x="8075" y="88"/>
                </a:lnTo>
                <a:lnTo>
                  <a:pt x="8096" y="88"/>
                </a:lnTo>
                <a:lnTo>
                  <a:pt x="8110" y="91"/>
                </a:lnTo>
                <a:lnTo>
                  <a:pt x="8109" y="95"/>
                </a:lnTo>
                <a:lnTo>
                  <a:pt x="8105" y="96"/>
                </a:lnTo>
                <a:close/>
                <a:moveTo>
                  <a:pt x="6144" y="111"/>
                </a:moveTo>
                <a:lnTo>
                  <a:pt x="6139" y="115"/>
                </a:lnTo>
                <a:lnTo>
                  <a:pt x="6121" y="116"/>
                </a:lnTo>
                <a:lnTo>
                  <a:pt x="6112" y="113"/>
                </a:lnTo>
                <a:lnTo>
                  <a:pt x="6104" y="109"/>
                </a:lnTo>
                <a:lnTo>
                  <a:pt x="6110" y="104"/>
                </a:lnTo>
                <a:lnTo>
                  <a:pt x="6122" y="103"/>
                </a:lnTo>
                <a:lnTo>
                  <a:pt x="6135" y="103"/>
                </a:lnTo>
                <a:lnTo>
                  <a:pt x="6145" y="106"/>
                </a:lnTo>
                <a:lnTo>
                  <a:pt x="6146" y="109"/>
                </a:lnTo>
                <a:lnTo>
                  <a:pt x="6144" y="111"/>
                </a:lnTo>
                <a:close/>
                <a:moveTo>
                  <a:pt x="5198" y="129"/>
                </a:moveTo>
                <a:lnTo>
                  <a:pt x="5192" y="132"/>
                </a:lnTo>
                <a:lnTo>
                  <a:pt x="5175" y="134"/>
                </a:lnTo>
                <a:lnTo>
                  <a:pt x="5166" y="131"/>
                </a:lnTo>
                <a:lnTo>
                  <a:pt x="5158" y="127"/>
                </a:lnTo>
                <a:lnTo>
                  <a:pt x="5164" y="121"/>
                </a:lnTo>
                <a:lnTo>
                  <a:pt x="5176" y="121"/>
                </a:lnTo>
                <a:lnTo>
                  <a:pt x="5188" y="120"/>
                </a:lnTo>
                <a:lnTo>
                  <a:pt x="5199" y="124"/>
                </a:lnTo>
                <a:lnTo>
                  <a:pt x="5200" y="127"/>
                </a:lnTo>
                <a:lnTo>
                  <a:pt x="5198" y="129"/>
                </a:lnTo>
                <a:close/>
                <a:moveTo>
                  <a:pt x="7128" y="176"/>
                </a:moveTo>
                <a:lnTo>
                  <a:pt x="7126" y="179"/>
                </a:lnTo>
                <a:lnTo>
                  <a:pt x="7104" y="185"/>
                </a:lnTo>
                <a:lnTo>
                  <a:pt x="7087" y="186"/>
                </a:lnTo>
                <a:lnTo>
                  <a:pt x="7070" y="185"/>
                </a:lnTo>
                <a:lnTo>
                  <a:pt x="7050" y="182"/>
                </a:lnTo>
                <a:lnTo>
                  <a:pt x="7045" y="173"/>
                </a:lnTo>
                <a:lnTo>
                  <a:pt x="7054" y="157"/>
                </a:lnTo>
                <a:lnTo>
                  <a:pt x="7064" y="146"/>
                </a:lnTo>
                <a:lnTo>
                  <a:pt x="7071" y="139"/>
                </a:lnTo>
                <a:lnTo>
                  <a:pt x="7081" y="132"/>
                </a:lnTo>
                <a:lnTo>
                  <a:pt x="7091" y="132"/>
                </a:lnTo>
                <a:lnTo>
                  <a:pt x="7101" y="139"/>
                </a:lnTo>
                <a:lnTo>
                  <a:pt x="7107" y="146"/>
                </a:lnTo>
                <a:lnTo>
                  <a:pt x="7123" y="164"/>
                </a:lnTo>
                <a:lnTo>
                  <a:pt x="7128" y="176"/>
                </a:lnTo>
                <a:close/>
                <a:moveTo>
                  <a:pt x="7761" y="182"/>
                </a:moveTo>
                <a:lnTo>
                  <a:pt x="7753" y="189"/>
                </a:lnTo>
                <a:lnTo>
                  <a:pt x="7739" y="197"/>
                </a:lnTo>
                <a:lnTo>
                  <a:pt x="7725" y="200"/>
                </a:lnTo>
                <a:lnTo>
                  <a:pt x="7710" y="194"/>
                </a:lnTo>
                <a:lnTo>
                  <a:pt x="7701" y="189"/>
                </a:lnTo>
                <a:lnTo>
                  <a:pt x="7675" y="173"/>
                </a:lnTo>
                <a:lnTo>
                  <a:pt x="7657" y="171"/>
                </a:lnTo>
                <a:lnTo>
                  <a:pt x="7657" y="180"/>
                </a:lnTo>
                <a:lnTo>
                  <a:pt x="7662" y="189"/>
                </a:lnTo>
                <a:lnTo>
                  <a:pt x="7667" y="197"/>
                </a:lnTo>
                <a:lnTo>
                  <a:pt x="7658" y="195"/>
                </a:lnTo>
                <a:lnTo>
                  <a:pt x="7645" y="186"/>
                </a:lnTo>
                <a:lnTo>
                  <a:pt x="7628" y="172"/>
                </a:lnTo>
                <a:lnTo>
                  <a:pt x="7625" y="161"/>
                </a:lnTo>
                <a:lnTo>
                  <a:pt x="7634" y="155"/>
                </a:lnTo>
                <a:lnTo>
                  <a:pt x="7644" y="152"/>
                </a:lnTo>
                <a:lnTo>
                  <a:pt x="7658" y="149"/>
                </a:lnTo>
                <a:lnTo>
                  <a:pt x="7704" y="147"/>
                </a:lnTo>
                <a:lnTo>
                  <a:pt x="7728" y="149"/>
                </a:lnTo>
                <a:lnTo>
                  <a:pt x="7762" y="154"/>
                </a:lnTo>
                <a:lnTo>
                  <a:pt x="7775" y="163"/>
                </a:lnTo>
                <a:lnTo>
                  <a:pt x="7769" y="174"/>
                </a:lnTo>
                <a:lnTo>
                  <a:pt x="7761" y="182"/>
                </a:lnTo>
                <a:close/>
                <a:moveTo>
                  <a:pt x="5253" y="169"/>
                </a:moveTo>
                <a:lnTo>
                  <a:pt x="5252" y="175"/>
                </a:lnTo>
                <a:lnTo>
                  <a:pt x="5242" y="185"/>
                </a:lnTo>
                <a:lnTo>
                  <a:pt x="5235" y="186"/>
                </a:lnTo>
                <a:lnTo>
                  <a:pt x="5229" y="185"/>
                </a:lnTo>
                <a:lnTo>
                  <a:pt x="5226" y="175"/>
                </a:lnTo>
                <a:lnTo>
                  <a:pt x="5228" y="169"/>
                </a:lnTo>
                <a:lnTo>
                  <a:pt x="5232" y="162"/>
                </a:lnTo>
                <a:lnTo>
                  <a:pt x="5242" y="153"/>
                </a:lnTo>
                <a:lnTo>
                  <a:pt x="5247" y="152"/>
                </a:lnTo>
                <a:lnTo>
                  <a:pt x="5249" y="153"/>
                </a:lnTo>
                <a:lnTo>
                  <a:pt x="5253" y="162"/>
                </a:lnTo>
                <a:lnTo>
                  <a:pt x="5253" y="169"/>
                </a:lnTo>
                <a:close/>
                <a:moveTo>
                  <a:pt x="6267" y="169"/>
                </a:moveTo>
                <a:lnTo>
                  <a:pt x="6266" y="175"/>
                </a:lnTo>
                <a:lnTo>
                  <a:pt x="6256" y="185"/>
                </a:lnTo>
                <a:lnTo>
                  <a:pt x="6249" y="186"/>
                </a:lnTo>
                <a:lnTo>
                  <a:pt x="6243" y="185"/>
                </a:lnTo>
                <a:lnTo>
                  <a:pt x="6239" y="175"/>
                </a:lnTo>
                <a:lnTo>
                  <a:pt x="6241" y="169"/>
                </a:lnTo>
                <a:lnTo>
                  <a:pt x="6246" y="162"/>
                </a:lnTo>
                <a:lnTo>
                  <a:pt x="6256" y="153"/>
                </a:lnTo>
                <a:lnTo>
                  <a:pt x="6261" y="152"/>
                </a:lnTo>
                <a:lnTo>
                  <a:pt x="6263" y="153"/>
                </a:lnTo>
                <a:lnTo>
                  <a:pt x="6267" y="162"/>
                </a:lnTo>
                <a:lnTo>
                  <a:pt x="6267" y="169"/>
                </a:lnTo>
                <a:close/>
                <a:moveTo>
                  <a:pt x="6360" y="169"/>
                </a:moveTo>
                <a:lnTo>
                  <a:pt x="6362" y="173"/>
                </a:lnTo>
                <a:lnTo>
                  <a:pt x="6359" y="179"/>
                </a:lnTo>
                <a:lnTo>
                  <a:pt x="6342" y="184"/>
                </a:lnTo>
                <a:lnTo>
                  <a:pt x="6323" y="184"/>
                </a:lnTo>
                <a:lnTo>
                  <a:pt x="6296" y="184"/>
                </a:lnTo>
                <a:lnTo>
                  <a:pt x="6290" y="178"/>
                </a:lnTo>
                <a:lnTo>
                  <a:pt x="6309" y="169"/>
                </a:lnTo>
                <a:lnTo>
                  <a:pt x="6337" y="157"/>
                </a:lnTo>
                <a:lnTo>
                  <a:pt x="6347" y="154"/>
                </a:lnTo>
                <a:lnTo>
                  <a:pt x="6352" y="156"/>
                </a:lnTo>
                <a:lnTo>
                  <a:pt x="6360" y="169"/>
                </a:lnTo>
                <a:close/>
                <a:moveTo>
                  <a:pt x="6872" y="172"/>
                </a:moveTo>
                <a:lnTo>
                  <a:pt x="6868" y="180"/>
                </a:lnTo>
                <a:lnTo>
                  <a:pt x="6853" y="193"/>
                </a:lnTo>
                <a:lnTo>
                  <a:pt x="6845" y="196"/>
                </a:lnTo>
                <a:lnTo>
                  <a:pt x="6837" y="196"/>
                </a:lnTo>
                <a:lnTo>
                  <a:pt x="6835" y="194"/>
                </a:lnTo>
                <a:lnTo>
                  <a:pt x="6842" y="191"/>
                </a:lnTo>
                <a:lnTo>
                  <a:pt x="6848" y="187"/>
                </a:lnTo>
                <a:lnTo>
                  <a:pt x="6852" y="174"/>
                </a:lnTo>
                <a:lnTo>
                  <a:pt x="6849" y="167"/>
                </a:lnTo>
                <a:lnTo>
                  <a:pt x="6846" y="161"/>
                </a:lnTo>
                <a:lnTo>
                  <a:pt x="6852" y="153"/>
                </a:lnTo>
                <a:lnTo>
                  <a:pt x="6859" y="152"/>
                </a:lnTo>
                <a:lnTo>
                  <a:pt x="6867" y="153"/>
                </a:lnTo>
                <a:lnTo>
                  <a:pt x="6873" y="164"/>
                </a:lnTo>
                <a:lnTo>
                  <a:pt x="6872" y="172"/>
                </a:lnTo>
                <a:close/>
                <a:moveTo>
                  <a:pt x="7255" y="169"/>
                </a:moveTo>
                <a:lnTo>
                  <a:pt x="7258" y="175"/>
                </a:lnTo>
                <a:lnTo>
                  <a:pt x="7249" y="185"/>
                </a:lnTo>
                <a:lnTo>
                  <a:pt x="7240" y="186"/>
                </a:lnTo>
                <a:lnTo>
                  <a:pt x="7229" y="185"/>
                </a:lnTo>
                <a:lnTo>
                  <a:pt x="7215" y="175"/>
                </a:lnTo>
                <a:lnTo>
                  <a:pt x="7213" y="169"/>
                </a:lnTo>
                <a:lnTo>
                  <a:pt x="7213" y="162"/>
                </a:lnTo>
                <a:lnTo>
                  <a:pt x="7223" y="153"/>
                </a:lnTo>
                <a:lnTo>
                  <a:pt x="7229" y="152"/>
                </a:lnTo>
                <a:lnTo>
                  <a:pt x="7236" y="153"/>
                </a:lnTo>
                <a:lnTo>
                  <a:pt x="7251" y="162"/>
                </a:lnTo>
                <a:lnTo>
                  <a:pt x="7255" y="169"/>
                </a:lnTo>
                <a:close/>
                <a:moveTo>
                  <a:pt x="7382" y="172"/>
                </a:moveTo>
                <a:lnTo>
                  <a:pt x="7381" y="179"/>
                </a:lnTo>
                <a:lnTo>
                  <a:pt x="7363" y="185"/>
                </a:lnTo>
                <a:lnTo>
                  <a:pt x="7338" y="184"/>
                </a:lnTo>
                <a:lnTo>
                  <a:pt x="7310" y="176"/>
                </a:lnTo>
                <a:lnTo>
                  <a:pt x="7298" y="169"/>
                </a:lnTo>
                <a:lnTo>
                  <a:pt x="7292" y="164"/>
                </a:lnTo>
                <a:lnTo>
                  <a:pt x="7287" y="158"/>
                </a:lnTo>
                <a:lnTo>
                  <a:pt x="7301" y="154"/>
                </a:lnTo>
                <a:lnTo>
                  <a:pt x="7328" y="156"/>
                </a:lnTo>
                <a:lnTo>
                  <a:pt x="7349" y="158"/>
                </a:lnTo>
                <a:lnTo>
                  <a:pt x="7379" y="167"/>
                </a:lnTo>
                <a:lnTo>
                  <a:pt x="7382" y="172"/>
                </a:lnTo>
                <a:close/>
                <a:moveTo>
                  <a:pt x="7512" y="162"/>
                </a:moveTo>
                <a:lnTo>
                  <a:pt x="7507" y="166"/>
                </a:lnTo>
                <a:lnTo>
                  <a:pt x="7489" y="167"/>
                </a:lnTo>
                <a:lnTo>
                  <a:pt x="7480" y="164"/>
                </a:lnTo>
                <a:lnTo>
                  <a:pt x="7472" y="160"/>
                </a:lnTo>
                <a:lnTo>
                  <a:pt x="7478" y="155"/>
                </a:lnTo>
                <a:lnTo>
                  <a:pt x="7490" y="154"/>
                </a:lnTo>
                <a:lnTo>
                  <a:pt x="7503" y="154"/>
                </a:lnTo>
                <a:lnTo>
                  <a:pt x="7514" y="157"/>
                </a:lnTo>
                <a:lnTo>
                  <a:pt x="7515" y="160"/>
                </a:lnTo>
                <a:lnTo>
                  <a:pt x="7512" y="162"/>
                </a:lnTo>
                <a:close/>
                <a:moveTo>
                  <a:pt x="7576" y="169"/>
                </a:moveTo>
                <a:lnTo>
                  <a:pt x="7578" y="175"/>
                </a:lnTo>
                <a:lnTo>
                  <a:pt x="7570" y="179"/>
                </a:lnTo>
                <a:lnTo>
                  <a:pt x="7561" y="176"/>
                </a:lnTo>
                <a:lnTo>
                  <a:pt x="7542" y="167"/>
                </a:lnTo>
                <a:lnTo>
                  <a:pt x="7534" y="157"/>
                </a:lnTo>
                <a:lnTo>
                  <a:pt x="7541" y="153"/>
                </a:lnTo>
                <a:lnTo>
                  <a:pt x="7549" y="152"/>
                </a:lnTo>
                <a:lnTo>
                  <a:pt x="7557" y="153"/>
                </a:lnTo>
                <a:lnTo>
                  <a:pt x="7571" y="162"/>
                </a:lnTo>
                <a:lnTo>
                  <a:pt x="7576" y="169"/>
                </a:lnTo>
                <a:close/>
                <a:moveTo>
                  <a:pt x="4662" y="194"/>
                </a:moveTo>
                <a:lnTo>
                  <a:pt x="4668" y="203"/>
                </a:lnTo>
                <a:lnTo>
                  <a:pt x="4672" y="213"/>
                </a:lnTo>
                <a:lnTo>
                  <a:pt x="4651" y="219"/>
                </a:lnTo>
                <a:lnTo>
                  <a:pt x="4610" y="218"/>
                </a:lnTo>
                <a:lnTo>
                  <a:pt x="4582" y="217"/>
                </a:lnTo>
                <a:lnTo>
                  <a:pt x="4563" y="213"/>
                </a:lnTo>
                <a:lnTo>
                  <a:pt x="4564" y="210"/>
                </a:lnTo>
                <a:lnTo>
                  <a:pt x="4569" y="208"/>
                </a:lnTo>
                <a:lnTo>
                  <a:pt x="4583" y="204"/>
                </a:lnTo>
                <a:lnTo>
                  <a:pt x="4611" y="190"/>
                </a:lnTo>
                <a:lnTo>
                  <a:pt x="4620" y="184"/>
                </a:lnTo>
                <a:lnTo>
                  <a:pt x="4632" y="172"/>
                </a:lnTo>
                <a:lnTo>
                  <a:pt x="4647" y="175"/>
                </a:lnTo>
                <a:lnTo>
                  <a:pt x="4662" y="194"/>
                </a:lnTo>
                <a:close/>
                <a:moveTo>
                  <a:pt x="4781" y="186"/>
                </a:moveTo>
                <a:lnTo>
                  <a:pt x="4780" y="192"/>
                </a:lnTo>
                <a:lnTo>
                  <a:pt x="4771" y="202"/>
                </a:lnTo>
                <a:lnTo>
                  <a:pt x="4764" y="203"/>
                </a:lnTo>
                <a:lnTo>
                  <a:pt x="4758" y="202"/>
                </a:lnTo>
                <a:lnTo>
                  <a:pt x="4748" y="192"/>
                </a:lnTo>
                <a:lnTo>
                  <a:pt x="4747" y="186"/>
                </a:lnTo>
                <a:lnTo>
                  <a:pt x="4748" y="179"/>
                </a:lnTo>
                <a:lnTo>
                  <a:pt x="4758" y="170"/>
                </a:lnTo>
                <a:lnTo>
                  <a:pt x="4764" y="169"/>
                </a:lnTo>
                <a:lnTo>
                  <a:pt x="4771" y="170"/>
                </a:lnTo>
                <a:lnTo>
                  <a:pt x="4780" y="179"/>
                </a:lnTo>
                <a:lnTo>
                  <a:pt x="4781" y="186"/>
                </a:lnTo>
                <a:close/>
                <a:moveTo>
                  <a:pt x="4966" y="186"/>
                </a:moveTo>
                <a:lnTo>
                  <a:pt x="4955" y="192"/>
                </a:lnTo>
                <a:lnTo>
                  <a:pt x="4933" y="202"/>
                </a:lnTo>
                <a:lnTo>
                  <a:pt x="4924" y="203"/>
                </a:lnTo>
                <a:lnTo>
                  <a:pt x="4922" y="203"/>
                </a:lnTo>
                <a:lnTo>
                  <a:pt x="4920" y="200"/>
                </a:lnTo>
                <a:lnTo>
                  <a:pt x="4924" y="192"/>
                </a:lnTo>
                <a:lnTo>
                  <a:pt x="4933" y="186"/>
                </a:lnTo>
                <a:lnTo>
                  <a:pt x="4956" y="173"/>
                </a:lnTo>
                <a:lnTo>
                  <a:pt x="4975" y="169"/>
                </a:lnTo>
                <a:lnTo>
                  <a:pt x="4979" y="169"/>
                </a:lnTo>
                <a:lnTo>
                  <a:pt x="4981" y="172"/>
                </a:lnTo>
                <a:lnTo>
                  <a:pt x="4976" y="179"/>
                </a:lnTo>
                <a:lnTo>
                  <a:pt x="4966" y="186"/>
                </a:lnTo>
                <a:close/>
                <a:moveTo>
                  <a:pt x="5912" y="194"/>
                </a:moveTo>
                <a:lnTo>
                  <a:pt x="5912" y="205"/>
                </a:lnTo>
                <a:lnTo>
                  <a:pt x="5908" y="219"/>
                </a:lnTo>
                <a:lnTo>
                  <a:pt x="5906" y="220"/>
                </a:lnTo>
                <a:lnTo>
                  <a:pt x="5899" y="214"/>
                </a:lnTo>
                <a:lnTo>
                  <a:pt x="5889" y="194"/>
                </a:lnTo>
                <a:lnTo>
                  <a:pt x="5886" y="184"/>
                </a:lnTo>
                <a:lnTo>
                  <a:pt x="5890" y="170"/>
                </a:lnTo>
                <a:lnTo>
                  <a:pt x="5896" y="169"/>
                </a:lnTo>
                <a:lnTo>
                  <a:pt x="5903" y="170"/>
                </a:lnTo>
                <a:lnTo>
                  <a:pt x="5911" y="184"/>
                </a:lnTo>
                <a:lnTo>
                  <a:pt x="5912" y="194"/>
                </a:lnTo>
                <a:close/>
                <a:moveTo>
                  <a:pt x="6048" y="194"/>
                </a:moveTo>
                <a:lnTo>
                  <a:pt x="6030" y="213"/>
                </a:lnTo>
                <a:lnTo>
                  <a:pt x="6016" y="219"/>
                </a:lnTo>
                <a:lnTo>
                  <a:pt x="6019" y="211"/>
                </a:lnTo>
                <a:lnTo>
                  <a:pt x="6024" y="202"/>
                </a:lnTo>
                <a:lnTo>
                  <a:pt x="6026" y="197"/>
                </a:lnTo>
                <a:lnTo>
                  <a:pt x="6026" y="191"/>
                </a:lnTo>
                <a:lnTo>
                  <a:pt x="6015" y="189"/>
                </a:lnTo>
                <a:lnTo>
                  <a:pt x="6000" y="192"/>
                </a:lnTo>
                <a:lnTo>
                  <a:pt x="5986" y="196"/>
                </a:lnTo>
                <a:lnTo>
                  <a:pt x="5962" y="194"/>
                </a:lnTo>
                <a:lnTo>
                  <a:pt x="5957" y="189"/>
                </a:lnTo>
                <a:lnTo>
                  <a:pt x="5956" y="186"/>
                </a:lnTo>
                <a:lnTo>
                  <a:pt x="5962" y="180"/>
                </a:lnTo>
                <a:lnTo>
                  <a:pt x="5984" y="174"/>
                </a:lnTo>
                <a:lnTo>
                  <a:pt x="6007" y="172"/>
                </a:lnTo>
                <a:lnTo>
                  <a:pt x="6041" y="172"/>
                </a:lnTo>
                <a:lnTo>
                  <a:pt x="6056" y="178"/>
                </a:lnTo>
                <a:lnTo>
                  <a:pt x="6053" y="187"/>
                </a:lnTo>
                <a:lnTo>
                  <a:pt x="6048" y="194"/>
                </a:lnTo>
                <a:close/>
                <a:moveTo>
                  <a:pt x="6196" y="181"/>
                </a:moveTo>
                <a:lnTo>
                  <a:pt x="6182" y="183"/>
                </a:lnTo>
                <a:lnTo>
                  <a:pt x="6145" y="183"/>
                </a:lnTo>
                <a:lnTo>
                  <a:pt x="6129" y="181"/>
                </a:lnTo>
                <a:lnTo>
                  <a:pt x="6122" y="179"/>
                </a:lnTo>
                <a:lnTo>
                  <a:pt x="6118" y="177"/>
                </a:lnTo>
                <a:lnTo>
                  <a:pt x="6132" y="174"/>
                </a:lnTo>
                <a:lnTo>
                  <a:pt x="6157" y="174"/>
                </a:lnTo>
                <a:lnTo>
                  <a:pt x="6183" y="173"/>
                </a:lnTo>
                <a:lnTo>
                  <a:pt x="6201" y="176"/>
                </a:lnTo>
                <a:lnTo>
                  <a:pt x="6201" y="179"/>
                </a:lnTo>
                <a:lnTo>
                  <a:pt x="6196" y="181"/>
                </a:lnTo>
                <a:close/>
                <a:moveTo>
                  <a:pt x="6512" y="186"/>
                </a:moveTo>
                <a:lnTo>
                  <a:pt x="6514" y="192"/>
                </a:lnTo>
                <a:lnTo>
                  <a:pt x="6506" y="202"/>
                </a:lnTo>
                <a:lnTo>
                  <a:pt x="6495" y="203"/>
                </a:lnTo>
                <a:lnTo>
                  <a:pt x="6485" y="202"/>
                </a:lnTo>
                <a:lnTo>
                  <a:pt x="6476" y="192"/>
                </a:lnTo>
                <a:lnTo>
                  <a:pt x="6479" y="186"/>
                </a:lnTo>
                <a:lnTo>
                  <a:pt x="6488" y="172"/>
                </a:lnTo>
                <a:lnTo>
                  <a:pt x="6495" y="169"/>
                </a:lnTo>
                <a:lnTo>
                  <a:pt x="6503" y="172"/>
                </a:lnTo>
                <a:lnTo>
                  <a:pt x="6512" y="186"/>
                </a:lnTo>
                <a:close/>
                <a:moveTo>
                  <a:pt x="6656" y="186"/>
                </a:moveTo>
                <a:lnTo>
                  <a:pt x="6654" y="199"/>
                </a:lnTo>
                <a:lnTo>
                  <a:pt x="6649" y="203"/>
                </a:lnTo>
                <a:lnTo>
                  <a:pt x="6640" y="199"/>
                </a:lnTo>
                <a:lnTo>
                  <a:pt x="6631" y="186"/>
                </a:lnTo>
                <a:lnTo>
                  <a:pt x="6628" y="179"/>
                </a:lnTo>
                <a:lnTo>
                  <a:pt x="6632" y="170"/>
                </a:lnTo>
                <a:lnTo>
                  <a:pt x="6637" y="169"/>
                </a:lnTo>
                <a:lnTo>
                  <a:pt x="6645" y="170"/>
                </a:lnTo>
                <a:lnTo>
                  <a:pt x="6655" y="179"/>
                </a:lnTo>
                <a:lnTo>
                  <a:pt x="6656" y="186"/>
                </a:lnTo>
                <a:close/>
                <a:moveTo>
                  <a:pt x="3226" y="203"/>
                </a:moveTo>
                <a:lnTo>
                  <a:pt x="3215" y="209"/>
                </a:lnTo>
                <a:lnTo>
                  <a:pt x="3188" y="217"/>
                </a:lnTo>
                <a:lnTo>
                  <a:pt x="3176" y="218"/>
                </a:lnTo>
                <a:lnTo>
                  <a:pt x="3165" y="218"/>
                </a:lnTo>
                <a:lnTo>
                  <a:pt x="3170" y="210"/>
                </a:lnTo>
                <a:lnTo>
                  <a:pt x="3185" y="203"/>
                </a:lnTo>
                <a:lnTo>
                  <a:pt x="3216" y="190"/>
                </a:lnTo>
                <a:lnTo>
                  <a:pt x="3239" y="188"/>
                </a:lnTo>
                <a:lnTo>
                  <a:pt x="3236" y="195"/>
                </a:lnTo>
                <a:lnTo>
                  <a:pt x="3226" y="203"/>
                </a:lnTo>
                <a:close/>
                <a:moveTo>
                  <a:pt x="3333" y="197"/>
                </a:moveTo>
                <a:lnTo>
                  <a:pt x="3322" y="200"/>
                </a:lnTo>
                <a:lnTo>
                  <a:pt x="3295" y="200"/>
                </a:lnTo>
                <a:lnTo>
                  <a:pt x="3282" y="197"/>
                </a:lnTo>
                <a:lnTo>
                  <a:pt x="3277" y="196"/>
                </a:lnTo>
                <a:lnTo>
                  <a:pt x="3274" y="192"/>
                </a:lnTo>
                <a:lnTo>
                  <a:pt x="3284" y="189"/>
                </a:lnTo>
                <a:lnTo>
                  <a:pt x="3302" y="189"/>
                </a:lnTo>
                <a:lnTo>
                  <a:pt x="3321" y="189"/>
                </a:lnTo>
                <a:lnTo>
                  <a:pt x="3336" y="192"/>
                </a:lnTo>
                <a:lnTo>
                  <a:pt x="3336" y="196"/>
                </a:lnTo>
                <a:lnTo>
                  <a:pt x="3333" y="197"/>
                </a:lnTo>
                <a:close/>
                <a:moveTo>
                  <a:pt x="4860" y="196"/>
                </a:moveTo>
                <a:lnTo>
                  <a:pt x="4855" y="200"/>
                </a:lnTo>
                <a:lnTo>
                  <a:pt x="4837" y="201"/>
                </a:lnTo>
                <a:lnTo>
                  <a:pt x="4828" y="197"/>
                </a:lnTo>
                <a:lnTo>
                  <a:pt x="4820" y="194"/>
                </a:lnTo>
                <a:lnTo>
                  <a:pt x="4826" y="188"/>
                </a:lnTo>
                <a:lnTo>
                  <a:pt x="4838" y="187"/>
                </a:lnTo>
                <a:lnTo>
                  <a:pt x="4851" y="187"/>
                </a:lnTo>
                <a:lnTo>
                  <a:pt x="4861" y="190"/>
                </a:lnTo>
                <a:lnTo>
                  <a:pt x="4862" y="194"/>
                </a:lnTo>
                <a:lnTo>
                  <a:pt x="4860" y="196"/>
                </a:lnTo>
                <a:close/>
                <a:moveTo>
                  <a:pt x="5445" y="197"/>
                </a:moveTo>
                <a:lnTo>
                  <a:pt x="5435" y="200"/>
                </a:lnTo>
                <a:lnTo>
                  <a:pt x="5411" y="200"/>
                </a:lnTo>
                <a:lnTo>
                  <a:pt x="5402" y="197"/>
                </a:lnTo>
                <a:lnTo>
                  <a:pt x="5398" y="196"/>
                </a:lnTo>
                <a:lnTo>
                  <a:pt x="5397" y="192"/>
                </a:lnTo>
                <a:lnTo>
                  <a:pt x="5406" y="189"/>
                </a:lnTo>
                <a:lnTo>
                  <a:pt x="5423" y="189"/>
                </a:lnTo>
                <a:lnTo>
                  <a:pt x="5439" y="189"/>
                </a:lnTo>
                <a:lnTo>
                  <a:pt x="5449" y="192"/>
                </a:lnTo>
                <a:lnTo>
                  <a:pt x="5448" y="196"/>
                </a:lnTo>
                <a:lnTo>
                  <a:pt x="5445" y="197"/>
                </a:lnTo>
                <a:close/>
                <a:moveTo>
                  <a:pt x="5711" y="225"/>
                </a:moveTo>
                <a:lnTo>
                  <a:pt x="5700" y="234"/>
                </a:lnTo>
                <a:lnTo>
                  <a:pt x="5697" y="230"/>
                </a:lnTo>
                <a:lnTo>
                  <a:pt x="5703" y="215"/>
                </a:lnTo>
                <a:lnTo>
                  <a:pt x="5707" y="204"/>
                </a:lnTo>
                <a:lnTo>
                  <a:pt x="5719" y="192"/>
                </a:lnTo>
                <a:lnTo>
                  <a:pt x="5724" y="194"/>
                </a:lnTo>
                <a:lnTo>
                  <a:pt x="5726" y="200"/>
                </a:lnTo>
                <a:lnTo>
                  <a:pt x="5720" y="216"/>
                </a:lnTo>
                <a:lnTo>
                  <a:pt x="5711" y="225"/>
                </a:lnTo>
                <a:close/>
                <a:moveTo>
                  <a:pt x="3105" y="215"/>
                </a:moveTo>
                <a:lnTo>
                  <a:pt x="3091" y="217"/>
                </a:lnTo>
                <a:lnTo>
                  <a:pt x="3059" y="217"/>
                </a:lnTo>
                <a:lnTo>
                  <a:pt x="3046" y="215"/>
                </a:lnTo>
                <a:lnTo>
                  <a:pt x="3041" y="213"/>
                </a:lnTo>
                <a:lnTo>
                  <a:pt x="3039" y="210"/>
                </a:lnTo>
                <a:lnTo>
                  <a:pt x="3053" y="207"/>
                </a:lnTo>
                <a:lnTo>
                  <a:pt x="3074" y="207"/>
                </a:lnTo>
                <a:lnTo>
                  <a:pt x="3096" y="207"/>
                </a:lnTo>
                <a:lnTo>
                  <a:pt x="3111" y="210"/>
                </a:lnTo>
                <a:lnTo>
                  <a:pt x="3110" y="213"/>
                </a:lnTo>
                <a:lnTo>
                  <a:pt x="3105" y="215"/>
                </a:lnTo>
                <a:close/>
                <a:moveTo>
                  <a:pt x="2795" y="237"/>
                </a:moveTo>
                <a:lnTo>
                  <a:pt x="2790" y="243"/>
                </a:lnTo>
                <a:lnTo>
                  <a:pt x="2773" y="252"/>
                </a:lnTo>
                <a:lnTo>
                  <a:pt x="2765" y="253"/>
                </a:lnTo>
                <a:lnTo>
                  <a:pt x="2758" y="252"/>
                </a:lnTo>
                <a:lnTo>
                  <a:pt x="2761" y="244"/>
                </a:lnTo>
                <a:lnTo>
                  <a:pt x="2770" y="237"/>
                </a:lnTo>
                <a:lnTo>
                  <a:pt x="2791" y="224"/>
                </a:lnTo>
                <a:lnTo>
                  <a:pt x="2803" y="222"/>
                </a:lnTo>
                <a:lnTo>
                  <a:pt x="2800" y="230"/>
                </a:lnTo>
                <a:lnTo>
                  <a:pt x="2795" y="237"/>
                </a:lnTo>
                <a:close/>
                <a:moveTo>
                  <a:pt x="2952" y="230"/>
                </a:moveTo>
                <a:lnTo>
                  <a:pt x="2946" y="233"/>
                </a:lnTo>
                <a:lnTo>
                  <a:pt x="2928" y="235"/>
                </a:lnTo>
                <a:lnTo>
                  <a:pt x="2919" y="232"/>
                </a:lnTo>
                <a:lnTo>
                  <a:pt x="2911" y="228"/>
                </a:lnTo>
                <a:lnTo>
                  <a:pt x="2917" y="222"/>
                </a:lnTo>
                <a:lnTo>
                  <a:pt x="2929" y="222"/>
                </a:lnTo>
                <a:lnTo>
                  <a:pt x="2942" y="221"/>
                </a:lnTo>
                <a:lnTo>
                  <a:pt x="2953" y="225"/>
                </a:lnTo>
                <a:lnTo>
                  <a:pt x="2954" y="228"/>
                </a:lnTo>
                <a:lnTo>
                  <a:pt x="2952" y="230"/>
                </a:lnTo>
                <a:close/>
                <a:moveTo>
                  <a:pt x="5034" y="247"/>
                </a:moveTo>
                <a:lnTo>
                  <a:pt x="5032" y="249"/>
                </a:lnTo>
                <a:lnTo>
                  <a:pt x="5018" y="253"/>
                </a:lnTo>
                <a:lnTo>
                  <a:pt x="5009" y="253"/>
                </a:lnTo>
                <a:lnTo>
                  <a:pt x="4999" y="252"/>
                </a:lnTo>
                <a:lnTo>
                  <a:pt x="4985" y="244"/>
                </a:lnTo>
                <a:lnTo>
                  <a:pt x="4984" y="237"/>
                </a:lnTo>
                <a:lnTo>
                  <a:pt x="4985" y="231"/>
                </a:lnTo>
                <a:lnTo>
                  <a:pt x="4999" y="227"/>
                </a:lnTo>
                <a:lnTo>
                  <a:pt x="5009" y="230"/>
                </a:lnTo>
                <a:lnTo>
                  <a:pt x="5028" y="240"/>
                </a:lnTo>
                <a:lnTo>
                  <a:pt x="5034" y="247"/>
                </a:lnTo>
                <a:close/>
                <a:moveTo>
                  <a:pt x="6487" y="237"/>
                </a:moveTo>
                <a:lnTo>
                  <a:pt x="6486" y="243"/>
                </a:lnTo>
                <a:lnTo>
                  <a:pt x="6476" y="252"/>
                </a:lnTo>
                <a:lnTo>
                  <a:pt x="6469" y="253"/>
                </a:lnTo>
                <a:lnTo>
                  <a:pt x="6462" y="252"/>
                </a:lnTo>
                <a:lnTo>
                  <a:pt x="6458" y="243"/>
                </a:lnTo>
                <a:lnTo>
                  <a:pt x="6461" y="237"/>
                </a:lnTo>
                <a:lnTo>
                  <a:pt x="6465" y="230"/>
                </a:lnTo>
                <a:lnTo>
                  <a:pt x="6476" y="221"/>
                </a:lnTo>
                <a:lnTo>
                  <a:pt x="6480" y="220"/>
                </a:lnTo>
                <a:lnTo>
                  <a:pt x="6483" y="221"/>
                </a:lnTo>
                <a:lnTo>
                  <a:pt x="6487" y="230"/>
                </a:lnTo>
                <a:lnTo>
                  <a:pt x="6487" y="237"/>
                </a:lnTo>
                <a:close/>
                <a:moveTo>
                  <a:pt x="6684" y="230"/>
                </a:moveTo>
                <a:lnTo>
                  <a:pt x="6679" y="233"/>
                </a:lnTo>
                <a:lnTo>
                  <a:pt x="6661" y="235"/>
                </a:lnTo>
                <a:lnTo>
                  <a:pt x="6652" y="232"/>
                </a:lnTo>
                <a:lnTo>
                  <a:pt x="6645" y="228"/>
                </a:lnTo>
                <a:lnTo>
                  <a:pt x="6650" y="222"/>
                </a:lnTo>
                <a:lnTo>
                  <a:pt x="6662" y="222"/>
                </a:lnTo>
                <a:lnTo>
                  <a:pt x="6675" y="221"/>
                </a:lnTo>
                <a:lnTo>
                  <a:pt x="6685" y="225"/>
                </a:lnTo>
                <a:lnTo>
                  <a:pt x="6686" y="228"/>
                </a:lnTo>
                <a:lnTo>
                  <a:pt x="6684" y="230"/>
                </a:lnTo>
                <a:close/>
                <a:moveTo>
                  <a:pt x="6850" y="237"/>
                </a:moveTo>
                <a:lnTo>
                  <a:pt x="6845" y="243"/>
                </a:lnTo>
                <a:lnTo>
                  <a:pt x="6827" y="252"/>
                </a:lnTo>
                <a:lnTo>
                  <a:pt x="6819" y="253"/>
                </a:lnTo>
                <a:lnTo>
                  <a:pt x="6812" y="252"/>
                </a:lnTo>
                <a:lnTo>
                  <a:pt x="6815" y="244"/>
                </a:lnTo>
                <a:lnTo>
                  <a:pt x="6824" y="237"/>
                </a:lnTo>
                <a:lnTo>
                  <a:pt x="6846" y="224"/>
                </a:lnTo>
                <a:lnTo>
                  <a:pt x="6857" y="222"/>
                </a:lnTo>
                <a:lnTo>
                  <a:pt x="6855" y="230"/>
                </a:lnTo>
                <a:lnTo>
                  <a:pt x="6850" y="237"/>
                </a:lnTo>
                <a:close/>
                <a:moveTo>
                  <a:pt x="6938" y="230"/>
                </a:moveTo>
                <a:lnTo>
                  <a:pt x="6933" y="233"/>
                </a:lnTo>
                <a:lnTo>
                  <a:pt x="6914" y="235"/>
                </a:lnTo>
                <a:lnTo>
                  <a:pt x="6905" y="232"/>
                </a:lnTo>
                <a:lnTo>
                  <a:pt x="6898" y="228"/>
                </a:lnTo>
                <a:lnTo>
                  <a:pt x="6903" y="222"/>
                </a:lnTo>
                <a:lnTo>
                  <a:pt x="6916" y="222"/>
                </a:lnTo>
                <a:lnTo>
                  <a:pt x="6929" y="221"/>
                </a:lnTo>
                <a:lnTo>
                  <a:pt x="6939" y="225"/>
                </a:lnTo>
                <a:lnTo>
                  <a:pt x="6940" y="228"/>
                </a:lnTo>
                <a:lnTo>
                  <a:pt x="6938" y="230"/>
                </a:lnTo>
                <a:close/>
                <a:moveTo>
                  <a:pt x="7006" y="230"/>
                </a:moveTo>
                <a:lnTo>
                  <a:pt x="7001" y="233"/>
                </a:lnTo>
                <a:lnTo>
                  <a:pt x="6982" y="235"/>
                </a:lnTo>
                <a:lnTo>
                  <a:pt x="6973" y="232"/>
                </a:lnTo>
                <a:lnTo>
                  <a:pt x="6965" y="228"/>
                </a:lnTo>
                <a:lnTo>
                  <a:pt x="6971" y="222"/>
                </a:lnTo>
                <a:lnTo>
                  <a:pt x="6983" y="222"/>
                </a:lnTo>
                <a:lnTo>
                  <a:pt x="6997" y="221"/>
                </a:lnTo>
                <a:lnTo>
                  <a:pt x="7007" y="225"/>
                </a:lnTo>
                <a:lnTo>
                  <a:pt x="7008" y="228"/>
                </a:lnTo>
                <a:lnTo>
                  <a:pt x="7006" y="230"/>
                </a:lnTo>
                <a:close/>
                <a:moveTo>
                  <a:pt x="7141" y="230"/>
                </a:moveTo>
                <a:lnTo>
                  <a:pt x="7135" y="233"/>
                </a:lnTo>
                <a:lnTo>
                  <a:pt x="7117" y="235"/>
                </a:lnTo>
                <a:lnTo>
                  <a:pt x="7108" y="232"/>
                </a:lnTo>
                <a:lnTo>
                  <a:pt x="7101" y="228"/>
                </a:lnTo>
                <a:lnTo>
                  <a:pt x="7106" y="222"/>
                </a:lnTo>
                <a:lnTo>
                  <a:pt x="7118" y="222"/>
                </a:lnTo>
                <a:lnTo>
                  <a:pt x="7131" y="221"/>
                </a:lnTo>
                <a:lnTo>
                  <a:pt x="7142" y="225"/>
                </a:lnTo>
                <a:lnTo>
                  <a:pt x="7143" y="228"/>
                </a:lnTo>
                <a:lnTo>
                  <a:pt x="7141" y="230"/>
                </a:lnTo>
                <a:close/>
                <a:moveTo>
                  <a:pt x="7252" y="232"/>
                </a:moveTo>
                <a:lnTo>
                  <a:pt x="7242" y="234"/>
                </a:lnTo>
                <a:lnTo>
                  <a:pt x="7219" y="234"/>
                </a:lnTo>
                <a:lnTo>
                  <a:pt x="7209" y="232"/>
                </a:lnTo>
                <a:lnTo>
                  <a:pt x="7206" y="230"/>
                </a:lnTo>
                <a:lnTo>
                  <a:pt x="7204" y="227"/>
                </a:lnTo>
                <a:lnTo>
                  <a:pt x="7215" y="224"/>
                </a:lnTo>
                <a:lnTo>
                  <a:pt x="7230" y="223"/>
                </a:lnTo>
                <a:lnTo>
                  <a:pt x="7246" y="224"/>
                </a:lnTo>
                <a:lnTo>
                  <a:pt x="7256" y="227"/>
                </a:lnTo>
                <a:lnTo>
                  <a:pt x="7255" y="230"/>
                </a:lnTo>
                <a:lnTo>
                  <a:pt x="7252" y="232"/>
                </a:lnTo>
                <a:close/>
                <a:moveTo>
                  <a:pt x="7387" y="232"/>
                </a:moveTo>
                <a:lnTo>
                  <a:pt x="7378" y="234"/>
                </a:lnTo>
                <a:lnTo>
                  <a:pt x="7353" y="234"/>
                </a:lnTo>
                <a:lnTo>
                  <a:pt x="7345" y="232"/>
                </a:lnTo>
                <a:lnTo>
                  <a:pt x="7341" y="230"/>
                </a:lnTo>
                <a:lnTo>
                  <a:pt x="7339" y="227"/>
                </a:lnTo>
                <a:lnTo>
                  <a:pt x="7349" y="224"/>
                </a:lnTo>
                <a:lnTo>
                  <a:pt x="7366" y="223"/>
                </a:lnTo>
                <a:lnTo>
                  <a:pt x="7381" y="224"/>
                </a:lnTo>
                <a:lnTo>
                  <a:pt x="7391" y="227"/>
                </a:lnTo>
                <a:lnTo>
                  <a:pt x="7391" y="230"/>
                </a:lnTo>
                <a:lnTo>
                  <a:pt x="7387" y="232"/>
                </a:lnTo>
                <a:close/>
                <a:moveTo>
                  <a:pt x="7462" y="230"/>
                </a:moveTo>
                <a:lnTo>
                  <a:pt x="7457" y="233"/>
                </a:lnTo>
                <a:lnTo>
                  <a:pt x="7438" y="235"/>
                </a:lnTo>
                <a:lnTo>
                  <a:pt x="7429" y="232"/>
                </a:lnTo>
                <a:lnTo>
                  <a:pt x="7421" y="228"/>
                </a:lnTo>
                <a:lnTo>
                  <a:pt x="7427" y="222"/>
                </a:lnTo>
                <a:lnTo>
                  <a:pt x="7440" y="222"/>
                </a:lnTo>
                <a:lnTo>
                  <a:pt x="7453" y="221"/>
                </a:lnTo>
                <a:lnTo>
                  <a:pt x="7463" y="225"/>
                </a:lnTo>
                <a:lnTo>
                  <a:pt x="7464" y="228"/>
                </a:lnTo>
                <a:lnTo>
                  <a:pt x="7462" y="230"/>
                </a:lnTo>
                <a:close/>
                <a:moveTo>
                  <a:pt x="7700" y="232"/>
                </a:moveTo>
                <a:lnTo>
                  <a:pt x="7685" y="234"/>
                </a:lnTo>
                <a:lnTo>
                  <a:pt x="7648" y="234"/>
                </a:lnTo>
                <a:lnTo>
                  <a:pt x="7632" y="232"/>
                </a:lnTo>
                <a:lnTo>
                  <a:pt x="7625" y="230"/>
                </a:lnTo>
                <a:lnTo>
                  <a:pt x="7621" y="228"/>
                </a:lnTo>
                <a:lnTo>
                  <a:pt x="7636" y="225"/>
                </a:lnTo>
                <a:lnTo>
                  <a:pt x="7660" y="225"/>
                </a:lnTo>
                <a:lnTo>
                  <a:pt x="7686" y="224"/>
                </a:lnTo>
                <a:lnTo>
                  <a:pt x="7704" y="227"/>
                </a:lnTo>
                <a:lnTo>
                  <a:pt x="7704" y="230"/>
                </a:lnTo>
                <a:lnTo>
                  <a:pt x="7700" y="232"/>
                </a:lnTo>
                <a:close/>
                <a:moveTo>
                  <a:pt x="7850" y="230"/>
                </a:moveTo>
                <a:lnTo>
                  <a:pt x="7845" y="233"/>
                </a:lnTo>
                <a:lnTo>
                  <a:pt x="7827" y="235"/>
                </a:lnTo>
                <a:lnTo>
                  <a:pt x="7818" y="232"/>
                </a:lnTo>
                <a:lnTo>
                  <a:pt x="7810" y="228"/>
                </a:lnTo>
                <a:lnTo>
                  <a:pt x="7816" y="222"/>
                </a:lnTo>
                <a:lnTo>
                  <a:pt x="7828" y="222"/>
                </a:lnTo>
                <a:lnTo>
                  <a:pt x="7841" y="221"/>
                </a:lnTo>
                <a:lnTo>
                  <a:pt x="7851" y="225"/>
                </a:lnTo>
                <a:lnTo>
                  <a:pt x="7852" y="228"/>
                </a:lnTo>
                <a:lnTo>
                  <a:pt x="7850" y="230"/>
                </a:lnTo>
                <a:close/>
                <a:moveTo>
                  <a:pt x="8012" y="232"/>
                </a:moveTo>
                <a:lnTo>
                  <a:pt x="8002" y="234"/>
                </a:lnTo>
                <a:lnTo>
                  <a:pt x="7974" y="234"/>
                </a:lnTo>
                <a:lnTo>
                  <a:pt x="7961" y="232"/>
                </a:lnTo>
                <a:lnTo>
                  <a:pt x="7956" y="230"/>
                </a:lnTo>
                <a:lnTo>
                  <a:pt x="7953" y="227"/>
                </a:lnTo>
                <a:lnTo>
                  <a:pt x="7964" y="224"/>
                </a:lnTo>
                <a:lnTo>
                  <a:pt x="7982" y="223"/>
                </a:lnTo>
                <a:lnTo>
                  <a:pt x="8001" y="224"/>
                </a:lnTo>
                <a:lnTo>
                  <a:pt x="8015" y="227"/>
                </a:lnTo>
                <a:lnTo>
                  <a:pt x="8015" y="230"/>
                </a:lnTo>
                <a:lnTo>
                  <a:pt x="8012" y="232"/>
                </a:lnTo>
                <a:close/>
                <a:moveTo>
                  <a:pt x="6099" y="253"/>
                </a:moveTo>
                <a:lnTo>
                  <a:pt x="6098" y="260"/>
                </a:lnTo>
                <a:lnTo>
                  <a:pt x="6087" y="269"/>
                </a:lnTo>
                <a:lnTo>
                  <a:pt x="6079" y="270"/>
                </a:lnTo>
                <a:lnTo>
                  <a:pt x="6074" y="269"/>
                </a:lnTo>
                <a:lnTo>
                  <a:pt x="6070" y="260"/>
                </a:lnTo>
                <a:lnTo>
                  <a:pt x="6073" y="253"/>
                </a:lnTo>
                <a:lnTo>
                  <a:pt x="6077" y="246"/>
                </a:lnTo>
                <a:lnTo>
                  <a:pt x="6087" y="237"/>
                </a:lnTo>
                <a:lnTo>
                  <a:pt x="6091" y="237"/>
                </a:lnTo>
                <a:lnTo>
                  <a:pt x="6094" y="237"/>
                </a:lnTo>
                <a:lnTo>
                  <a:pt x="6098" y="246"/>
                </a:lnTo>
                <a:lnTo>
                  <a:pt x="6099" y="253"/>
                </a:lnTo>
                <a:close/>
                <a:moveTo>
                  <a:pt x="5174" y="283"/>
                </a:moveTo>
                <a:lnTo>
                  <a:pt x="5164" y="285"/>
                </a:lnTo>
                <a:lnTo>
                  <a:pt x="5141" y="285"/>
                </a:lnTo>
                <a:lnTo>
                  <a:pt x="5132" y="283"/>
                </a:lnTo>
                <a:lnTo>
                  <a:pt x="5129" y="281"/>
                </a:lnTo>
                <a:lnTo>
                  <a:pt x="5127" y="277"/>
                </a:lnTo>
                <a:lnTo>
                  <a:pt x="5137" y="274"/>
                </a:lnTo>
                <a:lnTo>
                  <a:pt x="5152" y="273"/>
                </a:lnTo>
                <a:lnTo>
                  <a:pt x="5168" y="274"/>
                </a:lnTo>
                <a:lnTo>
                  <a:pt x="5178" y="277"/>
                </a:lnTo>
                <a:lnTo>
                  <a:pt x="5177" y="281"/>
                </a:lnTo>
                <a:lnTo>
                  <a:pt x="5174" y="283"/>
                </a:lnTo>
                <a:close/>
                <a:moveTo>
                  <a:pt x="5470" y="283"/>
                </a:moveTo>
                <a:lnTo>
                  <a:pt x="5456" y="285"/>
                </a:lnTo>
                <a:lnTo>
                  <a:pt x="5424" y="285"/>
                </a:lnTo>
                <a:lnTo>
                  <a:pt x="5410" y="283"/>
                </a:lnTo>
                <a:lnTo>
                  <a:pt x="5405" y="281"/>
                </a:lnTo>
                <a:lnTo>
                  <a:pt x="5403" y="277"/>
                </a:lnTo>
                <a:lnTo>
                  <a:pt x="5417" y="274"/>
                </a:lnTo>
                <a:lnTo>
                  <a:pt x="5440" y="273"/>
                </a:lnTo>
                <a:lnTo>
                  <a:pt x="5461" y="274"/>
                </a:lnTo>
                <a:lnTo>
                  <a:pt x="5475" y="277"/>
                </a:lnTo>
                <a:lnTo>
                  <a:pt x="5474" y="281"/>
                </a:lnTo>
                <a:lnTo>
                  <a:pt x="5470" y="283"/>
                </a:lnTo>
                <a:close/>
                <a:moveTo>
                  <a:pt x="1650" y="298"/>
                </a:moveTo>
                <a:lnTo>
                  <a:pt x="1645" y="301"/>
                </a:lnTo>
                <a:lnTo>
                  <a:pt x="1628" y="302"/>
                </a:lnTo>
                <a:lnTo>
                  <a:pt x="1619" y="299"/>
                </a:lnTo>
                <a:lnTo>
                  <a:pt x="1611" y="296"/>
                </a:lnTo>
                <a:lnTo>
                  <a:pt x="1617" y="290"/>
                </a:lnTo>
                <a:lnTo>
                  <a:pt x="1629" y="289"/>
                </a:lnTo>
                <a:lnTo>
                  <a:pt x="1641" y="289"/>
                </a:lnTo>
                <a:lnTo>
                  <a:pt x="1651" y="292"/>
                </a:lnTo>
                <a:lnTo>
                  <a:pt x="1652" y="296"/>
                </a:lnTo>
                <a:lnTo>
                  <a:pt x="1650" y="298"/>
                </a:lnTo>
                <a:close/>
                <a:moveTo>
                  <a:pt x="2286" y="299"/>
                </a:moveTo>
                <a:lnTo>
                  <a:pt x="2275" y="301"/>
                </a:lnTo>
                <a:lnTo>
                  <a:pt x="2247" y="301"/>
                </a:lnTo>
                <a:lnTo>
                  <a:pt x="2235" y="299"/>
                </a:lnTo>
                <a:lnTo>
                  <a:pt x="2230" y="298"/>
                </a:lnTo>
                <a:lnTo>
                  <a:pt x="2227" y="294"/>
                </a:lnTo>
                <a:lnTo>
                  <a:pt x="2237" y="291"/>
                </a:lnTo>
                <a:lnTo>
                  <a:pt x="2255" y="291"/>
                </a:lnTo>
                <a:lnTo>
                  <a:pt x="2274" y="291"/>
                </a:lnTo>
                <a:lnTo>
                  <a:pt x="2289" y="294"/>
                </a:lnTo>
                <a:lnTo>
                  <a:pt x="2289" y="298"/>
                </a:lnTo>
                <a:lnTo>
                  <a:pt x="2286" y="299"/>
                </a:lnTo>
                <a:close/>
                <a:moveTo>
                  <a:pt x="7348" y="313"/>
                </a:moveTo>
                <a:lnTo>
                  <a:pt x="7355" y="323"/>
                </a:lnTo>
                <a:lnTo>
                  <a:pt x="7358" y="334"/>
                </a:lnTo>
                <a:lnTo>
                  <a:pt x="7355" y="337"/>
                </a:lnTo>
                <a:lnTo>
                  <a:pt x="7351" y="338"/>
                </a:lnTo>
                <a:lnTo>
                  <a:pt x="7345" y="336"/>
                </a:lnTo>
                <a:lnTo>
                  <a:pt x="7330" y="322"/>
                </a:lnTo>
                <a:lnTo>
                  <a:pt x="7325" y="313"/>
                </a:lnTo>
                <a:lnTo>
                  <a:pt x="7321" y="303"/>
                </a:lnTo>
                <a:lnTo>
                  <a:pt x="7319" y="289"/>
                </a:lnTo>
                <a:lnTo>
                  <a:pt x="7321" y="288"/>
                </a:lnTo>
                <a:lnTo>
                  <a:pt x="7330" y="293"/>
                </a:lnTo>
                <a:lnTo>
                  <a:pt x="7348" y="313"/>
                </a:lnTo>
                <a:close/>
                <a:moveTo>
                  <a:pt x="7634" y="323"/>
                </a:moveTo>
                <a:lnTo>
                  <a:pt x="7621" y="330"/>
                </a:lnTo>
                <a:lnTo>
                  <a:pt x="7602" y="337"/>
                </a:lnTo>
                <a:lnTo>
                  <a:pt x="7594" y="335"/>
                </a:lnTo>
                <a:lnTo>
                  <a:pt x="7598" y="324"/>
                </a:lnTo>
                <a:lnTo>
                  <a:pt x="7605" y="314"/>
                </a:lnTo>
                <a:lnTo>
                  <a:pt x="7615" y="305"/>
                </a:lnTo>
                <a:lnTo>
                  <a:pt x="7635" y="297"/>
                </a:lnTo>
                <a:lnTo>
                  <a:pt x="7642" y="299"/>
                </a:lnTo>
                <a:lnTo>
                  <a:pt x="7646" y="304"/>
                </a:lnTo>
                <a:lnTo>
                  <a:pt x="7641" y="316"/>
                </a:lnTo>
                <a:lnTo>
                  <a:pt x="7634" y="323"/>
                </a:lnTo>
                <a:close/>
                <a:moveTo>
                  <a:pt x="6960" y="331"/>
                </a:moveTo>
                <a:lnTo>
                  <a:pt x="6958" y="333"/>
                </a:lnTo>
                <a:lnTo>
                  <a:pt x="6944" y="337"/>
                </a:lnTo>
                <a:lnTo>
                  <a:pt x="6935" y="338"/>
                </a:lnTo>
                <a:lnTo>
                  <a:pt x="6925" y="337"/>
                </a:lnTo>
                <a:lnTo>
                  <a:pt x="6910" y="328"/>
                </a:lnTo>
                <a:lnTo>
                  <a:pt x="6909" y="321"/>
                </a:lnTo>
                <a:lnTo>
                  <a:pt x="6910" y="315"/>
                </a:lnTo>
                <a:lnTo>
                  <a:pt x="6925" y="312"/>
                </a:lnTo>
                <a:lnTo>
                  <a:pt x="6935" y="314"/>
                </a:lnTo>
                <a:lnTo>
                  <a:pt x="6954" y="324"/>
                </a:lnTo>
                <a:lnTo>
                  <a:pt x="6960" y="331"/>
                </a:lnTo>
                <a:close/>
                <a:moveTo>
                  <a:pt x="7526" y="321"/>
                </a:moveTo>
                <a:lnTo>
                  <a:pt x="7529" y="327"/>
                </a:lnTo>
                <a:lnTo>
                  <a:pt x="7525" y="337"/>
                </a:lnTo>
                <a:lnTo>
                  <a:pt x="7519" y="338"/>
                </a:lnTo>
                <a:lnTo>
                  <a:pt x="7511" y="337"/>
                </a:lnTo>
                <a:lnTo>
                  <a:pt x="7501" y="327"/>
                </a:lnTo>
                <a:lnTo>
                  <a:pt x="7500" y="321"/>
                </a:lnTo>
                <a:lnTo>
                  <a:pt x="7500" y="314"/>
                </a:lnTo>
                <a:lnTo>
                  <a:pt x="7504" y="305"/>
                </a:lnTo>
                <a:lnTo>
                  <a:pt x="7507" y="304"/>
                </a:lnTo>
                <a:lnTo>
                  <a:pt x="7511" y="305"/>
                </a:lnTo>
                <a:lnTo>
                  <a:pt x="7522" y="314"/>
                </a:lnTo>
                <a:lnTo>
                  <a:pt x="7526" y="321"/>
                </a:lnTo>
                <a:close/>
                <a:moveTo>
                  <a:pt x="1470" y="334"/>
                </a:moveTo>
                <a:lnTo>
                  <a:pt x="1469" y="340"/>
                </a:lnTo>
                <a:lnTo>
                  <a:pt x="1454" y="348"/>
                </a:lnTo>
                <a:lnTo>
                  <a:pt x="1444" y="349"/>
                </a:lnTo>
                <a:lnTo>
                  <a:pt x="1434" y="348"/>
                </a:lnTo>
                <a:lnTo>
                  <a:pt x="1420" y="340"/>
                </a:lnTo>
                <a:lnTo>
                  <a:pt x="1419" y="334"/>
                </a:lnTo>
                <a:lnTo>
                  <a:pt x="1420" y="329"/>
                </a:lnTo>
                <a:lnTo>
                  <a:pt x="1434" y="322"/>
                </a:lnTo>
                <a:lnTo>
                  <a:pt x="1444" y="321"/>
                </a:lnTo>
                <a:lnTo>
                  <a:pt x="1454" y="322"/>
                </a:lnTo>
                <a:lnTo>
                  <a:pt x="1469" y="329"/>
                </a:lnTo>
                <a:lnTo>
                  <a:pt x="1470" y="334"/>
                </a:lnTo>
                <a:close/>
                <a:moveTo>
                  <a:pt x="1900" y="339"/>
                </a:moveTo>
                <a:lnTo>
                  <a:pt x="1871" y="344"/>
                </a:lnTo>
                <a:lnTo>
                  <a:pt x="1806" y="351"/>
                </a:lnTo>
                <a:lnTo>
                  <a:pt x="1782" y="351"/>
                </a:lnTo>
                <a:lnTo>
                  <a:pt x="1751" y="350"/>
                </a:lnTo>
                <a:lnTo>
                  <a:pt x="1755" y="345"/>
                </a:lnTo>
                <a:lnTo>
                  <a:pt x="1791" y="338"/>
                </a:lnTo>
                <a:lnTo>
                  <a:pt x="1850" y="328"/>
                </a:lnTo>
                <a:lnTo>
                  <a:pt x="1909" y="324"/>
                </a:lnTo>
                <a:lnTo>
                  <a:pt x="1968" y="324"/>
                </a:lnTo>
                <a:lnTo>
                  <a:pt x="1900" y="339"/>
                </a:lnTo>
                <a:close/>
                <a:moveTo>
                  <a:pt x="7883" y="331"/>
                </a:moveTo>
                <a:lnTo>
                  <a:pt x="7878" y="334"/>
                </a:lnTo>
                <a:lnTo>
                  <a:pt x="7861" y="336"/>
                </a:lnTo>
                <a:lnTo>
                  <a:pt x="7852" y="333"/>
                </a:lnTo>
                <a:lnTo>
                  <a:pt x="7844" y="329"/>
                </a:lnTo>
                <a:lnTo>
                  <a:pt x="7850" y="323"/>
                </a:lnTo>
                <a:lnTo>
                  <a:pt x="7862" y="323"/>
                </a:lnTo>
                <a:lnTo>
                  <a:pt x="7874" y="322"/>
                </a:lnTo>
                <a:lnTo>
                  <a:pt x="7884" y="326"/>
                </a:lnTo>
                <a:lnTo>
                  <a:pt x="7885" y="329"/>
                </a:lnTo>
                <a:lnTo>
                  <a:pt x="7883" y="331"/>
                </a:lnTo>
                <a:close/>
                <a:moveTo>
                  <a:pt x="6651" y="365"/>
                </a:moveTo>
                <a:lnTo>
                  <a:pt x="6646" y="369"/>
                </a:lnTo>
                <a:lnTo>
                  <a:pt x="6628" y="370"/>
                </a:lnTo>
                <a:lnTo>
                  <a:pt x="6619" y="367"/>
                </a:lnTo>
                <a:lnTo>
                  <a:pt x="6610" y="363"/>
                </a:lnTo>
                <a:lnTo>
                  <a:pt x="6617" y="357"/>
                </a:lnTo>
                <a:lnTo>
                  <a:pt x="6629" y="356"/>
                </a:lnTo>
                <a:lnTo>
                  <a:pt x="6642" y="356"/>
                </a:lnTo>
                <a:lnTo>
                  <a:pt x="6652" y="359"/>
                </a:lnTo>
                <a:lnTo>
                  <a:pt x="6653" y="363"/>
                </a:lnTo>
                <a:lnTo>
                  <a:pt x="6651" y="365"/>
                </a:lnTo>
                <a:close/>
                <a:moveTo>
                  <a:pt x="6803" y="365"/>
                </a:moveTo>
                <a:lnTo>
                  <a:pt x="6798" y="369"/>
                </a:lnTo>
                <a:lnTo>
                  <a:pt x="6780" y="370"/>
                </a:lnTo>
                <a:lnTo>
                  <a:pt x="6771" y="367"/>
                </a:lnTo>
                <a:lnTo>
                  <a:pt x="6762" y="363"/>
                </a:lnTo>
                <a:lnTo>
                  <a:pt x="6769" y="357"/>
                </a:lnTo>
                <a:lnTo>
                  <a:pt x="6781" y="356"/>
                </a:lnTo>
                <a:lnTo>
                  <a:pt x="6794" y="356"/>
                </a:lnTo>
                <a:lnTo>
                  <a:pt x="6804" y="359"/>
                </a:lnTo>
                <a:lnTo>
                  <a:pt x="6805" y="363"/>
                </a:lnTo>
                <a:lnTo>
                  <a:pt x="6803" y="365"/>
                </a:lnTo>
                <a:close/>
                <a:moveTo>
                  <a:pt x="7019" y="372"/>
                </a:moveTo>
                <a:lnTo>
                  <a:pt x="7014" y="378"/>
                </a:lnTo>
                <a:lnTo>
                  <a:pt x="6997" y="388"/>
                </a:lnTo>
                <a:lnTo>
                  <a:pt x="6988" y="389"/>
                </a:lnTo>
                <a:lnTo>
                  <a:pt x="6981" y="388"/>
                </a:lnTo>
                <a:lnTo>
                  <a:pt x="6983" y="379"/>
                </a:lnTo>
                <a:lnTo>
                  <a:pt x="6994" y="372"/>
                </a:lnTo>
                <a:lnTo>
                  <a:pt x="7015" y="358"/>
                </a:lnTo>
                <a:lnTo>
                  <a:pt x="7026" y="357"/>
                </a:lnTo>
                <a:lnTo>
                  <a:pt x="7023" y="365"/>
                </a:lnTo>
                <a:lnTo>
                  <a:pt x="7019" y="372"/>
                </a:lnTo>
                <a:close/>
                <a:moveTo>
                  <a:pt x="7607" y="367"/>
                </a:moveTo>
                <a:lnTo>
                  <a:pt x="7597" y="369"/>
                </a:lnTo>
                <a:lnTo>
                  <a:pt x="7573" y="369"/>
                </a:lnTo>
                <a:lnTo>
                  <a:pt x="7564" y="367"/>
                </a:lnTo>
                <a:lnTo>
                  <a:pt x="7561" y="365"/>
                </a:lnTo>
                <a:lnTo>
                  <a:pt x="7559" y="362"/>
                </a:lnTo>
                <a:lnTo>
                  <a:pt x="7569" y="358"/>
                </a:lnTo>
                <a:lnTo>
                  <a:pt x="7584" y="358"/>
                </a:lnTo>
                <a:lnTo>
                  <a:pt x="7601" y="358"/>
                </a:lnTo>
                <a:lnTo>
                  <a:pt x="7611" y="362"/>
                </a:lnTo>
                <a:lnTo>
                  <a:pt x="7610" y="365"/>
                </a:lnTo>
                <a:lnTo>
                  <a:pt x="7607" y="367"/>
                </a:lnTo>
                <a:close/>
                <a:moveTo>
                  <a:pt x="3185" y="389"/>
                </a:moveTo>
                <a:lnTo>
                  <a:pt x="3180" y="395"/>
                </a:lnTo>
                <a:lnTo>
                  <a:pt x="3164" y="404"/>
                </a:lnTo>
                <a:lnTo>
                  <a:pt x="3157" y="405"/>
                </a:lnTo>
                <a:lnTo>
                  <a:pt x="3151" y="404"/>
                </a:lnTo>
                <a:lnTo>
                  <a:pt x="3147" y="395"/>
                </a:lnTo>
                <a:lnTo>
                  <a:pt x="3150" y="389"/>
                </a:lnTo>
                <a:lnTo>
                  <a:pt x="3155" y="382"/>
                </a:lnTo>
                <a:lnTo>
                  <a:pt x="3170" y="373"/>
                </a:lnTo>
                <a:lnTo>
                  <a:pt x="3178" y="372"/>
                </a:lnTo>
                <a:lnTo>
                  <a:pt x="3184" y="373"/>
                </a:lnTo>
                <a:lnTo>
                  <a:pt x="3188" y="382"/>
                </a:lnTo>
                <a:lnTo>
                  <a:pt x="3185" y="389"/>
                </a:lnTo>
                <a:close/>
                <a:moveTo>
                  <a:pt x="5468" y="382"/>
                </a:moveTo>
                <a:lnTo>
                  <a:pt x="5463" y="385"/>
                </a:lnTo>
                <a:lnTo>
                  <a:pt x="5445" y="387"/>
                </a:lnTo>
                <a:lnTo>
                  <a:pt x="5436" y="384"/>
                </a:lnTo>
                <a:lnTo>
                  <a:pt x="5429" y="380"/>
                </a:lnTo>
                <a:lnTo>
                  <a:pt x="5434" y="374"/>
                </a:lnTo>
                <a:lnTo>
                  <a:pt x="5446" y="374"/>
                </a:lnTo>
                <a:lnTo>
                  <a:pt x="5459" y="373"/>
                </a:lnTo>
                <a:lnTo>
                  <a:pt x="5469" y="377"/>
                </a:lnTo>
                <a:lnTo>
                  <a:pt x="5470" y="380"/>
                </a:lnTo>
                <a:lnTo>
                  <a:pt x="5468" y="382"/>
                </a:lnTo>
                <a:close/>
                <a:moveTo>
                  <a:pt x="5714" y="384"/>
                </a:moveTo>
                <a:lnTo>
                  <a:pt x="5705" y="386"/>
                </a:lnTo>
                <a:lnTo>
                  <a:pt x="5681" y="386"/>
                </a:lnTo>
                <a:lnTo>
                  <a:pt x="5673" y="384"/>
                </a:lnTo>
                <a:lnTo>
                  <a:pt x="5669" y="382"/>
                </a:lnTo>
                <a:lnTo>
                  <a:pt x="5667" y="379"/>
                </a:lnTo>
                <a:lnTo>
                  <a:pt x="5677" y="376"/>
                </a:lnTo>
                <a:lnTo>
                  <a:pt x="5693" y="375"/>
                </a:lnTo>
                <a:lnTo>
                  <a:pt x="5708" y="376"/>
                </a:lnTo>
                <a:lnTo>
                  <a:pt x="5719" y="379"/>
                </a:lnTo>
                <a:lnTo>
                  <a:pt x="5719" y="382"/>
                </a:lnTo>
                <a:lnTo>
                  <a:pt x="5714" y="384"/>
                </a:lnTo>
                <a:close/>
                <a:moveTo>
                  <a:pt x="5866" y="384"/>
                </a:moveTo>
                <a:lnTo>
                  <a:pt x="5857" y="386"/>
                </a:lnTo>
                <a:lnTo>
                  <a:pt x="5833" y="386"/>
                </a:lnTo>
                <a:lnTo>
                  <a:pt x="5825" y="384"/>
                </a:lnTo>
                <a:lnTo>
                  <a:pt x="5821" y="382"/>
                </a:lnTo>
                <a:lnTo>
                  <a:pt x="5819" y="379"/>
                </a:lnTo>
                <a:lnTo>
                  <a:pt x="5829" y="376"/>
                </a:lnTo>
                <a:lnTo>
                  <a:pt x="5845" y="375"/>
                </a:lnTo>
                <a:lnTo>
                  <a:pt x="5860" y="376"/>
                </a:lnTo>
                <a:lnTo>
                  <a:pt x="5871" y="379"/>
                </a:lnTo>
                <a:lnTo>
                  <a:pt x="5871" y="382"/>
                </a:lnTo>
                <a:lnTo>
                  <a:pt x="5866" y="384"/>
                </a:lnTo>
                <a:close/>
                <a:moveTo>
                  <a:pt x="5039" y="400"/>
                </a:moveTo>
                <a:lnTo>
                  <a:pt x="5029" y="402"/>
                </a:lnTo>
                <a:lnTo>
                  <a:pt x="5006" y="402"/>
                </a:lnTo>
                <a:lnTo>
                  <a:pt x="4997" y="400"/>
                </a:lnTo>
                <a:lnTo>
                  <a:pt x="4993" y="399"/>
                </a:lnTo>
                <a:lnTo>
                  <a:pt x="4992" y="395"/>
                </a:lnTo>
                <a:lnTo>
                  <a:pt x="5001" y="392"/>
                </a:lnTo>
                <a:lnTo>
                  <a:pt x="5017" y="392"/>
                </a:lnTo>
                <a:lnTo>
                  <a:pt x="5033" y="392"/>
                </a:lnTo>
                <a:lnTo>
                  <a:pt x="5043" y="395"/>
                </a:lnTo>
                <a:lnTo>
                  <a:pt x="5042" y="399"/>
                </a:lnTo>
                <a:lnTo>
                  <a:pt x="5039" y="400"/>
                </a:lnTo>
                <a:close/>
                <a:moveTo>
                  <a:pt x="5141" y="400"/>
                </a:moveTo>
                <a:lnTo>
                  <a:pt x="5131" y="402"/>
                </a:lnTo>
                <a:lnTo>
                  <a:pt x="5107" y="402"/>
                </a:lnTo>
                <a:lnTo>
                  <a:pt x="5098" y="400"/>
                </a:lnTo>
                <a:lnTo>
                  <a:pt x="5094" y="399"/>
                </a:lnTo>
                <a:lnTo>
                  <a:pt x="5093" y="395"/>
                </a:lnTo>
                <a:lnTo>
                  <a:pt x="5102" y="392"/>
                </a:lnTo>
                <a:lnTo>
                  <a:pt x="5118" y="392"/>
                </a:lnTo>
                <a:lnTo>
                  <a:pt x="5135" y="392"/>
                </a:lnTo>
                <a:lnTo>
                  <a:pt x="5145" y="395"/>
                </a:lnTo>
                <a:lnTo>
                  <a:pt x="5144" y="399"/>
                </a:lnTo>
                <a:lnTo>
                  <a:pt x="5141" y="400"/>
                </a:lnTo>
                <a:close/>
                <a:moveTo>
                  <a:pt x="2884" y="415"/>
                </a:moveTo>
                <a:lnTo>
                  <a:pt x="2879" y="419"/>
                </a:lnTo>
                <a:lnTo>
                  <a:pt x="2860" y="420"/>
                </a:lnTo>
                <a:lnTo>
                  <a:pt x="2851" y="417"/>
                </a:lnTo>
                <a:lnTo>
                  <a:pt x="2844" y="413"/>
                </a:lnTo>
                <a:lnTo>
                  <a:pt x="2849" y="408"/>
                </a:lnTo>
                <a:lnTo>
                  <a:pt x="2861" y="407"/>
                </a:lnTo>
                <a:lnTo>
                  <a:pt x="2874" y="407"/>
                </a:lnTo>
                <a:lnTo>
                  <a:pt x="2885" y="410"/>
                </a:lnTo>
                <a:lnTo>
                  <a:pt x="2886" y="413"/>
                </a:lnTo>
                <a:lnTo>
                  <a:pt x="2884" y="415"/>
                </a:lnTo>
                <a:close/>
                <a:moveTo>
                  <a:pt x="4685" y="417"/>
                </a:moveTo>
                <a:lnTo>
                  <a:pt x="4675" y="419"/>
                </a:lnTo>
                <a:lnTo>
                  <a:pt x="4651" y="419"/>
                </a:lnTo>
                <a:lnTo>
                  <a:pt x="4642" y="417"/>
                </a:lnTo>
                <a:lnTo>
                  <a:pt x="4638" y="415"/>
                </a:lnTo>
                <a:lnTo>
                  <a:pt x="4637" y="412"/>
                </a:lnTo>
                <a:lnTo>
                  <a:pt x="4646" y="409"/>
                </a:lnTo>
                <a:lnTo>
                  <a:pt x="4662" y="409"/>
                </a:lnTo>
                <a:lnTo>
                  <a:pt x="4679" y="409"/>
                </a:lnTo>
                <a:lnTo>
                  <a:pt x="4689" y="412"/>
                </a:lnTo>
                <a:lnTo>
                  <a:pt x="4688" y="415"/>
                </a:lnTo>
                <a:lnTo>
                  <a:pt x="4685" y="417"/>
                </a:lnTo>
                <a:close/>
                <a:moveTo>
                  <a:pt x="6348" y="417"/>
                </a:moveTo>
                <a:lnTo>
                  <a:pt x="6335" y="419"/>
                </a:lnTo>
                <a:lnTo>
                  <a:pt x="6302" y="419"/>
                </a:lnTo>
                <a:lnTo>
                  <a:pt x="6289" y="417"/>
                </a:lnTo>
                <a:lnTo>
                  <a:pt x="6284" y="415"/>
                </a:lnTo>
                <a:lnTo>
                  <a:pt x="6282" y="412"/>
                </a:lnTo>
                <a:lnTo>
                  <a:pt x="6296" y="409"/>
                </a:lnTo>
                <a:lnTo>
                  <a:pt x="6318" y="409"/>
                </a:lnTo>
                <a:lnTo>
                  <a:pt x="6340" y="409"/>
                </a:lnTo>
                <a:lnTo>
                  <a:pt x="6354" y="412"/>
                </a:lnTo>
                <a:lnTo>
                  <a:pt x="6353" y="415"/>
                </a:lnTo>
                <a:lnTo>
                  <a:pt x="6348" y="417"/>
                </a:lnTo>
                <a:close/>
                <a:moveTo>
                  <a:pt x="7120" y="422"/>
                </a:moveTo>
                <a:lnTo>
                  <a:pt x="7121" y="426"/>
                </a:lnTo>
                <a:lnTo>
                  <a:pt x="7113" y="431"/>
                </a:lnTo>
                <a:lnTo>
                  <a:pt x="7080" y="436"/>
                </a:lnTo>
                <a:lnTo>
                  <a:pt x="7041" y="435"/>
                </a:lnTo>
                <a:lnTo>
                  <a:pt x="6951" y="434"/>
                </a:lnTo>
                <a:lnTo>
                  <a:pt x="7027" y="422"/>
                </a:lnTo>
                <a:lnTo>
                  <a:pt x="7087" y="412"/>
                </a:lnTo>
                <a:lnTo>
                  <a:pt x="7107" y="409"/>
                </a:lnTo>
                <a:lnTo>
                  <a:pt x="7112" y="409"/>
                </a:lnTo>
                <a:lnTo>
                  <a:pt x="7120" y="422"/>
                </a:lnTo>
                <a:close/>
                <a:moveTo>
                  <a:pt x="2390" y="456"/>
                </a:moveTo>
                <a:lnTo>
                  <a:pt x="2383" y="462"/>
                </a:lnTo>
                <a:lnTo>
                  <a:pt x="2343" y="470"/>
                </a:lnTo>
                <a:lnTo>
                  <a:pt x="2318" y="471"/>
                </a:lnTo>
                <a:lnTo>
                  <a:pt x="2255" y="468"/>
                </a:lnTo>
                <a:lnTo>
                  <a:pt x="2314" y="456"/>
                </a:lnTo>
                <a:lnTo>
                  <a:pt x="2369" y="445"/>
                </a:lnTo>
                <a:lnTo>
                  <a:pt x="2395" y="443"/>
                </a:lnTo>
                <a:lnTo>
                  <a:pt x="2394" y="450"/>
                </a:lnTo>
                <a:lnTo>
                  <a:pt x="2390" y="456"/>
                </a:lnTo>
                <a:close/>
                <a:moveTo>
                  <a:pt x="4049" y="450"/>
                </a:moveTo>
                <a:lnTo>
                  <a:pt x="4044" y="453"/>
                </a:lnTo>
                <a:lnTo>
                  <a:pt x="4026" y="454"/>
                </a:lnTo>
                <a:lnTo>
                  <a:pt x="4017" y="451"/>
                </a:lnTo>
                <a:lnTo>
                  <a:pt x="4010" y="448"/>
                </a:lnTo>
                <a:lnTo>
                  <a:pt x="4015" y="442"/>
                </a:lnTo>
                <a:lnTo>
                  <a:pt x="4027" y="441"/>
                </a:lnTo>
                <a:lnTo>
                  <a:pt x="4040" y="441"/>
                </a:lnTo>
                <a:lnTo>
                  <a:pt x="4050" y="444"/>
                </a:lnTo>
                <a:lnTo>
                  <a:pt x="4051" y="448"/>
                </a:lnTo>
                <a:lnTo>
                  <a:pt x="4049" y="450"/>
                </a:lnTo>
                <a:close/>
                <a:moveTo>
                  <a:pt x="5570" y="450"/>
                </a:moveTo>
                <a:lnTo>
                  <a:pt x="5564" y="453"/>
                </a:lnTo>
                <a:lnTo>
                  <a:pt x="5546" y="454"/>
                </a:lnTo>
                <a:lnTo>
                  <a:pt x="5537" y="451"/>
                </a:lnTo>
                <a:lnTo>
                  <a:pt x="5530" y="448"/>
                </a:lnTo>
                <a:lnTo>
                  <a:pt x="5535" y="442"/>
                </a:lnTo>
                <a:lnTo>
                  <a:pt x="5547" y="441"/>
                </a:lnTo>
                <a:lnTo>
                  <a:pt x="5560" y="441"/>
                </a:lnTo>
                <a:lnTo>
                  <a:pt x="5571" y="444"/>
                </a:lnTo>
                <a:lnTo>
                  <a:pt x="5572" y="448"/>
                </a:lnTo>
                <a:lnTo>
                  <a:pt x="5570" y="450"/>
                </a:lnTo>
                <a:close/>
                <a:moveTo>
                  <a:pt x="5671" y="450"/>
                </a:moveTo>
                <a:lnTo>
                  <a:pt x="5666" y="453"/>
                </a:lnTo>
                <a:lnTo>
                  <a:pt x="5648" y="454"/>
                </a:lnTo>
                <a:lnTo>
                  <a:pt x="5638" y="451"/>
                </a:lnTo>
                <a:lnTo>
                  <a:pt x="5631" y="448"/>
                </a:lnTo>
                <a:lnTo>
                  <a:pt x="5636" y="442"/>
                </a:lnTo>
                <a:lnTo>
                  <a:pt x="5649" y="441"/>
                </a:lnTo>
                <a:lnTo>
                  <a:pt x="5662" y="441"/>
                </a:lnTo>
                <a:lnTo>
                  <a:pt x="5672" y="444"/>
                </a:lnTo>
                <a:lnTo>
                  <a:pt x="5673" y="448"/>
                </a:lnTo>
                <a:lnTo>
                  <a:pt x="5671" y="450"/>
                </a:lnTo>
                <a:close/>
                <a:moveTo>
                  <a:pt x="2187" y="473"/>
                </a:moveTo>
                <a:lnTo>
                  <a:pt x="2190" y="479"/>
                </a:lnTo>
                <a:lnTo>
                  <a:pt x="2181" y="489"/>
                </a:lnTo>
                <a:lnTo>
                  <a:pt x="2171" y="490"/>
                </a:lnTo>
                <a:lnTo>
                  <a:pt x="2160" y="489"/>
                </a:lnTo>
                <a:lnTo>
                  <a:pt x="2152" y="479"/>
                </a:lnTo>
                <a:lnTo>
                  <a:pt x="2154" y="473"/>
                </a:lnTo>
                <a:lnTo>
                  <a:pt x="2163" y="460"/>
                </a:lnTo>
                <a:lnTo>
                  <a:pt x="2171" y="456"/>
                </a:lnTo>
                <a:lnTo>
                  <a:pt x="2178" y="460"/>
                </a:lnTo>
                <a:lnTo>
                  <a:pt x="2187" y="473"/>
                </a:lnTo>
                <a:close/>
                <a:moveTo>
                  <a:pt x="6480" y="471"/>
                </a:moveTo>
                <a:lnTo>
                  <a:pt x="6477" y="478"/>
                </a:lnTo>
                <a:lnTo>
                  <a:pt x="6483" y="490"/>
                </a:lnTo>
                <a:lnTo>
                  <a:pt x="6490" y="495"/>
                </a:lnTo>
                <a:lnTo>
                  <a:pt x="6494" y="496"/>
                </a:lnTo>
                <a:lnTo>
                  <a:pt x="6489" y="498"/>
                </a:lnTo>
                <a:lnTo>
                  <a:pt x="6463" y="501"/>
                </a:lnTo>
                <a:lnTo>
                  <a:pt x="6433" y="501"/>
                </a:lnTo>
                <a:lnTo>
                  <a:pt x="6400" y="500"/>
                </a:lnTo>
                <a:lnTo>
                  <a:pt x="6365" y="494"/>
                </a:lnTo>
                <a:lnTo>
                  <a:pt x="6353" y="488"/>
                </a:lnTo>
                <a:lnTo>
                  <a:pt x="6352" y="485"/>
                </a:lnTo>
                <a:lnTo>
                  <a:pt x="6352" y="482"/>
                </a:lnTo>
                <a:lnTo>
                  <a:pt x="6360" y="477"/>
                </a:lnTo>
                <a:lnTo>
                  <a:pt x="6382" y="475"/>
                </a:lnTo>
                <a:lnTo>
                  <a:pt x="6403" y="476"/>
                </a:lnTo>
                <a:lnTo>
                  <a:pt x="6424" y="479"/>
                </a:lnTo>
                <a:lnTo>
                  <a:pt x="6456" y="475"/>
                </a:lnTo>
                <a:lnTo>
                  <a:pt x="6463" y="470"/>
                </a:lnTo>
                <a:lnTo>
                  <a:pt x="6472" y="460"/>
                </a:lnTo>
                <a:lnTo>
                  <a:pt x="6480" y="456"/>
                </a:lnTo>
                <a:lnTo>
                  <a:pt x="6483" y="457"/>
                </a:lnTo>
                <a:lnTo>
                  <a:pt x="6483" y="465"/>
                </a:lnTo>
                <a:lnTo>
                  <a:pt x="6480" y="471"/>
                </a:lnTo>
                <a:close/>
                <a:moveTo>
                  <a:pt x="6875" y="486"/>
                </a:moveTo>
                <a:lnTo>
                  <a:pt x="6884" y="485"/>
                </a:lnTo>
                <a:lnTo>
                  <a:pt x="6898" y="491"/>
                </a:lnTo>
                <a:lnTo>
                  <a:pt x="6902" y="498"/>
                </a:lnTo>
                <a:lnTo>
                  <a:pt x="6903" y="501"/>
                </a:lnTo>
                <a:lnTo>
                  <a:pt x="6900" y="505"/>
                </a:lnTo>
                <a:lnTo>
                  <a:pt x="6885" y="510"/>
                </a:lnTo>
                <a:lnTo>
                  <a:pt x="6804" y="512"/>
                </a:lnTo>
                <a:lnTo>
                  <a:pt x="6693" y="508"/>
                </a:lnTo>
                <a:lnTo>
                  <a:pt x="6684" y="506"/>
                </a:lnTo>
                <a:lnTo>
                  <a:pt x="6678" y="495"/>
                </a:lnTo>
                <a:lnTo>
                  <a:pt x="6681" y="488"/>
                </a:lnTo>
                <a:lnTo>
                  <a:pt x="6687" y="481"/>
                </a:lnTo>
                <a:lnTo>
                  <a:pt x="6706" y="477"/>
                </a:lnTo>
                <a:lnTo>
                  <a:pt x="6717" y="480"/>
                </a:lnTo>
                <a:lnTo>
                  <a:pt x="6726" y="482"/>
                </a:lnTo>
                <a:lnTo>
                  <a:pt x="6743" y="479"/>
                </a:lnTo>
                <a:lnTo>
                  <a:pt x="6748" y="473"/>
                </a:lnTo>
                <a:lnTo>
                  <a:pt x="6751" y="470"/>
                </a:lnTo>
                <a:lnTo>
                  <a:pt x="6761" y="467"/>
                </a:lnTo>
                <a:lnTo>
                  <a:pt x="6785" y="468"/>
                </a:lnTo>
                <a:lnTo>
                  <a:pt x="6806" y="475"/>
                </a:lnTo>
                <a:lnTo>
                  <a:pt x="6826" y="482"/>
                </a:lnTo>
                <a:lnTo>
                  <a:pt x="6864" y="488"/>
                </a:lnTo>
                <a:lnTo>
                  <a:pt x="6875" y="486"/>
                </a:lnTo>
                <a:close/>
                <a:moveTo>
                  <a:pt x="7128" y="508"/>
                </a:moveTo>
                <a:lnTo>
                  <a:pt x="7127" y="511"/>
                </a:lnTo>
                <a:lnTo>
                  <a:pt x="7118" y="515"/>
                </a:lnTo>
                <a:lnTo>
                  <a:pt x="7090" y="516"/>
                </a:lnTo>
                <a:lnTo>
                  <a:pt x="7041" y="510"/>
                </a:lnTo>
                <a:lnTo>
                  <a:pt x="7000" y="498"/>
                </a:lnTo>
                <a:lnTo>
                  <a:pt x="6988" y="490"/>
                </a:lnTo>
                <a:lnTo>
                  <a:pt x="6982" y="484"/>
                </a:lnTo>
                <a:lnTo>
                  <a:pt x="6979" y="477"/>
                </a:lnTo>
                <a:lnTo>
                  <a:pt x="6995" y="473"/>
                </a:lnTo>
                <a:lnTo>
                  <a:pt x="7024" y="476"/>
                </a:lnTo>
                <a:lnTo>
                  <a:pt x="7046" y="479"/>
                </a:lnTo>
                <a:lnTo>
                  <a:pt x="7082" y="474"/>
                </a:lnTo>
                <a:lnTo>
                  <a:pt x="7090" y="468"/>
                </a:lnTo>
                <a:lnTo>
                  <a:pt x="7094" y="464"/>
                </a:lnTo>
                <a:lnTo>
                  <a:pt x="7105" y="468"/>
                </a:lnTo>
                <a:lnTo>
                  <a:pt x="7118" y="481"/>
                </a:lnTo>
                <a:lnTo>
                  <a:pt x="7127" y="499"/>
                </a:lnTo>
                <a:lnTo>
                  <a:pt x="7128" y="508"/>
                </a:lnTo>
                <a:close/>
                <a:moveTo>
                  <a:pt x="7432" y="493"/>
                </a:moveTo>
                <a:lnTo>
                  <a:pt x="7433" y="485"/>
                </a:lnTo>
                <a:lnTo>
                  <a:pt x="7444" y="474"/>
                </a:lnTo>
                <a:lnTo>
                  <a:pt x="7450" y="473"/>
                </a:lnTo>
                <a:lnTo>
                  <a:pt x="7458" y="474"/>
                </a:lnTo>
                <a:lnTo>
                  <a:pt x="7466" y="482"/>
                </a:lnTo>
                <a:lnTo>
                  <a:pt x="7464" y="495"/>
                </a:lnTo>
                <a:lnTo>
                  <a:pt x="7455" y="507"/>
                </a:lnTo>
                <a:lnTo>
                  <a:pt x="7447" y="511"/>
                </a:lnTo>
                <a:lnTo>
                  <a:pt x="7434" y="513"/>
                </a:lnTo>
                <a:lnTo>
                  <a:pt x="7392" y="513"/>
                </a:lnTo>
                <a:lnTo>
                  <a:pt x="7369" y="510"/>
                </a:lnTo>
                <a:lnTo>
                  <a:pt x="7337" y="505"/>
                </a:lnTo>
                <a:lnTo>
                  <a:pt x="7325" y="497"/>
                </a:lnTo>
                <a:lnTo>
                  <a:pt x="7334" y="488"/>
                </a:lnTo>
                <a:lnTo>
                  <a:pt x="7343" y="481"/>
                </a:lnTo>
                <a:lnTo>
                  <a:pt x="7352" y="475"/>
                </a:lnTo>
                <a:lnTo>
                  <a:pt x="7367" y="468"/>
                </a:lnTo>
                <a:lnTo>
                  <a:pt x="7381" y="469"/>
                </a:lnTo>
                <a:lnTo>
                  <a:pt x="7395" y="477"/>
                </a:lnTo>
                <a:lnTo>
                  <a:pt x="7404" y="485"/>
                </a:lnTo>
                <a:lnTo>
                  <a:pt x="7416" y="495"/>
                </a:lnTo>
                <a:lnTo>
                  <a:pt x="7428" y="500"/>
                </a:lnTo>
                <a:lnTo>
                  <a:pt x="7432" y="497"/>
                </a:lnTo>
                <a:lnTo>
                  <a:pt x="7432" y="493"/>
                </a:lnTo>
                <a:close/>
                <a:moveTo>
                  <a:pt x="2095" y="480"/>
                </a:moveTo>
                <a:lnTo>
                  <a:pt x="2089" y="486"/>
                </a:lnTo>
                <a:lnTo>
                  <a:pt x="2070" y="496"/>
                </a:lnTo>
                <a:lnTo>
                  <a:pt x="2060" y="499"/>
                </a:lnTo>
                <a:lnTo>
                  <a:pt x="2045" y="495"/>
                </a:lnTo>
                <a:lnTo>
                  <a:pt x="2044" y="490"/>
                </a:lnTo>
                <a:lnTo>
                  <a:pt x="2045" y="483"/>
                </a:lnTo>
                <a:lnTo>
                  <a:pt x="2060" y="474"/>
                </a:lnTo>
                <a:lnTo>
                  <a:pt x="2070" y="473"/>
                </a:lnTo>
                <a:lnTo>
                  <a:pt x="2079" y="473"/>
                </a:lnTo>
                <a:lnTo>
                  <a:pt x="2093" y="477"/>
                </a:lnTo>
                <a:lnTo>
                  <a:pt x="2095" y="480"/>
                </a:lnTo>
                <a:close/>
                <a:moveTo>
                  <a:pt x="5355" y="498"/>
                </a:moveTo>
                <a:lnTo>
                  <a:pt x="5363" y="509"/>
                </a:lnTo>
                <a:lnTo>
                  <a:pt x="5365" y="519"/>
                </a:lnTo>
                <a:lnTo>
                  <a:pt x="5362" y="524"/>
                </a:lnTo>
                <a:lnTo>
                  <a:pt x="5359" y="524"/>
                </a:lnTo>
                <a:lnTo>
                  <a:pt x="5352" y="523"/>
                </a:lnTo>
                <a:lnTo>
                  <a:pt x="5337" y="508"/>
                </a:lnTo>
                <a:lnTo>
                  <a:pt x="5331" y="498"/>
                </a:lnTo>
                <a:lnTo>
                  <a:pt x="5328" y="488"/>
                </a:lnTo>
                <a:lnTo>
                  <a:pt x="5326" y="474"/>
                </a:lnTo>
                <a:lnTo>
                  <a:pt x="5328" y="473"/>
                </a:lnTo>
                <a:lnTo>
                  <a:pt x="5337" y="479"/>
                </a:lnTo>
                <a:lnTo>
                  <a:pt x="5355" y="498"/>
                </a:lnTo>
                <a:close/>
                <a:moveTo>
                  <a:pt x="5948" y="511"/>
                </a:moveTo>
                <a:lnTo>
                  <a:pt x="5937" y="520"/>
                </a:lnTo>
                <a:lnTo>
                  <a:pt x="5933" y="516"/>
                </a:lnTo>
                <a:lnTo>
                  <a:pt x="5939" y="501"/>
                </a:lnTo>
                <a:lnTo>
                  <a:pt x="5944" y="490"/>
                </a:lnTo>
                <a:lnTo>
                  <a:pt x="5956" y="479"/>
                </a:lnTo>
                <a:lnTo>
                  <a:pt x="5960" y="481"/>
                </a:lnTo>
                <a:lnTo>
                  <a:pt x="5962" y="486"/>
                </a:lnTo>
                <a:lnTo>
                  <a:pt x="5956" y="502"/>
                </a:lnTo>
                <a:lnTo>
                  <a:pt x="5948" y="511"/>
                </a:lnTo>
                <a:close/>
                <a:moveTo>
                  <a:pt x="6132" y="490"/>
                </a:moveTo>
                <a:lnTo>
                  <a:pt x="6131" y="496"/>
                </a:lnTo>
                <a:lnTo>
                  <a:pt x="6121" y="505"/>
                </a:lnTo>
                <a:lnTo>
                  <a:pt x="6114" y="506"/>
                </a:lnTo>
                <a:lnTo>
                  <a:pt x="6108" y="505"/>
                </a:lnTo>
                <a:lnTo>
                  <a:pt x="6104" y="496"/>
                </a:lnTo>
                <a:lnTo>
                  <a:pt x="6107" y="490"/>
                </a:lnTo>
                <a:lnTo>
                  <a:pt x="6111" y="483"/>
                </a:lnTo>
                <a:lnTo>
                  <a:pt x="6121" y="474"/>
                </a:lnTo>
                <a:lnTo>
                  <a:pt x="6125" y="473"/>
                </a:lnTo>
                <a:lnTo>
                  <a:pt x="6128" y="474"/>
                </a:lnTo>
                <a:lnTo>
                  <a:pt x="6132" y="483"/>
                </a:lnTo>
                <a:lnTo>
                  <a:pt x="6132" y="490"/>
                </a:lnTo>
                <a:close/>
                <a:moveTo>
                  <a:pt x="6257" y="486"/>
                </a:moveTo>
                <a:lnTo>
                  <a:pt x="6258" y="489"/>
                </a:lnTo>
                <a:lnTo>
                  <a:pt x="6252" y="494"/>
                </a:lnTo>
                <a:lnTo>
                  <a:pt x="6229" y="501"/>
                </a:lnTo>
                <a:lnTo>
                  <a:pt x="6206" y="503"/>
                </a:lnTo>
                <a:lnTo>
                  <a:pt x="6183" y="504"/>
                </a:lnTo>
                <a:lnTo>
                  <a:pt x="6159" y="501"/>
                </a:lnTo>
                <a:lnTo>
                  <a:pt x="6153" y="497"/>
                </a:lnTo>
                <a:lnTo>
                  <a:pt x="6154" y="495"/>
                </a:lnTo>
                <a:lnTo>
                  <a:pt x="6160" y="488"/>
                </a:lnTo>
                <a:lnTo>
                  <a:pt x="6189" y="479"/>
                </a:lnTo>
                <a:lnTo>
                  <a:pt x="6223" y="477"/>
                </a:lnTo>
                <a:lnTo>
                  <a:pt x="6251" y="481"/>
                </a:lnTo>
                <a:lnTo>
                  <a:pt x="6257" y="486"/>
                </a:lnTo>
                <a:close/>
                <a:moveTo>
                  <a:pt x="6639" y="491"/>
                </a:moveTo>
                <a:lnTo>
                  <a:pt x="6639" y="495"/>
                </a:lnTo>
                <a:lnTo>
                  <a:pt x="6634" y="500"/>
                </a:lnTo>
                <a:lnTo>
                  <a:pt x="6620" y="504"/>
                </a:lnTo>
                <a:lnTo>
                  <a:pt x="6606" y="501"/>
                </a:lnTo>
                <a:lnTo>
                  <a:pt x="6593" y="500"/>
                </a:lnTo>
                <a:lnTo>
                  <a:pt x="6561" y="504"/>
                </a:lnTo>
                <a:lnTo>
                  <a:pt x="6548" y="510"/>
                </a:lnTo>
                <a:lnTo>
                  <a:pt x="6537" y="514"/>
                </a:lnTo>
                <a:lnTo>
                  <a:pt x="6524" y="514"/>
                </a:lnTo>
                <a:lnTo>
                  <a:pt x="6519" y="506"/>
                </a:lnTo>
                <a:lnTo>
                  <a:pt x="6524" y="493"/>
                </a:lnTo>
                <a:lnTo>
                  <a:pt x="6532" y="485"/>
                </a:lnTo>
                <a:lnTo>
                  <a:pt x="6542" y="479"/>
                </a:lnTo>
                <a:lnTo>
                  <a:pt x="6574" y="473"/>
                </a:lnTo>
                <a:lnTo>
                  <a:pt x="6610" y="475"/>
                </a:lnTo>
                <a:lnTo>
                  <a:pt x="6631" y="482"/>
                </a:lnTo>
                <a:lnTo>
                  <a:pt x="6638" y="488"/>
                </a:lnTo>
                <a:lnTo>
                  <a:pt x="6639" y="491"/>
                </a:lnTo>
                <a:close/>
                <a:moveTo>
                  <a:pt x="7179" y="490"/>
                </a:moveTo>
                <a:lnTo>
                  <a:pt x="7178" y="496"/>
                </a:lnTo>
                <a:lnTo>
                  <a:pt x="7170" y="505"/>
                </a:lnTo>
                <a:lnTo>
                  <a:pt x="7163" y="506"/>
                </a:lnTo>
                <a:lnTo>
                  <a:pt x="7156" y="505"/>
                </a:lnTo>
                <a:lnTo>
                  <a:pt x="7147" y="496"/>
                </a:lnTo>
                <a:lnTo>
                  <a:pt x="7146" y="490"/>
                </a:lnTo>
                <a:lnTo>
                  <a:pt x="7147" y="483"/>
                </a:lnTo>
                <a:lnTo>
                  <a:pt x="7156" y="474"/>
                </a:lnTo>
                <a:lnTo>
                  <a:pt x="7163" y="473"/>
                </a:lnTo>
                <a:lnTo>
                  <a:pt x="7170" y="474"/>
                </a:lnTo>
                <a:lnTo>
                  <a:pt x="7178" y="483"/>
                </a:lnTo>
                <a:lnTo>
                  <a:pt x="7179" y="490"/>
                </a:lnTo>
                <a:close/>
                <a:moveTo>
                  <a:pt x="7296" y="500"/>
                </a:moveTo>
                <a:lnTo>
                  <a:pt x="7296" y="502"/>
                </a:lnTo>
                <a:lnTo>
                  <a:pt x="7271" y="506"/>
                </a:lnTo>
                <a:lnTo>
                  <a:pt x="7250" y="506"/>
                </a:lnTo>
                <a:lnTo>
                  <a:pt x="7229" y="505"/>
                </a:lnTo>
                <a:lnTo>
                  <a:pt x="7205" y="499"/>
                </a:lnTo>
                <a:lnTo>
                  <a:pt x="7197" y="493"/>
                </a:lnTo>
                <a:lnTo>
                  <a:pt x="7196" y="490"/>
                </a:lnTo>
                <a:lnTo>
                  <a:pt x="7198" y="485"/>
                </a:lnTo>
                <a:lnTo>
                  <a:pt x="7222" y="482"/>
                </a:lnTo>
                <a:lnTo>
                  <a:pt x="7256" y="485"/>
                </a:lnTo>
                <a:lnTo>
                  <a:pt x="7286" y="494"/>
                </a:lnTo>
                <a:lnTo>
                  <a:pt x="7296" y="500"/>
                </a:lnTo>
                <a:close/>
                <a:moveTo>
                  <a:pt x="1858" y="506"/>
                </a:moveTo>
                <a:lnTo>
                  <a:pt x="1857" y="513"/>
                </a:lnTo>
                <a:lnTo>
                  <a:pt x="1847" y="523"/>
                </a:lnTo>
                <a:lnTo>
                  <a:pt x="1840" y="524"/>
                </a:lnTo>
                <a:lnTo>
                  <a:pt x="1834" y="523"/>
                </a:lnTo>
                <a:lnTo>
                  <a:pt x="1831" y="513"/>
                </a:lnTo>
                <a:lnTo>
                  <a:pt x="1833" y="506"/>
                </a:lnTo>
                <a:lnTo>
                  <a:pt x="1837" y="499"/>
                </a:lnTo>
                <a:lnTo>
                  <a:pt x="1847" y="490"/>
                </a:lnTo>
                <a:lnTo>
                  <a:pt x="1852" y="490"/>
                </a:lnTo>
                <a:lnTo>
                  <a:pt x="1854" y="490"/>
                </a:lnTo>
                <a:lnTo>
                  <a:pt x="1858" y="499"/>
                </a:lnTo>
                <a:lnTo>
                  <a:pt x="1858" y="506"/>
                </a:lnTo>
                <a:close/>
                <a:moveTo>
                  <a:pt x="5146" y="515"/>
                </a:moveTo>
                <a:lnTo>
                  <a:pt x="5135" y="525"/>
                </a:lnTo>
                <a:lnTo>
                  <a:pt x="5114" y="539"/>
                </a:lnTo>
                <a:lnTo>
                  <a:pt x="5108" y="541"/>
                </a:lnTo>
                <a:lnTo>
                  <a:pt x="5105" y="539"/>
                </a:lnTo>
                <a:lnTo>
                  <a:pt x="5110" y="525"/>
                </a:lnTo>
                <a:lnTo>
                  <a:pt x="5118" y="515"/>
                </a:lnTo>
                <a:lnTo>
                  <a:pt x="5128" y="505"/>
                </a:lnTo>
                <a:lnTo>
                  <a:pt x="5148" y="491"/>
                </a:lnTo>
                <a:lnTo>
                  <a:pt x="5156" y="490"/>
                </a:lnTo>
                <a:lnTo>
                  <a:pt x="5158" y="490"/>
                </a:lnTo>
                <a:lnTo>
                  <a:pt x="5160" y="494"/>
                </a:lnTo>
                <a:lnTo>
                  <a:pt x="5155" y="505"/>
                </a:lnTo>
                <a:lnTo>
                  <a:pt x="5146" y="515"/>
                </a:lnTo>
                <a:close/>
                <a:moveTo>
                  <a:pt x="5294" y="505"/>
                </a:moveTo>
                <a:lnTo>
                  <a:pt x="5297" y="510"/>
                </a:lnTo>
                <a:lnTo>
                  <a:pt x="5297" y="524"/>
                </a:lnTo>
                <a:lnTo>
                  <a:pt x="5294" y="529"/>
                </a:lnTo>
                <a:lnTo>
                  <a:pt x="5288" y="533"/>
                </a:lnTo>
                <a:lnTo>
                  <a:pt x="5271" y="533"/>
                </a:lnTo>
                <a:lnTo>
                  <a:pt x="5251" y="525"/>
                </a:lnTo>
                <a:lnTo>
                  <a:pt x="5238" y="512"/>
                </a:lnTo>
                <a:lnTo>
                  <a:pt x="5237" y="505"/>
                </a:lnTo>
                <a:lnTo>
                  <a:pt x="5238" y="498"/>
                </a:lnTo>
                <a:lnTo>
                  <a:pt x="5251" y="491"/>
                </a:lnTo>
                <a:lnTo>
                  <a:pt x="5271" y="491"/>
                </a:lnTo>
                <a:lnTo>
                  <a:pt x="5289" y="498"/>
                </a:lnTo>
                <a:lnTo>
                  <a:pt x="5294" y="505"/>
                </a:lnTo>
                <a:close/>
                <a:moveTo>
                  <a:pt x="5826" y="516"/>
                </a:moveTo>
                <a:lnTo>
                  <a:pt x="5823" y="519"/>
                </a:lnTo>
                <a:lnTo>
                  <a:pt x="5773" y="523"/>
                </a:lnTo>
                <a:lnTo>
                  <a:pt x="5734" y="522"/>
                </a:lnTo>
                <a:lnTo>
                  <a:pt x="5688" y="522"/>
                </a:lnTo>
                <a:lnTo>
                  <a:pt x="5660" y="516"/>
                </a:lnTo>
                <a:lnTo>
                  <a:pt x="5660" y="511"/>
                </a:lnTo>
                <a:lnTo>
                  <a:pt x="5668" y="508"/>
                </a:lnTo>
                <a:lnTo>
                  <a:pt x="5681" y="504"/>
                </a:lnTo>
                <a:lnTo>
                  <a:pt x="5727" y="501"/>
                </a:lnTo>
                <a:lnTo>
                  <a:pt x="5777" y="503"/>
                </a:lnTo>
                <a:lnTo>
                  <a:pt x="5817" y="511"/>
                </a:lnTo>
                <a:lnTo>
                  <a:pt x="5826" y="516"/>
                </a:lnTo>
                <a:close/>
                <a:moveTo>
                  <a:pt x="6081" y="496"/>
                </a:moveTo>
                <a:lnTo>
                  <a:pt x="6075" y="503"/>
                </a:lnTo>
                <a:lnTo>
                  <a:pt x="6056" y="513"/>
                </a:lnTo>
                <a:lnTo>
                  <a:pt x="6046" y="516"/>
                </a:lnTo>
                <a:lnTo>
                  <a:pt x="6032" y="512"/>
                </a:lnTo>
                <a:lnTo>
                  <a:pt x="6031" y="506"/>
                </a:lnTo>
                <a:lnTo>
                  <a:pt x="6032" y="499"/>
                </a:lnTo>
                <a:lnTo>
                  <a:pt x="6046" y="490"/>
                </a:lnTo>
                <a:lnTo>
                  <a:pt x="6056" y="490"/>
                </a:lnTo>
                <a:lnTo>
                  <a:pt x="6066" y="490"/>
                </a:lnTo>
                <a:lnTo>
                  <a:pt x="6080" y="494"/>
                </a:lnTo>
                <a:lnTo>
                  <a:pt x="6081" y="496"/>
                </a:lnTo>
                <a:close/>
                <a:moveTo>
                  <a:pt x="6335" y="506"/>
                </a:moveTo>
                <a:lnTo>
                  <a:pt x="6333" y="519"/>
                </a:lnTo>
                <a:lnTo>
                  <a:pt x="6328" y="524"/>
                </a:lnTo>
                <a:lnTo>
                  <a:pt x="6319" y="519"/>
                </a:lnTo>
                <a:lnTo>
                  <a:pt x="6309" y="506"/>
                </a:lnTo>
                <a:lnTo>
                  <a:pt x="6306" y="499"/>
                </a:lnTo>
                <a:lnTo>
                  <a:pt x="6310" y="490"/>
                </a:lnTo>
                <a:lnTo>
                  <a:pt x="6316" y="490"/>
                </a:lnTo>
                <a:lnTo>
                  <a:pt x="6324" y="490"/>
                </a:lnTo>
                <a:lnTo>
                  <a:pt x="6334" y="499"/>
                </a:lnTo>
                <a:lnTo>
                  <a:pt x="6335" y="506"/>
                </a:lnTo>
                <a:close/>
                <a:moveTo>
                  <a:pt x="1748" y="524"/>
                </a:moveTo>
                <a:lnTo>
                  <a:pt x="1742" y="530"/>
                </a:lnTo>
                <a:lnTo>
                  <a:pt x="1717" y="540"/>
                </a:lnTo>
                <a:lnTo>
                  <a:pt x="1701" y="541"/>
                </a:lnTo>
                <a:lnTo>
                  <a:pt x="1682" y="540"/>
                </a:lnTo>
                <a:lnTo>
                  <a:pt x="1676" y="533"/>
                </a:lnTo>
                <a:lnTo>
                  <a:pt x="1690" y="524"/>
                </a:lnTo>
                <a:lnTo>
                  <a:pt x="1702" y="516"/>
                </a:lnTo>
                <a:lnTo>
                  <a:pt x="1727" y="507"/>
                </a:lnTo>
                <a:lnTo>
                  <a:pt x="1745" y="507"/>
                </a:lnTo>
                <a:lnTo>
                  <a:pt x="1751" y="516"/>
                </a:lnTo>
                <a:lnTo>
                  <a:pt x="1748" y="524"/>
                </a:lnTo>
                <a:close/>
                <a:moveTo>
                  <a:pt x="5000" y="524"/>
                </a:moveTo>
                <a:lnTo>
                  <a:pt x="4999" y="530"/>
                </a:lnTo>
                <a:lnTo>
                  <a:pt x="4983" y="540"/>
                </a:lnTo>
                <a:lnTo>
                  <a:pt x="4972" y="541"/>
                </a:lnTo>
                <a:lnTo>
                  <a:pt x="4955" y="540"/>
                </a:lnTo>
                <a:lnTo>
                  <a:pt x="4953" y="533"/>
                </a:lnTo>
                <a:lnTo>
                  <a:pt x="4966" y="524"/>
                </a:lnTo>
                <a:lnTo>
                  <a:pt x="4987" y="510"/>
                </a:lnTo>
                <a:lnTo>
                  <a:pt x="4998" y="509"/>
                </a:lnTo>
                <a:lnTo>
                  <a:pt x="5000" y="516"/>
                </a:lnTo>
                <a:lnTo>
                  <a:pt x="5000" y="524"/>
                </a:lnTo>
                <a:close/>
                <a:moveTo>
                  <a:pt x="5532" y="524"/>
                </a:moveTo>
                <a:lnTo>
                  <a:pt x="5490" y="528"/>
                </a:lnTo>
                <a:lnTo>
                  <a:pt x="5441" y="527"/>
                </a:lnTo>
                <a:lnTo>
                  <a:pt x="5421" y="524"/>
                </a:lnTo>
                <a:lnTo>
                  <a:pt x="5415" y="520"/>
                </a:lnTo>
                <a:lnTo>
                  <a:pt x="5413" y="517"/>
                </a:lnTo>
                <a:lnTo>
                  <a:pt x="5426" y="513"/>
                </a:lnTo>
                <a:lnTo>
                  <a:pt x="5470" y="509"/>
                </a:lnTo>
                <a:lnTo>
                  <a:pt x="5517" y="508"/>
                </a:lnTo>
                <a:lnTo>
                  <a:pt x="5633" y="511"/>
                </a:lnTo>
                <a:lnTo>
                  <a:pt x="5532" y="524"/>
                </a:lnTo>
                <a:close/>
                <a:moveTo>
                  <a:pt x="1615" y="537"/>
                </a:moveTo>
                <a:lnTo>
                  <a:pt x="1610" y="542"/>
                </a:lnTo>
                <a:lnTo>
                  <a:pt x="1574" y="550"/>
                </a:lnTo>
                <a:lnTo>
                  <a:pt x="1551" y="552"/>
                </a:lnTo>
                <a:lnTo>
                  <a:pt x="1521" y="554"/>
                </a:lnTo>
                <a:lnTo>
                  <a:pt x="1511" y="550"/>
                </a:lnTo>
                <a:lnTo>
                  <a:pt x="1519" y="545"/>
                </a:lnTo>
                <a:lnTo>
                  <a:pt x="1528" y="541"/>
                </a:lnTo>
                <a:lnTo>
                  <a:pt x="1545" y="534"/>
                </a:lnTo>
                <a:lnTo>
                  <a:pt x="1578" y="527"/>
                </a:lnTo>
                <a:lnTo>
                  <a:pt x="1604" y="526"/>
                </a:lnTo>
                <a:lnTo>
                  <a:pt x="1616" y="530"/>
                </a:lnTo>
                <a:lnTo>
                  <a:pt x="1617" y="534"/>
                </a:lnTo>
                <a:lnTo>
                  <a:pt x="1615" y="537"/>
                </a:lnTo>
                <a:close/>
                <a:moveTo>
                  <a:pt x="3864" y="534"/>
                </a:moveTo>
                <a:lnTo>
                  <a:pt x="3859" y="537"/>
                </a:lnTo>
                <a:lnTo>
                  <a:pt x="3840" y="539"/>
                </a:lnTo>
                <a:lnTo>
                  <a:pt x="3831" y="536"/>
                </a:lnTo>
                <a:lnTo>
                  <a:pt x="3823" y="532"/>
                </a:lnTo>
                <a:lnTo>
                  <a:pt x="3829" y="526"/>
                </a:lnTo>
                <a:lnTo>
                  <a:pt x="3841" y="526"/>
                </a:lnTo>
                <a:lnTo>
                  <a:pt x="3855" y="525"/>
                </a:lnTo>
                <a:lnTo>
                  <a:pt x="3865" y="529"/>
                </a:lnTo>
                <a:lnTo>
                  <a:pt x="3866" y="532"/>
                </a:lnTo>
                <a:lnTo>
                  <a:pt x="3864" y="534"/>
                </a:lnTo>
                <a:close/>
                <a:moveTo>
                  <a:pt x="702" y="572"/>
                </a:moveTo>
                <a:lnTo>
                  <a:pt x="693" y="582"/>
                </a:lnTo>
                <a:lnTo>
                  <a:pt x="669" y="594"/>
                </a:lnTo>
                <a:lnTo>
                  <a:pt x="629" y="601"/>
                </a:lnTo>
                <a:lnTo>
                  <a:pt x="565" y="605"/>
                </a:lnTo>
                <a:lnTo>
                  <a:pt x="519" y="605"/>
                </a:lnTo>
                <a:lnTo>
                  <a:pt x="433" y="604"/>
                </a:lnTo>
                <a:lnTo>
                  <a:pt x="400" y="599"/>
                </a:lnTo>
                <a:lnTo>
                  <a:pt x="400" y="597"/>
                </a:lnTo>
                <a:lnTo>
                  <a:pt x="417" y="593"/>
                </a:lnTo>
                <a:lnTo>
                  <a:pt x="439" y="589"/>
                </a:lnTo>
                <a:lnTo>
                  <a:pt x="471" y="583"/>
                </a:lnTo>
                <a:lnTo>
                  <a:pt x="524" y="580"/>
                </a:lnTo>
                <a:lnTo>
                  <a:pt x="537" y="582"/>
                </a:lnTo>
                <a:lnTo>
                  <a:pt x="544" y="584"/>
                </a:lnTo>
                <a:lnTo>
                  <a:pt x="556" y="578"/>
                </a:lnTo>
                <a:lnTo>
                  <a:pt x="557" y="571"/>
                </a:lnTo>
                <a:lnTo>
                  <a:pt x="559" y="561"/>
                </a:lnTo>
                <a:lnTo>
                  <a:pt x="568" y="561"/>
                </a:lnTo>
                <a:lnTo>
                  <a:pt x="578" y="571"/>
                </a:lnTo>
                <a:lnTo>
                  <a:pt x="587" y="579"/>
                </a:lnTo>
                <a:lnTo>
                  <a:pt x="610" y="589"/>
                </a:lnTo>
                <a:lnTo>
                  <a:pt x="629" y="590"/>
                </a:lnTo>
                <a:lnTo>
                  <a:pt x="638" y="583"/>
                </a:lnTo>
                <a:lnTo>
                  <a:pt x="634" y="576"/>
                </a:lnTo>
                <a:lnTo>
                  <a:pt x="631" y="571"/>
                </a:lnTo>
                <a:lnTo>
                  <a:pt x="639" y="562"/>
                </a:lnTo>
                <a:lnTo>
                  <a:pt x="671" y="550"/>
                </a:lnTo>
                <a:lnTo>
                  <a:pt x="717" y="542"/>
                </a:lnTo>
                <a:lnTo>
                  <a:pt x="719" y="543"/>
                </a:lnTo>
                <a:lnTo>
                  <a:pt x="720" y="547"/>
                </a:lnTo>
                <a:lnTo>
                  <a:pt x="714" y="560"/>
                </a:lnTo>
                <a:lnTo>
                  <a:pt x="702" y="572"/>
                </a:lnTo>
                <a:close/>
                <a:moveTo>
                  <a:pt x="745" y="586"/>
                </a:moveTo>
                <a:lnTo>
                  <a:pt x="738" y="597"/>
                </a:lnTo>
                <a:lnTo>
                  <a:pt x="729" y="607"/>
                </a:lnTo>
                <a:lnTo>
                  <a:pt x="728" y="594"/>
                </a:lnTo>
                <a:lnTo>
                  <a:pt x="737" y="566"/>
                </a:lnTo>
                <a:lnTo>
                  <a:pt x="742" y="555"/>
                </a:lnTo>
                <a:lnTo>
                  <a:pt x="752" y="545"/>
                </a:lnTo>
                <a:lnTo>
                  <a:pt x="755" y="547"/>
                </a:lnTo>
                <a:lnTo>
                  <a:pt x="757" y="552"/>
                </a:lnTo>
                <a:lnTo>
                  <a:pt x="752" y="573"/>
                </a:lnTo>
                <a:lnTo>
                  <a:pt x="745" y="586"/>
                </a:lnTo>
                <a:close/>
                <a:moveTo>
                  <a:pt x="5861" y="552"/>
                </a:moveTo>
                <a:lnTo>
                  <a:pt x="5857" y="555"/>
                </a:lnTo>
                <a:lnTo>
                  <a:pt x="5805" y="560"/>
                </a:lnTo>
                <a:lnTo>
                  <a:pt x="5657" y="566"/>
                </a:lnTo>
                <a:lnTo>
                  <a:pt x="5519" y="567"/>
                </a:lnTo>
                <a:lnTo>
                  <a:pt x="5387" y="568"/>
                </a:lnTo>
                <a:lnTo>
                  <a:pt x="5267" y="565"/>
                </a:lnTo>
                <a:lnTo>
                  <a:pt x="5246" y="562"/>
                </a:lnTo>
                <a:lnTo>
                  <a:pt x="5247" y="560"/>
                </a:lnTo>
                <a:lnTo>
                  <a:pt x="5253" y="559"/>
                </a:lnTo>
                <a:lnTo>
                  <a:pt x="5311" y="553"/>
                </a:lnTo>
                <a:lnTo>
                  <a:pt x="5499" y="545"/>
                </a:lnTo>
                <a:lnTo>
                  <a:pt x="5704" y="542"/>
                </a:lnTo>
                <a:lnTo>
                  <a:pt x="5818" y="545"/>
                </a:lnTo>
                <a:lnTo>
                  <a:pt x="5858" y="549"/>
                </a:lnTo>
                <a:lnTo>
                  <a:pt x="5861" y="552"/>
                </a:lnTo>
                <a:close/>
                <a:moveTo>
                  <a:pt x="6686" y="551"/>
                </a:moveTo>
                <a:lnTo>
                  <a:pt x="6657" y="555"/>
                </a:lnTo>
                <a:lnTo>
                  <a:pt x="6438" y="561"/>
                </a:lnTo>
                <a:lnTo>
                  <a:pt x="6149" y="561"/>
                </a:lnTo>
                <a:lnTo>
                  <a:pt x="5929" y="557"/>
                </a:lnTo>
                <a:lnTo>
                  <a:pt x="5901" y="552"/>
                </a:lnTo>
                <a:lnTo>
                  <a:pt x="5904" y="550"/>
                </a:lnTo>
                <a:lnTo>
                  <a:pt x="5962" y="546"/>
                </a:lnTo>
                <a:lnTo>
                  <a:pt x="6132" y="541"/>
                </a:lnTo>
                <a:lnTo>
                  <a:pt x="6292" y="541"/>
                </a:lnTo>
                <a:lnTo>
                  <a:pt x="6453" y="541"/>
                </a:lnTo>
                <a:lnTo>
                  <a:pt x="6667" y="547"/>
                </a:lnTo>
                <a:lnTo>
                  <a:pt x="6686" y="551"/>
                </a:lnTo>
                <a:close/>
                <a:moveTo>
                  <a:pt x="8831" y="549"/>
                </a:moveTo>
                <a:lnTo>
                  <a:pt x="8762" y="553"/>
                </a:lnTo>
                <a:lnTo>
                  <a:pt x="8166" y="558"/>
                </a:lnTo>
                <a:lnTo>
                  <a:pt x="7376" y="559"/>
                </a:lnTo>
                <a:lnTo>
                  <a:pt x="6781" y="555"/>
                </a:lnTo>
                <a:lnTo>
                  <a:pt x="6712" y="551"/>
                </a:lnTo>
                <a:lnTo>
                  <a:pt x="6767" y="547"/>
                </a:lnTo>
                <a:lnTo>
                  <a:pt x="7343" y="541"/>
                </a:lnTo>
                <a:lnTo>
                  <a:pt x="7771" y="541"/>
                </a:lnTo>
                <a:lnTo>
                  <a:pt x="8198" y="541"/>
                </a:lnTo>
                <a:lnTo>
                  <a:pt x="8774" y="545"/>
                </a:lnTo>
                <a:lnTo>
                  <a:pt x="8831" y="549"/>
                </a:lnTo>
                <a:close/>
                <a:moveTo>
                  <a:pt x="4637" y="574"/>
                </a:moveTo>
                <a:lnTo>
                  <a:pt x="4632" y="577"/>
                </a:lnTo>
                <a:lnTo>
                  <a:pt x="4521" y="586"/>
                </a:lnTo>
                <a:lnTo>
                  <a:pt x="4434" y="591"/>
                </a:lnTo>
                <a:lnTo>
                  <a:pt x="4346" y="594"/>
                </a:lnTo>
                <a:lnTo>
                  <a:pt x="4217" y="594"/>
                </a:lnTo>
                <a:lnTo>
                  <a:pt x="4198" y="591"/>
                </a:lnTo>
                <a:lnTo>
                  <a:pt x="4196" y="589"/>
                </a:lnTo>
                <a:lnTo>
                  <a:pt x="4200" y="586"/>
                </a:lnTo>
                <a:lnTo>
                  <a:pt x="4221" y="582"/>
                </a:lnTo>
                <a:lnTo>
                  <a:pt x="4310" y="575"/>
                </a:lnTo>
                <a:lnTo>
                  <a:pt x="4472" y="568"/>
                </a:lnTo>
                <a:lnTo>
                  <a:pt x="4609" y="569"/>
                </a:lnTo>
                <a:lnTo>
                  <a:pt x="4637" y="574"/>
                </a:lnTo>
                <a:close/>
                <a:moveTo>
                  <a:pt x="5151" y="564"/>
                </a:moveTo>
                <a:lnTo>
                  <a:pt x="5131" y="569"/>
                </a:lnTo>
                <a:lnTo>
                  <a:pt x="4991" y="577"/>
                </a:lnTo>
                <a:lnTo>
                  <a:pt x="4811" y="581"/>
                </a:lnTo>
                <a:lnTo>
                  <a:pt x="4705" y="578"/>
                </a:lnTo>
                <a:lnTo>
                  <a:pt x="4666" y="575"/>
                </a:lnTo>
                <a:lnTo>
                  <a:pt x="4662" y="572"/>
                </a:lnTo>
                <a:lnTo>
                  <a:pt x="4665" y="569"/>
                </a:lnTo>
                <a:lnTo>
                  <a:pt x="4701" y="564"/>
                </a:lnTo>
                <a:lnTo>
                  <a:pt x="4807" y="558"/>
                </a:lnTo>
                <a:lnTo>
                  <a:pt x="4911" y="557"/>
                </a:lnTo>
                <a:lnTo>
                  <a:pt x="5009" y="558"/>
                </a:lnTo>
                <a:lnTo>
                  <a:pt x="5139" y="561"/>
                </a:lnTo>
                <a:lnTo>
                  <a:pt x="5151" y="564"/>
                </a:lnTo>
                <a:close/>
                <a:moveTo>
                  <a:pt x="4164" y="591"/>
                </a:moveTo>
                <a:lnTo>
                  <a:pt x="4160" y="594"/>
                </a:lnTo>
                <a:lnTo>
                  <a:pt x="4128" y="600"/>
                </a:lnTo>
                <a:lnTo>
                  <a:pt x="4044" y="605"/>
                </a:lnTo>
                <a:lnTo>
                  <a:pt x="3965" y="605"/>
                </a:lnTo>
                <a:lnTo>
                  <a:pt x="3776" y="601"/>
                </a:lnTo>
                <a:lnTo>
                  <a:pt x="3936" y="591"/>
                </a:lnTo>
                <a:lnTo>
                  <a:pt x="4068" y="582"/>
                </a:lnTo>
                <a:lnTo>
                  <a:pt x="4135" y="577"/>
                </a:lnTo>
                <a:lnTo>
                  <a:pt x="4151" y="577"/>
                </a:lnTo>
                <a:lnTo>
                  <a:pt x="4164" y="582"/>
                </a:lnTo>
                <a:lnTo>
                  <a:pt x="4166" y="587"/>
                </a:lnTo>
                <a:lnTo>
                  <a:pt x="4164" y="591"/>
                </a:lnTo>
                <a:close/>
                <a:moveTo>
                  <a:pt x="3762" y="601"/>
                </a:moveTo>
                <a:lnTo>
                  <a:pt x="3757" y="605"/>
                </a:lnTo>
                <a:lnTo>
                  <a:pt x="3739" y="606"/>
                </a:lnTo>
                <a:lnTo>
                  <a:pt x="3730" y="603"/>
                </a:lnTo>
                <a:lnTo>
                  <a:pt x="3722" y="599"/>
                </a:lnTo>
                <a:lnTo>
                  <a:pt x="3728" y="593"/>
                </a:lnTo>
                <a:lnTo>
                  <a:pt x="3740" y="592"/>
                </a:lnTo>
                <a:lnTo>
                  <a:pt x="3753" y="592"/>
                </a:lnTo>
                <a:lnTo>
                  <a:pt x="3763" y="595"/>
                </a:lnTo>
                <a:lnTo>
                  <a:pt x="3764" y="599"/>
                </a:lnTo>
                <a:lnTo>
                  <a:pt x="3762" y="601"/>
                </a:lnTo>
                <a:close/>
                <a:moveTo>
                  <a:pt x="5400" y="601"/>
                </a:moveTo>
                <a:lnTo>
                  <a:pt x="5395" y="605"/>
                </a:lnTo>
                <a:lnTo>
                  <a:pt x="5378" y="606"/>
                </a:lnTo>
                <a:lnTo>
                  <a:pt x="5369" y="603"/>
                </a:lnTo>
                <a:lnTo>
                  <a:pt x="5361" y="599"/>
                </a:lnTo>
                <a:lnTo>
                  <a:pt x="5367" y="593"/>
                </a:lnTo>
                <a:lnTo>
                  <a:pt x="5379" y="592"/>
                </a:lnTo>
                <a:lnTo>
                  <a:pt x="5391" y="592"/>
                </a:lnTo>
                <a:lnTo>
                  <a:pt x="5401" y="595"/>
                </a:lnTo>
                <a:lnTo>
                  <a:pt x="5402" y="599"/>
                </a:lnTo>
                <a:lnTo>
                  <a:pt x="5400" y="601"/>
                </a:lnTo>
                <a:close/>
                <a:moveTo>
                  <a:pt x="3561" y="620"/>
                </a:moveTo>
                <a:lnTo>
                  <a:pt x="3539" y="622"/>
                </a:lnTo>
                <a:lnTo>
                  <a:pt x="3489" y="622"/>
                </a:lnTo>
                <a:lnTo>
                  <a:pt x="3468" y="620"/>
                </a:lnTo>
                <a:lnTo>
                  <a:pt x="3459" y="619"/>
                </a:lnTo>
                <a:lnTo>
                  <a:pt x="3456" y="616"/>
                </a:lnTo>
                <a:lnTo>
                  <a:pt x="3480" y="614"/>
                </a:lnTo>
                <a:lnTo>
                  <a:pt x="3514" y="613"/>
                </a:lnTo>
                <a:lnTo>
                  <a:pt x="3548" y="614"/>
                </a:lnTo>
                <a:lnTo>
                  <a:pt x="3571" y="616"/>
                </a:lnTo>
                <a:lnTo>
                  <a:pt x="3569" y="619"/>
                </a:lnTo>
                <a:lnTo>
                  <a:pt x="3561" y="620"/>
                </a:lnTo>
                <a:close/>
                <a:moveTo>
                  <a:pt x="3677" y="618"/>
                </a:moveTo>
                <a:lnTo>
                  <a:pt x="3672" y="622"/>
                </a:lnTo>
                <a:lnTo>
                  <a:pt x="3655" y="623"/>
                </a:lnTo>
                <a:lnTo>
                  <a:pt x="3646" y="620"/>
                </a:lnTo>
                <a:lnTo>
                  <a:pt x="3638" y="616"/>
                </a:lnTo>
                <a:lnTo>
                  <a:pt x="3644" y="611"/>
                </a:lnTo>
                <a:lnTo>
                  <a:pt x="3656" y="610"/>
                </a:lnTo>
                <a:lnTo>
                  <a:pt x="3668" y="610"/>
                </a:lnTo>
                <a:lnTo>
                  <a:pt x="3678" y="613"/>
                </a:lnTo>
                <a:lnTo>
                  <a:pt x="3679" y="616"/>
                </a:lnTo>
                <a:lnTo>
                  <a:pt x="3677" y="618"/>
                </a:lnTo>
                <a:close/>
                <a:moveTo>
                  <a:pt x="755" y="635"/>
                </a:moveTo>
                <a:lnTo>
                  <a:pt x="750" y="638"/>
                </a:lnTo>
                <a:lnTo>
                  <a:pt x="732" y="640"/>
                </a:lnTo>
                <a:lnTo>
                  <a:pt x="723" y="637"/>
                </a:lnTo>
                <a:lnTo>
                  <a:pt x="716" y="633"/>
                </a:lnTo>
                <a:lnTo>
                  <a:pt x="721" y="627"/>
                </a:lnTo>
                <a:lnTo>
                  <a:pt x="733" y="627"/>
                </a:lnTo>
                <a:lnTo>
                  <a:pt x="746" y="626"/>
                </a:lnTo>
                <a:lnTo>
                  <a:pt x="756" y="630"/>
                </a:lnTo>
                <a:lnTo>
                  <a:pt x="757" y="633"/>
                </a:lnTo>
                <a:lnTo>
                  <a:pt x="755" y="635"/>
                </a:lnTo>
                <a:close/>
                <a:moveTo>
                  <a:pt x="1255" y="738"/>
                </a:moveTo>
                <a:lnTo>
                  <a:pt x="1246" y="740"/>
                </a:lnTo>
                <a:lnTo>
                  <a:pt x="1221" y="740"/>
                </a:lnTo>
                <a:lnTo>
                  <a:pt x="1213" y="738"/>
                </a:lnTo>
                <a:lnTo>
                  <a:pt x="1209" y="736"/>
                </a:lnTo>
                <a:lnTo>
                  <a:pt x="1207" y="733"/>
                </a:lnTo>
                <a:lnTo>
                  <a:pt x="1217" y="730"/>
                </a:lnTo>
                <a:lnTo>
                  <a:pt x="1234" y="729"/>
                </a:lnTo>
                <a:lnTo>
                  <a:pt x="1249" y="730"/>
                </a:lnTo>
                <a:lnTo>
                  <a:pt x="1259" y="733"/>
                </a:lnTo>
                <a:lnTo>
                  <a:pt x="1259" y="736"/>
                </a:lnTo>
                <a:lnTo>
                  <a:pt x="1255" y="738"/>
                </a:lnTo>
                <a:close/>
                <a:moveTo>
                  <a:pt x="591" y="777"/>
                </a:moveTo>
                <a:lnTo>
                  <a:pt x="590" y="783"/>
                </a:lnTo>
                <a:lnTo>
                  <a:pt x="582" y="793"/>
                </a:lnTo>
                <a:lnTo>
                  <a:pt x="575" y="794"/>
                </a:lnTo>
                <a:lnTo>
                  <a:pt x="568" y="793"/>
                </a:lnTo>
                <a:lnTo>
                  <a:pt x="559" y="783"/>
                </a:lnTo>
                <a:lnTo>
                  <a:pt x="557" y="777"/>
                </a:lnTo>
                <a:lnTo>
                  <a:pt x="559" y="770"/>
                </a:lnTo>
                <a:lnTo>
                  <a:pt x="568" y="760"/>
                </a:lnTo>
                <a:lnTo>
                  <a:pt x="575" y="759"/>
                </a:lnTo>
                <a:lnTo>
                  <a:pt x="582" y="760"/>
                </a:lnTo>
                <a:lnTo>
                  <a:pt x="590" y="770"/>
                </a:lnTo>
                <a:lnTo>
                  <a:pt x="591" y="77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3" name="Freeform 56">
            <a:extLst>
              <a:ext uri="{FF2B5EF4-FFF2-40B4-BE49-F238E27FC236}">
                <a16:creationId xmlns:a16="http://schemas.microsoft.com/office/drawing/2014/main" id="{EA7FB739-481D-4434-B2E2-2EA401C2E05F}"/>
              </a:ext>
            </a:extLst>
          </p:cNvPr>
          <p:cNvSpPr>
            <a:spLocks/>
          </p:cNvSpPr>
          <p:nvPr/>
        </p:nvSpPr>
        <p:spPr bwMode="auto">
          <a:xfrm>
            <a:off x="4744341" y="2574584"/>
            <a:ext cx="2909520" cy="327510"/>
          </a:xfrm>
          <a:custGeom>
            <a:avLst/>
            <a:gdLst>
              <a:gd name="T0" fmla="*/ 4571 w 5981"/>
              <a:gd name="T1" fmla="*/ 42 h 1083"/>
              <a:gd name="T2" fmla="*/ 4671 w 5981"/>
              <a:gd name="T3" fmla="*/ 193 h 1083"/>
              <a:gd name="T4" fmla="*/ 4942 w 5981"/>
              <a:gd name="T5" fmla="*/ 404 h 1083"/>
              <a:gd name="T6" fmla="*/ 5131 w 5981"/>
              <a:gd name="T7" fmla="*/ 513 h 1083"/>
              <a:gd name="T8" fmla="*/ 5046 w 5981"/>
              <a:gd name="T9" fmla="*/ 537 h 1083"/>
              <a:gd name="T10" fmla="*/ 4186 w 5981"/>
              <a:gd name="T11" fmla="*/ 563 h 1083"/>
              <a:gd name="T12" fmla="*/ 3848 w 5981"/>
              <a:gd name="T13" fmla="*/ 590 h 1083"/>
              <a:gd name="T14" fmla="*/ 3106 w 5981"/>
              <a:gd name="T15" fmla="*/ 641 h 1083"/>
              <a:gd name="T16" fmla="*/ 2092 w 5981"/>
              <a:gd name="T17" fmla="*/ 705 h 1083"/>
              <a:gd name="T18" fmla="*/ 991 w 5981"/>
              <a:gd name="T19" fmla="*/ 779 h 1083"/>
              <a:gd name="T20" fmla="*/ 463 w 5981"/>
              <a:gd name="T21" fmla="*/ 826 h 1083"/>
              <a:gd name="T22" fmla="*/ 122 w 5981"/>
              <a:gd name="T23" fmla="*/ 847 h 1083"/>
              <a:gd name="T24" fmla="*/ 9 w 5981"/>
              <a:gd name="T25" fmla="*/ 884 h 1083"/>
              <a:gd name="T26" fmla="*/ 4 w 5981"/>
              <a:gd name="T27" fmla="*/ 915 h 1083"/>
              <a:gd name="T28" fmla="*/ 54 w 5981"/>
              <a:gd name="T29" fmla="*/ 936 h 1083"/>
              <a:gd name="T30" fmla="*/ 547 w 5981"/>
              <a:gd name="T31" fmla="*/ 927 h 1083"/>
              <a:gd name="T32" fmla="*/ 978 w 5981"/>
              <a:gd name="T33" fmla="*/ 902 h 1083"/>
              <a:gd name="T34" fmla="*/ 1501 w 5981"/>
              <a:gd name="T35" fmla="*/ 878 h 1083"/>
              <a:gd name="T36" fmla="*/ 2346 w 5981"/>
              <a:gd name="T37" fmla="*/ 851 h 1083"/>
              <a:gd name="T38" fmla="*/ 3044 w 5981"/>
              <a:gd name="T39" fmla="*/ 825 h 1083"/>
              <a:gd name="T40" fmla="*/ 3521 w 5981"/>
              <a:gd name="T41" fmla="*/ 799 h 1083"/>
              <a:gd name="T42" fmla="*/ 4172 w 5981"/>
              <a:gd name="T43" fmla="*/ 760 h 1083"/>
              <a:gd name="T44" fmla="*/ 4933 w 5981"/>
              <a:gd name="T45" fmla="*/ 742 h 1083"/>
              <a:gd name="T46" fmla="*/ 5295 w 5981"/>
              <a:gd name="T47" fmla="*/ 722 h 1083"/>
              <a:gd name="T48" fmla="*/ 5356 w 5981"/>
              <a:gd name="T49" fmla="*/ 691 h 1083"/>
              <a:gd name="T50" fmla="*/ 5640 w 5981"/>
              <a:gd name="T51" fmla="*/ 782 h 1083"/>
              <a:gd name="T52" fmla="*/ 5078 w 5981"/>
              <a:gd name="T53" fmla="*/ 832 h 1083"/>
              <a:gd name="T54" fmla="*/ 4748 w 5981"/>
              <a:gd name="T55" fmla="*/ 899 h 1083"/>
              <a:gd name="T56" fmla="*/ 4625 w 5981"/>
              <a:gd name="T57" fmla="*/ 953 h 1083"/>
              <a:gd name="T58" fmla="*/ 4609 w 5981"/>
              <a:gd name="T59" fmla="*/ 1006 h 1083"/>
              <a:gd name="T60" fmla="*/ 4646 w 5981"/>
              <a:gd name="T61" fmla="*/ 1060 h 1083"/>
              <a:gd name="T62" fmla="*/ 4736 w 5981"/>
              <a:gd name="T63" fmla="*/ 1083 h 1083"/>
              <a:gd name="T64" fmla="*/ 4939 w 5981"/>
              <a:gd name="T65" fmla="*/ 1033 h 1083"/>
              <a:gd name="T66" fmla="*/ 5557 w 5981"/>
              <a:gd name="T67" fmla="*/ 951 h 1083"/>
              <a:gd name="T68" fmla="*/ 5863 w 5981"/>
              <a:gd name="T69" fmla="*/ 926 h 1083"/>
              <a:gd name="T70" fmla="*/ 5968 w 5981"/>
              <a:gd name="T71" fmla="*/ 887 h 1083"/>
              <a:gd name="T72" fmla="*/ 5979 w 5981"/>
              <a:gd name="T73" fmla="*/ 829 h 1083"/>
              <a:gd name="T74" fmla="*/ 5906 w 5981"/>
              <a:gd name="T75" fmla="*/ 745 h 1083"/>
              <a:gd name="T76" fmla="*/ 5653 w 5981"/>
              <a:gd name="T77" fmla="*/ 628 h 1083"/>
              <a:gd name="T78" fmla="*/ 4948 w 5981"/>
              <a:gd name="T79" fmla="*/ 264 h 1083"/>
              <a:gd name="T80" fmla="*/ 4735 w 5981"/>
              <a:gd name="T81" fmla="*/ 110 h 1083"/>
              <a:gd name="T82" fmla="*/ 4629 w 5981"/>
              <a:gd name="T83" fmla="*/ 13 h 1083"/>
              <a:gd name="T84" fmla="*/ 4576 w 5981"/>
              <a:gd name="T85" fmla="*/ 16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5981" h="1083">
                <a:moveTo>
                  <a:pt x="4576" y="16"/>
                </a:moveTo>
                <a:lnTo>
                  <a:pt x="4572" y="24"/>
                </a:lnTo>
                <a:lnTo>
                  <a:pt x="4571" y="42"/>
                </a:lnTo>
                <a:lnTo>
                  <a:pt x="4579" y="76"/>
                </a:lnTo>
                <a:lnTo>
                  <a:pt x="4614" y="130"/>
                </a:lnTo>
                <a:lnTo>
                  <a:pt x="4671" y="193"/>
                </a:lnTo>
                <a:lnTo>
                  <a:pt x="4746" y="262"/>
                </a:lnTo>
                <a:lnTo>
                  <a:pt x="4837" y="333"/>
                </a:lnTo>
                <a:lnTo>
                  <a:pt x="4942" y="404"/>
                </a:lnTo>
                <a:lnTo>
                  <a:pt x="5054" y="471"/>
                </a:lnTo>
                <a:lnTo>
                  <a:pt x="5113" y="504"/>
                </a:lnTo>
                <a:lnTo>
                  <a:pt x="5131" y="513"/>
                </a:lnTo>
                <a:lnTo>
                  <a:pt x="5154" y="528"/>
                </a:lnTo>
                <a:lnTo>
                  <a:pt x="5154" y="532"/>
                </a:lnTo>
                <a:lnTo>
                  <a:pt x="5046" y="537"/>
                </a:lnTo>
                <a:lnTo>
                  <a:pt x="4684" y="545"/>
                </a:lnTo>
                <a:lnTo>
                  <a:pt x="4315" y="556"/>
                </a:lnTo>
                <a:lnTo>
                  <a:pt x="4186" y="563"/>
                </a:lnTo>
                <a:lnTo>
                  <a:pt x="4124" y="570"/>
                </a:lnTo>
                <a:lnTo>
                  <a:pt x="3993" y="580"/>
                </a:lnTo>
                <a:lnTo>
                  <a:pt x="3848" y="590"/>
                </a:lnTo>
                <a:lnTo>
                  <a:pt x="3740" y="598"/>
                </a:lnTo>
                <a:lnTo>
                  <a:pt x="3458" y="619"/>
                </a:lnTo>
                <a:lnTo>
                  <a:pt x="3106" y="641"/>
                </a:lnTo>
                <a:lnTo>
                  <a:pt x="2639" y="668"/>
                </a:lnTo>
                <a:lnTo>
                  <a:pt x="2321" y="689"/>
                </a:lnTo>
                <a:lnTo>
                  <a:pt x="2092" y="705"/>
                </a:lnTo>
                <a:lnTo>
                  <a:pt x="1899" y="717"/>
                </a:lnTo>
                <a:lnTo>
                  <a:pt x="1592" y="734"/>
                </a:lnTo>
                <a:lnTo>
                  <a:pt x="991" y="779"/>
                </a:lnTo>
                <a:lnTo>
                  <a:pt x="767" y="803"/>
                </a:lnTo>
                <a:lnTo>
                  <a:pt x="679" y="811"/>
                </a:lnTo>
                <a:lnTo>
                  <a:pt x="463" y="826"/>
                </a:lnTo>
                <a:lnTo>
                  <a:pt x="319" y="834"/>
                </a:lnTo>
                <a:lnTo>
                  <a:pt x="237" y="839"/>
                </a:lnTo>
                <a:lnTo>
                  <a:pt x="122" y="847"/>
                </a:lnTo>
                <a:lnTo>
                  <a:pt x="54" y="858"/>
                </a:lnTo>
                <a:lnTo>
                  <a:pt x="18" y="873"/>
                </a:lnTo>
                <a:lnTo>
                  <a:pt x="9" y="884"/>
                </a:lnTo>
                <a:lnTo>
                  <a:pt x="4" y="890"/>
                </a:lnTo>
                <a:lnTo>
                  <a:pt x="0" y="900"/>
                </a:lnTo>
                <a:lnTo>
                  <a:pt x="4" y="915"/>
                </a:lnTo>
                <a:lnTo>
                  <a:pt x="15" y="927"/>
                </a:lnTo>
                <a:lnTo>
                  <a:pt x="22" y="931"/>
                </a:lnTo>
                <a:lnTo>
                  <a:pt x="54" y="936"/>
                </a:lnTo>
                <a:lnTo>
                  <a:pt x="141" y="940"/>
                </a:lnTo>
                <a:lnTo>
                  <a:pt x="319" y="937"/>
                </a:lnTo>
                <a:lnTo>
                  <a:pt x="547" y="927"/>
                </a:lnTo>
                <a:lnTo>
                  <a:pt x="674" y="919"/>
                </a:lnTo>
                <a:lnTo>
                  <a:pt x="789" y="912"/>
                </a:lnTo>
                <a:lnTo>
                  <a:pt x="978" y="902"/>
                </a:lnTo>
                <a:lnTo>
                  <a:pt x="1175" y="893"/>
                </a:lnTo>
                <a:lnTo>
                  <a:pt x="1316" y="885"/>
                </a:lnTo>
                <a:lnTo>
                  <a:pt x="1501" y="878"/>
                </a:lnTo>
                <a:lnTo>
                  <a:pt x="1848" y="868"/>
                </a:lnTo>
                <a:lnTo>
                  <a:pt x="2188" y="859"/>
                </a:lnTo>
                <a:lnTo>
                  <a:pt x="2346" y="851"/>
                </a:lnTo>
                <a:lnTo>
                  <a:pt x="2487" y="843"/>
                </a:lnTo>
                <a:lnTo>
                  <a:pt x="2761" y="834"/>
                </a:lnTo>
                <a:lnTo>
                  <a:pt x="3044" y="825"/>
                </a:lnTo>
                <a:lnTo>
                  <a:pt x="3217" y="818"/>
                </a:lnTo>
                <a:lnTo>
                  <a:pt x="3354" y="808"/>
                </a:lnTo>
                <a:lnTo>
                  <a:pt x="3521" y="799"/>
                </a:lnTo>
                <a:lnTo>
                  <a:pt x="3731" y="787"/>
                </a:lnTo>
                <a:lnTo>
                  <a:pt x="4018" y="768"/>
                </a:lnTo>
                <a:lnTo>
                  <a:pt x="4172" y="760"/>
                </a:lnTo>
                <a:lnTo>
                  <a:pt x="4576" y="746"/>
                </a:lnTo>
                <a:lnTo>
                  <a:pt x="4762" y="743"/>
                </a:lnTo>
                <a:lnTo>
                  <a:pt x="4933" y="742"/>
                </a:lnTo>
                <a:lnTo>
                  <a:pt x="5157" y="736"/>
                </a:lnTo>
                <a:lnTo>
                  <a:pt x="5252" y="729"/>
                </a:lnTo>
                <a:lnTo>
                  <a:pt x="5295" y="722"/>
                </a:lnTo>
                <a:lnTo>
                  <a:pt x="5324" y="711"/>
                </a:lnTo>
                <a:lnTo>
                  <a:pt x="5346" y="698"/>
                </a:lnTo>
                <a:lnTo>
                  <a:pt x="5356" y="691"/>
                </a:lnTo>
                <a:lnTo>
                  <a:pt x="5399" y="659"/>
                </a:lnTo>
                <a:lnTo>
                  <a:pt x="5519" y="720"/>
                </a:lnTo>
                <a:lnTo>
                  <a:pt x="5640" y="782"/>
                </a:lnTo>
                <a:lnTo>
                  <a:pt x="5387" y="803"/>
                </a:lnTo>
                <a:lnTo>
                  <a:pt x="5269" y="813"/>
                </a:lnTo>
                <a:lnTo>
                  <a:pt x="5078" y="832"/>
                </a:lnTo>
                <a:lnTo>
                  <a:pt x="4927" y="855"/>
                </a:lnTo>
                <a:lnTo>
                  <a:pt x="4804" y="882"/>
                </a:lnTo>
                <a:lnTo>
                  <a:pt x="4748" y="899"/>
                </a:lnTo>
                <a:lnTo>
                  <a:pt x="4699" y="915"/>
                </a:lnTo>
                <a:lnTo>
                  <a:pt x="4647" y="938"/>
                </a:lnTo>
                <a:lnTo>
                  <a:pt x="4625" y="953"/>
                </a:lnTo>
                <a:lnTo>
                  <a:pt x="4610" y="970"/>
                </a:lnTo>
                <a:lnTo>
                  <a:pt x="4606" y="987"/>
                </a:lnTo>
                <a:lnTo>
                  <a:pt x="4609" y="1006"/>
                </a:lnTo>
                <a:lnTo>
                  <a:pt x="4622" y="1028"/>
                </a:lnTo>
                <a:lnTo>
                  <a:pt x="4631" y="1041"/>
                </a:lnTo>
                <a:lnTo>
                  <a:pt x="4646" y="1060"/>
                </a:lnTo>
                <a:lnTo>
                  <a:pt x="4672" y="1077"/>
                </a:lnTo>
                <a:lnTo>
                  <a:pt x="4695" y="1083"/>
                </a:lnTo>
                <a:lnTo>
                  <a:pt x="4736" y="1083"/>
                </a:lnTo>
                <a:lnTo>
                  <a:pt x="4820" y="1066"/>
                </a:lnTo>
                <a:lnTo>
                  <a:pt x="4880" y="1049"/>
                </a:lnTo>
                <a:lnTo>
                  <a:pt x="4939" y="1033"/>
                </a:lnTo>
                <a:lnTo>
                  <a:pt x="5109" y="1002"/>
                </a:lnTo>
                <a:lnTo>
                  <a:pt x="5322" y="975"/>
                </a:lnTo>
                <a:lnTo>
                  <a:pt x="5557" y="951"/>
                </a:lnTo>
                <a:lnTo>
                  <a:pt x="5676" y="944"/>
                </a:lnTo>
                <a:lnTo>
                  <a:pt x="5765" y="938"/>
                </a:lnTo>
                <a:lnTo>
                  <a:pt x="5863" y="926"/>
                </a:lnTo>
                <a:lnTo>
                  <a:pt x="5911" y="916"/>
                </a:lnTo>
                <a:lnTo>
                  <a:pt x="5945" y="903"/>
                </a:lnTo>
                <a:lnTo>
                  <a:pt x="5968" y="887"/>
                </a:lnTo>
                <a:lnTo>
                  <a:pt x="5980" y="866"/>
                </a:lnTo>
                <a:lnTo>
                  <a:pt x="5981" y="843"/>
                </a:lnTo>
                <a:lnTo>
                  <a:pt x="5979" y="829"/>
                </a:lnTo>
                <a:lnTo>
                  <a:pt x="5973" y="810"/>
                </a:lnTo>
                <a:lnTo>
                  <a:pt x="5951" y="777"/>
                </a:lnTo>
                <a:lnTo>
                  <a:pt x="5906" y="745"/>
                </a:lnTo>
                <a:lnTo>
                  <a:pt x="5819" y="703"/>
                </a:lnTo>
                <a:lnTo>
                  <a:pt x="5754" y="674"/>
                </a:lnTo>
                <a:lnTo>
                  <a:pt x="5653" y="628"/>
                </a:lnTo>
                <a:lnTo>
                  <a:pt x="5405" y="507"/>
                </a:lnTo>
                <a:lnTo>
                  <a:pt x="5151" y="375"/>
                </a:lnTo>
                <a:lnTo>
                  <a:pt x="4948" y="264"/>
                </a:lnTo>
                <a:lnTo>
                  <a:pt x="4889" y="226"/>
                </a:lnTo>
                <a:lnTo>
                  <a:pt x="4838" y="192"/>
                </a:lnTo>
                <a:lnTo>
                  <a:pt x="4735" y="110"/>
                </a:lnTo>
                <a:lnTo>
                  <a:pt x="4698" y="75"/>
                </a:lnTo>
                <a:lnTo>
                  <a:pt x="4670" y="48"/>
                </a:lnTo>
                <a:lnTo>
                  <a:pt x="4629" y="13"/>
                </a:lnTo>
                <a:lnTo>
                  <a:pt x="4601" y="0"/>
                </a:lnTo>
                <a:lnTo>
                  <a:pt x="4583" y="6"/>
                </a:lnTo>
                <a:lnTo>
                  <a:pt x="4576" y="1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4" name="Freeform 58">
            <a:extLst>
              <a:ext uri="{FF2B5EF4-FFF2-40B4-BE49-F238E27FC236}">
                <a16:creationId xmlns:a16="http://schemas.microsoft.com/office/drawing/2014/main" id="{9EB55F16-5A5D-4814-9BB3-FD838B7E957A}"/>
              </a:ext>
            </a:extLst>
          </p:cNvPr>
          <p:cNvSpPr>
            <a:spLocks/>
          </p:cNvSpPr>
          <p:nvPr/>
        </p:nvSpPr>
        <p:spPr bwMode="auto">
          <a:xfrm>
            <a:off x="4783784" y="3355898"/>
            <a:ext cx="2830634" cy="263525"/>
          </a:xfrm>
          <a:custGeom>
            <a:avLst/>
            <a:gdLst>
              <a:gd name="T0" fmla="*/ 5381 w 6401"/>
              <a:gd name="T1" fmla="*/ 66 h 1164"/>
              <a:gd name="T2" fmla="*/ 5484 w 6401"/>
              <a:gd name="T3" fmla="*/ 171 h 1164"/>
              <a:gd name="T4" fmla="*/ 5798 w 6401"/>
              <a:gd name="T5" fmla="*/ 392 h 1164"/>
              <a:gd name="T6" fmla="*/ 5877 w 6401"/>
              <a:gd name="T7" fmla="*/ 479 h 1164"/>
              <a:gd name="T8" fmla="*/ 4136 w 6401"/>
              <a:gd name="T9" fmla="*/ 484 h 1164"/>
              <a:gd name="T10" fmla="*/ 2829 w 6401"/>
              <a:gd name="T11" fmla="*/ 427 h 1164"/>
              <a:gd name="T12" fmla="*/ 1764 w 6401"/>
              <a:gd name="T13" fmla="*/ 392 h 1164"/>
              <a:gd name="T14" fmla="*/ 1155 w 6401"/>
              <a:gd name="T15" fmla="*/ 373 h 1164"/>
              <a:gd name="T16" fmla="*/ 272 w 6401"/>
              <a:gd name="T17" fmla="*/ 377 h 1164"/>
              <a:gd name="T18" fmla="*/ 76 w 6401"/>
              <a:gd name="T19" fmla="*/ 401 h 1164"/>
              <a:gd name="T20" fmla="*/ 0 w 6401"/>
              <a:gd name="T21" fmla="*/ 447 h 1164"/>
              <a:gd name="T22" fmla="*/ 7 w 6401"/>
              <a:gd name="T23" fmla="*/ 466 h 1164"/>
              <a:gd name="T24" fmla="*/ 125 w 6401"/>
              <a:gd name="T25" fmla="*/ 491 h 1164"/>
              <a:gd name="T26" fmla="*/ 509 w 6401"/>
              <a:gd name="T27" fmla="*/ 481 h 1164"/>
              <a:gd name="T28" fmla="*/ 1326 w 6401"/>
              <a:gd name="T29" fmla="*/ 510 h 1164"/>
              <a:gd name="T30" fmla="*/ 2010 w 6401"/>
              <a:gd name="T31" fmla="*/ 546 h 1164"/>
              <a:gd name="T32" fmla="*/ 2420 w 6401"/>
              <a:gd name="T33" fmla="*/ 570 h 1164"/>
              <a:gd name="T34" fmla="*/ 2889 w 6401"/>
              <a:gd name="T35" fmla="*/ 597 h 1164"/>
              <a:gd name="T36" fmla="*/ 4527 w 6401"/>
              <a:gd name="T37" fmla="*/ 677 h 1164"/>
              <a:gd name="T38" fmla="*/ 5933 w 6401"/>
              <a:gd name="T39" fmla="*/ 670 h 1164"/>
              <a:gd name="T40" fmla="*/ 5985 w 6401"/>
              <a:gd name="T41" fmla="*/ 688 h 1164"/>
              <a:gd name="T42" fmla="*/ 5727 w 6401"/>
              <a:gd name="T43" fmla="*/ 831 h 1164"/>
              <a:gd name="T44" fmla="*/ 5550 w 6401"/>
              <a:gd name="T45" fmla="*/ 952 h 1164"/>
              <a:gd name="T46" fmla="*/ 5483 w 6401"/>
              <a:gd name="T47" fmla="*/ 997 h 1164"/>
              <a:gd name="T48" fmla="*/ 5454 w 6401"/>
              <a:gd name="T49" fmla="*/ 1049 h 1164"/>
              <a:gd name="T50" fmla="*/ 5476 w 6401"/>
              <a:gd name="T51" fmla="*/ 1110 h 1164"/>
              <a:gd name="T52" fmla="*/ 5559 w 6401"/>
              <a:gd name="T53" fmla="*/ 1164 h 1164"/>
              <a:gd name="T54" fmla="*/ 5743 w 6401"/>
              <a:gd name="T55" fmla="*/ 1030 h 1164"/>
              <a:gd name="T56" fmla="*/ 5789 w 6401"/>
              <a:gd name="T57" fmla="*/ 1006 h 1164"/>
              <a:gd name="T58" fmla="*/ 5840 w 6401"/>
              <a:gd name="T59" fmla="*/ 961 h 1164"/>
              <a:gd name="T60" fmla="*/ 5945 w 6401"/>
              <a:gd name="T61" fmla="*/ 910 h 1164"/>
              <a:gd name="T62" fmla="*/ 6177 w 6401"/>
              <a:gd name="T63" fmla="*/ 783 h 1164"/>
              <a:gd name="T64" fmla="*/ 6331 w 6401"/>
              <a:gd name="T65" fmla="*/ 714 h 1164"/>
              <a:gd name="T66" fmla="*/ 6401 w 6401"/>
              <a:gd name="T67" fmla="*/ 641 h 1164"/>
              <a:gd name="T68" fmla="*/ 6395 w 6401"/>
              <a:gd name="T69" fmla="*/ 600 h 1164"/>
              <a:gd name="T70" fmla="*/ 6329 w 6401"/>
              <a:gd name="T71" fmla="*/ 530 h 1164"/>
              <a:gd name="T72" fmla="*/ 6106 w 6401"/>
              <a:gd name="T73" fmla="*/ 423 h 1164"/>
              <a:gd name="T74" fmla="*/ 5706 w 6401"/>
              <a:gd name="T75" fmla="*/ 203 h 1164"/>
              <a:gd name="T76" fmla="*/ 5663 w 6401"/>
              <a:gd name="T77" fmla="*/ 160 h 1164"/>
              <a:gd name="T78" fmla="*/ 5633 w 6401"/>
              <a:gd name="T79" fmla="*/ 160 h 1164"/>
              <a:gd name="T80" fmla="*/ 5610 w 6401"/>
              <a:gd name="T81" fmla="*/ 131 h 1164"/>
              <a:gd name="T82" fmla="*/ 5574 w 6401"/>
              <a:gd name="T83" fmla="*/ 112 h 1164"/>
              <a:gd name="T84" fmla="*/ 5497 w 6401"/>
              <a:gd name="T85" fmla="*/ 44 h 1164"/>
              <a:gd name="T86" fmla="*/ 5424 w 6401"/>
              <a:gd name="T87" fmla="*/ 11 h 1164"/>
              <a:gd name="T88" fmla="*/ 5375 w 6401"/>
              <a:gd name="T89" fmla="*/ 5 h 1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01" h="1164">
                <a:moveTo>
                  <a:pt x="5372" y="22"/>
                </a:moveTo>
                <a:lnTo>
                  <a:pt x="5372" y="34"/>
                </a:lnTo>
                <a:lnTo>
                  <a:pt x="5381" y="66"/>
                </a:lnTo>
                <a:lnTo>
                  <a:pt x="5387" y="80"/>
                </a:lnTo>
                <a:lnTo>
                  <a:pt x="5402" y="99"/>
                </a:lnTo>
                <a:lnTo>
                  <a:pt x="5484" y="171"/>
                </a:lnTo>
                <a:lnTo>
                  <a:pt x="5604" y="262"/>
                </a:lnTo>
                <a:lnTo>
                  <a:pt x="5737" y="353"/>
                </a:lnTo>
                <a:lnTo>
                  <a:pt x="5798" y="392"/>
                </a:lnTo>
                <a:lnTo>
                  <a:pt x="5899" y="455"/>
                </a:lnTo>
                <a:lnTo>
                  <a:pt x="5929" y="475"/>
                </a:lnTo>
                <a:lnTo>
                  <a:pt x="5877" y="479"/>
                </a:lnTo>
                <a:lnTo>
                  <a:pt x="5402" y="486"/>
                </a:lnTo>
                <a:lnTo>
                  <a:pt x="4729" y="488"/>
                </a:lnTo>
                <a:lnTo>
                  <a:pt x="4136" y="484"/>
                </a:lnTo>
                <a:lnTo>
                  <a:pt x="3978" y="480"/>
                </a:lnTo>
                <a:lnTo>
                  <a:pt x="3365" y="453"/>
                </a:lnTo>
                <a:lnTo>
                  <a:pt x="2829" y="427"/>
                </a:lnTo>
                <a:lnTo>
                  <a:pt x="2547" y="415"/>
                </a:lnTo>
                <a:lnTo>
                  <a:pt x="2069" y="399"/>
                </a:lnTo>
                <a:lnTo>
                  <a:pt x="1764" y="392"/>
                </a:lnTo>
                <a:lnTo>
                  <a:pt x="1383" y="384"/>
                </a:lnTo>
                <a:lnTo>
                  <a:pt x="1224" y="377"/>
                </a:lnTo>
                <a:lnTo>
                  <a:pt x="1155" y="373"/>
                </a:lnTo>
                <a:lnTo>
                  <a:pt x="882" y="369"/>
                </a:lnTo>
                <a:lnTo>
                  <a:pt x="549" y="371"/>
                </a:lnTo>
                <a:lnTo>
                  <a:pt x="272" y="377"/>
                </a:lnTo>
                <a:lnTo>
                  <a:pt x="199" y="382"/>
                </a:lnTo>
                <a:lnTo>
                  <a:pt x="151" y="387"/>
                </a:lnTo>
                <a:lnTo>
                  <a:pt x="76" y="401"/>
                </a:lnTo>
                <a:lnTo>
                  <a:pt x="26" y="419"/>
                </a:lnTo>
                <a:lnTo>
                  <a:pt x="6" y="434"/>
                </a:lnTo>
                <a:lnTo>
                  <a:pt x="0" y="447"/>
                </a:lnTo>
                <a:lnTo>
                  <a:pt x="0" y="453"/>
                </a:lnTo>
                <a:lnTo>
                  <a:pt x="0" y="458"/>
                </a:lnTo>
                <a:lnTo>
                  <a:pt x="7" y="466"/>
                </a:lnTo>
                <a:lnTo>
                  <a:pt x="28" y="478"/>
                </a:lnTo>
                <a:lnTo>
                  <a:pt x="72" y="488"/>
                </a:lnTo>
                <a:lnTo>
                  <a:pt x="125" y="491"/>
                </a:lnTo>
                <a:lnTo>
                  <a:pt x="152" y="488"/>
                </a:lnTo>
                <a:lnTo>
                  <a:pt x="220" y="483"/>
                </a:lnTo>
                <a:lnTo>
                  <a:pt x="509" y="481"/>
                </a:lnTo>
                <a:lnTo>
                  <a:pt x="879" y="488"/>
                </a:lnTo>
                <a:lnTo>
                  <a:pt x="1214" y="501"/>
                </a:lnTo>
                <a:lnTo>
                  <a:pt x="1326" y="510"/>
                </a:lnTo>
                <a:lnTo>
                  <a:pt x="1420" y="517"/>
                </a:lnTo>
                <a:lnTo>
                  <a:pt x="1804" y="537"/>
                </a:lnTo>
                <a:lnTo>
                  <a:pt x="2010" y="546"/>
                </a:lnTo>
                <a:lnTo>
                  <a:pt x="2215" y="555"/>
                </a:lnTo>
                <a:lnTo>
                  <a:pt x="2322" y="562"/>
                </a:lnTo>
                <a:lnTo>
                  <a:pt x="2420" y="570"/>
                </a:lnTo>
                <a:lnTo>
                  <a:pt x="2593" y="579"/>
                </a:lnTo>
                <a:lnTo>
                  <a:pt x="2771" y="589"/>
                </a:lnTo>
                <a:lnTo>
                  <a:pt x="2889" y="597"/>
                </a:lnTo>
                <a:lnTo>
                  <a:pt x="3258" y="625"/>
                </a:lnTo>
                <a:lnTo>
                  <a:pt x="3899" y="660"/>
                </a:lnTo>
                <a:lnTo>
                  <a:pt x="4527" y="677"/>
                </a:lnTo>
                <a:lnTo>
                  <a:pt x="5265" y="677"/>
                </a:lnTo>
                <a:lnTo>
                  <a:pt x="5726" y="672"/>
                </a:lnTo>
                <a:lnTo>
                  <a:pt x="5933" y="670"/>
                </a:lnTo>
                <a:lnTo>
                  <a:pt x="6005" y="670"/>
                </a:lnTo>
                <a:lnTo>
                  <a:pt x="6006" y="672"/>
                </a:lnTo>
                <a:lnTo>
                  <a:pt x="5985" y="688"/>
                </a:lnTo>
                <a:lnTo>
                  <a:pt x="5913" y="731"/>
                </a:lnTo>
                <a:lnTo>
                  <a:pt x="5841" y="770"/>
                </a:lnTo>
                <a:lnTo>
                  <a:pt x="5727" y="831"/>
                </a:lnTo>
                <a:lnTo>
                  <a:pt x="5620" y="897"/>
                </a:lnTo>
                <a:lnTo>
                  <a:pt x="5570" y="935"/>
                </a:lnTo>
                <a:lnTo>
                  <a:pt x="5550" y="952"/>
                </a:lnTo>
                <a:lnTo>
                  <a:pt x="5528" y="971"/>
                </a:lnTo>
                <a:lnTo>
                  <a:pt x="5493" y="991"/>
                </a:lnTo>
                <a:lnTo>
                  <a:pt x="5483" y="997"/>
                </a:lnTo>
                <a:lnTo>
                  <a:pt x="5467" y="1012"/>
                </a:lnTo>
                <a:lnTo>
                  <a:pt x="5458" y="1030"/>
                </a:lnTo>
                <a:lnTo>
                  <a:pt x="5454" y="1049"/>
                </a:lnTo>
                <a:lnTo>
                  <a:pt x="5456" y="1069"/>
                </a:lnTo>
                <a:lnTo>
                  <a:pt x="5463" y="1091"/>
                </a:lnTo>
                <a:lnTo>
                  <a:pt x="5476" y="1110"/>
                </a:lnTo>
                <a:lnTo>
                  <a:pt x="5495" y="1127"/>
                </a:lnTo>
                <a:lnTo>
                  <a:pt x="5507" y="1134"/>
                </a:lnTo>
                <a:lnTo>
                  <a:pt x="5559" y="1164"/>
                </a:lnTo>
                <a:lnTo>
                  <a:pt x="5648" y="1096"/>
                </a:lnTo>
                <a:lnTo>
                  <a:pt x="5685" y="1067"/>
                </a:lnTo>
                <a:lnTo>
                  <a:pt x="5743" y="1030"/>
                </a:lnTo>
                <a:lnTo>
                  <a:pt x="5755" y="1027"/>
                </a:lnTo>
                <a:lnTo>
                  <a:pt x="5763" y="1025"/>
                </a:lnTo>
                <a:lnTo>
                  <a:pt x="5789" y="1006"/>
                </a:lnTo>
                <a:lnTo>
                  <a:pt x="5802" y="992"/>
                </a:lnTo>
                <a:lnTo>
                  <a:pt x="5816" y="979"/>
                </a:lnTo>
                <a:lnTo>
                  <a:pt x="5840" y="961"/>
                </a:lnTo>
                <a:lnTo>
                  <a:pt x="5848" y="959"/>
                </a:lnTo>
                <a:lnTo>
                  <a:pt x="5861" y="954"/>
                </a:lnTo>
                <a:lnTo>
                  <a:pt x="5945" y="910"/>
                </a:lnTo>
                <a:lnTo>
                  <a:pt x="6001" y="878"/>
                </a:lnTo>
                <a:lnTo>
                  <a:pt x="6061" y="843"/>
                </a:lnTo>
                <a:lnTo>
                  <a:pt x="6177" y="783"/>
                </a:lnTo>
                <a:lnTo>
                  <a:pt x="6216" y="767"/>
                </a:lnTo>
                <a:lnTo>
                  <a:pt x="6261" y="748"/>
                </a:lnTo>
                <a:lnTo>
                  <a:pt x="6331" y="714"/>
                </a:lnTo>
                <a:lnTo>
                  <a:pt x="6377" y="680"/>
                </a:lnTo>
                <a:lnTo>
                  <a:pt x="6395" y="656"/>
                </a:lnTo>
                <a:lnTo>
                  <a:pt x="6401" y="641"/>
                </a:lnTo>
                <a:lnTo>
                  <a:pt x="6401" y="633"/>
                </a:lnTo>
                <a:lnTo>
                  <a:pt x="6401" y="622"/>
                </a:lnTo>
                <a:lnTo>
                  <a:pt x="6395" y="600"/>
                </a:lnTo>
                <a:lnTo>
                  <a:pt x="6384" y="579"/>
                </a:lnTo>
                <a:lnTo>
                  <a:pt x="6367" y="560"/>
                </a:lnTo>
                <a:lnTo>
                  <a:pt x="6329" y="530"/>
                </a:lnTo>
                <a:lnTo>
                  <a:pt x="6246" y="486"/>
                </a:lnTo>
                <a:lnTo>
                  <a:pt x="6191" y="461"/>
                </a:lnTo>
                <a:lnTo>
                  <a:pt x="6106" y="423"/>
                </a:lnTo>
                <a:lnTo>
                  <a:pt x="5933" y="338"/>
                </a:lnTo>
                <a:lnTo>
                  <a:pt x="5785" y="254"/>
                </a:lnTo>
                <a:lnTo>
                  <a:pt x="5706" y="203"/>
                </a:lnTo>
                <a:lnTo>
                  <a:pt x="5675" y="177"/>
                </a:lnTo>
                <a:lnTo>
                  <a:pt x="5667" y="167"/>
                </a:lnTo>
                <a:lnTo>
                  <a:pt x="5663" y="160"/>
                </a:lnTo>
                <a:lnTo>
                  <a:pt x="5647" y="155"/>
                </a:lnTo>
                <a:lnTo>
                  <a:pt x="5640" y="157"/>
                </a:lnTo>
                <a:lnTo>
                  <a:pt x="5633" y="160"/>
                </a:lnTo>
                <a:lnTo>
                  <a:pt x="5619" y="152"/>
                </a:lnTo>
                <a:lnTo>
                  <a:pt x="5615" y="142"/>
                </a:lnTo>
                <a:lnTo>
                  <a:pt x="5610" y="131"/>
                </a:lnTo>
                <a:lnTo>
                  <a:pt x="5594" y="116"/>
                </a:lnTo>
                <a:lnTo>
                  <a:pt x="5585" y="115"/>
                </a:lnTo>
                <a:lnTo>
                  <a:pt x="5574" y="112"/>
                </a:lnTo>
                <a:lnTo>
                  <a:pt x="5538" y="84"/>
                </a:lnTo>
                <a:lnTo>
                  <a:pt x="5519" y="65"/>
                </a:lnTo>
                <a:lnTo>
                  <a:pt x="5497" y="44"/>
                </a:lnTo>
                <a:lnTo>
                  <a:pt x="5459" y="16"/>
                </a:lnTo>
                <a:lnTo>
                  <a:pt x="5448" y="14"/>
                </a:lnTo>
                <a:lnTo>
                  <a:pt x="5424" y="11"/>
                </a:lnTo>
                <a:lnTo>
                  <a:pt x="5398" y="4"/>
                </a:lnTo>
                <a:lnTo>
                  <a:pt x="5386" y="0"/>
                </a:lnTo>
                <a:lnTo>
                  <a:pt x="5375" y="5"/>
                </a:lnTo>
                <a:lnTo>
                  <a:pt x="5372" y="15"/>
                </a:lnTo>
                <a:lnTo>
                  <a:pt x="5372" y="2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5" name="Freeform 61">
            <a:extLst>
              <a:ext uri="{FF2B5EF4-FFF2-40B4-BE49-F238E27FC236}">
                <a16:creationId xmlns:a16="http://schemas.microsoft.com/office/drawing/2014/main" id="{641BB396-142B-4D8A-AE26-4A448F90104C}"/>
              </a:ext>
            </a:extLst>
          </p:cNvPr>
          <p:cNvSpPr>
            <a:spLocks noEditPoints="1"/>
          </p:cNvSpPr>
          <p:nvPr/>
        </p:nvSpPr>
        <p:spPr bwMode="auto">
          <a:xfrm>
            <a:off x="8409586" y="430927"/>
            <a:ext cx="3152393" cy="271464"/>
          </a:xfrm>
          <a:custGeom>
            <a:avLst/>
            <a:gdLst>
              <a:gd name="T0" fmla="*/ 888 w 8630"/>
              <a:gd name="T1" fmla="*/ 161 h 1195"/>
              <a:gd name="T2" fmla="*/ 713 w 8630"/>
              <a:gd name="T3" fmla="*/ 258 h 1195"/>
              <a:gd name="T4" fmla="*/ 456 w 8630"/>
              <a:gd name="T5" fmla="*/ 402 h 1195"/>
              <a:gd name="T6" fmla="*/ 26 w 8630"/>
              <a:gd name="T7" fmla="*/ 687 h 1195"/>
              <a:gd name="T8" fmla="*/ 19 w 8630"/>
              <a:gd name="T9" fmla="*/ 790 h 1195"/>
              <a:gd name="T10" fmla="*/ 350 w 8630"/>
              <a:gd name="T11" fmla="*/ 928 h 1195"/>
              <a:gd name="T12" fmla="*/ 937 w 8630"/>
              <a:gd name="T13" fmla="*/ 1077 h 1195"/>
              <a:gd name="T14" fmla="*/ 1160 w 8630"/>
              <a:gd name="T15" fmla="*/ 1092 h 1195"/>
              <a:gd name="T16" fmla="*/ 1151 w 8630"/>
              <a:gd name="T17" fmla="*/ 1010 h 1195"/>
              <a:gd name="T18" fmla="*/ 1024 w 8630"/>
              <a:gd name="T19" fmla="*/ 909 h 1195"/>
              <a:gd name="T20" fmla="*/ 971 w 8630"/>
              <a:gd name="T21" fmla="*/ 701 h 1195"/>
              <a:gd name="T22" fmla="*/ 1089 w 8630"/>
              <a:gd name="T23" fmla="*/ 671 h 1195"/>
              <a:gd name="T24" fmla="*/ 2045 w 8630"/>
              <a:gd name="T25" fmla="*/ 757 h 1195"/>
              <a:gd name="T26" fmla="*/ 3889 w 8630"/>
              <a:gd name="T27" fmla="*/ 824 h 1195"/>
              <a:gd name="T28" fmla="*/ 5202 w 8630"/>
              <a:gd name="T29" fmla="*/ 885 h 1195"/>
              <a:gd name="T30" fmla="*/ 6663 w 8630"/>
              <a:gd name="T31" fmla="*/ 913 h 1195"/>
              <a:gd name="T32" fmla="*/ 7611 w 8630"/>
              <a:gd name="T33" fmla="*/ 1050 h 1195"/>
              <a:gd name="T34" fmla="*/ 7681 w 8630"/>
              <a:gd name="T35" fmla="*/ 1195 h 1195"/>
              <a:gd name="T36" fmla="*/ 7935 w 8630"/>
              <a:gd name="T37" fmla="*/ 1019 h 1195"/>
              <a:gd name="T38" fmla="*/ 7985 w 8630"/>
              <a:gd name="T39" fmla="*/ 993 h 1195"/>
              <a:gd name="T40" fmla="*/ 8174 w 8630"/>
              <a:gd name="T41" fmla="*/ 900 h 1195"/>
              <a:gd name="T42" fmla="*/ 8370 w 8630"/>
              <a:gd name="T43" fmla="*/ 820 h 1195"/>
              <a:gd name="T44" fmla="*/ 8620 w 8630"/>
              <a:gd name="T45" fmla="*/ 654 h 1195"/>
              <a:gd name="T46" fmla="*/ 8609 w 8630"/>
              <a:gd name="T47" fmla="*/ 542 h 1195"/>
              <a:gd name="T48" fmla="*/ 8406 w 8630"/>
              <a:gd name="T49" fmla="*/ 473 h 1195"/>
              <a:gd name="T50" fmla="*/ 7796 w 8630"/>
              <a:gd name="T51" fmla="*/ 199 h 1195"/>
              <a:gd name="T52" fmla="*/ 7633 w 8630"/>
              <a:gd name="T53" fmla="*/ 140 h 1195"/>
              <a:gd name="T54" fmla="*/ 7596 w 8630"/>
              <a:gd name="T55" fmla="*/ 319 h 1195"/>
              <a:gd name="T56" fmla="*/ 6647 w 8630"/>
              <a:gd name="T57" fmla="*/ 748 h 1195"/>
              <a:gd name="T58" fmla="*/ 4493 w 8630"/>
              <a:gd name="T59" fmla="*/ 690 h 1195"/>
              <a:gd name="T60" fmla="*/ 2373 w 8630"/>
              <a:gd name="T61" fmla="*/ 642 h 1195"/>
              <a:gd name="T62" fmla="*/ 1661 w 8630"/>
              <a:gd name="T63" fmla="*/ 603 h 1195"/>
              <a:gd name="T64" fmla="*/ 966 w 8630"/>
              <a:gd name="T65" fmla="*/ 553 h 1195"/>
              <a:gd name="T66" fmla="*/ 1001 w 8630"/>
              <a:gd name="T67" fmla="*/ 302 h 1195"/>
              <a:gd name="T68" fmla="*/ 1152 w 8630"/>
              <a:gd name="T69" fmla="*/ 269 h 1195"/>
              <a:gd name="T70" fmla="*/ 1307 w 8630"/>
              <a:gd name="T71" fmla="*/ 207 h 1195"/>
              <a:gd name="T72" fmla="*/ 1250 w 8630"/>
              <a:gd name="T73" fmla="*/ 161 h 1195"/>
              <a:gd name="T74" fmla="*/ 1089 w 8630"/>
              <a:gd name="T75" fmla="*/ 177 h 1195"/>
              <a:gd name="T76" fmla="*/ 1137 w 8630"/>
              <a:gd name="T77" fmla="*/ 92 h 1195"/>
              <a:gd name="T78" fmla="*/ 1130 w 8630"/>
              <a:gd name="T79" fmla="*/ 14 h 1195"/>
              <a:gd name="T80" fmla="*/ 803 w 8630"/>
              <a:gd name="T81" fmla="*/ 437 h 1195"/>
              <a:gd name="T82" fmla="*/ 752 w 8630"/>
              <a:gd name="T83" fmla="*/ 542 h 1195"/>
              <a:gd name="T84" fmla="*/ 707 w 8630"/>
              <a:gd name="T85" fmla="*/ 599 h 1195"/>
              <a:gd name="T86" fmla="*/ 787 w 8630"/>
              <a:gd name="T87" fmla="*/ 670 h 1195"/>
              <a:gd name="T88" fmla="*/ 830 w 8630"/>
              <a:gd name="T89" fmla="*/ 900 h 1195"/>
              <a:gd name="T90" fmla="*/ 400 w 8630"/>
              <a:gd name="T91" fmla="*/ 811 h 1195"/>
              <a:gd name="T92" fmla="*/ 170 w 8630"/>
              <a:gd name="T93" fmla="*/ 725 h 1195"/>
              <a:gd name="T94" fmla="*/ 397 w 8630"/>
              <a:gd name="T95" fmla="*/ 588 h 1195"/>
              <a:gd name="T96" fmla="*/ 706 w 8630"/>
              <a:gd name="T97" fmla="*/ 396 h 1195"/>
              <a:gd name="T98" fmla="*/ 803 w 8630"/>
              <a:gd name="T99" fmla="*/ 437 h 1195"/>
              <a:gd name="T100" fmla="*/ 8108 w 8630"/>
              <a:gd name="T101" fmla="*/ 535 h 1195"/>
              <a:gd name="T102" fmla="*/ 8330 w 8630"/>
              <a:gd name="T103" fmla="*/ 644 h 1195"/>
              <a:gd name="T104" fmla="*/ 8152 w 8630"/>
              <a:gd name="T105" fmla="*/ 726 h 1195"/>
              <a:gd name="T106" fmla="*/ 7900 w 8630"/>
              <a:gd name="T107" fmla="*/ 824 h 1195"/>
              <a:gd name="T108" fmla="*/ 7902 w 8630"/>
              <a:gd name="T109" fmla="*/ 806 h 1195"/>
              <a:gd name="T110" fmla="*/ 7890 w 8630"/>
              <a:gd name="T111" fmla="*/ 749 h 1195"/>
              <a:gd name="T112" fmla="*/ 7715 w 8630"/>
              <a:gd name="T113" fmla="*/ 624 h 1195"/>
              <a:gd name="T114" fmla="*/ 7709 w 8630"/>
              <a:gd name="T115" fmla="*/ 352 h 1195"/>
              <a:gd name="T116" fmla="*/ 7763 w 8630"/>
              <a:gd name="T117" fmla="*/ 966 h 1195"/>
              <a:gd name="T118" fmla="*/ 7733 w 8630"/>
              <a:gd name="T119" fmla="*/ 904 h 1195"/>
              <a:gd name="T120" fmla="*/ 7799 w 8630"/>
              <a:gd name="T121" fmla="*/ 932 h 1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8630" h="1195">
                <a:moveTo>
                  <a:pt x="1031" y="17"/>
                </a:moveTo>
                <a:lnTo>
                  <a:pt x="1012" y="29"/>
                </a:lnTo>
                <a:lnTo>
                  <a:pt x="953" y="87"/>
                </a:lnTo>
                <a:lnTo>
                  <a:pt x="920" y="123"/>
                </a:lnTo>
                <a:lnTo>
                  <a:pt x="888" y="161"/>
                </a:lnTo>
                <a:lnTo>
                  <a:pt x="839" y="204"/>
                </a:lnTo>
                <a:lnTo>
                  <a:pt x="812" y="221"/>
                </a:lnTo>
                <a:lnTo>
                  <a:pt x="803" y="224"/>
                </a:lnTo>
                <a:lnTo>
                  <a:pt x="777" y="232"/>
                </a:lnTo>
                <a:lnTo>
                  <a:pt x="713" y="258"/>
                </a:lnTo>
                <a:lnTo>
                  <a:pt x="641" y="292"/>
                </a:lnTo>
                <a:lnTo>
                  <a:pt x="570" y="331"/>
                </a:lnTo>
                <a:lnTo>
                  <a:pt x="540" y="350"/>
                </a:lnTo>
                <a:lnTo>
                  <a:pt x="483" y="385"/>
                </a:lnTo>
                <a:lnTo>
                  <a:pt x="456" y="402"/>
                </a:lnTo>
                <a:lnTo>
                  <a:pt x="373" y="449"/>
                </a:lnTo>
                <a:lnTo>
                  <a:pt x="170" y="580"/>
                </a:lnTo>
                <a:lnTo>
                  <a:pt x="66" y="653"/>
                </a:lnTo>
                <a:lnTo>
                  <a:pt x="42" y="672"/>
                </a:lnTo>
                <a:lnTo>
                  <a:pt x="26" y="687"/>
                </a:lnTo>
                <a:lnTo>
                  <a:pt x="7" y="709"/>
                </a:lnTo>
                <a:lnTo>
                  <a:pt x="0" y="730"/>
                </a:lnTo>
                <a:lnTo>
                  <a:pt x="4" y="754"/>
                </a:lnTo>
                <a:lnTo>
                  <a:pt x="10" y="770"/>
                </a:lnTo>
                <a:lnTo>
                  <a:pt x="19" y="790"/>
                </a:lnTo>
                <a:lnTo>
                  <a:pt x="51" y="826"/>
                </a:lnTo>
                <a:lnTo>
                  <a:pt x="105" y="856"/>
                </a:lnTo>
                <a:lnTo>
                  <a:pt x="188" y="885"/>
                </a:lnTo>
                <a:lnTo>
                  <a:pt x="245" y="900"/>
                </a:lnTo>
                <a:lnTo>
                  <a:pt x="350" y="928"/>
                </a:lnTo>
                <a:lnTo>
                  <a:pt x="439" y="952"/>
                </a:lnTo>
                <a:lnTo>
                  <a:pt x="657" y="1007"/>
                </a:lnTo>
                <a:lnTo>
                  <a:pt x="844" y="1052"/>
                </a:lnTo>
                <a:lnTo>
                  <a:pt x="884" y="1061"/>
                </a:lnTo>
                <a:lnTo>
                  <a:pt x="937" y="1077"/>
                </a:lnTo>
                <a:lnTo>
                  <a:pt x="989" y="1094"/>
                </a:lnTo>
                <a:lnTo>
                  <a:pt x="1060" y="1113"/>
                </a:lnTo>
                <a:lnTo>
                  <a:pt x="1107" y="1116"/>
                </a:lnTo>
                <a:lnTo>
                  <a:pt x="1142" y="1104"/>
                </a:lnTo>
                <a:lnTo>
                  <a:pt x="1160" y="1092"/>
                </a:lnTo>
                <a:lnTo>
                  <a:pt x="1180" y="1078"/>
                </a:lnTo>
                <a:lnTo>
                  <a:pt x="1195" y="1060"/>
                </a:lnTo>
                <a:lnTo>
                  <a:pt x="1197" y="1049"/>
                </a:lnTo>
                <a:lnTo>
                  <a:pt x="1189" y="1032"/>
                </a:lnTo>
                <a:lnTo>
                  <a:pt x="1151" y="1010"/>
                </a:lnTo>
                <a:lnTo>
                  <a:pt x="1120" y="998"/>
                </a:lnTo>
                <a:lnTo>
                  <a:pt x="1100" y="990"/>
                </a:lnTo>
                <a:lnTo>
                  <a:pt x="1069" y="971"/>
                </a:lnTo>
                <a:lnTo>
                  <a:pt x="1045" y="945"/>
                </a:lnTo>
                <a:lnTo>
                  <a:pt x="1024" y="909"/>
                </a:lnTo>
                <a:lnTo>
                  <a:pt x="1011" y="885"/>
                </a:lnTo>
                <a:lnTo>
                  <a:pt x="995" y="845"/>
                </a:lnTo>
                <a:lnTo>
                  <a:pt x="974" y="760"/>
                </a:lnTo>
                <a:lnTo>
                  <a:pt x="971" y="726"/>
                </a:lnTo>
                <a:lnTo>
                  <a:pt x="971" y="701"/>
                </a:lnTo>
                <a:lnTo>
                  <a:pt x="974" y="672"/>
                </a:lnTo>
                <a:lnTo>
                  <a:pt x="983" y="659"/>
                </a:lnTo>
                <a:lnTo>
                  <a:pt x="1002" y="659"/>
                </a:lnTo>
                <a:lnTo>
                  <a:pt x="1018" y="662"/>
                </a:lnTo>
                <a:lnTo>
                  <a:pt x="1089" y="671"/>
                </a:lnTo>
                <a:lnTo>
                  <a:pt x="1499" y="709"/>
                </a:lnTo>
                <a:lnTo>
                  <a:pt x="1748" y="731"/>
                </a:lnTo>
                <a:lnTo>
                  <a:pt x="1851" y="740"/>
                </a:lnTo>
                <a:lnTo>
                  <a:pt x="1934" y="748"/>
                </a:lnTo>
                <a:lnTo>
                  <a:pt x="2045" y="757"/>
                </a:lnTo>
                <a:lnTo>
                  <a:pt x="2365" y="776"/>
                </a:lnTo>
                <a:lnTo>
                  <a:pt x="2781" y="794"/>
                </a:lnTo>
                <a:lnTo>
                  <a:pt x="3267" y="810"/>
                </a:lnTo>
                <a:lnTo>
                  <a:pt x="3530" y="816"/>
                </a:lnTo>
                <a:lnTo>
                  <a:pt x="3889" y="824"/>
                </a:lnTo>
                <a:lnTo>
                  <a:pt x="4130" y="832"/>
                </a:lnTo>
                <a:lnTo>
                  <a:pt x="4637" y="855"/>
                </a:lnTo>
                <a:lnTo>
                  <a:pt x="4814" y="866"/>
                </a:lnTo>
                <a:lnTo>
                  <a:pt x="4967" y="873"/>
                </a:lnTo>
                <a:lnTo>
                  <a:pt x="5202" y="885"/>
                </a:lnTo>
                <a:lnTo>
                  <a:pt x="5471" y="895"/>
                </a:lnTo>
                <a:lnTo>
                  <a:pt x="5735" y="907"/>
                </a:lnTo>
                <a:lnTo>
                  <a:pt x="5867" y="911"/>
                </a:lnTo>
                <a:lnTo>
                  <a:pt x="6234" y="915"/>
                </a:lnTo>
                <a:lnTo>
                  <a:pt x="6663" y="913"/>
                </a:lnTo>
                <a:lnTo>
                  <a:pt x="7085" y="906"/>
                </a:lnTo>
                <a:lnTo>
                  <a:pt x="7269" y="900"/>
                </a:lnTo>
                <a:lnTo>
                  <a:pt x="7610" y="888"/>
                </a:lnTo>
                <a:lnTo>
                  <a:pt x="7610" y="1004"/>
                </a:lnTo>
                <a:lnTo>
                  <a:pt x="7611" y="1050"/>
                </a:lnTo>
                <a:lnTo>
                  <a:pt x="7615" y="1120"/>
                </a:lnTo>
                <a:lnTo>
                  <a:pt x="7627" y="1168"/>
                </a:lnTo>
                <a:lnTo>
                  <a:pt x="7641" y="1188"/>
                </a:lnTo>
                <a:lnTo>
                  <a:pt x="7655" y="1195"/>
                </a:lnTo>
                <a:lnTo>
                  <a:pt x="7681" y="1195"/>
                </a:lnTo>
                <a:lnTo>
                  <a:pt x="7727" y="1175"/>
                </a:lnTo>
                <a:lnTo>
                  <a:pt x="7792" y="1133"/>
                </a:lnTo>
                <a:lnTo>
                  <a:pt x="7875" y="1068"/>
                </a:lnTo>
                <a:lnTo>
                  <a:pt x="7926" y="1026"/>
                </a:lnTo>
                <a:lnTo>
                  <a:pt x="7935" y="1019"/>
                </a:lnTo>
                <a:lnTo>
                  <a:pt x="7946" y="1015"/>
                </a:lnTo>
                <a:lnTo>
                  <a:pt x="7948" y="1018"/>
                </a:lnTo>
                <a:lnTo>
                  <a:pt x="7950" y="1020"/>
                </a:lnTo>
                <a:lnTo>
                  <a:pt x="7970" y="1006"/>
                </a:lnTo>
                <a:lnTo>
                  <a:pt x="7985" y="993"/>
                </a:lnTo>
                <a:lnTo>
                  <a:pt x="8001" y="979"/>
                </a:lnTo>
                <a:lnTo>
                  <a:pt x="8027" y="960"/>
                </a:lnTo>
                <a:lnTo>
                  <a:pt x="8035" y="958"/>
                </a:lnTo>
                <a:lnTo>
                  <a:pt x="8074" y="945"/>
                </a:lnTo>
                <a:lnTo>
                  <a:pt x="8174" y="900"/>
                </a:lnTo>
                <a:lnTo>
                  <a:pt x="8226" y="876"/>
                </a:lnTo>
                <a:lnTo>
                  <a:pt x="8304" y="844"/>
                </a:lnTo>
                <a:lnTo>
                  <a:pt x="8318" y="841"/>
                </a:lnTo>
                <a:lnTo>
                  <a:pt x="8327" y="839"/>
                </a:lnTo>
                <a:lnTo>
                  <a:pt x="8370" y="820"/>
                </a:lnTo>
                <a:lnTo>
                  <a:pt x="8471" y="766"/>
                </a:lnTo>
                <a:lnTo>
                  <a:pt x="8552" y="717"/>
                </a:lnTo>
                <a:lnTo>
                  <a:pt x="8577" y="702"/>
                </a:lnTo>
                <a:lnTo>
                  <a:pt x="8607" y="673"/>
                </a:lnTo>
                <a:lnTo>
                  <a:pt x="8620" y="654"/>
                </a:lnTo>
                <a:lnTo>
                  <a:pt x="8623" y="645"/>
                </a:lnTo>
                <a:lnTo>
                  <a:pt x="8627" y="634"/>
                </a:lnTo>
                <a:lnTo>
                  <a:pt x="8630" y="613"/>
                </a:lnTo>
                <a:lnTo>
                  <a:pt x="8627" y="581"/>
                </a:lnTo>
                <a:lnTo>
                  <a:pt x="8609" y="542"/>
                </a:lnTo>
                <a:lnTo>
                  <a:pt x="8586" y="522"/>
                </a:lnTo>
                <a:lnTo>
                  <a:pt x="8567" y="513"/>
                </a:lnTo>
                <a:lnTo>
                  <a:pt x="8557" y="510"/>
                </a:lnTo>
                <a:lnTo>
                  <a:pt x="8502" y="498"/>
                </a:lnTo>
                <a:lnTo>
                  <a:pt x="8406" y="473"/>
                </a:lnTo>
                <a:lnTo>
                  <a:pt x="8314" y="439"/>
                </a:lnTo>
                <a:lnTo>
                  <a:pt x="8199" y="388"/>
                </a:lnTo>
                <a:lnTo>
                  <a:pt x="8126" y="353"/>
                </a:lnTo>
                <a:lnTo>
                  <a:pt x="7921" y="255"/>
                </a:lnTo>
                <a:lnTo>
                  <a:pt x="7796" y="199"/>
                </a:lnTo>
                <a:lnTo>
                  <a:pt x="7716" y="168"/>
                </a:lnTo>
                <a:lnTo>
                  <a:pt x="7670" y="145"/>
                </a:lnTo>
                <a:lnTo>
                  <a:pt x="7661" y="141"/>
                </a:lnTo>
                <a:lnTo>
                  <a:pt x="7646" y="137"/>
                </a:lnTo>
                <a:lnTo>
                  <a:pt x="7633" y="140"/>
                </a:lnTo>
                <a:lnTo>
                  <a:pt x="7621" y="150"/>
                </a:lnTo>
                <a:lnTo>
                  <a:pt x="7615" y="159"/>
                </a:lnTo>
                <a:lnTo>
                  <a:pt x="7608" y="170"/>
                </a:lnTo>
                <a:lnTo>
                  <a:pt x="7599" y="207"/>
                </a:lnTo>
                <a:lnTo>
                  <a:pt x="7596" y="319"/>
                </a:lnTo>
                <a:lnTo>
                  <a:pt x="7602" y="464"/>
                </a:lnTo>
                <a:lnTo>
                  <a:pt x="7614" y="740"/>
                </a:lnTo>
                <a:lnTo>
                  <a:pt x="7472" y="740"/>
                </a:lnTo>
                <a:lnTo>
                  <a:pt x="7209" y="742"/>
                </a:lnTo>
                <a:lnTo>
                  <a:pt x="6647" y="748"/>
                </a:lnTo>
                <a:lnTo>
                  <a:pt x="6331" y="749"/>
                </a:lnTo>
                <a:lnTo>
                  <a:pt x="5695" y="740"/>
                </a:lnTo>
                <a:lnTo>
                  <a:pt x="5440" y="731"/>
                </a:lnTo>
                <a:lnTo>
                  <a:pt x="4939" y="709"/>
                </a:lnTo>
                <a:lnTo>
                  <a:pt x="4493" y="690"/>
                </a:lnTo>
                <a:lnTo>
                  <a:pt x="4290" y="683"/>
                </a:lnTo>
                <a:lnTo>
                  <a:pt x="3725" y="668"/>
                </a:lnTo>
                <a:lnTo>
                  <a:pt x="3454" y="664"/>
                </a:lnTo>
                <a:lnTo>
                  <a:pt x="2949" y="656"/>
                </a:lnTo>
                <a:lnTo>
                  <a:pt x="2373" y="642"/>
                </a:lnTo>
                <a:lnTo>
                  <a:pt x="2161" y="633"/>
                </a:lnTo>
                <a:lnTo>
                  <a:pt x="2136" y="629"/>
                </a:lnTo>
                <a:lnTo>
                  <a:pt x="2079" y="623"/>
                </a:lnTo>
                <a:lnTo>
                  <a:pt x="1900" y="614"/>
                </a:lnTo>
                <a:lnTo>
                  <a:pt x="1661" y="603"/>
                </a:lnTo>
                <a:lnTo>
                  <a:pt x="1344" y="585"/>
                </a:lnTo>
                <a:lnTo>
                  <a:pt x="1250" y="576"/>
                </a:lnTo>
                <a:lnTo>
                  <a:pt x="1078" y="560"/>
                </a:lnTo>
                <a:lnTo>
                  <a:pt x="1015" y="558"/>
                </a:lnTo>
                <a:lnTo>
                  <a:pt x="966" y="553"/>
                </a:lnTo>
                <a:lnTo>
                  <a:pt x="976" y="434"/>
                </a:lnTo>
                <a:lnTo>
                  <a:pt x="980" y="385"/>
                </a:lnTo>
                <a:lnTo>
                  <a:pt x="990" y="317"/>
                </a:lnTo>
                <a:lnTo>
                  <a:pt x="995" y="305"/>
                </a:lnTo>
                <a:lnTo>
                  <a:pt x="1001" y="302"/>
                </a:lnTo>
                <a:lnTo>
                  <a:pt x="1032" y="295"/>
                </a:lnTo>
                <a:lnTo>
                  <a:pt x="1051" y="292"/>
                </a:lnTo>
                <a:lnTo>
                  <a:pt x="1092" y="287"/>
                </a:lnTo>
                <a:lnTo>
                  <a:pt x="1123" y="279"/>
                </a:lnTo>
                <a:lnTo>
                  <a:pt x="1152" y="269"/>
                </a:lnTo>
                <a:lnTo>
                  <a:pt x="1191" y="262"/>
                </a:lnTo>
                <a:lnTo>
                  <a:pt x="1211" y="259"/>
                </a:lnTo>
                <a:lnTo>
                  <a:pt x="1252" y="245"/>
                </a:lnTo>
                <a:lnTo>
                  <a:pt x="1286" y="226"/>
                </a:lnTo>
                <a:lnTo>
                  <a:pt x="1307" y="207"/>
                </a:lnTo>
                <a:lnTo>
                  <a:pt x="1309" y="199"/>
                </a:lnTo>
                <a:lnTo>
                  <a:pt x="1308" y="193"/>
                </a:lnTo>
                <a:lnTo>
                  <a:pt x="1303" y="183"/>
                </a:lnTo>
                <a:lnTo>
                  <a:pt x="1286" y="170"/>
                </a:lnTo>
                <a:lnTo>
                  <a:pt x="1250" y="161"/>
                </a:lnTo>
                <a:lnTo>
                  <a:pt x="1201" y="162"/>
                </a:lnTo>
                <a:lnTo>
                  <a:pt x="1174" y="168"/>
                </a:lnTo>
                <a:lnTo>
                  <a:pt x="1138" y="175"/>
                </a:lnTo>
                <a:lnTo>
                  <a:pt x="1104" y="179"/>
                </a:lnTo>
                <a:lnTo>
                  <a:pt x="1089" y="177"/>
                </a:lnTo>
                <a:lnTo>
                  <a:pt x="1083" y="171"/>
                </a:lnTo>
                <a:lnTo>
                  <a:pt x="1085" y="161"/>
                </a:lnTo>
                <a:lnTo>
                  <a:pt x="1100" y="135"/>
                </a:lnTo>
                <a:lnTo>
                  <a:pt x="1120" y="112"/>
                </a:lnTo>
                <a:lnTo>
                  <a:pt x="1137" y="92"/>
                </a:lnTo>
                <a:lnTo>
                  <a:pt x="1157" y="65"/>
                </a:lnTo>
                <a:lnTo>
                  <a:pt x="1162" y="48"/>
                </a:lnTo>
                <a:lnTo>
                  <a:pt x="1153" y="33"/>
                </a:lnTo>
                <a:lnTo>
                  <a:pt x="1143" y="24"/>
                </a:lnTo>
                <a:lnTo>
                  <a:pt x="1130" y="14"/>
                </a:lnTo>
                <a:lnTo>
                  <a:pt x="1105" y="2"/>
                </a:lnTo>
                <a:lnTo>
                  <a:pt x="1078" y="0"/>
                </a:lnTo>
                <a:lnTo>
                  <a:pt x="1048" y="9"/>
                </a:lnTo>
                <a:lnTo>
                  <a:pt x="1031" y="17"/>
                </a:lnTo>
                <a:close/>
                <a:moveTo>
                  <a:pt x="803" y="437"/>
                </a:moveTo>
                <a:lnTo>
                  <a:pt x="803" y="465"/>
                </a:lnTo>
                <a:lnTo>
                  <a:pt x="799" y="502"/>
                </a:lnTo>
                <a:lnTo>
                  <a:pt x="788" y="523"/>
                </a:lnTo>
                <a:lnTo>
                  <a:pt x="768" y="536"/>
                </a:lnTo>
                <a:lnTo>
                  <a:pt x="752" y="542"/>
                </a:lnTo>
                <a:lnTo>
                  <a:pt x="730" y="551"/>
                </a:lnTo>
                <a:lnTo>
                  <a:pt x="710" y="567"/>
                </a:lnTo>
                <a:lnTo>
                  <a:pt x="703" y="577"/>
                </a:lnTo>
                <a:lnTo>
                  <a:pt x="702" y="588"/>
                </a:lnTo>
                <a:lnTo>
                  <a:pt x="707" y="599"/>
                </a:lnTo>
                <a:lnTo>
                  <a:pt x="724" y="615"/>
                </a:lnTo>
                <a:lnTo>
                  <a:pt x="743" y="624"/>
                </a:lnTo>
                <a:lnTo>
                  <a:pt x="760" y="633"/>
                </a:lnTo>
                <a:lnTo>
                  <a:pt x="783" y="658"/>
                </a:lnTo>
                <a:lnTo>
                  <a:pt x="787" y="670"/>
                </a:lnTo>
                <a:lnTo>
                  <a:pt x="790" y="728"/>
                </a:lnTo>
                <a:lnTo>
                  <a:pt x="807" y="824"/>
                </a:lnTo>
                <a:lnTo>
                  <a:pt x="818" y="861"/>
                </a:lnTo>
                <a:lnTo>
                  <a:pt x="826" y="882"/>
                </a:lnTo>
                <a:lnTo>
                  <a:pt x="830" y="900"/>
                </a:lnTo>
                <a:lnTo>
                  <a:pt x="820" y="905"/>
                </a:lnTo>
                <a:lnTo>
                  <a:pt x="775" y="899"/>
                </a:lnTo>
                <a:lnTo>
                  <a:pt x="627" y="864"/>
                </a:lnTo>
                <a:lnTo>
                  <a:pt x="499" y="834"/>
                </a:lnTo>
                <a:lnTo>
                  <a:pt x="400" y="811"/>
                </a:lnTo>
                <a:lnTo>
                  <a:pt x="263" y="775"/>
                </a:lnTo>
                <a:lnTo>
                  <a:pt x="189" y="750"/>
                </a:lnTo>
                <a:lnTo>
                  <a:pt x="168" y="736"/>
                </a:lnTo>
                <a:lnTo>
                  <a:pt x="167" y="728"/>
                </a:lnTo>
                <a:lnTo>
                  <a:pt x="170" y="725"/>
                </a:lnTo>
                <a:lnTo>
                  <a:pt x="205" y="700"/>
                </a:lnTo>
                <a:lnTo>
                  <a:pt x="287" y="655"/>
                </a:lnTo>
                <a:lnTo>
                  <a:pt x="328" y="632"/>
                </a:lnTo>
                <a:lnTo>
                  <a:pt x="387" y="596"/>
                </a:lnTo>
                <a:lnTo>
                  <a:pt x="397" y="588"/>
                </a:lnTo>
                <a:lnTo>
                  <a:pt x="418" y="570"/>
                </a:lnTo>
                <a:lnTo>
                  <a:pt x="473" y="538"/>
                </a:lnTo>
                <a:lnTo>
                  <a:pt x="551" y="493"/>
                </a:lnTo>
                <a:lnTo>
                  <a:pt x="659" y="426"/>
                </a:lnTo>
                <a:lnTo>
                  <a:pt x="706" y="396"/>
                </a:lnTo>
                <a:lnTo>
                  <a:pt x="777" y="355"/>
                </a:lnTo>
                <a:lnTo>
                  <a:pt x="788" y="351"/>
                </a:lnTo>
                <a:lnTo>
                  <a:pt x="793" y="356"/>
                </a:lnTo>
                <a:lnTo>
                  <a:pt x="802" y="403"/>
                </a:lnTo>
                <a:lnTo>
                  <a:pt x="803" y="437"/>
                </a:lnTo>
                <a:close/>
                <a:moveTo>
                  <a:pt x="7868" y="414"/>
                </a:moveTo>
                <a:lnTo>
                  <a:pt x="7926" y="440"/>
                </a:lnTo>
                <a:lnTo>
                  <a:pt x="8024" y="489"/>
                </a:lnTo>
                <a:lnTo>
                  <a:pt x="8049" y="503"/>
                </a:lnTo>
                <a:lnTo>
                  <a:pt x="8108" y="535"/>
                </a:lnTo>
                <a:lnTo>
                  <a:pt x="8207" y="579"/>
                </a:lnTo>
                <a:lnTo>
                  <a:pt x="8252" y="599"/>
                </a:lnTo>
                <a:lnTo>
                  <a:pt x="8319" y="632"/>
                </a:lnTo>
                <a:lnTo>
                  <a:pt x="8329" y="640"/>
                </a:lnTo>
                <a:lnTo>
                  <a:pt x="8330" y="644"/>
                </a:lnTo>
                <a:lnTo>
                  <a:pt x="8326" y="650"/>
                </a:lnTo>
                <a:lnTo>
                  <a:pt x="8309" y="660"/>
                </a:lnTo>
                <a:lnTo>
                  <a:pt x="8291" y="665"/>
                </a:lnTo>
                <a:lnTo>
                  <a:pt x="8263" y="675"/>
                </a:lnTo>
                <a:lnTo>
                  <a:pt x="8152" y="726"/>
                </a:lnTo>
                <a:lnTo>
                  <a:pt x="8086" y="760"/>
                </a:lnTo>
                <a:lnTo>
                  <a:pt x="8006" y="801"/>
                </a:lnTo>
                <a:lnTo>
                  <a:pt x="7937" y="827"/>
                </a:lnTo>
                <a:lnTo>
                  <a:pt x="7910" y="828"/>
                </a:lnTo>
                <a:lnTo>
                  <a:pt x="7900" y="824"/>
                </a:lnTo>
                <a:lnTo>
                  <a:pt x="7889" y="818"/>
                </a:lnTo>
                <a:lnTo>
                  <a:pt x="7885" y="810"/>
                </a:lnTo>
                <a:lnTo>
                  <a:pt x="7889" y="808"/>
                </a:lnTo>
                <a:lnTo>
                  <a:pt x="7893" y="807"/>
                </a:lnTo>
                <a:lnTo>
                  <a:pt x="7902" y="806"/>
                </a:lnTo>
                <a:lnTo>
                  <a:pt x="7913" y="791"/>
                </a:lnTo>
                <a:lnTo>
                  <a:pt x="7914" y="781"/>
                </a:lnTo>
                <a:lnTo>
                  <a:pt x="7914" y="775"/>
                </a:lnTo>
                <a:lnTo>
                  <a:pt x="7908" y="764"/>
                </a:lnTo>
                <a:lnTo>
                  <a:pt x="7890" y="749"/>
                </a:lnTo>
                <a:lnTo>
                  <a:pt x="7851" y="733"/>
                </a:lnTo>
                <a:lnTo>
                  <a:pt x="7801" y="724"/>
                </a:lnTo>
                <a:lnTo>
                  <a:pt x="7774" y="723"/>
                </a:lnTo>
                <a:lnTo>
                  <a:pt x="7720" y="723"/>
                </a:lnTo>
                <a:lnTo>
                  <a:pt x="7715" y="624"/>
                </a:lnTo>
                <a:lnTo>
                  <a:pt x="7710" y="530"/>
                </a:lnTo>
                <a:lnTo>
                  <a:pt x="7703" y="439"/>
                </a:lnTo>
                <a:lnTo>
                  <a:pt x="7700" y="402"/>
                </a:lnTo>
                <a:lnTo>
                  <a:pt x="7703" y="365"/>
                </a:lnTo>
                <a:lnTo>
                  <a:pt x="7709" y="352"/>
                </a:lnTo>
                <a:lnTo>
                  <a:pt x="7713" y="351"/>
                </a:lnTo>
                <a:lnTo>
                  <a:pt x="7757" y="365"/>
                </a:lnTo>
                <a:lnTo>
                  <a:pt x="7868" y="414"/>
                </a:lnTo>
                <a:close/>
                <a:moveTo>
                  <a:pt x="7799" y="932"/>
                </a:moveTo>
                <a:lnTo>
                  <a:pt x="7763" y="966"/>
                </a:lnTo>
                <a:lnTo>
                  <a:pt x="7739" y="978"/>
                </a:lnTo>
                <a:lnTo>
                  <a:pt x="7733" y="968"/>
                </a:lnTo>
                <a:lnTo>
                  <a:pt x="7731" y="957"/>
                </a:lnTo>
                <a:lnTo>
                  <a:pt x="7729" y="935"/>
                </a:lnTo>
                <a:lnTo>
                  <a:pt x="7733" y="904"/>
                </a:lnTo>
                <a:lnTo>
                  <a:pt x="7750" y="885"/>
                </a:lnTo>
                <a:lnTo>
                  <a:pt x="7782" y="875"/>
                </a:lnTo>
                <a:lnTo>
                  <a:pt x="7804" y="874"/>
                </a:lnTo>
                <a:lnTo>
                  <a:pt x="7863" y="874"/>
                </a:lnTo>
                <a:lnTo>
                  <a:pt x="7799" y="93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6" name="Freeform 62">
            <a:extLst>
              <a:ext uri="{FF2B5EF4-FFF2-40B4-BE49-F238E27FC236}">
                <a16:creationId xmlns:a16="http://schemas.microsoft.com/office/drawing/2014/main" id="{45BA486D-A93C-4EE6-9FA0-7C79B41DC04D}"/>
              </a:ext>
            </a:extLst>
          </p:cNvPr>
          <p:cNvSpPr>
            <a:spLocks/>
          </p:cNvSpPr>
          <p:nvPr/>
        </p:nvSpPr>
        <p:spPr bwMode="auto">
          <a:xfrm>
            <a:off x="8465833" y="3278438"/>
            <a:ext cx="3039898" cy="262659"/>
          </a:xfrm>
          <a:custGeom>
            <a:avLst/>
            <a:gdLst>
              <a:gd name="T0" fmla="*/ 735 w 8325"/>
              <a:gd name="T1" fmla="*/ 204 h 1269"/>
              <a:gd name="T2" fmla="*/ 321 w 8325"/>
              <a:gd name="T3" fmla="*/ 471 h 1269"/>
              <a:gd name="T4" fmla="*/ 109 w 8325"/>
              <a:gd name="T5" fmla="*/ 613 h 1269"/>
              <a:gd name="T6" fmla="*/ 45 w 8325"/>
              <a:gd name="T7" fmla="*/ 653 h 1269"/>
              <a:gd name="T8" fmla="*/ 0 w 8325"/>
              <a:gd name="T9" fmla="*/ 732 h 1269"/>
              <a:gd name="T10" fmla="*/ 165 w 8325"/>
              <a:gd name="T11" fmla="*/ 773 h 1269"/>
              <a:gd name="T12" fmla="*/ 486 w 8325"/>
              <a:gd name="T13" fmla="*/ 803 h 1269"/>
              <a:gd name="T14" fmla="*/ 840 w 8325"/>
              <a:gd name="T15" fmla="*/ 945 h 1269"/>
              <a:gd name="T16" fmla="*/ 1051 w 8325"/>
              <a:gd name="T17" fmla="*/ 1051 h 1269"/>
              <a:gd name="T18" fmla="*/ 1115 w 8325"/>
              <a:gd name="T19" fmla="*/ 1041 h 1269"/>
              <a:gd name="T20" fmla="*/ 1122 w 8325"/>
              <a:gd name="T21" fmla="*/ 952 h 1269"/>
              <a:gd name="T22" fmla="*/ 926 w 8325"/>
              <a:gd name="T23" fmla="*/ 803 h 1269"/>
              <a:gd name="T24" fmla="*/ 759 w 8325"/>
              <a:gd name="T25" fmla="*/ 723 h 1269"/>
              <a:gd name="T26" fmla="*/ 1005 w 8325"/>
              <a:gd name="T27" fmla="*/ 675 h 1269"/>
              <a:gd name="T28" fmla="*/ 2427 w 8325"/>
              <a:gd name="T29" fmla="*/ 673 h 1269"/>
              <a:gd name="T30" fmla="*/ 3979 w 8325"/>
              <a:gd name="T31" fmla="*/ 708 h 1269"/>
              <a:gd name="T32" fmla="*/ 4513 w 8325"/>
              <a:gd name="T33" fmla="*/ 691 h 1269"/>
              <a:gd name="T34" fmla="*/ 5660 w 8325"/>
              <a:gd name="T35" fmla="*/ 668 h 1269"/>
              <a:gd name="T36" fmla="*/ 7499 w 8325"/>
              <a:gd name="T37" fmla="*/ 708 h 1269"/>
              <a:gd name="T38" fmla="*/ 7589 w 8325"/>
              <a:gd name="T39" fmla="*/ 726 h 1269"/>
              <a:gd name="T40" fmla="*/ 7417 w 8325"/>
              <a:gd name="T41" fmla="*/ 838 h 1269"/>
              <a:gd name="T42" fmla="*/ 7208 w 8325"/>
              <a:gd name="T43" fmla="*/ 1039 h 1269"/>
              <a:gd name="T44" fmla="*/ 7177 w 8325"/>
              <a:gd name="T45" fmla="*/ 1184 h 1269"/>
              <a:gd name="T46" fmla="*/ 7241 w 8325"/>
              <a:gd name="T47" fmla="*/ 1257 h 1269"/>
              <a:gd name="T48" fmla="*/ 7322 w 8325"/>
              <a:gd name="T49" fmla="*/ 1255 h 1269"/>
              <a:gd name="T50" fmla="*/ 7349 w 8325"/>
              <a:gd name="T51" fmla="*/ 1161 h 1269"/>
              <a:gd name="T52" fmla="*/ 7444 w 8325"/>
              <a:gd name="T53" fmla="*/ 1040 h 1269"/>
              <a:gd name="T54" fmla="*/ 7827 w 8325"/>
              <a:gd name="T55" fmla="*/ 799 h 1269"/>
              <a:gd name="T56" fmla="*/ 8081 w 8325"/>
              <a:gd name="T57" fmla="*/ 734 h 1269"/>
              <a:gd name="T58" fmla="*/ 8300 w 8325"/>
              <a:gd name="T59" fmla="*/ 719 h 1269"/>
              <a:gd name="T60" fmla="*/ 8318 w 8325"/>
              <a:gd name="T61" fmla="*/ 688 h 1269"/>
              <a:gd name="T62" fmla="*/ 8275 w 8325"/>
              <a:gd name="T63" fmla="*/ 605 h 1269"/>
              <a:gd name="T64" fmla="*/ 8089 w 8325"/>
              <a:gd name="T65" fmla="*/ 474 h 1269"/>
              <a:gd name="T66" fmla="*/ 8060 w 8325"/>
              <a:gd name="T67" fmla="*/ 452 h 1269"/>
              <a:gd name="T68" fmla="*/ 7895 w 8325"/>
              <a:gd name="T69" fmla="*/ 348 h 1269"/>
              <a:gd name="T70" fmla="*/ 7590 w 8325"/>
              <a:gd name="T71" fmla="*/ 155 h 1269"/>
              <a:gd name="T72" fmla="*/ 7416 w 8325"/>
              <a:gd name="T73" fmla="*/ 58 h 1269"/>
              <a:gd name="T74" fmla="*/ 7287 w 8325"/>
              <a:gd name="T75" fmla="*/ 33 h 1269"/>
              <a:gd name="T76" fmla="*/ 7304 w 8325"/>
              <a:gd name="T77" fmla="*/ 98 h 1269"/>
              <a:gd name="T78" fmla="*/ 7682 w 8325"/>
              <a:gd name="T79" fmla="*/ 350 h 1269"/>
              <a:gd name="T80" fmla="*/ 7999 w 8325"/>
              <a:gd name="T81" fmla="*/ 589 h 1269"/>
              <a:gd name="T82" fmla="*/ 7830 w 8325"/>
              <a:gd name="T83" fmla="*/ 607 h 1269"/>
              <a:gd name="T84" fmla="*/ 7278 w 8325"/>
              <a:gd name="T85" fmla="*/ 570 h 1269"/>
              <a:gd name="T86" fmla="*/ 6521 w 8325"/>
              <a:gd name="T87" fmla="*/ 522 h 1269"/>
              <a:gd name="T88" fmla="*/ 4674 w 8325"/>
              <a:gd name="T89" fmla="*/ 535 h 1269"/>
              <a:gd name="T90" fmla="*/ 4101 w 8325"/>
              <a:gd name="T91" fmla="*/ 557 h 1269"/>
              <a:gd name="T92" fmla="*/ 2727 w 8325"/>
              <a:gd name="T93" fmla="*/ 538 h 1269"/>
              <a:gd name="T94" fmla="*/ 1436 w 8325"/>
              <a:gd name="T95" fmla="*/ 526 h 1269"/>
              <a:gd name="T96" fmla="*/ 947 w 8325"/>
              <a:gd name="T97" fmla="*/ 568 h 1269"/>
              <a:gd name="T98" fmla="*/ 397 w 8325"/>
              <a:gd name="T99" fmla="*/ 592 h 1269"/>
              <a:gd name="T100" fmla="*/ 534 w 8325"/>
              <a:gd name="T101" fmla="*/ 506 h 1269"/>
              <a:gd name="T102" fmla="*/ 1145 w 8325"/>
              <a:gd name="T103" fmla="*/ 116 h 1269"/>
              <a:gd name="T104" fmla="*/ 1221 w 8325"/>
              <a:gd name="T105" fmla="*/ 54 h 1269"/>
              <a:gd name="T106" fmla="*/ 1167 w 8325"/>
              <a:gd name="T107" fmla="*/ 1 h 1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8325" h="1269">
                <a:moveTo>
                  <a:pt x="1089" y="19"/>
                </a:moveTo>
                <a:lnTo>
                  <a:pt x="956" y="80"/>
                </a:lnTo>
                <a:lnTo>
                  <a:pt x="821" y="151"/>
                </a:lnTo>
                <a:lnTo>
                  <a:pt x="735" y="204"/>
                </a:lnTo>
                <a:lnTo>
                  <a:pt x="684" y="238"/>
                </a:lnTo>
                <a:lnTo>
                  <a:pt x="609" y="289"/>
                </a:lnTo>
                <a:lnTo>
                  <a:pt x="411" y="416"/>
                </a:lnTo>
                <a:lnTo>
                  <a:pt x="321" y="471"/>
                </a:lnTo>
                <a:lnTo>
                  <a:pt x="240" y="522"/>
                </a:lnTo>
                <a:lnTo>
                  <a:pt x="128" y="596"/>
                </a:lnTo>
                <a:lnTo>
                  <a:pt x="113" y="607"/>
                </a:lnTo>
                <a:lnTo>
                  <a:pt x="109" y="613"/>
                </a:lnTo>
                <a:lnTo>
                  <a:pt x="96" y="622"/>
                </a:lnTo>
                <a:lnTo>
                  <a:pt x="88" y="623"/>
                </a:lnTo>
                <a:lnTo>
                  <a:pt x="77" y="626"/>
                </a:lnTo>
                <a:lnTo>
                  <a:pt x="45" y="653"/>
                </a:lnTo>
                <a:lnTo>
                  <a:pt x="29" y="673"/>
                </a:lnTo>
                <a:lnTo>
                  <a:pt x="17" y="688"/>
                </a:lnTo>
                <a:lnTo>
                  <a:pt x="3" y="713"/>
                </a:lnTo>
                <a:lnTo>
                  <a:pt x="0" y="732"/>
                </a:lnTo>
                <a:lnTo>
                  <a:pt x="9" y="746"/>
                </a:lnTo>
                <a:lnTo>
                  <a:pt x="32" y="757"/>
                </a:lnTo>
                <a:lnTo>
                  <a:pt x="73" y="765"/>
                </a:lnTo>
                <a:lnTo>
                  <a:pt x="165" y="773"/>
                </a:lnTo>
                <a:lnTo>
                  <a:pt x="257" y="779"/>
                </a:lnTo>
                <a:lnTo>
                  <a:pt x="309" y="781"/>
                </a:lnTo>
                <a:lnTo>
                  <a:pt x="402" y="790"/>
                </a:lnTo>
                <a:lnTo>
                  <a:pt x="486" y="803"/>
                </a:lnTo>
                <a:lnTo>
                  <a:pt x="564" y="821"/>
                </a:lnTo>
                <a:lnTo>
                  <a:pt x="640" y="846"/>
                </a:lnTo>
                <a:lnTo>
                  <a:pt x="718" y="880"/>
                </a:lnTo>
                <a:lnTo>
                  <a:pt x="840" y="945"/>
                </a:lnTo>
                <a:lnTo>
                  <a:pt x="934" y="1004"/>
                </a:lnTo>
                <a:lnTo>
                  <a:pt x="981" y="1032"/>
                </a:lnTo>
                <a:lnTo>
                  <a:pt x="1028" y="1050"/>
                </a:lnTo>
                <a:lnTo>
                  <a:pt x="1051" y="1051"/>
                </a:lnTo>
                <a:lnTo>
                  <a:pt x="1061" y="1048"/>
                </a:lnTo>
                <a:lnTo>
                  <a:pt x="1093" y="1040"/>
                </a:lnTo>
                <a:lnTo>
                  <a:pt x="1110" y="1040"/>
                </a:lnTo>
                <a:lnTo>
                  <a:pt x="1115" y="1041"/>
                </a:lnTo>
                <a:lnTo>
                  <a:pt x="1124" y="1036"/>
                </a:lnTo>
                <a:lnTo>
                  <a:pt x="1132" y="1020"/>
                </a:lnTo>
                <a:lnTo>
                  <a:pt x="1133" y="986"/>
                </a:lnTo>
                <a:lnTo>
                  <a:pt x="1122" y="952"/>
                </a:lnTo>
                <a:lnTo>
                  <a:pt x="1112" y="939"/>
                </a:lnTo>
                <a:lnTo>
                  <a:pt x="1094" y="920"/>
                </a:lnTo>
                <a:lnTo>
                  <a:pt x="1018" y="864"/>
                </a:lnTo>
                <a:lnTo>
                  <a:pt x="926" y="803"/>
                </a:lnTo>
                <a:lnTo>
                  <a:pt x="854" y="760"/>
                </a:lnTo>
                <a:lnTo>
                  <a:pt x="840" y="756"/>
                </a:lnTo>
                <a:lnTo>
                  <a:pt x="815" y="748"/>
                </a:lnTo>
                <a:lnTo>
                  <a:pt x="759" y="723"/>
                </a:lnTo>
                <a:lnTo>
                  <a:pt x="693" y="690"/>
                </a:lnTo>
                <a:lnTo>
                  <a:pt x="785" y="688"/>
                </a:lnTo>
                <a:lnTo>
                  <a:pt x="886" y="684"/>
                </a:lnTo>
                <a:lnTo>
                  <a:pt x="1005" y="675"/>
                </a:lnTo>
                <a:lnTo>
                  <a:pt x="1087" y="670"/>
                </a:lnTo>
                <a:lnTo>
                  <a:pt x="1468" y="666"/>
                </a:lnTo>
                <a:lnTo>
                  <a:pt x="1965" y="667"/>
                </a:lnTo>
                <a:lnTo>
                  <a:pt x="2427" y="673"/>
                </a:lnTo>
                <a:lnTo>
                  <a:pt x="2584" y="678"/>
                </a:lnTo>
                <a:lnTo>
                  <a:pt x="2855" y="688"/>
                </a:lnTo>
                <a:lnTo>
                  <a:pt x="3440" y="703"/>
                </a:lnTo>
                <a:lnTo>
                  <a:pt x="3979" y="708"/>
                </a:lnTo>
                <a:lnTo>
                  <a:pt x="4278" y="707"/>
                </a:lnTo>
                <a:lnTo>
                  <a:pt x="4408" y="703"/>
                </a:lnTo>
                <a:lnTo>
                  <a:pt x="4443" y="699"/>
                </a:lnTo>
                <a:lnTo>
                  <a:pt x="4513" y="691"/>
                </a:lnTo>
                <a:lnTo>
                  <a:pt x="4726" y="679"/>
                </a:lnTo>
                <a:lnTo>
                  <a:pt x="5028" y="671"/>
                </a:lnTo>
                <a:lnTo>
                  <a:pt x="5422" y="668"/>
                </a:lnTo>
                <a:lnTo>
                  <a:pt x="5660" y="668"/>
                </a:lnTo>
                <a:lnTo>
                  <a:pt x="6136" y="669"/>
                </a:lnTo>
                <a:lnTo>
                  <a:pt x="6875" y="684"/>
                </a:lnTo>
                <a:lnTo>
                  <a:pt x="7297" y="701"/>
                </a:lnTo>
                <a:lnTo>
                  <a:pt x="7499" y="708"/>
                </a:lnTo>
                <a:lnTo>
                  <a:pt x="7573" y="711"/>
                </a:lnTo>
                <a:lnTo>
                  <a:pt x="7587" y="712"/>
                </a:lnTo>
                <a:lnTo>
                  <a:pt x="7593" y="719"/>
                </a:lnTo>
                <a:lnTo>
                  <a:pt x="7589" y="726"/>
                </a:lnTo>
                <a:lnTo>
                  <a:pt x="7571" y="742"/>
                </a:lnTo>
                <a:lnTo>
                  <a:pt x="7520" y="775"/>
                </a:lnTo>
                <a:lnTo>
                  <a:pt x="7482" y="799"/>
                </a:lnTo>
                <a:lnTo>
                  <a:pt x="7417" y="838"/>
                </a:lnTo>
                <a:lnTo>
                  <a:pt x="7315" y="912"/>
                </a:lnTo>
                <a:lnTo>
                  <a:pt x="7259" y="967"/>
                </a:lnTo>
                <a:lnTo>
                  <a:pt x="7230" y="1002"/>
                </a:lnTo>
                <a:lnTo>
                  <a:pt x="7208" y="1039"/>
                </a:lnTo>
                <a:lnTo>
                  <a:pt x="7193" y="1075"/>
                </a:lnTo>
                <a:lnTo>
                  <a:pt x="7188" y="1093"/>
                </a:lnTo>
                <a:lnTo>
                  <a:pt x="7178" y="1141"/>
                </a:lnTo>
                <a:lnTo>
                  <a:pt x="7177" y="1184"/>
                </a:lnTo>
                <a:lnTo>
                  <a:pt x="7186" y="1207"/>
                </a:lnTo>
                <a:lnTo>
                  <a:pt x="7193" y="1219"/>
                </a:lnTo>
                <a:lnTo>
                  <a:pt x="7206" y="1234"/>
                </a:lnTo>
                <a:lnTo>
                  <a:pt x="7241" y="1257"/>
                </a:lnTo>
                <a:lnTo>
                  <a:pt x="7278" y="1269"/>
                </a:lnTo>
                <a:lnTo>
                  <a:pt x="7304" y="1267"/>
                </a:lnTo>
                <a:lnTo>
                  <a:pt x="7317" y="1260"/>
                </a:lnTo>
                <a:lnTo>
                  <a:pt x="7322" y="1255"/>
                </a:lnTo>
                <a:lnTo>
                  <a:pt x="7327" y="1244"/>
                </a:lnTo>
                <a:lnTo>
                  <a:pt x="7341" y="1201"/>
                </a:lnTo>
                <a:lnTo>
                  <a:pt x="7347" y="1174"/>
                </a:lnTo>
                <a:lnTo>
                  <a:pt x="7349" y="1161"/>
                </a:lnTo>
                <a:lnTo>
                  <a:pt x="7359" y="1135"/>
                </a:lnTo>
                <a:lnTo>
                  <a:pt x="7375" y="1109"/>
                </a:lnTo>
                <a:lnTo>
                  <a:pt x="7397" y="1082"/>
                </a:lnTo>
                <a:lnTo>
                  <a:pt x="7444" y="1040"/>
                </a:lnTo>
                <a:lnTo>
                  <a:pt x="7546" y="969"/>
                </a:lnTo>
                <a:lnTo>
                  <a:pt x="7617" y="923"/>
                </a:lnTo>
                <a:lnTo>
                  <a:pt x="7718" y="861"/>
                </a:lnTo>
                <a:lnTo>
                  <a:pt x="7827" y="799"/>
                </a:lnTo>
                <a:lnTo>
                  <a:pt x="7885" y="770"/>
                </a:lnTo>
                <a:lnTo>
                  <a:pt x="7937" y="752"/>
                </a:lnTo>
                <a:lnTo>
                  <a:pt x="7991" y="741"/>
                </a:lnTo>
                <a:lnTo>
                  <a:pt x="8081" y="734"/>
                </a:lnTo>
                <a:lnTo>
                  <a:pt x="8163" y="733"/>
                </a:lnTo>
                <a:lnTo>
                  <a:pt x="8218" y="731"/>
                </a:lnTo>
                <a:lnTo>
                  <a:pt x="8279" y="725"/>
                </a:lnTo>
                <a:lnTo>
                  <a:pt x="8300" y="719"/>
                </a:lnTo>
                <a:lnTo>
                  <a:pt x="8301" y="716"/>
                </a:lnTo>
                <a:lnTo>
                  <a:pt x="8302" y="709"/>
                </a:lnTo>
                <a:lnTo>
                  <a:pt x="8311" y="694"/>
                </a:lnTo>
                <a:lnTo>
                  <a:pt x="8318" y="688"/>
                </a:lnTo>
                <a:lnTo>
                  <a:pt x="8323" y="684"/>
                </a:lnTo>
                <a:lnTo>
                  <a:pt x="8325" y="673"/>
                </a:lnTo>
                <a:lnTo>
                  <a:pt x="8315" y="648"/>
                </a:lnTo>
                <a:lnTo>
                  <a:pt x="8275" y="605"/>
                </a:lnTo>
                <a:lnTo>
                  <a:pt x="8213" y="557"/>
                </a:lnTo>
                <a:lnTo>
                  <a:pt x="8174" y="533"/>
                </a:lnTo>
                <a:lnTo>
                  <a:pt x="8139" y="510"/>
                </a:lnTo>
                <a:lnTo>
                  <a:pt x="8089" y="474"/>
                </a:lnTo>
                <a:lnTo>
                  <a:pt x="8083" y="466"/>
                </a:lnTo>
                <a:lnTo>
                  <a:pt x="8082" y="460"/>
                </a:lnTo>
                <a:lnTo>
                  <a:pt x="8070" y="454"/>
                </a:lnTo>
                <a:lnTo>
                  <a:pt x="8060" y="452"/>
                </a:lnTo>
                <a:lnTo>
                  <a:pt x="8045" y="449"/>
                </a:lnTo>
                <a:lnTo>
                  <a:pt x="7991" y="417"/>
                </a:lnTo>
                <a:lnTo>
                  <a:pt x="7958" y="394"/>
                </a:lnTo>
                <a:lnTo>
                  <a:pt x="7895" y="348"/>
                </a:lnTo>
                <a:lnTo>
                  <a:pt x="7872" y="334"/>
                </a:lnTo>
                <a:lnTo>
                  <a:pt x="7831" y="312"/>
                </a:lnTo>
                <a:lnTo>
                  <a:pt x="7710" y="233"/>
                </a:lnTo>
                <a:lnTo>
                  <a:pt x="7590" y="155"/>
                </a:lnTo>
                <a:lnTo>
                  <a:pt x="7551" y="132"/>
                </a:lnTo>
                <a:lnTo>
                  <a:pt x="7528" y="120"/>
                </a:lnTo>
                <a:lnTo>
                  <a:pt x="7464" y="85"/>
                </a:lnTo>
                <a:lnTo>
                  <a:pt x="7416" y="58"/>
                </a:lnTo>
                <a:lnTo>
                  <a:pt x="7357" y="34"/>
                </a:lnTo>
                <a:lnTo>
                  <a:pt x="7326" y="27"/>
                </a:lnTo>
                <a:lnTo>
                  <a:pt x="7303" y="26"/>
                </a:lnTo>
                <a:lnTo>
                  <a:pt x="7287" y="33"/>
                </a:lnTo>
                <a:lnTo>
                  <a:pt x="7281" y="47"/>
                </a:lnTo>
                <a:lnTo>
                  <a:pt x="7284" y="70"/>
                </a:lnTo>
                <a:lnTo>
                  <a:pt x="7291" y="83"/>
                </a:lnTo>
                <a:lnTo>
                  <a:pt x="7304" y="98"/>
                </a:lnTo>
                <a:lnTo>
                  <a:pt x="7378" y="153"/>
                </a:lnTo>
                <a:lnTo>
                  <a:pt x="7428" y="184"/>
                </a:lnTo>
                <a:lnTo>
                  <a:pt x="7497" y="227"/>
                </a:lnTo>
                <a:lnTo>
                  <a:pt x="7682" y="350"/>
                </a:lnTo>
                <a:lnTo>
                  <a:pt x="7864" y="480"/>
                </a:lnTo>
                <a:lnTo>
                  <a:pt x="7961" y="554"/>
                </a:lnTo>
                <a:lnTo>
                  <a:pt x="7996" y="583"/>
                </a:lnTo>
                <a:lnTo>
                  <a:pt x="7999" y="589"/>
                </a:lnTo>
                <a:lnTo>
                  <a:pt x="7996" y="593"/>
                </a:lnTo>
                <a:lnTo>
                  <a:pt x="7966" y="601"/>
                </a:lnTo>
                <a:lnTo>
                  <a:pt x="7889" y="608"/>
                </a:lnTo>
                <a:lnTo>
                  <a:pt x="7830" y="607"/>
                </a:lnTo>
                <a:lnTo>
                  <a:pt x="7698" y="601"/>
                </a:lnTo>
                <a:lnTo>
                  <a:pt x="7415" y="583"/>
                </a:lnTo>
                <a:lnTo>
                  <a:pt x="7372" y="577"/>
                </a:lnTo>
                <a:lnTo>
                  <a:pt x="7278" y="570"/>
                </a:lnTo>
                <a:lnTo>
                  <a:pt x="6978" y="554"/>
                </a:lnTo>
                <a:lnTo>
                  <a:pt x="6671" y="537"/>
                </a:lnTo>
                <a:lnTo>
                  <a:pt x="6557" y="526"/>
                </a:lnTo>
                <a:lnTo>
                  <a:pt x="6521" y="522"/>
                </a:lnTo>
                <a:lnTo>
                  <a:pt x="6332" y="517"/>
                </a:lnTo>
                <a:lnTo>
                  <a:pt x="5868" y="515"/>
                </a:lnTo>
                <a:lnTo>
                  <a:pt x="5119" y="523"/>
                </a:lnTo>
                <a:lnTo>
                  <a:pt x="4674" y="535"/>
                </a:lnTo>
                <a:lnTo>
                  <a:pt x="4504" y="544"/>
                </a:lnTo>
                <a:lnTo>
                  <a:pt x="4482" y="549"/>
                </a:lnTo>
                <a:lnTo>
                  <a:pt x="4440" y="553"/>
                </a:lnTo>
                <a:lnTo>
                  <a:pt x="4101" y="557"/>
                </a:lnTo>
                <a:lnTo>
                  <a:pt x="3613" y="556"/>
                </a:lnTo>
                <a:lnTo>
                  <a:pt x="3153" y="551"/>
                </a:lnTo>
                <a:lnTo>
                  <a:pt x="2999" y="547"/>
                </a:lnTo>
                <a:lnTo>
                  <a:pt x="2727" y="538"/>
                </a:lnTo>
                <a:lnTo>
                  <a:pt x="2246" y="524"/>
                </a:lnTo>
                <a:lnTo>
                  <a:pt x="1849" y="519"/>
                </a:lnTo>
                <a:lnTo>
                  <a:pt x="1545" y="522"/>
                </a:lnTo>
                <a:lnTo>
                  <a:pt x="1436" y="526"/>
                </a:lnTo>
                <a:lnTo>
                  <a:pt x="1309" y="535"/>
                </a:lnTo>
                <a:lnTo>
                  <a:pt x="1063" y="555"/>
                </a:lnTo>
                <a:lnTo>
                  <a:pt x="997" y="562"/>
                </a:lnTo>
                <a:lnTo>
                  <a:pt x="947" y="568"/>
                </a:lnTo>
                <a:lnTo>
                  <a:pt x="763" y="581"/>
                </a:lnTo>
                <a:lnTo>
                  <a:pt x="557" y="591"/>
                </a:lnTo>
                <a:lnTo>
                  <a:pt x="412" y="595"/>
                </a:lnTo>
                <a:lnTo>
                  <a:pt x="397" y="592"/>
                </a:lnTo>
                <a:lnTo>
                  <a:pt x="407" y="584"/>
                </a:lnTo>
                <a:lnTo>
                  <a:pt x="445" y="562"/>
                </a:lnTo>
                <a:lnTo>
                  <a:pt x="489" y="536"/>
                </a:lnTo>
                <a:lnTo>
                  <a:pt x="534" y="506"/>
                </a:lnTo>
                <a:lnTo>
                  <a:pt x="727" y="379"/>
                </a:lnTo>
                <a:lnTo>
                  <a:pt x="990" y="208"/>
                </a:lnTo>
                <a:lnTo>
                  <a:pt x="1114" y="134"/>
                </a:lnTo>
                <a:lnTo>
                  <a:pt x="1145" y="116"/>
                </a:lnTo>
                <a:lnTo>
                  <a:pt x="1176" y="101"/>
                </a:lnTo>
                <a:lnTo>
                  <a:pt x="1212" y="78"/>
                </a:lnTo>
                <a:lnTo>
                  <a:pt x="1221" y="64"/>
                </a:lnTo>
                <a:lnTo>
                  <a:pt x="1221" y="54"/>
                </a:lnTo>
                <a:lnTo>
                  <a:pt x="1212" y="37"/>
                </a:lnTo>
                <a:lnTo>
                  <a:pt x="1198" y="24"/>
                </a:lnTo>
                <a:lnTo>
                  <a:pt x="1187" y="13"/>
                </a:lnTo>
                <a:lnTo>
                  <a:pt x="1167" y="1"/>
                </a:lnTo>
                <a:lnTo>
                  <a:pt x="1142" y="0"/>
                </a:lnTo>
                <a:lnTo>
                  <a:pt x="1111" y="10"/>
                </a:lnTo>
                <a:lnTo>
                  <a:pt x="1089" y="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8" name="Freeform 59">
            <a:extLst>
              <a:ext uri="{FF2B5EF4-FFF2-40B4-BE49-F238E27FC236}">
                <a16:creationId xmlns:a16="http://schemas.microsoft.com/office/drawing/2014/main" id="{E1685D82-135B-41EE-BBEC-53D334E56856}"/>
              </a:ext>
            </a:extLst>
          </p:cNvPr>
          <p:cNvSpPr>
            <a:spLocks/>
          </p:cNvSpPr>
          <p:nvPr/>
        </p:nvSpPr>
        <p:spPr bwMode="auto">
          <a:xfrm>
            <a:off x="8966638" y="5551912"/>
            <a:ext cx="525463" cy="741363"/>
          </a:xfrm>
          <a:custGeom>
            <a:avLst/>
            <a:gdLst>
              <a:gd name="T0" fmla="*/ 1250 w 2315"/>
              <a:gd name="T1" fmla="*/ 59 h 3267"/>
              <a:gd name="T2" fmla="*/ 1319 w 2315"/>
              <a:gd name="T3" fmla="*/ 165 h 3267"/>
              <a:gd name="T4" fmla="*/ 1446 w 2315"/>
              <a:gd name="T5" fmla="*/ 253 h 3267"/>
              <a:gd name="T6" fmla="*/ 1740 w 2315"/>
              <a:gd name="T7" fmla="*/ 365 h 3267"/>
              <a:gd name="T8" fmla="*/ 1928 w 2315"/>
              <a:gd name="T9" fmla="*/ 434 h 3267"/>
              <a:gd name="T10" fmla="*/ 1912 w 2315"/>
              <a:gd name="T11" fmla="*/ 443 h 3267"/>
              <a:gd name="T12" fmla="*/ 1481 w 2315"/>
              <a:gd name="T13" fmla="*/ 443 h 3267"/>
              <a:gd name="T14" fmla="*/ 1100 w 2315"/>
              <a:gd name="T15" fmla="*/ 477 h 3267"/>
              <a:gd name="T16" fmla="*/ 721 w 2315"/>
              <a:gd name="T17" fmla="*/ 603 h 3267"/>
              <a:gd name="T18" fmla="*/ 420 w 2315"/>
              <a:gd name="T19" fmla="*/ 766 h 3267"/>
              <a:gd name="T20" fmla="*/ 164 w 2315"/>
              <a:gd name="T21" fmla="*/ 1021 h 3267"/>
              <a:gd name="T22" fmla="*/ 53 w 2315"/>
              <a:gd name="T23" fmla="*/ 1268 h 3267"/>
              <a:gd name="T24" fmla="*/ 10 w 2315"/>
              <a:gd name="T25" fmla="*/ 1611 h 3267"/>
              <a:gd name="T26" fmla="*/ 13 w 2315"/>
              <a:gd name="T27" fmla="*/ 2174 h 3267"/>
              <a:gd name="T28" fmla="*/ 74 w 2315"/>
              <a:gd name="T29" fmla="*/ 2430 h 3267"/>
              <a:gd name="T30" fmla="*/ 219 w 2315"/>
              <a:gd name="T31" fmla="*/ 2773 h 3267"/>
              <a:gd name="T32" fmla="*/ 389 w 2315"/>
              <a:gd name="T33" fmla="*/ 3000 h 3267"/>
              <a:gd name="T34" fmla="*/ 634 w 2315"/>
              <a:gd name="T35" fmla="*/ 3220 h 3267"/>
              <a:gd name="T36" fmla="*/ 751 w 2315"/>
              <a:gd name="T37" fmla="*/ 3264 h 3267"/>
              <a:gd name="T38" fmla="*/ 766 w 2315"/>
              <a:gd name="T39" fmla="*/ 3243 h 3267"/>
              <a:gd name="T40" fmla="*/ 680 w 2315"/>
              <a:gd name="T41" fmla="*/ 3127 h 3267"/>
              <a:gd name="T42" fmla="*/ 495 w 2315"/>
              <a:gd name="T43" fmla="*/ 2960 h 3267"/>
              <a:gd name="T44" fmla="*/ 377 w 2315"/>
              <a:gd name="T45" fmla="*/ 2808 h 3267"/>
              <a:gd name="T46" fmla="*/ 263 w 2315"/>
              <a:gd name="T47" fmla="*/ 2566 h 3267"/>
              <a:gd name="T48" fmla="*/ 203 w 2315"/>
              <a:gd name="T49" fmla="*/ 2344 h 3267"/>
              <a:gd name="T50" fmla="*/ 168 w 2315"/>
              <a:gd name="T51" fmla="*/ 1993 h 3267"/>
              <a:gd name="T52" fmla="*/ 207 w 2315"/>
              <a:gd name="T53" fmla="*/ 1480 h 3267"/>
              <a:gd name="T54" fmla="*/ 289 w 2315"/>
              <a:gd name="T55" fmla="*/ 1190 h 3267"/>
              <a:gd name="T56" fmla="*/ 428 w 2315"/>
              <a:gd name="T57" fmla="*/ 1028 h 3267"/>
              <a:gd name="T58" fmla="*/ 719 w 2315"/>
              <a:gd name="T59" fmla="*/ 822 h 3267"/>
              <a:gd name="T60" fmla="*/ 1022 w 2315"/>
              <a:gd name="T61" fmla="*/ 702 h 3267"/>
              <a:gd name="T62" fmla="*/ 1455 w 2315"/>
              <a:gd name="T63" fmla="*/ 621 h 3267"/>
              <a:gd name="T64" fmla="*/ 1557 w 2315"/>
              <a:gd name="T65" fmla="*/ 662 h 3267"/>
              <a:gd name="T66" fmla="*/ 1275 w 2315"/>
              <a:gd name="T67" fmla="*/ 782 h 3267"/>
              <a:gd name="T68" fmla="*/ 1180 w 2315"/>
              <a:gd name="T69" fmla="*/ 824 h 3267"/>
              <a:gd name="T70" fmla="*/ 1128 w 2315"/>
              <a:gd name="T71" fmla="*/ 895 h 3267"/>
              <a:gd name="T72" fmla="*/ 1146 w 2315"/>
              <a:gd name="T73" fmla="*/ 972 h 3267"/>
              <a:gd name="T74" fmla="*/ 1192 w 2315"/>
              <a:gd name="T75" fmla="*/ 1008 h 3267"/>
              <a:gd name="T76" fmla="*/ 1284 w 2315"/>
              <a:gd name="T77" fmla="*/ 980 h 3267"/>
              <a:gd name="T78" fmla="*/ 1755 w 2315"/>
              <a:gd name="T79" fmla="*/ 786 h 3267"/>
              <a:gd name="T80" fmla="*/ 2041 w 2315"/>
              <a:gd name="T81" fmla="*/ 692 h 3267"/>
              <a:gd name="T82" fmla="*/ 2285 w 2315"/>
              <a:gd name="T83" fmla="*/ 580 h 3267"/>
              <a:gd name="T84" fmla="*/ 2315 w 2315"/>
              <a:gd name="T85" fmla="*/ 533 h 3267"/>
              <a:gd name="T86" fmla="*/ 2302 w 2315"/>
              <a:gd name="T87" fmla="*/ 480 h 3267"/>
              <a:gd name="T88" fmla="*/ 2246 w 2315"/>
              <a:gd name="T89" fmla="*/ 413 h 3267"/>
              <a:gd name="T90" fmla="*/ 1975 w 2315"/>
              <a:gd name="T91" fmla="*/ 297 h 3267"/>
              <a:gd name="T92" fmla="*/ 1650 w 2315"/>
              <a:gd name="T93" fmla="*/ 189 h 3267"/>
              <a:gd name="T94" fmla="*/ 1358 w 2315"/>
              <a:gd name="T95" fmla="*/ 67 h 3267"/>
              <a:gd name="T96" fmla="*/ 1293 w 2315"/>
              <a:gd name="T97" fmla="*/ 7 h 3267"/>
              <a:gd name="T98" fmla="*/ 1253 w 2315"/>
              <a:gd name="T99" fmla="*/ 16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315" h="3267">
                <a:moveTo>
                  <a:pt x="1253" y="16"/>
                </a:moveTo>
                <a:lnTo>
                  <a:pt x="1248" y="28"/>
                </a:lnTo>
                <a:lnTo>
                  <a:pt x="1250" y="59"/>
                </a:lnTo>
                <a:lnTo>
                  <a:pt x="1267" y="99"/>
                </a:lnTo>
                <a:lnTo>
                  <a:pt x="1298" y="143"/>
                </a:lnTo>
                <a:lnTo>
                  <a:pt x="1319" y="165"/>
                </a:lnTo>
                <a:lnTo>
                  <a:pt x="1340" y="186"/>
                </a:lnTo>
                <a:lnTo>
                  <a:pt x="1384" y="221"/>
                </a:lnTo>
                <a:lnTo>
                  <a:pt x="1446" y="253"/>
                </a:lnTo>
                <a:lnTo>
                  <a:pt x="1544" y="293"/>
                </a:lnTo>
                <a:lnTo>
                  <a:pt x="1616" y="320"/>
                </a:lnTo>
                <a:lnTo>
                  <a:pt x="1740" y="365"/>
                </a:lnTo>
                <a:lnTo>
                  <a:pt x="1819" y="396"/>
                </a:lnTo>
                <a:lnTo>
                  <a:pt x="1876" y="418"/>
                </a:lnTo>
                <a:lnTo>
                  <a:pt x="1928" y="434"/>
                </a:lnTo>
                <a:lnTo>
                  <a:pt x="1934" y="436"/>
                </a:lnTo>
                <a:lnTo>
                  <a:pt x="1933" y="439"/>
                </a:lnTo>
                <a:lnTo>
                  <a:pt x="1912" y="443"/>
                </a:lnTo>
                <a:lnTo>
                  <a:pt x="1787" y="446"/>
                </a:lnTo>
                <a:lnTo>
                  <a:pt x="1633" y="444"/>
                </a:lnTo>
                <a:lnTo>
                  <a:pt x="1481" y="443"/>
                </a:lnTo>
                <a:lnTo>
                  <a:pt x="1302" y="449"/>
                </a:lnTo>
                <a:lnTo>
                  <a:pt x="1197" y="459"/>
                </a:lnTo>
                <a:lnTo>
                  <a:pt x="1100" y="477"/>
                </a:lnTo>
                <a:lnTo>
                  <a:pt x="1003" y="501"/>
                </a:lnTo>
                <a:lnTo>
                  <a:pt x="847" y="554"/>
                </a:lnTo>
                <a:lnTo>
                  <a:pt x="721" y="603"/>
                </a:lnTo>
                <a:lnTo>
                  <a:pt x="655" y="632"/>
                </a:lnTo>
                <a:lnTo>
                  <a:pt x="531" y="694"/>
                </a:lnTo>
                <a:lnTo>
                  <a:pt x="420" y="766"/>
                </a:lnTo>
                <a:lnTo>
                  <a:pt x="321" y="845"/>
                </a:lnTo>
                <a:lnTo>
                  <a:pt x="235" y="930"/>
                </a:lnTo>
                <a:lnTo>
                  <a:pt x="164" y="1021"/>
                </a:lnTo>
                <a:lnTo>
                  <a:pt x="108" y="1117"/>
                </a:lnTo>
                <a:lnTo>
                  <a:pt x="67" y="1217"/>
                </a:lnTo>
                <a:lnTo>
                  <a:pt x="53" y="1268"/>
                </a:lnTo>
                <a:lnTo>
                  <a:pt x="44" y="1312"/>
                </a:lnTo>
                <a:lnTo>
                  <a:pt x="29" y="1419"/>
                </a:lnTo>
                <a:lnTo>
                  <a:pt x="10" y="1611"/>
                </a:lnTo>
                <a:lnTo>
                  <a:pt x="0" y="1887"/>
                </a:lnTo>
                <a:lnTo>
                  <a:pt x="5" y="2072"/>
                </a:lnTo>
                <a:lnTo>
                  <a:pt x="13" y="2174"/>
                </a:lnTo>
                <a:lnTo>
                  <a:pt x="19" y="2213"/>
                </a:lnTo>
                <a:lnTo>
                  <a:pt x="33" y="2282"/>
                </a:lnTo>
                <a:lnTo>
                  <a:pt x="74" y="2430"/>
                </a:lnTo>
                <a:lnTo>
                  <a:pt x="127" y="2579"/>
                </a:lnTo>
                <a:lnTo>
                  <a:pt x="187" y="2714"/>
                </a:lnTo>
                <a:lnTo>
                  <a:pt x="219" y="2773"/>
                </a:lnTo>
                <a:lnTo>
                  <a:pt x="244" y="2817"/>
                </a:lnTo>
                <a:lnTo>
                  <a:pt x="311" y="2909"/>
                </a:lnTo>
                <a:lnTo>
                  <a:pt x="389" y="3000"/>
                </a:lnTo>
                <a:lnTo>
                  <a:pt x="473" y="3086"/>
                </a:lnTo>
                <a:lnTo>
                  <a:pt x="557" y="3161"/>
                </a:lnTo>
                <a:lnTo>
                  <a:pt x="634" y="3220"/>
                </a:lnTo>
                <a:lnTo>
                  <a:pt x="698" y="3257"/>
                </a:lnTo>
                <a:lnTo>
                  <a:pt x="734" y="3267"/>
                </a:lnTo>
                <a:lnTo>
                  <a:pt x="751" y="3264"/>
                </a:lnTo>
                <a:lnTo>
                  <a:pt x="757" y="3259"/>
                </a:lnTo>
                <a:lnTo>
                  <a:pt x="762" y="3255"/>
                </a:lnTo>
                <a:lnTo>
                  <a:pt x="766" y="3243"/>
                </a:lnTo>
                <a:lnTo>
                  <a:pt x="762" y="3222"/>
                </a:lnTo>
                <a:lnTo>
                  <a:pt x="735" y="3182"/>
                </a:lnTo>
                <a:lnTo>
                  <a:pt x="680" y="3127"/>
                </a:lnTo>
                <a:lnTo>
                  <a:pt x="641" y="3092"/>
                </a:lnTo>
                <a:lnTo>
                  <a:pt x="579" y="3038"/>
                </a:lnTo>
                <a:lnTo>
                  <a:pt x="495" y="2960"/>
                </a:lnTo>
                <a:lnTo>
                  <a:pt x="441" y="2903"/>
                </a:lnTo>
                <a:lnTo>
                  <a:pt x="400" y="2845"/>
                </a:lnTo>
                <a:lnTo>
                  <a:pt x="377" y="2808"/>
                </a:lnTo>
                <a:lnTo>
                  <a:pt x="354" y="2769"/>
                </a:lnTo>
                <a:lnTo>
                  <a:pt x="306" y="2671"/>
                </a:lnTo>
                <a:lnTo>
                  <a:pt x="263" y="2566"/>
                </a:lnTo>
                <a:lnTo>
                  <a:pt x="231" y="2471"/>
                </a:lnTo>
                <a:lnTo>
                  <a:pt x="222" y="2434"/>
                </a:lnTo>
                <a:lnTo>
                  <a:pt x="203" y="2344"/>
                </a:lnTo>
                <a:lnTo>
                  <a:pt x="180" y="2207"/>
                </a:lnTo>
                <a:lnTo>
                  <a:pt x="168" y="2100"/>
                </a:lnTo>
                <a:lnTo>
                  <a:pt x="168" y="1993"/>
                </a:lnTo>
                <a:lnTo>
                  <a:pt x="171" y="1932"/>
                </a:lnTo>
                <a:lnTo>
                  <a:pt x="184" y="1714"/>
                </a:lnTo>
                <a:lnTo>
                  <a:pt x="207" y="1480"/>
                </a:lnTo>
                <a:lnTo>
                  <a:pt x="227" y="1361"/>
                </a:lnTo>
                <a:lnTo>
                  <a:pt x="254" y="1266"/>
                </a:lnTo>
                <a:lnTo>
                  <a:pt x="289" y="1190"/>
                </a:lnTo>
                <a:lnTo>
                  <a:pt x="335" y="1124"/>
                </a:lnTo>
                <a:lnTo>
                  <a:pt x="393" y="1061"/>
                </a:lnTo>
                <a:lnTo>
                  <a:pt x="428" y="1028"/>
                </a:lnTo>
                <a:lnTo>
                  <a:pt x="488" y="976"/>
                </a:lnTo>
                <a:lnTo>
                  <a:pt x="600" y="890"/>
                </a:lnTo>
                <a:lnTo>
                  <a:pt x="719" y="822"/>
                </a:lnTo>
                <a:lnTo>
                  <a:pt x="862" y="760"/>
                </a:lnTo>
                <a:lnTo>
                  <a:pt x="949" y="728"/>
                </a:lnTo>
                <a:lnTo>
                  <a:pt x="1022" y="702"/>
                </a:lnTo>
                <a:lnTo>
                  <a:pt x="1157" y="665"/>
                </a:lnTo>
                <a:lnTo>
                  <a:pt x="1296" y="640"/>
                </a:lnTo>
                <a:lnTo>
                  <a:pt x="1455" y="621"/>
                </a:lnTo>
                <a:lnTo>
                  <a:pt x="1550" y="615"/>
                </a:lnTo>
                <a:lnTo>
                  <a:pt x="1709" y="605"/>
                </a:lnTo>
                <a:lnTo>
                  <a:pt x="1557" y="662"/>
                </a:lnTo>
                <a:lnTo>
                  <a:pt x="1424" y="715"/>
                </a:lnTo>
                <a:lnTo>
                  <a:pt x="1337" y="753"/>
                </a:lnTo>
                <a:lnTo>
                  <a:pt x="1275" y="782"/>
                </a:lnTo>
                <a:lnTo>
                  <a:pt x="1229" y="801"/>
                </a:lnTo>
                <a:lnTo>
                  <a:pt x="1211" y="807"/>
                </a:lnTo>
                <a:lnTo>
                  <a:pt x="1180" y="824"/>
                </a:lnTo>
                <a:lnTo>
                  <a:pt x="1156" y="845"/>
                </a:lnTo>
                <a:lnTo>
                  <a:pt x="1138" y="868"/>
                </a:lnTo>
                <a:lnTo>
                  <a:pt x="1128" y="895"/>
                </a:lnTo>
                <a:lnTo>
                  <a:pt x="1125" y="921"/>
                </a:lnTo>
                <a:lnTo>
                  <a:pt x="1131" y="947"/>
                </a:lnTo>
                <a:lnTo>
                  <a:pt x="1146" y="972"/>
                </a:lnTo>
                <a:lnTo>
                  <a:pt x="1157" y="983"/>
                </a:lnTo>
                <a:lnTo>
                  <a:pt x="1170" y="995"/>
                </a:lnTo>
                <a:lnTo>
                  <a:pt x="1192" y="1008"/>
                </a:lnTo>
                <a:lnTo>
                  <a:pt x="1217" y="1007"/>
                </a:lnTo>
                <a:lnTo>
                  <a:pt x="1256" y="993"/>
                </a:lnTo>
                <a:lnTo>
                  <a:pt x="1284" y="980"/>
                </a:lnTo>
                <a:lnTo>
                  <a:pt x="1359" y="945"/>
                </a:lnTo>
                <a:lnTo>
                  <a:pt x="1551" y="865"/>
                </a:lnTo>
                <a:lnTo>
                  <a:pt x="1755" y="786"/>
                </a:lnTo>
                <a:lnTo>
                  <a:pt x="1928" y="726"/>
                </a:lnTo>
                <a:lnTo>
                  <a:pt x="1988" y="707"/>
                </a:lnTo>
                <a:lnTo>
                  <a:pt x="2041" y="692"/>
                </a:lnTo>
                <a:lnTo>
                  <a:pt x="2144" y="656"/>
                </a:lnTo>
                <a:lnTo>
                  <a:pt x="2228" y="616"/>
                </a:lnTo>
                <a:lnTo>
                  <a:pt x="2285" y="580"/>
                </a:lnTo>
                <a:lnTo>
                  <a:pt x="2298" y="565"/>
                </a:lnTo>
                <a:lnTo>
                  <a:pt x="2306" y="553"/>
                </a:lnTo>
                <a:lnTo>
                  <a:pt x="2315" y="533"/>
                </a:lnTo>
                <a:lnTo>
                  <a:pt x="2315" y="515"/>
                </a:lnTo>
                <a:lnTo>
                  <a:pt x="2308" y="494"/>
                </a:lnTo>
                <a:lnTo>
                  <a:pt x="2302" y="480"/>
                </a:lnTo>
                <a:lnTo>
                  <a:pt x="2290" y="460"/>
                </a:lnTo>
                <a:lnTo>
                  <a:pt x="2260" y="425"/>
                </a:lnTo>
                <a:lnTo>
                  <a:pt x="2246" y="413"/>
                </a:lnTo>
                <a:lnTo>
                  <a:pt x="2222" y="399"/>
                </a:lnTo>
                <a:lnTo>
                  <a:pt x="2119" y="353"/>
                </a:lnTo>
                <a:lnTo>
                  <a:pt x="1975" y="297"/>
                </a:lnTo>
                <a:lnTo>
                  <a:pt x="1820" y="243"/>
                </a:lnTo>
                <a:lnTo>
                  <a:pt x="1750" y="220"/>
                </a:lnTo>
                <a:lnTo>
                  <a:pt x="1650" y="189"/>
                </a:lnTo>
                <a:lnTo>
                  <a:pt x="1507" y="140"/>
                </a:lnTo>
                <a:lnTo>
                  <a:pt x="1415" y="101"/>
                </a:lnTo>
                <a:lnTo>
                  <a:pt x="1358" y="67"/>
                </a:lnTo>
                <a:lnTo>
                  <a:pt x="1339" y="48"/>
                </a:lnTo>
                <a:lnTo>
                  <a:pt x="1321" y="30"/>
                </a:lnTo>
                <a:lnTo>
                  <a:pt x="1293" y="7"/>
                </a:lnTo>
                <a:lnTo>
                  <a:pt x="1273" y="0"/>
                </a:lnTo>
                <a:lnTo>
                  <a:pt x="1259" y="7"/>
                </a:lnTo>
                <a:lnTo>
                  <a:pt x="1253" y="1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9" name="Freeform 60">
            <a:extLst>
              <a:ext uri="{FF2B5EF4-FFF2-40B4-BE49-F238E27FC236}">
                <a16:creationId xmlns:a16="http://schemas.microsoft.com/office/drawing/2014/main" id="{DA8600F1-C5ED-45F6-8655-07F31C902392}"/>
              </a:ext>
            </a:extLst>
          </p:cNvPr>
          <p:cNvSpPr>
            <a:spLocks/>
          </p:cNvSpPr>
          <p:nvPr/>
        </p:nvSpPr>
        <p:spPr bwMode="auto">
          <a:xfrm>
            <a:off x="10290756" y="5535615"/>
            <a:ext cx="822325" cy="750888"/>
          </a:xfrm>
          <a:custGeom>
            <a:avLst/>
            <a:gdLst>
              <a:gd name="T0" fmla="*/ 2201 w 3625"/>
              <a:gd name="T1" fmla="*/ 22 h 3315"/>
              <a:gd name="T2" fmla="*/ 2200 w 3625"/>
              <a:gd name="T3" fmla="*/ 62 h 3315"/>
              <a:gd name="T4" fmla="*/ 2338 w 3625"/>
              <a:gd name="T5" fmla="*/ 111 h 3315"/>
              <a:gd name="T6" fmla="*/ 2696 w 3625"/>
              <a:gd name="T7" fmla="*/ 164 h 3315"/>
              <a:gd name="T8" fmla="*/ 2979 w 3625"/>
              <a:gd name="T9" fmla="*/ 213 h 3315"/>
              <a:gd name="T10" fmla="*/ 3013 w 3625"/>
              <a:gd name="T11" fmla="*/ 225 h 3315"/>
              <a:gd name="T12" fmla="*/ 2900 w 3625"/>
              <a:gd name="T13" fmla="*/ 269 h 3315"/>
              <a:gd name="T14" fmla="*/ 2784 w 3625"/>
              <a:gd name="T15" fmla="*/ 315 h 3315"/>
              <a:gd name="T16" fmla="*/ 2744 w 3625"/>
              <a:gd name="T17" fmla="*/ 328 h 3315"/>
              <a:gd name="T18" fmla="*/ 2501 w 3625"/>
              <a:gd name="T19" fmla="*/ 425 h 3315"/>
              <a:gd name="T20" fmla="*/ 1819 w 3625"/>
              <a:gd name="T21" fmla="*/ 822 h 3315"/>
              <a:gd name="T22" fmla="*/ 1302 w 3625"/>
              <a:gd name="T23" fmla="*/ 1187 h 3315"/>
              <a:gd name="T24" fmla="*/ 985 w 3625"/>
              <a:gd name="T25" fmla="*/ 1458 h 3315"/>
              <a:gd name="T26" fmla="*/ 435 w 3625"/>
              <a:gd name="T27" fmla="*/ 2010 h 3315"/>
              <a:gd name="T28" fmla="*/ 307 w 3625"/>
              <a:gd name="T29" fmla="*/ 2180 h 3315"/>
              <a:gd name="T30" fmla="*/ 56 w 3625"/>
              <a:gd name="T31" fmla="*/ 2645 h 3315"/>
              <a:gd name="T32" fmla="*/ 13 w 3625"/>
              <a:gd name="T33" fmla="*/ 2792 h 3315"/>
              <a:gd name="T34" fmla="*/ 4 w 3625"/>
              <a:gd name="T35" fmla="*/ 3220 h 3315"/>
              <a:gd name="T36" fmla="*/ 29 w 3625"/>
              <a:gd name="T37" fmla="*/ 3306 h 3315"/>
              <a:gd name="T38" fmla="*/ 50 w 3625"/>
              <a:gd name="T39" fmla="*/ 3314 h 3315"/>
              <a:gd name="T40" fmla="*/ 92 w 3625"/>
              <a:gd name="T41" fmla="*/ 3228 h 3315"/>
              <a:gd name="T42" fmla="*/ 105 w 3625"/>
              <a:gd name="T43" fmla="*/ 3006 h 3315"/>
              <a:gd name="T44" fmla="*/ 168 w 3625"/>
              <a:gd name="T45" fmla="*/ 2700 h 3315"/>
              <a:gd name="T46" fmla="*/ 330 w 3625"/>
              <a:gd name="T47" fmla="*/ 2414 h 3315"/>
              <a:gd name="T48" fmla="*/ 628 w 3625"/>
              <a:gd name="T49" fmla="*/ 2051 h 3315"/>
              <a:gd name="T50" fmla="*/ 1183 w 3625"/>
              <a:gd name="T51" fmla="*/ 1531 h 3315"/>
              <a:gd name="T52" fmla="*/ 1582 w 3625"/>
              <a:gd name="T53" fmla="*/ 1226 h 3315"/>
              <a:gd name="T54" fmla="*/ 2054 w 3625"/>
              <a:gd name="T55" fmla="*/ 902 h 3315"/>
              <a:gd name="T56" fmla="*/ 2275 w 3625"/>
              <a:gd name="T57" fmla="*/ 771 h 3315"/>
              <a:gd name="T58" fmla="*/ 2744 w 3625"/>
              <a:gd name="T59" fmla="*/ 533 h 3315"/>
              <a:gd name="T60" fmla="*/ 3070 w 3625"/>
              <a:gd name="T61" fmla="*/ 418 h 3315"/>
              <a:gd name="T62" fmla="*/ 3210 w 3625"/>
              <a:gd name="T63" fmla="*/ 388 h 3315"/>
              <a:gd name="T64" fmla="*/ 3223 w 3625"/>
              <a:gd name="T65" fmla="*/ 399 h 3315"/>
              <a:gd name="T66" fmla="*/ 3136 w 3625"/>
              <a:gd name="T67" fmla="*/ 449 h 3315"/>
              <a:gd name="T68" fmla="*/ 2750 w 3625"/>
              <a:gd name="T69" fmla="*/ 758 h 3315"/>
              <a:gd name="T70" fmla="*/ 2526 w 3625"/>
              <a:gd name="T71" fmla="*/ 975 h 3315"/>
              <a:gd name="T72" fmla="*/ 2490 w 3625"/>
              <a:gd name="T73" fmla="*/ 1068 h 3315"/>
              <a:gd name="T74" fmla="*/ 2533 w 3625"/>
              <a:gd name="T75" fmla="*/ 1106 h 3315"/>
              <a:gd name="T76" fmla="*/ 2609 w 3625"/>
              <a:gd name="T77" fmla="*/ 1112 h 3315"/>
              <a:gd name="T78" fmla="*/ 2749 w 3625"/>
              <a:gd name="T79" fmla="*/ 989 h 3315"/>
              <a:gd name="T80" fmla="*/ 3063 w 3625"/>
              <a:gd name="T81" fmla="*/ 711 h 3315"/>
              <a:gd name="T82" fmla="*/ 3468 w 3625"/>
              <a:gd name="T83" fmla="*/ 399 h 3315"/>
              <a:gd name="T84" fmla="*/ 3618 w 3625"/>
              <a:gd name="T85" fmla="*/ 255 h 3315"/>
              <a:gd name="T86" fmla="*/ 3598 w 3625"/>
              <a:gd name="T87" fmla="*/ 192 h 3315"/>
              <a:gd name="T88" fmla="*/ 3507 w 3625"/>
              <a:gd name="T89" fmla="*/ 157 h 3315"/>
              <a:gd name="T90" fmla="*/ 3114 w 3625"/>
              <a:gd name="T91" fmla="*/ 104 h 3315"/>
              <a:gd name="T92" fmla="*/ 2731 w 3625"/>
              <a:gd name="T93" fmla="*/ 49 h 3315"/>
              <a:gd name="T94" fmla="*/ 2334 w 3625"/>
              <a:gd name="T95" fmla="*/ 2 h 3315"/>
              <a:gd name="T96" fmla="*/ 2253 w 3625"/>
              <a:gd name="T97" fmla="*/ 6 h 3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3625" h="3315">
                <a:moveTo>
                  <a:pt x="2253" y="6"/>
                </a:moveTo>
                <a:lnTo>
                  <a:pt x="2230" y="10"/>
                </a:lnTo>
                <a:lnTo>
                  <a:pt x="2201" y="22"/>
                </a:lnTo>
                <a:lnTo>
                  <a:pt x="2199" y="27"/>
                </a:lnTo>
                <a:lnTo>
                  <a:pt x="2199" y="56"/>
                </a:lnTo>
                <a:lnTo>
                  <a:pt x="2200" y="62"/>
                </a:lnTo>
                <a:lnTo>
                  <a:pt x="2209" y="73"/>
                </a:lnTo>
                <a:lnTo>
                  <a:pt x="2243" y="89"/>
                </a:lnTo>
                <a:lnTo>
                  <a:pt x="2338" y="111"/>
                </a:lnTo>
                <a:lnTo>
                  <a:pt x="2504" y="136"/>
                </a:lnTo>
                <a:lnTo>
                  <a:pt x="2622" y="153"/>
                </a:lnTo>
                <a:lnTo>
                  <a:pt x="2696" y="164"/>
                </a:lnTo>
                <a:lnTo>
                  <a:pt x="2807" y="184"/>
                </a:lnTo>
                <a:lnTo>
                  <a:pt x="2916" y="204"/>
                </a:lnTo>
                <a:lnTo>
                  <a:pt x="2979" y="213"/>
                </a:lnTo>
                <a:lnTo>
                  <a:pt x="3000" y="215"/>
                </a:lnTo>
                <a:lnTo>
                  <a:pt x="3013" y="220"/>
                </a:lnTo>
                <a:lnTo>
                  <a:pt x="3013" y="225"/>
                </a:lnTo>
                <a:lnTo>
                  <a:pt x="2997" y="235"/>
                </a:lnTo>
                <a:lnTo>
                  <a:pt x="2943" y="255"/>
                </a:lnTo>
                <a:lnTo>
                  <a:pt x="2900" y="269"/>
                </a:lnTo>
                <a:lnTo>
                  <a:pt x="2859" y="282"/>
                </a:lnTo>
                <a:lnTo>
                  <a:pt x="2795" y="306"/>
                </a:lnTo>
                <a:lnTo>
                  <a:pt x="2784" y="315"/>
                </a:lnTo>
                <a:lnTo>
                  <a:pt x="2775" y="320"/>
                </a:lnTo>
                <a:lnTo>
                  <a:pt x="2754" y="327"/>
                </a:lnTo>
                <a:lnTo>
                  <a:pt x="2744" y="328"/>
                </a:lnTo>
                <a:lnTo>
                  <a:pt x="2725" y="330"/>
                </a:lnTo>
                <a:lnTo>
                  <a:pt x="2656" y="354"/>
                </a:lnTo>
                <a:lnTo>
                  <a:pt x="2501" y="425"/>
                </a:lnTo>
                <a:lnTo>
                  <a:pt x="2229" y="571"/>
                </a:lnTo>
                <a:lnTo>
                  <a:pt x="1945" y="740"/>
                </a:lnTo>
                <a:lnTo>
                  <a:pt x="1819" y="822"/>
                </a:lnTo>
                <a:lnTo>
                  <a:pt x="1674" y="921"/>
                </a:lnTo>
                <a:lnTo>
                  <a:pt x="1462" y="1068"/>
                </a:lnTo>
                <a:lnTo>
                  <a:pt x="1302" y="1187"/>
                </a:lnTo>
                <a:lnTo>
                  <a:pt x="1149" y="1314"/>
                </a:lnTo>
                <a:lnTo>
                  <a:pt x="1059" y="1393"/>
                </a:lnTo>
                <a:lnTo>
                  <a:pt x="985" y="1458"/>
                </a:lnTo>
                <a:lnTo>
                  <a:pt x="795" y="1639"/>
                </a:lnTo>
                <a:lnTo>
                  <a:pt x="597" y="1838"/>
                </a:lnTo>
                <a:lnTo>
                  <a:pt x="435" y="2010"/>
                </a:lnTo>
                <a:lnTo>
                  <a:pt x="388" y="2066"/>
                </a:lnTo>
                <a:lnTo>
                  <a:pt x="362" y="2100"/>
                </a:lnTo>
                <a:lnTo>
                  <a:pt x="307" y="2180"/>
                </a:lnTo>
                <a:lnTo>
                  <a:pt x="222" y="2316"/>
                </a:lnTo>
                <a:lnTo>
                  <a:pt x="117" y="2512"/>
                </a:lnTo>
                <a:lnTo>
                  <a:pt x="56" y="2645"/>
                </a:lnTo>
                <a:lnTo>
                  <a:pt x="29" y="2721"/>
                </a:lnTo>
                <a:lnTo>
                  <a:pt x="20" y="2753"/>
                </a:lnTo>
                <a:lnTo>
                  <a:pt x="13" y="2792"/>
                </a:lnTo>
                <a:lnTo>
                  <a:pt x="3" y="2927"/>
                </a:lnTo>
                <a:lnTo>
                  <a:pt x="0" y="3087"/>
                </a:lnTo>
                <a:lnTo>
                  <a:pt x="4" y="3220"/>
                </a:lnTo>
                <a:lnTo>
                  <a:pt x="10" y="3259"/>
                </a:lnTo>
                <a:lnTo>
                  <a:pt x="16" y="3281"/>
                </a:lnTo>
                <a:lnTo>
                  <a:pt x="29" y="3306"/>
                </a:lnTo>
                <a:lnTo>
                  <a:pt x="39" y="3314"/>
                </a:lnTo>
                <a:lnTo>
                  <a:pt x="43" y="3315"/>
                </a:lnTo>
                <a:lnTo>
                  <a:pt x="50" y="3314"/>
                </a:lnTo>
                <a:lnTo>
                  <a:pt x="62" y="3308"/>
                </a:lnTo>
                <a:lnTo>
                  <a:pt x="78" y="3285"/>
                </a:lnTo>
                <a:lnTo>
                  <a:pt x="92" y="3228"/>
                </a:lnTo>
                <a:lnTo>
                  <a:pt x="100" y="3138"/>
                </a:lnTo>
                <a:lnTo>
                  <a:pt x="103" y="3080"/>
                </a:lnTo>
                <a:lnTo>
                  <a:pt x="105" y="3006"/>
                </a:lnTo>
                <a:lnTo>
                  <a:pt x="115" y="2886"/>
                </a:lnTo>
                <a:lnTo>
                  <a:pt x="135" y="2789"/>
                </a:lnTo>
                <a:lnTo>
                  <a:pt x="168" y="2700"/>
                </a:lnTo>
                <a:lnTo>
                  <a:pt x="190" y="2653"/>
                </a:lnTo>
                <a:lnTo>
                  <a:pt x="234" y="2570"/>
                </a:lnTo>
                <a:lnTo>
                  <a:pt x="330" y="2414"/>
                </a:lnTo>
                <a:lnTo>
                  <a:pt x="439" y="2263"/>
                </a:lnTo>
                <a:lnTo>
                  <a:pt x="561" y="2120"/>
                </a:lnTo>
                <a:lnTo>
                  <a:pt x="628" y="2051"/>
                </a:lnTo>
                <a:lnTo>
                  <a:pt x="753" y="1926"/>
                </a:lnTo>
                <a:lnTo>
                  <a:pt x="979" y="1711"/>
                </a:lnTo>
                <a:lnTo>
                  <a:pt x="1183" y="1531"/>
                </a:lnTo>
                <a:lnTo>
                  <a:pt x="1377" y="1375"/>
                </a:lnTo>
                <a:lnTo>
                  <a:pt x="1472" y="1305"/>
                </a:lnTo>
                <a:lnTo>
                  <a:pt x="1582" y="1226"/>
                </a:lnTo>
                <a:lnTo>
                  <a:pt x="1650" y="1176"/>
                </a:lnTo>
                <a:lnTo>
                  <a:pt x="1742" y="1111"/>
                </a:lnTo>
                <a:lnTo>
                  <a:pt x="2054" y="902"/>
                </a:lnTo>
                <a:lnTo>
                  <a:pt x="2123" y="859"/>
                </a:lnTo>
                <a:lnTo>
                  <a:pt x="2176" y="829"/>
                </a:lnTo>
                <a:lnTo>
                  <a:pt x="2275" y="771"/>
                </a:lnTo>
                <a:lnTo>
                  <a:pt x="2393" y="706"/>
                </a:lnTo>
                <a:lnTo>
                  <a:pt x="2621" y="591"/>
                </a:lnTo>
                <a:lnTo>
                  <a:pt x="2744" y="533"/>
                </a:lnTo>
                <a:lnTo>
                  <a:pt x="2782" y="518"/>
                </a:lnTo>
                <a:lnTo>
                  <a:pt x="2919" y="467"/>
                </a:lnTo>
                <a:lnTo>
                  <a:pt x="3070" y="418"/>
                </a:lnTo>
                <a:lnTo>
                  <a:pt x="3128" y="404"/>
                </a:lnTo>
                <a:lnTo>
                  <a:pt x="3161" y="397"/>
                </a:lnTo>
                <a:lnTo>
                  <a:pt x="3210" y="388"/>
                </a:lnTo>
                <a:lnTo>
                  <a:pt x="3228" y="388"/>
                </a:lnTo>
                <a:lnTo>
                  <a:pt x="3232" y="391"/>
                </a:lnTo>
                <a:lnTo>
                  <a:pt x="3223" y="399"/>
                </a:lnTo>
                <a:lnTo>
                  <a:pt x="3202" y="407"/>
                </a:lnTo>
                <a:lnTo>
                  <a:pt x="3188" y="414"/>
                </a:lnTo>
                <a:lnTo>
                  <a:pt x="3136" y="449"/>
                </a:lnTo>
                <a:lnTo>
                  <a:pt x="2987" y="565"/>
                </a:lnTo>
                <a:lnTo>
                  <a:pt x="2809" y="709"/>
                </a:lnTo>
                <a:lnTo>
                  <a:pt x="2750" y="758"/>
                </a:lnTo>
                <a:lnTo>
                  <a:pt x="2653" y="843"/>
                </a:lnTo>
                <a:lnTo>
                  <a:pt x="2578" y="915"/>
                </a:lnTo>
                <a:lnTo>
                  <a:pt x="2526" y="975"/>
                </a:lnTo>
                <a:lnTo>
                  <a:pt x="2496" y="1023"/>
                </a:lnTo>
                <a:lnTo>
                  <a:pt x="2489" y="1052"/>
                </a:lnTo>
                <a:lnTo>
                  <a:pt x="2490" y="1068"/>
                </a:lnTo>
                <a:lnTo>
                  <a:pt x="2496" y="1082"/>
                </a:lnTo>
                <a:lnTo>
                  <a:pt x="2508" y="1093"/>
                </a:lnTo>
                <a:lnTo>
                  <a:pt x="2533" y="1106"/>
                </a:lnTo>
                <a:lnTo>
                  <a:pt x="2559" y="1112"/>
                </a:lnTo>
                <a:lnTo>
                  <a:pt x="2578" y="1115"/>
                </a:lnTo>
                <a:lnTo>
                  <a:pt x="2609" y="1112"/>
                </a:lnTo>
                <a:lnTo>
                  <a:pt x="2647" y="1088"/>
                </a:lnTo>
                <a:lnTo>
                  <a:pt x="2706" y="1033"/>
                </a:lnTo>
                <a:lnTo>
                  <a:pt x="2749" y="989"/>
                </a:lnTo>
                <a:lnTo>
                  <a:pt x="2804" y="936"/>
                </a:lnTo>
                <a:lnTo>
                  <a:pt x="2919" y="831"/>
                </a:lnTo>
                <a:lnTo>
                  <a:pt x="3063" y="711"/>
                </a:lnTo>
                <a:lnTo>
                  <a:pt x="3255" y="562"/>
                </a:lnTo>
                <a:lnTo>
                  <a:pt x="3380" y="466"/>
                </a:lnTo>
                <a:lnTo>
                  <a:pt x="3468" y="399"/>
                </a:lnTo>
                <a:lnTo>
                  <a:pt x="3557" y="324"/>
                </a:lnTo>
                <a:lnTo>
                  <a:pt x="3596" y="285"/>
                </a:lnTo>
                <a:lnTo>
                  <a:pt x="3618" y="255"/>
                </a:lnTo>
                <a:lnTo>
                  <a:pt x="3625" y="231"/>
                </a:lnTo>
                <a:lnTo>
                  <a:pt x="3618" y="210"/>
                </a:lnTo>
                <a:lnTo>
                  <a:pt x="3598" y="192"/>
                </a:lnTo>
                <a:lnTo>
                  <a:pt x="3582" y="184"/>
                </a:lnTo>
                <a:lnTo>
                  <a:pt x="3561" y="174"/>
                </a:lnTo>
                <a:lnTo>
                  <a:pt x="3507" y="157"/>
                </a:lnTo>
                <a:lnTo>
                  <a:pt x="3379" y="134"/>
                </a:lnTo>
                <a:lnTo>
                  <a:pt x="3221" y="117"/>
                </a:lnTo>
                <a:lnTo>
                  <a:pt x="3114" y="104"/>
                </a:lnTo>
                <a:lnTo>
                  <a:pt x="2951" y="82"/>
                </a:lnTo>
                <a:lnTo>
                  <a:pt x="2799" y="58"/>
                </a:lnTo>
                <a:lnTo>
                  <a:pt x="2731" y="49"/>
                </a:lnTo>
                <a:lnTo>
                  <a:pt x="2569" y="35"/>
                </a:lnTo>
                <a:lnTo>
                  <a:pt x="2376" y="12"/>
                </a:lnTo>
                <a:lnTo>
                  <a:pt x="2334" y="2"/>
                </a:lnTo>
                <a:lnTo>
                  <a:pt x="2321" y="0"/>
                </a:lnTo>
                <a:lnTo>
                  <a:pt x="2277" y="1"/>
                </a:lnTo>
                <a:lnTo>
                  <a:pt x="2253" y="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1" name="Freeform 54">
            <a:extLst>
              <a:ext uri="{FF2B5EF4-FFF2-40B4-BE49-F238E27FC236}">
                <a16:creationId xmlns:a16="http://schemas.microsoft.com/office/drawing/2014/main" id="{B968F151-59BC-40A7-843E-3CDA39388178}"/>
              </a:ext>
            </a:extLst>
          </p:cNvPr>
          <p:cNvSpPr>
            <a:spLocks noEditPoints="1"/>
          </p:cNvSpPr>
          <p:nvPr/>
        </p:nvSpPr>
        <p:spPr bwMode="auto">
          <a:xfrm>
            <a:off x="589080" y="2009782"/>
            <a:ext cx="2827694" cy="65088"/>
          </a:xfrm>
          <a:custGeom>
            <a:avLst/>
            <a:gdLst>
              <a:gd name="T0" fmla="*/ 1239 w 7743"/>
              <a:gd name="T1" fmla="*/ 38 h 289"/>
              <a:gd name="T2" fmla="*/ 339 w 7743"/>
              <a:gd name="T3" fmla="*/ 68 h 289"/>
              <a:gd name="T4" fmla="*/ 26 w 7743"/>
              <a:gd name="T5" fmla="*/ 81 h 289"/>
              <a:gd name="T6" fmla="*/ 71 w 7743"/>
              <a:gd name="T7" fmla="*/ 149 h 289"/>
              <a:gd name="T8" fmla="*/ 95 w 7743"/>
              <a:gd name="T9" fmla="*/ 100 h 289"/>
              <a:gd name="T10" fmla="*/ 142 w 7743"/>
              <a:gd name="T11" fmla="*/ 127 h 289"/>
              <a:gd name="T12" fmla="*/ 225 w 7743"/>
              <a:gd name="T13" fmla="*/ 121 h 289"/>
              <a:gd name="T14" fmla="*/ 202 w 7743"/>
              <a:gd name="T15" fmla="*/ 165 h 289"/>
              <a:gd name="T16" fmla="*/ 283 w 7743"/>
              <a:gd name="T17" fmla="*/ 149 h 289"/>
              <a:gd name="T18" fmla="*/ 382 w 7743"/>
              <a:gd name="T19" fmla="*/ 127 h 289"/>
              <a:gd name="T20" fmla="*/ 496 w 7743"/>
              <a:gd name="T21" fmla="*/ 155 h 289"/>
              <a:gd name="T22" fmla="*/ 597 w 7743"/>
              <a:gd name="T23" fmla="*/ 159 h 289"/>
              <a:gd name="T24" fmla="*/ 628 w 7743"/>
              <a:gd name="T25" fmla="*/ 160 h 289"/>
              <a:gd name="T26" fmla="*/ 778 w 7743"/>
              <a:gd name="T27" fmla="*/ 182 h 289"/>
              <a:gd name="T28" fmla="*/ 859 w 7743"/>
              <a:gd name="T29" fmla="*/ 215 h 289"/>
              <a:gd name="T30" fmla="*/ 852 w 7743"/>
              <a:gd name="T31" fmla="*/ 190 h 289"/>
              <a:gd name="T32" fmla="*/ 966 w 7743"/>
              <a:gd name="T33" fmla="*/ 194 h 289"/>
              <a:gd name="T34" fmla="*/ 1004 w 7743"/>
              <a:gd name="T35" fmla="*/ 195 h 289"/>
              <a:gd name="T36" fmla="*/ 1037 w 7743"/>
              <a:gd name="T37" fmla="*/ 223 h 289"/>
              <a:gd name="T38" fmla="*/ 1077 w 7743"/>
              <a:gd name="T39" fmla="*/ 174 h 289"/>
              <a:gd name="T40" fmla="*/ 1190 w 7743"/>
              <a:gd name="T41" fmla="*/ 192 h 289"/>
              <a:gd name="T42" fmla="*/ 1273 w 7743"/>
              <a:gd name="T43" fmla="*/ 204 h 289"/>
              <a:gd name="T44" fmla="*/ 1323 w 7743"/>
              <a:gd name="T45" fmla="*/ 201 h 289"/>
              <a:gd name="T46" fmla="*/ 1389 w 7743"/>
              <a:gd name="T47" fmla="*/ 228 h 289"/>
              <a:gd name="T48" fmla="*/ 1467 w 7743"/>
              <a:gd name="T49" fmla="*/ 236 h 289"/>
              <a:gd name="T50" fmla="*/ 1560 w 7743"/>
              <a:gd name="T51" fmla="*/ 235 h 289"/>
              <a:gd name="T52" fmla="*/ 1516 w 7743"/>
              <a:gd name="T53" fmla="*/ 221 h 289"/>
              <a:gd name="T54" fmla="*/ 1594 w 7743"/>
              <a:gd name="T55" fmla="*/ 220 h 289"/>
              <a:gd name="T56" fmla="*/ 1755 w 7743"/>
              <a:gd name="T57" fmla="*/ 231 h 289"/>
              <a:gd name="T58" fmla="*/ 1834 w 7743"/>
              <a:gd name="T59" fmla="*/ 255 h 289"/>
              <a:gd name="T60" fmla="*/ 1980 w 7743"/>
              <a:gd name="T61" fmla="*/ 253 h 289"/>
              <a:gd name="T62" fmla="*/ 2020 w 7743"/>
              <a:gd name="T63" fmla="*/ 212 h 289"/>
              <a:gd name="T64" fmla="*/ 2265 w 7743"/>
              <a:gd name="T65" fmla="*/ 255 h 289"/>
              <a:gd name="T66" fmla="*/ 2445 w 7743"/>
              <a:gd name="T67" fmla="*/ 240 h 289"/>
              <a:gd name="T68" fmla="*/ 2540 w 7743"/>
              <a:gd name="T69" fmla="*/ 265 h 289"/>
              <a:gd name="T70" fmla="*/ 2676 w 7743"/>
              <a:gd name="T71" fmla="*/ 249 h 289"/>
              <a:gd name="T72" fmla="*/ 2973 w 7743"/>
              <a:gd name="T73" fmla="*/ 274 h 289"/>
              <a:gd name="T74" fmla="*/ 3101 w 7743"/>
              <a:gd name="T75" fmla="*/ 261 h 289"/>
              <a:gd name="T76" fmla="*/ 4921 w 7743"/>
              <a:gd name="T77" fmla="*/ 283 h 289"/>
              <a:gd name="T78" fmla="*/ 5477 w 7743"/>
              <a:gd name="T79" fmla="*/ 282 h 289"/>
              <a:gd name="T80" fmla="*/ 5844 w 7743"/>
              <a:gd name="T81" fmla="*/ 277 h 289"/>
              <a:gd name="T82" fmla="*/ 6409 w 7743"/>
              <a:gd name="T83" fmla="*/ 260 h 289"/>
              <a:gd name="T84" fmla="*/ 6654 w 7743"/>
              <a:gd name="T85" fmla="*/ 270 h 289"/>
              <a:gd name="T86" fmla="*/ 7000 w 7743"/>
              <a:gd name="T87" fmla="*/ 238 h 289"/>
              <a:gd name="T88" fmla="*/ 7137 w 7743"/>
              <a:gd name="T89" fmla="*/ 262 h 289"/>
              <a:gd name="T90" fmla="*/ 7310 w 7743"/>
              <a:gd name="T91" fmla="*/ 226 h 289"/>
              <a:gd name="T92" fmla="*/ 7394 w 7743"/>
              <a:gd name="T93" fmla="*/ 248 h 289"/>
              <a:gd name="T94" fmla="*/ 7455 w 7743"/>
              <a:gd name="T95" fmla="*/ 238 h 289"/>
              <a:gd name="T96" fmla="*/ 7528 w 7743"/>
              <a:gd name="T97" fmla="*/ 218 h 289"/>
              <a:gd name="T98" fmla="*/ 7547 w 7743"/>
              <a:gd name="T99" fmla="*/ 182 h 289"/>
              <a:gd name="T100" fmla="*/ 7692 w 7743"/>
              <a:gd name="T101" fmla="*/ 166 h 289"/>
              <a:gd name="T102" fmla="*/ 7680 w 7743"/>
              <a:gd name="T103" fmla="*/ 135 h 289"/>
              <a:gd name="T104" fmla="*/ 7660 w 7743"/>
              <a:gd name="T105" fmla="*/ 98 h 289"/>
              <a:gd name="T106" fmla="*/ 7702 w 7743"/>
              <a:gd name="T107" fmla="*/ 71 h 289"/>
              <a:gd name="T108" fmla="*/ 7696 w 7743"/>
              <a:gd name="T109" fmla="*/ 49 h 289"/>
              <a:gd name="T110" fmla="*/ 3277 w 7743"/>
              <a:gd name="T111" fmla="*/ 0 h 289"/>
              <a:gd name="T112" fmla="*/ 302 w 7743"/>
              <a:gd name="T113" fmla="*/ 149 h 289"/>
              <a:gd name="T114" fmla="*/ 307 w 7743"/>
              <a:gd name="T115" fmla="*/ 105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743" h="289">
                <a:moveTo>
                  <a:pt x="3148" y="3"/>
                </a:moveTo>
                <a:lnTo>
                  <a:pt x="3099" y="7"/>
                </a:lnTo>
                <a:lnTo>
                  <a:pt x="2658" y="16"/>
                </a:lnTo>
                <a:lnTo>
                  <a:pt x="2337" y="20"/>
                </a:lnTo>
                <a:lnTo>
                  <a:pt x="1648" y="29"/>
                </a:lnTo>
                <a:lnTo>
                  <a:pt x="1239" y="38"/>
                </a:lnTo>
                <a:lnTo>
                  <a:pt x="942" y="46"/>
                </a:lnTo>
                <a:lnTo>
                  <a:pt x="644" y="53"/>
                </a:lnTo>
                <a:lnTo>
                  <a:pt x="524" y="54"/>
                </a:lnTo>
                <a:lnTo>
                  <a:pt x="360" y="61"/>
                </a:lnTo>
                <a:lnTo>
                  <a:pt x="344" y="64"/>
                </a:lnTo>
                <a:lnTo>
                  <a:pt x="339" y="68"/>
                </a:lnTo>
                <a:lnTo>
                  <a:pt x="292" y="70"/>
                </a:lnTo>
                <a:lnTo>
                  <a:pt x="258" y="68"/>
                </a:lnTo>
                <a:lnTo>
                  <a:pt x="217" y="67"/>
                </a:lnTo>
                <a:lnTo>
                  <a:pt x="120" y="70"/>
                </a:lnTo>
                <a:lnTo>
                  <a:pt x="76" y="74"/>
                </a:lnTo>
                <a:lnTo>
                  <a:pt x="26" y="81"/>
                </a:lnTo>
                <a:lnTo>
                  <a:pt x="0" y="90"/>
                </a:lnTo>
                <a:lnTo>
                  <a:pt x="5" y="98"/>
                </a:lnTo>
                <a:lnTo>
                  <a:pt x="15" y="103"/>
                </a:lnTo>
                <a:lnTo>
                  <a:pt x="29" y="111"/>
                </a:lnTo>
                <a:lnTo>
                  <a:pt x="60" y="137"/>
                </a:lnTo>
                <a:lnTo>
                  <a:pt x="71" y="149"/>
                </a:lnTo>
                <a:lnTo>
                  <a:pt x="85" y="163"/>
                </a:lnTo>
                <a:lnTo>
                  <a:pt x="91" y="159"/>
                </a:lnTo>
                <a:lnTo>
                  <a:pt x="86" y="137"/>
                </a:lnTo>
                <a:lnTo>
                  <a:pt x="83" y="119"/>
                </a:lnTo>
                <a:lnTo>
                  <a:pt x="87" y="104"/>
                </a:lnTo>
                <a:lnTo>
                  <a:pt x="95" y="100"/>
                </a:lnTo>
                <a:lnTo>
                  <a:pt x="101" y="99"/>
                </a:lnTo>
                <a:lnTo>
                  <a:pt x="110" y="100"/>
                </a:lnTo>
                <a:lnTo>
                  <a:pt x="123" y="108"/>
                </a:lnTo>
                <a:lnTo>
                  <a:pt x="124" y="113"/>
                </a:lnTo>
                <a:lnTo>
                  <a:pt x="126" y="119"/>
                </a:lnTo>
                <a:lnTo>
                  <a:pt x="142" y="127"/>
                </a:lnTo>
                <a:lnTo>
                  <a:pt x="168" y="126"/>
                </a:lnTo>
                <a:lnTo>
                  <a:pt x="194" y="118"/>
                </a:lnTo>
                <a:lnTo>
                  <a:pt x="205" y="111"/>
                </a:lnTo>
                <a:lnTo>
                  <a:pt x="214" y="104"/>
                </a:lnTo>
                <a:lnTo>
                  <a:pt x="224" y="109"/>
                </a:lnTo>
                <a:lnTo>
                  <a:pt x="225" y="121"/>
                </a:lnTo>
                <a:lnTo>
                  <a:pt x="223" y="133"/>
                </a:lnTo>
                <a:lnTo>
                  <a:pt x="208" y="151"/>
                </a:lnTo>
                <a:lnTo>
                  <a:pt x="197" y="155"/>
                </a:lnTo>
                <a:lnTo>
                  <a:pt x="181" y="160"/>
                </a:lnTo>
                <a:lnTo>
                  <a:pt x="184" y="164"/>
                </a:lnTo>
                <a:lnTo>
                  <a:pt x="202" y="165"/>
                </a:lnTo>
                <a:lnTo>
                  <a:pt x="216" y="164"/>
                </a:lnTo>
                <a:lnTo>
                  <a:pt x="245" y="156"/>
                </a:lnTo>
                <a:lnTo>
                  <a:pt x="254" y="149"/>
                </a:lnTo>
                <a:lnTo>
                  <a:pt x="264" y="140"/>
                </a:lnTo>
                <a:lnTo>
                  <a:pt x="277" y="140"/>
                </a:lnTo>
                <a:lnTo>
                  <a:pt x="283" y="149"/>
                </a:lnTo>
                <a:lnTo>
                  <a:pt x="291" y="158"/>
                </a:lnTo>
                <a:lnTo>
                  <a:pt x="316" y="167"/>
                </a:lnTo>
                <a:lnTo>
                  <a:pt x="343" y="164"/>
                </a:lnTo>
                <a:lnTo>
                  <a:pt x="366" y="150"/>
                </a:lnTo>
                <a:lnTo>
                  <a:pt x="374" y="139"/>
                </a:lnTo>
                <a:lnTo>
                  <a:pt x="382" y="127"/>
                </a:lnTo>
                <a:lnTo>
                  <a:pt x="403" y="117"/>
                </a:lnTo>
                <a:lnTo>
                  <a:pt x="413" y="119"/>
                </a:lnTo>
                <a:lnTo>
                  <a:pt x="433" y="126"/>
                </a:lnTo>
                <a:lnTo>
                  <a:pt x="445" y="126"/>
                </a:lnTo>
                <a:lnTo>
                  <a:pt x="461" y="133"/>
                </a:lnTo>
                <a:lnTo>
                  <a:pt x="496" y="155"/>
                </a:lnTo>
                <a:lnTo>
                  <a:pt x="514" y="167"/>
                </a:lnTo>
                <a:lnTo>
                  <a:pt x="551" y="181"/>
                </a:lnTo>
                <a:lnTo>
                  <a:pt x="579" y="182"/>
                </a:lnTo>
                <a:lnTo>
                  <a:pt x="592" y="174"/>
                </a:lnTo>
                <a:lnTo>
                  <a:pt x="596" y="165"/>
                </a:lnTo>
                <a:lnTo>
                  <a:pt x="597" y="159"/>
                </a:lnTo>
                <a:lnTo>
                  <a:pt x="598" y="149"/>
                </a:lnTo>
                <a:lnTo>
                  <a:pt x="608" y="135"/>
                </a:lnTo>
                <a:lnTo>
                  <a:pt x="614" y="134"/>
                </a:lnTo>
                <a:lnTo>
                  <a:pt x="621" y="135"/>
                </a:lnTo>
                <a:lnTo>
                  <a:pt x="629" y="149"/>
                </a:lnTo>
                <a:lnTo>
                  <a:pt x="628" y="160"/>
                </a:lnTo>
                <a:lnTo>
                  <a:pt x="627" y="166"/>
                </a:lnTo>
                <a:lnTo>
                  <a:pt x="633" y="176"/>
                </a:lnTo>
                <a:lnTo>
                  <a:pt x="655" y="188"/>
                </a:lnTo>
                <a:lnTo>
                  <a:pt x="701" y="194"/>
                </a:lnTo>
                <a:lnTo>
                  <a:pt x="753" y="190"/>
                </a:lnTo>
                <a:lnTo>
                  <a:pt x="778" y="182"/>
                </a:lnTo>
                <a:lnTo>
                  <a:pt x="798" y="175"/>
                </a:lnTo>
                <a:lnTo>
                  <a:pt x="816" y="177"/>
                </a:lnTo>
                <a:lnTo>
                  <a:pt x="824" y="186"/>
                </a:lnTo>
                <a:lnTo>
                  <a:pt x="826" y="192"/>
                </a:lnTo>
                <a:lnTo>
                  <a:pt x="834" y="202"/>
                </a:lnTo>
                <a:lnTo>
                  <a:pt x="859" y="215"/>
                </a:lnTo>
                <a:lnTo>
                  <a:pt x="874" y="216"/>
                </a:lnTo>
                <a:lnTo>
                  <a:pt x="891" y="215"/>
                </a:lnTo>
                <a:lnTo>
                  <a:pt x="894" y="210"/>
                </a:lnTo>
                <a:lnTo>
                  <a:pt x="881" y="205"/>
                </a:lnTo>
                <a:lnTo>
                  <a:pt x="869" y="202"/>
                </a:lnTo>
                <a:lnTo>
                  <a:pt x="852" y="190"/>
                </a:lnTo>
                <a:lnTo>
                  <a:pt x="851" y="184"/>
                </a:lnTo>
                <a:lnTo>
                  <a:pt x="851" y="180"/>
                </a:lnTo>
                <a:lnTo>
                  <a:pt x="860" y="176"/>
                </a:lnTo>
                <a:lnTo>
                  <a:pt x="883" y="174"/>
                </a:lnTo>
                <a:lnTo>
                  <a:pt x="926" y="180"/>
                </a:lnTo>
                <a:lnTo>
                  <a:pt x="966" y="194"/>
                </a:lnTo>
                <a:lnTo>
                  <a:pt x="979" y="202"/>
                </a:lnTo>
                <a:lnTo>
                  <a:pt x="991" y="210"/>
                </a:lnTo>
                <a:lnTo>
                  <a:pt x="1000" y="212"/>
                </a:lnTo>
                <a:lnTo>
                  <a:pt x="1002" y="207"/>
                </a:lnTo>
                <a:lnTo>
                  <a:pt x="1003" y="202"/>
                </a:lnTo>
                <a:lnTo>
                  <a:pt x="1004" y="195"/>
                </a:lnTo>
                <a:lnTo>
                  <a:pt x="1013" y="185"/>
                </a:lnTo>
                <a:lnTo>
                  <a:pt x="1019" y="184"/>
                </a:lnTo>
                <a:lnTo>
                  <a:pt x="1026" y="185"/>
                </a:lnTo>
                <a:lnTo>
                  <a:pt x="1035" y="199"/>
                </a:lnTo>
                <a:lnTo>
                  <a:pt x="1036" y="209"/>
                </a:lnTo>
                <a:lnTo>
                  <a:pt x="1037" y="223"/>
                </a:lnTo>
                <a:lnTo>
                  <a:pt x="1046" y="235"/>
                </a:lnTo>
                <a:lnTo>
                  <a:pt x="1060" y="230"/>
                </a:lnTo>
                <a:lnTo>
                  <a:pt x="1070" y="210"/>
                </a:lnTo>
                <a:lnTo>
                  <a:pt x="1072" y="195"/>
                </a:lnTo>
                <a:lnTo>
                  <a:pt x="1073" y="182"/>
                </a:lnTo>
                <a:lnTo>
                  <a:pt x="1077" y="174"/>
                </a:lnTo>
                <a:lnTo>
                  <a:pt x="1080" y="175"/>
                </a:lnTo>
                <a:lnTo>
                  <a:pt x="1082" y="179"/>
                </a:lnTo>
                <a:lnTo>
                  <a:pt x="1087" y="188"/>
                </a:lnTo>
                <a:lnTo>
                  <a:pt x="1111" y="199"/>
                </a:lnTo>
                <a:lnTo>
                  <a:pt x="1148" y="200"/>
                </a:lnTo>
                <a:lnTo>
                  <a:pt x="1190" y="192"/>
                </a:lnTo>
                <a:lnTo>
                  <a:pt x="1214" y="184"/>
                </a:lnTo>
                <a:lnTo>
                  <a:pt x="1236" y="176"/>
                </a:lnTo>
                <a:lnTo>
                  <a:pt x="1256" y="177"/>
                </a:lnTo>
                <a:lnTo>
                  <a:pt x="1264" y="185"/>
                </a:lnTo>
                <a:lnTo>
                  <a:pt x="1267" y="192"/>
                </a:lnTo>
                <a:lnTo>
                  <a:pt x="1273" y="204"/>
                </a:lnTo>
                <a:lnTo>
                  <a:pt x="1284" y="209"/>
                </a:lnTo>
                <a:lnTo>
                  <a:pt x="1293" y="205"/>
                </a:lnTo>
                <a:lnTo>
                  <a:pt x="1298" y="200"/>
                </a:lnTo>
                <a:lnTo>
                  <a:pt x="1304" y="196"/>
                </a:lnTo>
                <a:lnTo>
                  <a:pt x="1313" y="193"/>
                </a:lnTo>
                <a:lnTo>
                  <a:pt x="1323" y="201"/>
                </a:lnTo>
                <a:lnTo>
                  <a:pt x="1328" y="218"/>
                </a:lnTo>
                <a:lnTo>
                  <a:pt x="1331" y="230"/>
                </a:lnTo>
                <a:lnTo>
                  <a:pt x="1338" y="243"/>
                </a:lnTo>
                <a:lnTo>
                  <a:pt x="1350" y="245"/>
                </a:lnTo>
                <a:lnTo>
                  <a:pt x="1373" y="237"/>
                </a:lnTo>
                <a:lnTo>
                  <a:pt x="1389" y="228"/>
                </a:lnTo>
                <a:lnTo>
                  <a:pt x="1429" y="207"/>
                </a:lnTo>
                <a:lnTo>
                  <a:pt x="1453" y="202"/>
                </a:lnTo>
                <a:lnTo>
                  <a:pt x="1458" y="212"/>
                </a:lnTo>
                <a:lnTo>
                  <a:pt x="1459" y="223"/>
                </a:lnTo>
                <a:lnTo>
                  <a:pt x="1459" y="227"/>
                </a:lnTo>
                <a:lnTo>
                  <a:pt x="1467" y="236"/>
                </a:lnTo>
                <a:lnTo>
                  <a:pt x="1488" y="245"/>
                </a:lnTo>
                <a:lnTo>
                  <a:pt x="1510" y="248"/>
                </a:lnTo>
                <a:lnTo>
                  <a:pt x="1530" y="248"/>
                </a:lnTo>
                <a:lnTo>
                  <a:pt x="1552" y="244"/>
                </a:lnTo>
                <a:lnTo>
                  <a:pt x="1559" y="238"/>
                </a:lnTo>
                <a:lnTo>
                  <a:pt x="1560" y="235"/>
                </a:lnTo>
                <a:lnTo>
                  <a:pt x="1558" y="229"/>
                </a:lnTo>
                <a:lnTo>
                  <a:pt x="1543" y="227"/>
                </a:lnTo>
                <a:lnTo>
                  <a:pt x="1531" y="230"/>
                </a:lnTo>
                <a:lnTo>
                  <a:pt x="1519" y="234"/>
                </a:lnTo>
                <a:lnTo>
                  <a:pt x="1512" y="230"/>
                </a:lnTo>
                <a:lnTo>
                  <a:pt x="1516" y="221"/>
                </a:lnTo>
                <a:lnTo>
                  <a:pt x="1523" y="212"/>
                </a:lnTo>
                <a:lnTo>
                  <a:pt x="1547" y="202"/>
                </a:lnTo>
                <a:lnTo>
                  <a:pt x="1573" y="201"/>
                </a:lnTo>
                <a:lnTo>
                  <a:pt x="1588" y="207"/>
                </a:lnTo>
                <a:lnTo>
                  <a:pt x="1594" y="215"/>
                </a:lnTo>
                <a:lnTo>
                  <a:pt x="1594" y="220"/>
                </a:lnTo>
                <a:lnTo>
                  <a:pt x="1595" y="224"/>
                </a:lnTo>
                <a:lnTo>
                  <a:pt x="1605" y="231"/>
                </a:lnTo>
                <a:lnTo>
                  <a:pt x="1637" y="233"/>
                </a:lnTo>
                <a:lnTo>
                  <a:pt x="1675" y="230"/>
                </a:lnTo>
                <a:lnTo>
                  <a:pt x="1714" y="226"/>
                </a:lnTo>
                <a:lnTo>
                  <a:pt x="1755" y="231"/>
                </a:lnTo>
                <a:lnTo>
                  <a:pt x="1775" y="240"/>
                </a:lnTo>
                <a:lnTo>
                  <a:pt x="1783" y="246"/>
                </a:lnTo>
                <a:lnTo>
                  <a:pt x="1798" y="258"/>
                </a:lnTo>
                <a:lnTo>
                  <a:pt x="1817" y="263"/>
                </a:lnTo>
                <a:lnTo>
                  <a:pt x="1828" y="259"/>
                </a:lnTo>
                <a:lnTo>
                  <a:pt x="1834" y="255"/>
                </a:lnTo>
                <a:lnTo>
                  <a:pt x="1842" y="250"/>
                </a:lnTo>
                <a:lnTo>
                  <a:pt x="1867" y="244"/>
                </a:lnTo>
                <a:lnTo>
                  <a:pt x="1919" y="245"/>
                </a:lnTo>
                <a:lnTo>
                  <a:pt x="1966" y="253"/>
                </a:lnTo>
                <a:lnTo>
                  <a:pt x="1972" y="254"/>
                </a:lnTo>
                <a:lnTo>
                  <a:pt x="1980" y="253"/>
                </a:lnTo>
                <a:lnTo>
                  <a:pt x="1987" y="243"/>
                </a:lnTo>
                <a:lnTo>
                  <a:pt x="1986" y="230"/>
                </a:lnTo>
                <a:lnTo>
                  <a:pt x="1985" y="218"/>
                </a:lnTo>
                <a:lnTo>
                  <a:pt x="1992" y="203"/>
                </a:lnTo>
                <a:lnTo>
                  <a:pt x="2006" y="201"/>
                </a:lnTo>
                <a:lnTo>
                  <a:pt x="2020" y="212"/>
                </a:lnTo>
                <a:lnTo>
                  <a:pt x="2027" y="225"/>
                </a:lnTo>
                <a:lnTo>
                  <a:pt x="2032" y="234"/>
                </a:lnTo>
                <a:lnTo>
                  <a:pt x="2057" y="247"/>
                </a:lnTo>
                <a:lnTo>
                  <a:pt x="2072" y="248"/>
                </a:lnTo>
                <a:lnTo>
                  <a:pt x="2135" y="250"/>
                </a:lnTo>
                <a:lnTo>
                  <a:pt x="2265" y="255"/>
                </a:lnTo>
                <a:lnTo>
                  <a:pt x="2326" y="256"/>
                </a:lnTo>
                <a:lnTo>
                  <a:pt x="2406" y="253"/>
                </a:lnTo>
                <a:lnTo>
                  <a:pt x="2412" y="250"/>
                </a:lnTo>
                <a:lnTo>
                  <a:pt x="2411" y="247"/>
                </a:lnTo>
                <a:lnTo>
                  <a:pt x="2419" y="244"/>
                </a:lnTo>
                <a:lnTo>
                  <a:pt x="2445" y="240"/>
                </a:lnTo>
                <a:lnTo>
                  <a:pt x="2472" y="240"/>
                </a:lnTo>
                <a:lnTo>
                  <a:pt x="2502" y="242"/>
                </a:lnTo>
                <a:lnTo>
                  <a:pt x="2530" y="250"/>
                </a:lnTo>
                <a:lnTo>
                  <a:pt x="2539" y="257"/>
                </a:lnTo>
                <a:lnTo>
                  <a:pt x="2539" y="261"/>
                </a:lnTo>
                <a:lnTo>
                  <a:pt x="2540" y="265"/>
                </a:lnTo>
                <a:lnTo>
                  <a:pt x="2544" y="272"/>
                </a:lnTo>
                <a:lnTo>
                  <a:pt x="2560" y="277"/>
                </a:lnTo>
                <a:lnTo>
                  <a:pt x="2591" y="275"/>
                </a:lnTo>
                <a:lnTo>
                  <a:pt x="2634" y="264"/>
                </a:lnTo>
                <a:lnTo>
                  <a:pt x="2658" y="255"/>
                </a:lnTo>
                <a:lnTo>
                  <a:pt x="2676" y="249"/>
                </a:lnTo>
                <a:lnTo>
                  <a:pt x="2709" y="247"/>
                </a:lnTo>
                <a:lnTo>
                  <a:pt x="2717" y="251"/>
                </a:lnTo>
                <a:lnTo>
                  <a:pt x="2724" y="255"/>
                </a:lnTo>
                <a:lnTo>
                  <a:pt x="2759" y="262"/>
                </a:lnTo>
                <a:lnTo>
                  <a:pt x="2842" y="269"/>
                </a:lnTo>
                <a:lnTo>
                  <a:pt x="2973" y="274"/>
                </a:lnTo>
                <a:lnTo>
                  <a:pt x="3050" y="272"/>
                </a:lnTo>
                <a:lnTo>
                  <a:pt x="3078" y="268"/>
                </a:lnTo>
                <a:lnTo>
                  <a:pt x="3081" y="265"/>
                </a:lnTo>
                <a:lnTo>
                  <a:pt x="3082" y="259"/>
                </a:lnTo>
                <a:lnTo>
                  <a:pt x="3092" y="257"/>
                </a:lnTo>
                <a:lnTo>
                  <a:pt x="3101" y="261"/>
                </a:lnTo>
                <a:lnTo>
                  <a:pt x="3125" y="266"/>
                </a:lnTo>
                <a:lnTo>
                  <a:pt x="3322" y="273"/>
                </a:lnTo>
                <a:lnTo>
                  <a:pt x="3836" y="281"/>
                </a:lnTo>
                <a:lnTo>
                  <a:pt x="4262" y="281"/>
                </a:lnTo>
                <a:lnTo>
                  <a:pt x="4635" y="281"/>
                </a:lnTo>
                <a:lnTo>
                  <a:pt x="4921" y="283"/>
                </a:lnTo>
                <a:lnTo>
                  <a:pt x="5035" y="284"/>
                </a:lnTo>
                <a:lnTo>
                  <a:pt x="5258" y="281"/>
                </a:lnTo>
                <a:lnTo>
                  <a:pt x="5332" y="278"/>
                </a:lnTo>
                <a:lnTo>
                  <a:pt x="5390" y="276"/>
                </a:lnTo>
                <a:lnTo>
                  <a:pt x="5454" y="279"/>
                </a:lnTo>
                <a:lnTo>
                  <a:pt x="5477" y="282"/>
                </a:lnTo>
                <a:lnTo>
                  <a:pt x="5479" y="285"/>
                </a:lnTo>
                <a:lnTo>
                  <a:pt x="5483" y="289"/>
                </a:lnTo>
                <a:lnTo>
                  <a:pt x="5517" y="289"/>
                </a:lnTo>
                <a:lnTo>
                  <a:pt x="5544" y="286"/>
                </a:lnTo>
                <a:lnTo>
                  <a:pt x="5590" y="282"/>
                </a:lnTo>
                <a:lnTo>
                  <a:pt x="5844" y="277"/>
                </a:lnTo>
                <a:lnTo>
                  <a:pt x="6008" y="278"/>
                </a:lnTo>
                <a:lnTo>
                  <a:pt x="6184" y="278"/>
                </a:lnTo>
                <a:lnTo>
                  <a:pt x="6350" y="273"/>
                </a:lnTo>
                <a:lnTo>
                  <a:pt x="6403" y="267"/>
                </a:lnTo>
                <a:lnTo>
                  <a:pt x="6408" y="263"/>
                </a:lnTo>
                <a:lnTo>
                  <a:pt x="6409" y="260"/>
                </a:lnTo>
                <a:lnTo>
                  <a:pt x="6418" y="255"/>
                </a:lnTo>
                <a:lnTo>
                  <a:pt x="6445" y="254"/>
                </a:lnTo>
                <a:lnTo>
                  <a:pt x="6472" y="258"/>
                </a:lnTo>
                <a:lnTo>
                  <a:pt x="6495" y="263"/>
                </a:lnTo>
                <a:lnTo>
                  <a:pt x="6540" y="268"/>
                </a:lnTo>
                <a:lnTo>
                  <a:pt x="6654" y="270"/>
                </a:lnTo>
                <a:lnTo>
                  <a:pt x="6827" y="268"/>
                </a:lnTo>
                <a:lnTo>
                  <a:pt x="6910" y="266"/>
                </a:lnTo>
                <a:lnTo>
                  <a:pt x="6978" y="259"/>
                </a:lnTo>
                <a:lnTo>
                  <a:pt x="6998" y="252"/>
                </a:lnTo>
                <a:lnTo>
                  <a:pt x="6999" y="246"/>
                </a:lnTo>
                <a:lnTo>
                  <a:pt x="7000" y="238"/>
                </a:lnTo>
                <a:lnTo>
                  <a:pt x="7007" y="237"/>
                </a:lnTo>
                <a:lnTo>
                  <a:pt x="7013" y="243"/>
                </a:lnTo>
                <a:lnTo>
                  <a:pt x="7020" y="250"/>
                </a:lnTo>
                <a:lnTo>
                  <a:pt x="7053" y="260"/>
                </a:lnTo>
                <a:lnTo>
                  <a:pt x="7095" y="265"/>
                </a:lnTo>
                <a:lnTo>
                  <a:pt x="7137" y="262"/>
                </a:lnTo>
                <a:lnTo>
                  <a:pt x="7151" y="258"/>
                </a:lnTo>
                <a:lnTo>
                  <a:pt x="7163" y="253"/>
                </a:lnTo>
                <a:lnTo>
                  <a:pt x="7201" y="245"/>
                </a:lnTo>
                <a:lnTo>
                  <a:pt x="7219" y="243"/>
                </a:lnTo>
                <a:lnTo>
                  <a:pt x="7263" y="235"/>
                </a:lnTo>
                <a:lnTo>
                  <a:pt x="7310" y="226"/>
                </a:lnTo>
                <a:lnTo>
                  <a:pt x="7332" y="221"/>
                </a:lnTo>
                <a:lnTo>
                  <a:pt x="7358" y="224"/>
                </a:lnTo>
                <a:lnTo>
                  <a:pt x="7370" y="231"/>
                </a:lnTo>
                <a:lnTo>
                  <a:pt x="7374" y="236"/>
                </a:lnTo>
                <a:lnTo>
                  <a:pt x="7382" y="248"/>
                </a:lnTo>
                <a:lnTo>
                  <a:pt x="7394" y="248"/>
                </a:lnTo>
                <a:lnTo>
                  <a:pt x="7399" y="238"/>
                </a:lnTo>
                <a:lnTo>
                  <a:pt x="7404" y="229"/>
                </a:lnTo>
                <a:lnTo>
                  <a:pt x="7422" y="220"/>
                </a:lnTo>
                <a:lnTo>
                  <a:pt x="7441" y="219"/>
                </a:lnTo>
                <a:lnTo>
                  <a:pt x="7454" y="229"/>
                </a:lnTo>
                <a:lnTo>
                  <a:pt x="7455" y="238"/>
                </a:lnTo>
                <a:lnTo>
                  <a:pt x="7456" y="247"/>
                </a:lnTo>
                <a:lnTo>
                  <a:pt x="7465" y="247"/>
                </a:lnTo>
                <a:lnTo>
                  <a:pt x="7475" y="238"/>
                </a:lnTo>
                <a:lnTo>
                  <a:pt x="7487" y="230"/>
                </a:lnTo>
                <a:lnTo>
                  <a:pt x="7515" y="219"/>
                </a:lnTo>
                <a:lnTo>
                  <a:pt x="7528" y="218"/>
                </a:lnTo>
                <a:lnTo>
                  <a:pt x="7536" y="218"/>
                </a:lnTo>
                <a:lnTo>
                  <a:pt x="7547" y="215"/>
                </a:lnTo>
                <a:lnTo>
                  <a:pt x="7552" y="207"/>
                </a:lnTo>
                <a:lnTo>
                  <a:pt x="7552" y="197"/>
                </a:lnTo>
                <a:lnTo>
                  <a:pt x="7550" y="190"/>
                </a:lnTo>
                <a:lnTo>
                  <a:pt x="7547" y="182"/>
                </a:lnTo>
                <a:lnTo>
                  <a:pt x="7548" y="172"/>
                </a:lnTo>
                <a:lnTo>
                  <a:pt x="7574" y="167"/>
                </a:lnTo>
                <a:lnTo>
                  <a:pt x="7616" y="170"/>
                </a:lnTo>
                <a:lnTo>
                  <a:pt x="7642" y="173"/>
                </a:lnTo>
                <a:lnTo>
                  <a:pt x="7678" y="171"/>
                </a:lnTo>
                <a:lnTo>
                  <a:pt x="7692" y="166"/>
                </a:lnTo>
                <a:lnTo>
                  <a:pt x="7694" y="161"/>
                </a:lnTo>
                <a:lnTo>
                  <a:pt x="7687" y="152"/>
                </a:lnTo>
                <a:lnTo>
                  <a:pt x="7672" y="145"/>
                </a:lnTo>
                <a:lnTo>
                  <a:pt x="7664" y="142"/>
                </a:lnTo>
                <a:lnTo>
                  <a:pt x="7668" y="136"/>
                </a:lnTo>
                <a:lnTo>
                  <a:pt x="7680" y="135"/>
                </a:lnTo>
                <a:lnTo>
                  <a:pt x="7694" y="134"/>
                </a:lnTo>
                <a:lnTo>
                  <a:pt x="7707" y="123"/>
                </a:lnTo>
                <a:lnTo>
                  <a:pt x="7705" y="110"/>
                </a:lnTo>
                <a:lnTo>
                  <a:pt x="7688" y="100"/>
                </a:lnTo>
                <a:lnTo>
                  <a:pt x="7673" y="99"/>
                </a:lnTo>
                <a:lnTo>
                  <a:pt x="7660" y="98"/>
                </a:lnTo>
                <a:lnTo>
                  <a:pt x="7650" y="92"/>
                </a:lnTo>
                <a:lnTo>
                  <a:pt x="7650" y="85"/>
                </a:lnTo>
                <a:lnTo>
                  <a:pt x="7652" y="81"/>
                </a:lnTo>
                <a:lnTo>
                  <a:pt x="7658" y="74"/>
                </a:lnTo>
                <a:lnTo>
                  <a:pt x="7685" y="68"/>
                </a:lnTo>
                <a:lnTo>
                  <a:pt x="7702" y="71"/>
                </a:lnTo>
                <a:lnTo>
                  <a:pt x="7718" y="73"/>
                </a:lnTo>
                <a:lnTo>
                  <a:pt x="7736" y="71"/>
                </a:lnTo>
                <a:lnTo>
                  <a:pt x="7742" y="67"/>
                </a:lnTo>
                <a:lnTo>
                  <a:pt x="7743" y="64"/>
                </a:lnTo>
                <a:lnTo>
                  <a:pt x="7739" y="59"/>
                </a:lnTo>
                <a:lnTo>
                  <a:pt x="7696" y="49"/>
                </a:lnTo>
                <a:lnTo>
                  <a:pt x="7548" y="34"/>
                </a:lnTo>
                <a:lnTo>
                  <a:pt x="7371" y="23"/>
                </a:lnTo>
                <a:lnTo>
                  <a:pt x="7180" y="19"/>
                </a:lnTo>
                <a:lnTo>
                  <a:pt x="5968" y="9"/>
                </a:lnTo>
                <a:lnTo>
                  <a:pt x="4422" y="2"/>
                </a:lnTo>
                <a:lnTo>
                  <a:pt x="3277" y="0"/>
                </a:lnTo>
                <a:lnTo>
                  <a:pt x="3148" y="3"/>
                </a:lnTo>
                <a:close/>
                <a:moveTo>
                  <a:pt x="317" y="124"/>
                </a:moveTo>
                <a:lnTo>
                  <a:pt x="320" y="135"/>
                </a:lnTo>
                <a:lnTo>
                  <a:pt x="316" y="149"/>
                </a:lnTo>
                <a:lnTo>
                  <a:pt x="310" y="150"/>
                </a:lnTo>
                <a:lnTo>
                  <a:pt x="302" y="149"/>
                </a:lnTo>
                <a:lnTo>
                  <a:pt x="293" y="135"/>
                </a:lnTo>
                <a:lnTo>
                  <a:pt x="293" y="124"/>
                </a:lnTo>
                <a:lnTo>
                  <a:pt x="293" y="115"/>
                </a:lnTo>
                <a:lnTo>
                  <a:pt x="297" y="101"/>
                </a:lnTo>
                <a:lnTo>
                  <a:pt x="299" y="99"/>
                </a:lnTo>
                <a:lnTo>
                  <a:pt x="307" y="105"/>
                </a:lnTo>
                <a:lnTo>
                  <a:pt x="317" y="12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3" name="Freeform 66">
            <a:extLst>
              <a:ext uri="{FF2B5EF4-FFF2-40B4-BE49-F238E27FC236}">
                <a16:creationId xmlns:a16="http://schemas.microsoft.com/office/drawing/2014/main" id="{43F2644E-46E1-4A9F-A429-D89601A27D0B}"/>
              </a:ext>
            </a:extLst>
          </p:cNvPr>
          <p:cNvSpPr>
            <a:spLocks noEditPoints="1"/>
          </p:cNvSpPr>
          <p:nvPr/>
        </p:nvSpPr>
        <p:spPr bwMode="auto">
          <a:xfrm>
            <a:off x="8681710" y="4144867"/>
            <a:ext cx="1052513" cy="803275"/>
          </a:xfrm>
          <a:custGeom>
            <a:avLst/>
            <a:gdLst>
              <a:gd name="T0" fmla="*/ 3185 w 4642"/>
              <a:gd name="T1" fmla="*/ 84 h 3542"/>
              <a:gd name="T2" fmla="*/ 3234 w 4642"/>
              <a:gd name="T3" fmla="*/ 191 h 3542"/>
              <a:gd name="T4" fmla="*/ 3326 w 4642"/>
              <a:gd name="T5" fmla="*/ 275 h 3542"/>
              <a:gd name="T6" fmla="*/ 3350 w 4642"/>
              <a:gd name="T7" fmla="*/ 430 h 3542"/>
              <a:gd name="T8" fmla="*/ 3063 w 4642"/>
              <a:gd name="T9" fmla="*/ 552 h 3542"/>
              <a:gd name="T10" fmla="*/ 2500 w 4642"/>
              <a:gd name="T11" fmla="*/ 887 h 3542"/>
              <a:gd name="T12" fmla="*/ 2449 w 4642"/>
              <a:gd name="T13" fmla="*/ 918 h 3542"/>
              <a:gd name="T14" fmla="*/ 2281 w 4642"/>
              <a:gd name="T15" fmla="*/ 1029 h 3542"/>
              <a:gd name="T16" fmla="*/ 1851 w 4642"/>
              <a:gd name="T17" fmla="*/ 1424 h 3542"/>
              <a:gd name="T18" fmla="*/ 1437 w 4642"/>
              <a:gd name="T19" fmla="*/ 1686 h 3542"/>
              <a:gd name="T20" fmla="*/ 820 w 4642"/>
              <a:gd name="T21" fmla="*/ 2130 h 3542"/>
              <a:gd name="T22" fmla="*/ 286 w 4642"/>
              <a:gd name="T23" fmla="*/ 2714 h 3542"/>
              <a:gd name="T24" fmla="*/ 36 w 4642"/>
              <a:gd name="T25" fmla="*/ 3181 h 3542"/>
              <a:gd name="T26" fmla="*/ 19 w 4642"/>
              <a:gd name="T27" fmla="*/ 3537 h 3542"/>
              <a:gd name="T28" fmla="*/ 97 w 4642"/>
              <a:gd name="T29" fmla="*/ 3418 h 3542"/>
              <a:gd name="T30" fmla="*/ 297 w 4642"/>
              <a:gd name="T31" fmla="*/ 2930 h 3542"/>
              <a:gd name="T32" fmla="*/ 987 w 4642"/>
              <a:gd name="T33" fmla="*/ 2194 h 3542"/>
              <a:gd name="T34" fmla="*/ 1543 w 4642"/>
              <a:gd name="T35" fmla="*/ 1842 h 3542"/>
              <a:gd name="T36" fmla="*/ 1478 w 4642"/>
              <a:gd name="T37" fmla="*/ 2144 h 3542"/>
              <a:gd name="T38" fmla="*/ 1493 w 4642"/>
              <a:gd name="T39" fmla="*/ 2624 h 3542"/>
              <a:gd name="T40" fmla="*/ 1636 w 4642"/>
              <a:gd name="T41" fmla="*/ 2818 h 3542"/>
              <a:gd name="T42" fmla="*/ 2030 w 4642"/>
              <a:gd name="T43" fmla="*/ 2779 h 3542"/>
              <a:gd name="T44" fmla="*/ 2458 w 4642"/>
              <a:gd name="T45" fmla="*/ 2494 h 3542"/>
              <a:gd name="T46" fmla="*/ 2751 w 4642"/>
              <a:gd name="T47" fmla="*/ 2027 h 3542"/>
              <a:gd name="T48" fmla="*/ 2766 w 4642"/>
              <a:gd name="T49" fmla="*/ 1573 h 3542"/>
              <a:gd name="T50" fmla="*/ 2547 w 4642"/>
              <a:gd name="T51" fmla="*/ 1393 h 3542"/>
              <a:gd name="T52" fmla="*/ 2119 w 4642"/>
              <a:gd name="T53" fmla="*/ 1413 h 3542"/>
              <a:gd name="T54" fmla="*/ 2454 w 4642"/>
              <a:gd name="T55" fmla="*/ 1118 h 3542"/>
              <a:gd name="T56" fmla="*/ 3355 w 4642"/>
              <a:gd name="T57" fmla="*/ 620 h 3542"/>
              <a:gd name="T58" fmla="*/ 3626 w 4642"/>
              <a:gd name="T59" fmla="*/ 847 h 3542"/>
              <a:gd name="T60" fmla="*/ 3727 w 4642"/>
              <a:gd name="T61" fmla="*/ 1118 h 3542"/>
              <a:gd name="T62" fmla="*/ 3869 w 4642"/>
              <a:gd name="T63" fmla="*/ 1041 h 3542"/>
              <a:gd name="T64" fmla="*/ 4228 w 4642"/>
              <a:gd name="T65" fmla="*/ 529 h 3542"/>
              <a:gd name="T66" fmla="*/ 4604 w 4642"/>
              <a:gd name="T67" fmla="*/ 209 h 3542"/>
              <a:gd name="T68" fmla="*/ 4611 w 4642"/>
              <a:gd name="T69" fmla="*/ 120 h 3542"/>
              <a:gd name="T70" fmla="*/ 3515 w 4642"/>
              <a:gd name="T71" fmla="*/ 110 h 3542"/>
              <a:gd name="T72" fmla="*/ 3346 w 4642"/>
              <a:gd name="T73" fmla="*/ 38 h 3542"/>
              <a:gd name="T74" fmla="*/ 3788 w 4642"/>
              <a:gd name="T75" fmla="*/ 297 h 3542"/>
              <a:gd name="T76" fmla="*/ 3587 w 4642"/>
              <a:gd name="T77" fmla="*/ 324 h 3542"/>
              <a:gd name="T78" fmla="*/ 3815 w 4642"/>
              <a:gd name="T79" fmla="*/ 215 h 3542"/>
              <a:gd name="T80" fmla="*/ 3914 w 4642"/>
              <a:gd name="T81" fmla="*/ 687 h 3542"/>
              <a:gd name="T82" fmla="*/ 3784 w 4642"/>
              <a:gd name="T83" fmla="*/ 801 h 3542"/>
              <a:gd name="T84" fmla="*/ 3707 w 4642"/>
              <a:gd name="T85" fmla="*/ 577 h 3542"/>
              <a:gd name="T86" fmla="*/ 3920 w 4642"/>
              <a:gd name="T87" fmla="*/ 448 h 3542"/>
              <a:gd name="T88" fmla="*/ 4147 w 4642"/>
              <a:gd name="T89" fmla="*/ 398 h 3542"/>
              <a:gd name="T90" fmla="*/ 2664 w 4642"/>
              <a:gd name="T91" fmla="*/ 1791 h 3542"/>
              <a:gd name="T92" fmla="*/ 2542 w 4642"/>
              <a:gd name="T93" fmla="*/ 2171 h 3542"/>
              <a:gd name="T94" fmla="*/ 2181 w 4642"/>
              <a:gd name="T95" fmla="*/ 2519 h 3542"/>
              <a:gd name="T96" fmla="*/ 2002 w 4642"/>
              <a:gd name="T97" fmla="*/ 2594 h 3542"/>
              <a:gd name="T98" fmla="*/ 1741 w 4642"/>
              <a:gd name="T99" fmla="*/ 2654 h 3542"/>
              <a:gd name="T100" fmla="*/ 1609 w 4642"/>
              <a:gd name="T101" fmla="*/ 2592 h 3542"/>
              <a:gd name="T102" fmla="*/ 1598 w 4642"/>
              <a:gd name="T103" fmla="*/ 2159 h 3542"/>
              <a:gd name="T104" fmla="*/ 1747 w 4642"/>
              <a:gd name="T105" fmla="*/ 1791 h 3542"/>
              <a:gd name="T106" fmla="*/ 1966 w 4642"/>
              <a:gd name="T107" fmla="*/ 1648 h 3542"/>
              <a:gd name="T108" fmla="*/ 2453 w 4642"/>
              <a:gd name="T109" fmla="*/ 1571 h 3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4642" h="3542">
                <a:moveTo>
                  <a:pt x="3206" y="19"/>
                </a:moveTo>
                <a:lnTo>
                  <a:pt x="3196" y="26"/>
                </a:lnTo>
                <a:lnTo>
                  <a:pt x="3181" y="47"/>
                </a:lnTo>
                <a:lnTo>
                  <a:pt x="3176" y="69"/>
                </a:lnTo>
                <a:lnTo>
                  <a:pt x="3179" y="80"/>
                </a:lnTo>
                <a:lnTo>
                  <a:pt x="3185" y="84"/>
                </a:lnTo>
                <a:lnTo>
                  <a:pt x="3190" y="85"/>
                </a:lnTo>
                <a:lnTo>
                  <a:pt x="3198" y="87"/>
                </a:lnTo>
                <a:lnTo>
                  <a:pt x="3217" y="111"/>
                </a:lnTo>
                <a:lnTo>
                  <a:pt x="3231" y="147"/>
                </a:lnTo>
                <a:lnTo>
                  <a:pt x="3236" y="180"/>
                </a:lnTo>
                <a:lnTo>
                  <a:pt x="3234" y="191"/>
                </a:lnTo>
                <a:lnTo>
                  <a:pt x="3233" y="196"/>
                </a:lnTo>
                <a:lnTo>
                  <a:pt x="3236" y="208"/>
                </a:lnTo>
                <a:lnTo>
                  <a:pt x="3253" y="225"/>
                </a:lnTo>
                <a:lnTo>
                  <a:pt x="3272" y="235"/>
                </a:lnTo>
                <a:lnTo>
                  <a:pt x="3289" y="243"/>
                </a:lnTo>
                <a:lnTo>
                  <a:pt x="3326" y="275"/>
                </a:lnTo>
                <a:lnTo>
                  <a:pt x="3365" y="320"/>
                </a:lnTo>
                <a:lnTo>
                  <a:pt x="3398" y="368"/>
                </a:lnTo>
                <a:lnTo>
                  <a:pt x="3409" y="392"/>
                </a:lnTo>
                <a:lnTo>
                  <a:pt x="3408" y="397"/>
                </a:lnTo>
                <a:lnTo>
                  <a:pt x="3376" y="419"/>
                </a:lnTo>
                <a:lnTo>
                  <a:pt x="3350" y="430"/>
                </a:lnTo>
                <a:lnTo>
                  <a:pt x="3287" y="458"/>
                </a:lnTo>
                <a:lnTo>
                  <a:pt x="3227" y="486"/>
                </a:lnTo>
                <a:lnTo>
                  <a:pt x="3177" y="506"/>
                </a:lnTo>
                <a:lnTo>
                  <a:pt x="3148" y="516"/>
                </a:lnTo>
                <a:lnTo>
                  <a:pt x="3129" y="521"/>
                </a:lnTo>
                <a:lnTo>
                  <a:pt x="3063" y="552"/>
                </a:lnTo>
                <a:lnTo>
                  <a:pt x="2917" y="627"/>
                </a:lnTo>
                <a:lnTo>
                  <a:pt x="2693" y="754"/>
                </a:lnTo>
                <a:lnTo>
                  <a:pt x="2562" y="835"/>
                </a:lnTo>
                <a:lnTo>
                  <a:pt x="2511" y="871"/>
                </a:lnTo>
                <a:lnTo>
                  <a:pt x="2504" y="881"/>
                </a:lnTo>
                <a:lnTo>
                  <a:pt x="2500" y="887"/>
                </a:lnTo>
                <a:lnTo>
                  <a:pt x="2484" y="894"/>
                </a:lnTo>
                <a:lnTo>
                  <a:pt x="2474" y="895"/>
                </a:lnTo>
                <a:lnTo>
                  <a:pt x="2464" y="895"/>
                </a:lnTo>
                <a:lnTo>
                  <a:pt x="2451" y="904"/>
                </a:lnTo>
                <a:lnTo>
                  <a:pt x="2450" y="911"/>
                </a:lnTo>
                <a:lnTo>
                  <a:pt x="2449" y="918"/>
                </a:lnTo>
                <a:lnTo>
                  <a:pt x="2439" y="927"/>
                </a:lnTo>
                <a:lnTo>
                  <a:pt x="2431" y="928"/>
                </a:lnTo>
                <a:lnTo>
                  <a:pt x="2423" y="930"/>
                </a:lnTo>
                <a:lnTo>
                  <a:pt x="2385" y="952"/>
                </a:lnTo>
                <a:lnTo>
                  <a:pt x="2313" y="1002"/>
                </a:lnTo>
                <a:lnTo>
                  <a:pt x="2281" y="1029"/>
                </a:lnTo>
                <a:lnTo>
                  <a:pt x="2248" y="1057"/>
                </a:lnTo>
                <a:lnTo>
                  <a:pt x="2154" y="1133"/>
                </a:lnTo>
                <a:lnTo>
                  <a:pt x="2103" y="1175"/>
                </a:lnTo>
                <a:lnTo>
                  <a:pt x="1992" y="1276"/>
                </a:lnTo>
                <a:lnTo>
                  <a:pt x="1952" y="1318"/>
                </a:lnTo>
                <a:lnTo>
                  <a:pt x="1851" y="1424"/>
                </a:lnTo>
                <a:lnTo>
                  <a:pt x="1740" y="1531"/>
                </a:lnTo>
                <a:lnTo>
                  <a:pt x="1693" y="1566"/>
                </a:lnTo>
                <a:lnTo>
                  <a:pt x="1683" y="1569"/>
                </a:lnTo>
                <a:lnTo>
                  <a:pt x="1666" y="1574"/>
                </a:lnTo>
                <a:lnTo>
                  <a:pt x="1570" y="1619"/>
                </a:lnTo>
                <a:lnTo>
                  <a:pt x="1437" y="1686"/>
                </a:lnTo>
                <a:lnTo>
                  <a:pt x="1313" y="1753"/>
                </a:lnTo>
                <a:lnTo>
                  <a:pt x="1271" y="1779"/>
                </a:lnTo>
                <a:lnTo>
                  <a:pt x="1213" y="1816"/>
                </a:lnTo>
                <a:lnTo>
                  <a:pt x="1086" y="1908"/>
                </a:lnTo>
                <a:lnTo>
                  <a:pt x="953" y="2014"/>
                </a:lnTo>
                <a:lnTo>
                  <a:pt x="820" y="2130"/>
                </a:lnTo>
                <a:lnTo>
                  <a:pt x="689" y="2251"/>
                </a:lnTo>
                <a:lnTo>
                  <a:pt x="567" y="2371"/>
                </a:lnTo>
                <a:lnTo>
                  <a:pt x="460" y="2486"/>
                </a:lnTo>
                <a:lnTo>
                  <a:pt x="373" y="2594"/>
                </a:lnTo>
                <a:lnTo>
                  <a:pt x="338" y="2641"/>
                </a:lnTo>
                <a:lnTo>
                  <a:pt x="286" y="2714"/>
                </a:lnTo>
                <a:lnTo>
                  <a:pt x="247" y="2763"/>
                </a:lnTo>
                <a:lnTo>
                  <a:pt x="224" y="2792"/>
                </a:lnTo>
                <a:lnTo>
                  <a:pt x="165" y="2891"/>
                </a:lnTo>
                <a:lnTo>
                  <a:pt x="104" y="3013"/>
                </a:lnTo>
                <a:lnTo>
                  <a:pt x="52" y="3132"/>
                </a:lnTo>
                <a:lnTo>
                  <a:pt x="36" y="3181"/>
                </a:lnTo>
                <a:lnTo>
                  <a:pt x="23" y="3230"/>
                </a:lnTo>
                <a:lnTo>
                  <a:pt x="5" y="3343"/>
                </a:lnTo>
                <a:lnTo>
                  <a:pt x="0" y="3449"/>
                </a:lnTo>
                <a:lnTo>
                  <a:pt x="6" y="3508"/>
                </a:lnTo>
                <a:lnTo>
                  <a:pt x="14" y="3531"/>
                </a:lnTo>
                <a:lnTo>
                  <a:pt x="19" y="3537"/>
                </a:lnTo>
                <a:lnTo>
                  <a:pt x="26" y="3540"/>
                </a:lnTo>
                <a:lnTo>
                  <a:pt x="39" y="3542"/>
                </a:lnTo>
                <a:lnTo>
                  <a:pt x="51" y="3534"/>
                </a:lnTo>
                <a:lnTo>
                  <a:pt x="63" y="3519"/>
                </a:lnTo>
                <a:lnTo>
                  <a:pt x="80" y="3486"/>
                </a:lnTo>
                <a:lnTo>
                  <a:pt x="97" y="3418"/>
                </a:lnTo>
                <a:lnTo>
                  <a:pt x="104" y="3373"/>
                </a:lnTo>
                <a:lnTo>
                  <a:pt x="107" y="3346"/>
                </a:lnTo>
                <a:lnTo>
                  <a:pt x="120" y="3288"/>
                </a:lnTo>
                <a:lnTo>
                  <a:pt x="150" y="3197"/>
                </a:lnTo>
                <a:lnTo>
                  <a:pt x="211" y="3068"/>
                </a:lnTo>
                <a:lnTo>
                  <a:pt x="297" y="2930"/>
                </a:lnTo>
                <a:lnTo>
                  <a:pt x="403" y="2784"/>
                </a:lnTo>
                <a:lnTo>
                  <a:pt x="533" y="2632"/>
                </a:lnTo>
                <a:lnTo>
                  <a:pt x="683" y="2474"/>
                </a:lnTo>
                <a:lnTo>
                  <a:pt x="854" y="2311"/>
                </a:lnTo>
                <a:lnTo>
                  <a:pt x="948" y="2227"/>
                </a:lnTo>
                <a:lnTo>
                  <a:pt x="987" y="2194"/>
                </a:lnTo>
                <a:lnTo>
                  <a:pt x="1078" y="2123"/>
                </a:lnTo>
                <a:lnTo>
                  <a:pt x="1231" y="2014"/>
                </a:lnTo>
                <a:lnTo>
                  <a:pt x="1378" y="1920"/>
                </a:lnTo>
                <a:lnTo>
                  <a:pt x="1460" y="1874"/>
                </a:lnTo>
                <a:lnTo>
                  <a:pt x="1519" y="1847"/>
                </a:lnTo>
                <a:lnTo>
                  <a:pt x="1543" y="1842"/>
                </a:lnTo>
                <a:lnTo>
                  <a:pt x="1548" y="1848"/>
                </a:lnTo>
                <a:lnTo>
                  <a:pt x="1546" y="1853"/>
                </a:lnTo>
                <a:lnTo>
                  <a:pt x="1533" y="1887"/>
                </a:lnTo>
                <a:lnTo>
                  <a:pt x="1510" y="1964"/>
                </a:lnTo>
                <a:lnTo>
                  <a:pt x="1492" y="2051"/>
                </a:lnTo>
                <a:lnTo>
                  <a:pt x="1478" y="2144"/>
                </a:lnTo>
                <a:lnTo>
                  <a:pt x="1471" y="2243"/>
                </a:lnTo>
                <a:lnTo>
                  <a:pt x="1468" y="2344"/>
                </a:lnTo>
                <a:lnTo>
                  <a:pt x="1471" y="2444"/>
                </a:lnTo>
                <a:lnTo>
                  <a:pt x="1480" y="2542"/>
                </a:lnTo>
                <a:lnTo>
                  <a:pt x="1487" y="2589"/>
                </a:lnTo>
                <a:lnTo>
                  <a:pt x="1493" y="2624"/>
                </a:lnTo>
                <a:lnTo>
                  <a:pt x="1506" y="2684"/>
                </a:lnTo>
                <a:lnTo>
                  <a:pt x="1521" y="2730"/>
                </a:lnTo>
                <a:lnTo>
                  <a:pt x="1541" y="2766"/>
                </a:lnTo>
                <a:lnTo>
                  <a:pt x="1566" y="2791"/>
                </a:lnTo>
                <a:lnTo>
                  <a:pt x="1597" y="2808"/>
                </a:lnTo>
                <a:lnTo>
                  <a:pt x="1636" y="2818"/>
                </a:lnTo>
                <a:lnTo>
                  <a:pt x="1685" y="2822"/>
                </a:lnTo>
                <a:lnTo>
                  <a:pt x="1713" y="2822"/>
                </a:lnTo>
                <a:lnTo>
                  <a:pt x="1768" y="2821"/>
                </a:lnTo>
                <a:lnTo>
                  <a:pt x="1865" y="2815"/>
                </a:lnTo>
                <a:lnTo>
                  <a:pt x="1951" y="2801"/>
                </a:lnTo>
                <a:lnTo>
                  <a:pt x="2030" y="2779"/>
                </a:lnTo>
                <a:lnTo>
                  <a:pt x="2108" y="2747"/>
                </a:lnTo>
                <a:lnTo>
                  <a:pt x="2187" y="2702"/>
                </a:lnTo>
                <a:lnTo>
                  <a:pt x="2272" y="2644"/>
                </a:lnTo>
                <a:lnTo>
                  <a:pt x="2367" y="2570"/>
                </a:lnTo>
                <a:lnTo>
                  <a:pt x="2421" y="2526"/>
                </a:lnTo>
                <a:lnTo>
                  <a:pt x="2458" y="2494"/>
                </a:lnTo>
                <a:lnTo>
                  <a:pt x="2540" y="2400"/>
                </a:lnTo>
                <a:lnTo>
                  <a:pt x="2622" y="2286"/>
                </a:lnTo>
                <a:lnTo>
                  <a:pt x="2693" y="2168"/>
                </a:lnTo>
                <a:lnTo>
                  <a:pt x="2719" y="2111"/>
                </a:lnTo>
                <a:lnTo>
                  <a:pt x="2731" y="2083"/>
                </a:lnTo>
                <a:lnTo>
                  <a:pt x="2751" y="2027"/>
                </a:lnTo>
                <a:lnTo>
                  <a:pt x="2768" y="1967"/>
                </a:lnTo>
                <a:lnTo>
                  <a:pt x="2779" y="1906"/>
                </a:lnTo>
                <a:lnTo>
                  <a:pt x="2788" y="1811"/>
                </a:lnTo>
                <a:lnTo>
                  <a:pt x="2783" y="1678"/>
                </a:lnTo>
                <a:lnTo>
                  <a:pt x="2773" y="1610"/>
                </a:lnTo>
                <a:lnTo>
                  <a:pt x="2766" y="1573"/>
                </a:lnTo>
                <a:lnTo>
                  <a:pt x="2751" y="1513"/>
                </a:lnTo>
                <a:lnTo>
                  <a:pt x="2731" y="1468"/>
                </a:lnTo>
                <a:lnTo>
                  <a:pt x="2704" y="1434"/>
                </a:lnTo>
                <a:lnTo>
                  <a:pt x="2665" y="1412"/>
                </a:lnTo>
                <a:lnTo>
                  <a:pt x="2615" y="1398"/>
                </a:lnTo>
                <a:lnTo>
                  <a:pt x="2547" y="1393"/>
                </a:lnTo>
                <a:lnTo>
                  <a:pt x="2458" y="1392"/>
                </a:lnTo>
                <a:lnTo>
                  <a:pt x="2406" y="1394"/>
                </a:lnTo>
                <a:lnTo>
                  <a:pt x="2244" y="1399"/>
                </a:lnTo>
                <a:lnTo>
                  <a:pt x="2175" y="1402"/>
                </a:lnTo>
                <a:lnTo>
                  <a:pt x="2159" y="1403"/>
                </a:lnTo>
                <a:lnTo>
                  <a:pt x="2119" y="1413"/>
                </a:lnTo>
                <a:lnTo>
                  <a:pt x="2099" y="1419"/>
                </a:lnTo>
                <a:lnTo>
                  <a:pt x="2055" y="1436"/>
                </a:lnTo>
                <a:lnTo>
                  <a:pt x="2086" y="1399"/>
                </a:lnTo>
                <a:lnTo>
                  <a:pt x="2116" y="1373"/>
                </a:lnTo>
                <a:lnTo>
                  <a:pt x="2261" y="1260"/>
                </a:lnTo>
                <a:lnTo>
                  <a:pt x="2454" y="1118"/>
                </a:lnTo>
                <a:lnTo>
                  <a:pt x="2636" y="990"/>
                </a:lnTo>
                <a:lnTo>
                  <a:pt x="2699" y="950"/>
                </a:lnTo>
                <a:lnTo>
                  <a:pt x="2774" y="905"/>
                </a:lnTo>
                <a:lnTo>
                  <a:pt x="2937" y="816"/>
                </a:lnTo>
                <a:lnTo>
                  <a:pt x="3126" y="724"/>
                </a:lnTo>
                <a:lnTo>
                  <a:pt x="3355" y="620"/>
                </a:lnTo>
                <a:lnTo>
                  <a:pt x="3492" y="562"/>
                </a:lnTo>
                <a:lnTo>
                  <a:pt x="3498" y="562"/>
                </a:lnTo>
                <a:lnTo>
                  <a:pt x="3514" y="573"/>
                </a:lnTo>
                <a:lnTo>
                  <a:pt x="3540" y="614"/>
                </a:lnTo>
                <a:lnTo>
                  <a:pt x="3582" y="714"/>
                </a:lnTo>
                <a:lnTo>
                  <a:pt x="3626" y="847"/>
                </a:lnTo>
                <a:lnTo>
                  <a:pt x="3646" y="923"/>
                </a:lnTo>
                <a:lnTo>
                  <a:pt x="3658" y="974"/>
                </a:lnTo>
                <a:lnTo>
                  <a:pt x="3680" y="1046"/>
                </a:lnTo>
                <a:lnTo>
                  <a:pt x="3697" y="1089"/>
                </a:lnTo>
                <a:lnTo>
                  <a:pt x="3716" y="1111"/>
                </a:lnTo>
                <a:lnTo>
                  <a:pt x="3727" y="1118"/>
                </a:lnTo>
                <a:lnTo>
                  <a:pt x="3738" y="1122"/>
                </a:lnTo>
                <a:lnTo>
                  <a:pt x="3758" y="1125"/>
                </a:lnTo>
                <a:lnTo>
                  <a:pt x="3779" y="1122"/>
                </a:lnTo>
                <a:lnTo>
                  <a:pt x="3799" y="1113"/>
                </a:lnTo>
                <a:lnTo>
                  <a:pt x="3831" y="1090"/>
                </a:lnTo>
                <a:lnTo>
                  <a:pt x="3869" y="1041"/>
                </a:lnTo>
                <a:lnTo>
                  <a:pt x="3888" y="1007"/>
                </a:lnTo>
                <a:lnTo>
                  <a:pt x="3910" y="969"/>
                </a:lnTo>
                <a:lnTo>
                  <a:pt x="4003" y="827"/>
                </a:lnTo>
                <a:lnTo>
                  <a:pt x="4058" y="748"/>
                </a:lnTo>
                <a:lnTo>
                  <a:pt x="4127" y="654"/>
                </a:lnTo>
                <a:lnTo>
                  <a:pt x="4228" y="529"/>
                </a:lnTo>
                <a:lnTo>
                  <a:pt x="4296" y="454"/>
                </a:lnTo>
                <a:lnTo>
                  <a:pt x="4364" y="387"/>
                </a:lnTo>
                <a:lnTo>
                  <a:pt x="4433" y="328"/>
                </a:lnTo>
                <a:lnTo>
                  <a:pt x="4501" y="275"/>
                </a:lnTo>
                <a:lnTo>
                  <a:pt x="4570" y="230"/>
                </a:lnTo>
                <a:lnTo>
                  <a:pt x="4604" y="209"/>
                </a:lnTo>
                <a:lnTo>
                  <a:pt x="4619" y="200"/>
                </a:lnTo>
                <a:lnTo>
                  <a:pt x="4638" y="182"/>
                </a:lnTo>
                <a:lnTo>
                  <a:pt x="4642" y="162"/>
                </a:lnTo>
                <a:lnTo>
                  <a:pt x="4632" y="140"/>
                </a:lnTo>
                <a:lnTo>
                  <a:pt x="4620" y="128"/>
                </a:lnTo>
                <a:lnTo>
                  <a:pt x="4611" y="120"/>
                </a:lnTo>
                <a:lnTo>
                  <a:pt x="4573" y="109"/>
                </a:lnTo>
                <a:lnTo>
                  <a:pt x="4447" y="101"/>
                </a:lnTo>
                <a:lnTo>
                  <a:pt x="4270" y="100"/>
                </a:lnTo>
                <a:lnTo>
                  <a:pt x="3978" y="100"/>
                </a:lnTo>
                <a:lnTo>
                  <a:pt x="3614" y="104"/>
                </a:lnTo>
                <a:lnTo>
                  <a:pt x="3515" y="110"/>
                </a:lnTo>
                <a:lnTo>
                  <a:pt x="3483" y="112"/>
                </a:lnTo>
                <a:lnTo>
                  <a:pt x="3440" y="112"/>
                </a:lnTo>
                <a:lnTo>
                  <a:pt x="3411" y="102"/>
                </a:lnTo>
                <a:lnTo>
                  <a:pt x="3383" y="79"/>
                </a:lnTo>
                <a:lnTo>
                  <a:pt x="3366" y="59"/>
                </a:lnTo>
                <a:lnTo>
                  <a:pt x="3346" y="38"/>
                </a:lnTo>
                <a:lnTo>
                  <a:pt x="3307" y="10"/>
                </a:lnTo>
                <a:lnTo>
                  <a:pt x="3267" y="0"/>
                </a:lnTo>
                <a:lnTo>
                  <a:pt x="3228" y="8"/>
                </a:lnTo>
                <a:lnTo>
                  <a:pt x="3206" y="19"/>
                </a:lnTo>
                <a:close/>
                <a:moveTo>
                  <a:pt x="3920" y="265"/>
                </a:moveTo>
                <a:lnTo>
                  <a:pt x="3788" y="297"/>
                </a:lnTo>
                <a:lnTo>
                  <a:pt x="3725" y="311"/>
                </a:lnTo>
                <a:lnTo>
                  <a:pt x="3688" y="318"/>
                </a:lnTo>
                <a:lnTo>
                  <a:pt x="3644" y="329"/>
                </a:lnTo>
                <a:lnTo>
                  <a:pt x="3630" y="333"/>
                </a:lnTo>
                <a:lnTo>
                  <a:pt x="3607" y="333"/>
                </a:lnTo>
                <a:lnTo>
                  <a:pt x="3587" y="324"/>
                </a:lnTo>
                <a:lnTo>
                  <a:pt x="3563" y="302"/>
                </a:lnTo>
                <a:lnTo>
                  <a:pt x="3548" y="285"/>
                </a:lnTo>
                <a:lnTo>
                  <a:pt x="3500" y="228"/>
                </a:lnTo>
                <a:lnTo>
                  <a:pt x="3606" y="219"/>
                </a:lnTo>
                <a:lnTo>
                  <a:pt x="3656" y="216"/>
                </a:lnTo>
                <a:lnTo>
                  <a:pt x="3815" y="215"/>
                </a:lnTo>
                <a:lnTo>
                  <a:pt x="3895" y="217"/>
                </a:lnTo>
                <a:lnTo>
                  <a:pt x="4080" y="224"/>
                </a:lnTo>
                <a:lnTo>
                  <a:pt x="3920" y="265"/>
                </a:lnTo>
                <a:close/>
                <a:moveTo>
                  <a:pt x="4129" y="425"/>
                </a:moveTo>
                <a:lnTo>
                  <a:pt x="4056" y="510"/>
                </a:lnTo>
                <a:lnTo>
                  <a:pt x="3914" y="687"/>
                </a:lnTo>
                <a:lnTo>
                  <a:pt x="3867" y="754"/>
                </a:lnTo>
                <a:lnTo>
                  <a:pt x="3846" y="785"/>
                </a:lnTo>
                <a:lnTo>
                  <a:pt x="3817" y="821"/>
                </a:lnTo>
                <a:lnTo>
                  <a:pt x="3801" y="827"/>
                </a:lnTo>
                <a:lnTo>
                  <a:pt x="3793" y="822"/>
                </a:lnTo>
                <a:lnTo>
                  <a:pt x="3784" y="801"/>
                </a:lnTo>
                <a:lnTo>
                  <a:pt x="3779" y="776"/>
                </a:lnTo>
                <a:lnTo>
                  <a:pt x="3776" y="756"/>
                </a:lnTo>
                <a:lnTo>
                  <a:pt x="3761" y="705"/>
                </a:lnTo>
                <a:lnTo>
                  <a:pt x="3753" y="683"/>
                </a:lnTo>
                <a:lnTo>
                  <a:pt x="3730" y="632"/>
                </a:lnTo>
                <a:lnTo>
                  <a:pt x="3707" y="577"/>
                </a:lnTo>
                <a:lnTo>
                  <a:pt x="3688" y="533"/>
                </a:lnTo>
                <a:lnTo>
                  <a:pt x="3683" y="516"/>
                </a:lnTo>
                <a:lnTo>
                  <a:pt x="3699" y="508"/>
                </a:lnTo>
                <a:lnTo>
                  <a:pt x="3807" y="473"/>
                </a:lnTo>
                <a:lnTo>
                  <a:pt x="3847" y="462"/>
                </a:lnTo>
                <a:lnTo>
                  <a:pt x="3920" y="448"/>
                </a:lnTo>
                <a:lnTo>
                  <a:pt x="4039" y="419"/>
                </a:lnTo>
                <a:lnTo>
                  <a:pt x="4072" y="407"/>
                </a:lnTo>
                <a:lnTo>
                  <a:pt x="4097" y="397"/>
                </a:lnTo>
                <a:lnTo>
                  <a:pt x="4133" y="389"/>
                </a:lnTo>
                <a:lnTo>
                  <a:pt x="4145" y="392"/>
                </a:lnTo>
                <a:lnTo>
                  <a:pt x="4147" y="398"/>
                </a:lnTo>
                <a:lnTo>
                  <a:pt x="4141" y="411"/>
                </a:lnTo>
                <a:lnTo>
                  <a:pt x="4129" y="425"/>
                </a:lnTo>
                <a:close/>
                <a:moveTo>
                  <a:pt x="2651" y="1599"/>
                </a:moveTo>
                <a:lnTo>
                  <a:pt x="2657" y="1621"/>
                </a:lnTo>
                <a:lnTo>
                  <a:pt x="2665" y="1725"/>
                </a:lnTo>
                <a:lnTo>
                  <a:pt x="2664" y="1791"/>
                </a:lnTo>
                <a:lnTo>
                  <a:pt x="2662" y="1856"/>
                </a:lnTo>
                <a:lnTo>
                  <a:pt x="2650" y="1941"/>
                </a:lnTo>
                <a:lnTo>
                  <a:pt x="2636" y="1992"/>
                </a:lnTo>
                <a:lnTo>
                  <a:pt x="2618" y="2042"/>
                </a:lnTo>
                <a:lnTo>
                  <a:pt x="2592" y="2093"/>
                </a:lnTo>
                <a:lnTo>
                  <a:pt x="2542" y="2171"/>
                </a:lnTo>
                <a:lnTo>
                  <a:pt x="2497" y="2229"/>
                </a:lnTo>
                <a:lnTo>
                  <a:pt x="2470" y="2263"/>
                </a:lnTo>
                <a:lnTo>
                  <a:pt x="2405" y="2333"/>
                </a:lnTo>
                <a:lnTo>
                  <a:pt x="2332" y="2400"/>
                </a:lnTo>
                <a:lnTo>
                  <a:pt x="2256" y="2464"/>
                </a:lnTo>
                <a:lnTo>
                  <a:pt x="2181" y="2519"/>
                </a:lnTo>
                <a:lnTo>
                  <a:pt x="2114" y="2562"/>
                </a:lnTo>
                <a:lnTo>
                  <a:pt x="2057" y="2590"/>
                </a:lnTo>
                <a:lnTo>
                  <a:pt x="2026" y="2598"/>
                </a:lnTo>
                <a:lnTo>
                  <a:pt x="2011" y="2597"/>
                </a:lnTo>
                <a:lnTo>
                  <a:pt x="2005" y="2594"/>
                </a:lnTo>
                <a:lnTo>
                  <a:pt x="2002" y="2594"/>
                </a:lnTo>
                <a:lnTo>
                  <a:pt x="1985" y="2603"/>
                </a:lnTo>
                <a:lnTo>
                  <a:pt x="1975" y="2611"/>
                </a:lnTo>
                <a:lnTo>
                  <a:pt x="1961" y="2619"/>
                </a:lnTo>
                <a:lnTo>
                  <a:pt x="1901" y="2636"/>
                </a:lnTo>
                <a:lnTo>
                  <a:pt x="1822" y="2648"/>
                </a:lnTo>
                <a:lnTo>
                  <a:pt x="1741" y="2654"/>
                </a:lnTo>
                <a:lnTo>
                  <a:pt x="1706" y="2653"/>
                </a:lnTo>
                <a:lnTo>
                  <a:pt x="1689" y="2651"/>
                </a:lnTo>
                <a:lnTo>
                  <a:pt x="1660" y="2646"/>
                </a:lnTo>
                <a:lnTo>
                  <a:pt x="1637" y="2636"/>
                </a:lnTo>
                <a:lnTo>
                  <a:pt x="1621" y="2619"/>
                </a:lnTo>
                <a:lnTo>
                  <a:pt x="1609" y="2592"/>
                </a:lnTo>
                <a:lnTo>
                  <a:pt x="1601" y="2552"/>
                </a:lnTo>
                <a:lnTo>
                  <a:pt x="1594" y="2467"/>
                </a:lnTo>
                <a:lnTo>
                  <a:pt x="1592" y="2384"/>
                </a:lnTo>
                <a:lnTo>
                  <a:pt x="1591" y="2334"/>
                </a:lnTo>
                <a:lnTo>
                  <a:pt x="1592" y="2241"/>
                </a:lnTo>
                <a:lnTo>
                  <a:pt x="1598" y="2159"/>
                </a:lnTo>
                <a:lnTo>
                  <a:pt x="1610" y="2084"/>
                </a:lnTo>
                <a:lnTo>
                  <a:pt x="1627" y="2017"/>
                </a:lnTo>
                <a:lnTo>
                  <a:pt x="1653" y="1952"/>
                </a:lnTo>
                <a:lnTo>
                  <a:pt x="1684" y="1888"/>
                </a:lnTo>
                <a:lnTo>
                  <a:pt x="1724" y="1823"/>
                </a:lnTo>
                <a:lnTo>
                  <a:pt x="1747" y="1791"/>
                </a:lnTo>
                <a:lnTo>
                  <a:pt x="1766" y="1767"/>
                </a:lnTo>
                <a:lnTo>
                  <a:pt x="1813" y="1721"/>
                </a:lnTo>
                <a:lnTo>
                  <a:pt x="1866" y="1683"/>
                </a:lnTo>
                <a:lnTo>
                  <a:pt x="1914" y="1659"/>
                </a:lnTo>
                <a:lnTo>
                  <a:pt x="1934" y="1655"/>
                </a:lnTo>
                <a:lnTo>
                  <a:pt x="1966" y="1648"/>
                </a:lnTo>
                <a:lnTo>
                  <a:pt x="2033" y="1627"/>
                </a:lnTo>
                <a:lnTo>
                  <a:pt x="2074" y="1614"/>
                </a:lnTo>
                <a:lnTo>
                  <a:pt x="2159" y="1594"/>
                </a:lnTo>
                <a:lnTo>
                  <a:pt x="2257" y="1581"/>
                </a:lnTo>
                <a:lnTo>
                  <a:pt x="2378" y="1573"/>
                </a:lnTo>
                <a:lnTo>
                  <a:pt x="2453" y="1571"/>
                </a:lnTo>
                <a:lnTo>
                  <a:pt x="2510" y="1570"/>
                </a:lnTo>
                <a:lnTo>
                  <a:pt x="2584" y="1571"/>
                </a:lnTo>
                <a:lnTo>
                  <a:pt x="2626" y="1577"/>
                </a:lnTo>
                <a:lnTo>
                  <a:pt x="2645" y="1589"/>
                </a:lnTo>
                <a:lnTo>
                  <a:pt x="2651" y="159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4" name="Freeform 67">
            <a:extLst>
              <a:ext uri="{FF2B5EF4-FFF2-40B4-BE49-F238E27FC236}">
                <a16:creationId xmlns:a16="http://schemas.microsoft.com/office/drawing/2014/main" id="{E2E17022-BA58-4AF5-A216-45DEC9A5BBCD}"/>
              </a:ext>
            </a:extLst>
          </p:cNvPr>
          <p:cNvSpPr>
            <a:spLocks noEditPoints="1"/>
          </p:cNvSpPr>
          <p:nvPr/>
        </p:nvSpPr>
        <p:spPr bwMode="auto">
          <a:xfrm>
            <a:off x="8587001" y="1339554"/>
            <a:ext cx="2797563" cy="347663"/>
          </a:xfrm>
          <a:custGeom>
            <a:avLst/>
            <a:gdLst>
              <a:gd name="T0" fmla="*/ 7931 w 9264"/>
              <a:gd name="T1" fmla="*/ 180 h 1533"/>
              <a:gd name="T2" fmla="*/ 7967 w 9264"/>
              <a:gd name="T3" fmla="*/ 321 h 1533"/>
              <a:gd name="T4" fmla="*/ 7809 w 9264"/>
              <a:gd name="T5" fmla="*/ 668 h 1533"/>
              <a:gd name="T6" fmla="*/ 5104 w 9264"/>
              <a:gd name="T7" fmla="*/ 810 h 1533"/>
              <a:gd name="T8" fmla="*/ 3623 w 9264"/>
              <a:gd name="T9" fmla="*/ 874 h 1533"/>
              <a:gd name="T10" fmla="*/ 2755 w 9264"/>
              <a:gd name="T11" fmla="*/ 917 h 1533"/>
              <a:gd name="T12" fmla="*/ 1331 w 9264"/>
              <a:gd name="T13" fmla="*/ 956 h 1533"/>
              <a:gd name="T14" fmla="*/ 1089 w 9264"/>
              <a:gd name="T15" fmla="*/ 790 h 1533"/>
              <a:gd name="T16" fmla="*/ 1040 w 9264"/>
              <a:gd name="T17" fmla="*/ 249 h 1533"/>
              <a:gd name="T18" fmla="*/ 1008 w 9264"/>
              <a:gd name="T19" fmla="*/ 112 h 1533"/>
              <a:gd name="T20" fmla="*/ 895 w 9264"/>
              <a:gd name="T21" fmla="*/ 177 h 1533"/>
              <a:gd name="T22" fmla="*/ 890 w 9264"/>
              <a:gd name="T23" fmla="*/ 496 h 1533"/>
              <a:gd name="T24" fmla="*/ 922 w 9264"/>
              <a:gd name="T25" fmla="*/ 965 h 1533"/>
              <a:gd name="T26" fmla="*/ 319 w 9264"/>
              <a:gd name="T27" fmla="*/ 958 h 1533"/>
              <a:gd name="T28" fmla="*/ 613 w 9264"/>
              <a:gd name="T29" fmla="*/ 660 h 1533"/>
              <a:gd name="T30" fmla="*/ 750 w 9264"/>
              <a:gd name="T31" fmla="*/ 508 h 1533"/>
              <a:gd name="T32" fmla="*/ 685 w 9264"/>
              <a:gd name="T33" fmla="*/ 481 h 1533"/>
              <a:gd name="T34" fmla="*/ 290 w 9264"/>
              <a:gd name="T35" fmla="*/ 806 h 1533"/>
              <a:gd name="T36" fmla="*/ 130 w 9264"/>
              <a:gd name="T37" fmla="*/ 939 h 1533"/>
              <a:gd name="T38" fmla="*/ 0 w 9264"/>
              <a:gd name="T39" fmla="*/ 1144 h 1533"/>
              <a:gd name="T40" fmla="*/ 78 w 9264"/>
              <a:gd name="T41" fmla="*/ 1249 h 1533"/>
              <a:gd name="T42" fmla="*/ 287 w 9264"/>
              <a:gd name="T43" fmla="*/ 1309 h 1533"/>
              <a:gd name="T44" fmla="*/ 912 w 9264"/>
              <a:gd name="T45" fmla="*/ 1443 h 1533"/>
              <a:gd name="T46" fmla="*/ 1167 w 9264"/>
              <a:gd name="T47" fmla="*/ 1530 h 1533"/>
              <a:gd name="T48" fmla="*/ 1227 w 9264"/>
              <a:gd name="T49" fmla="*/ 1444 h 1533"/>
              <a:gd name="T50" fmla="*/ 1145 w 9264"/>
              <a:gd name="T51" fmla="*/ 1102 h 1533"/>
              <a:gd name="T52" fmla="*/ 3008 w 9264"/>
              <a:gd name="T53" fmla="*/ 1083 h 1533"/>
              <a:gd name="T54" fmla="*/ 3851 w 9264"/>
              <a:gd name="T55" fmla="*/ 1043 h 1533"/>
              <a:gd name="T56" fmla="*/ 5355 w 9264"/>
              <a:gd name="T57" fmla="*/ 992 h 1533"/>
              <a:gd name="T58" fmla="*/ 6277 w 9264"/>
              <a:gd name="T59" fmla="*/ 951 h 1533"/>
              <a:gd name="T60" fmla="*/ 7188 w 9264"/>
              <a:gd name="T61" fmla="*/ 907 h 1533"/>
              <a:gd name="T62" fmla="*/ 8002 w 9264"/>
              <a:gd name="T63" fmla="*/ 866 h 1533"/>
              <a:gd name="T64" fmla="*/ 8076 w 9264"/>
              <a:gd name="T65" fmla="*/ 1423 h 1533"/>
              <a:gd name="T66" fmla="*/ 8154 w 9264"/>
              <a:gd name="T67" fmla="*/ 1507 h 1533"/>
              <a:gd name="T68" fmla="*/ 8343 w 9264"/>
              <a:gd name="T69" fmla="*/ 1396 h 1533"/>
              <a:gd name="T70" fmla="*/ 8973 w 9264"/>
              <a:gd name="T71" fmla="*/ 888 h 1533"/>
              <a:gd name="T72" fmla="*/ 9248 w 9264"/>
              <a:gd name="T73" fmla="*/ 710 h 1533"/>
              <a:gd name="T74" fmla="*/ 9218 w 9264"/>
              <a:gd name="T75" fmla="*/ 543 h 1533"/>
              <a:gd name="T76" fmla="*/ 9055 w 9264"/>
              <a:gd name="T77" fmla="*/ 433 h 1533"/>
              <a:gd name="T78" fmla="*/ 8219 w 9264"/>
              <a:gd name="T79" fmla="*/ 194 h 1533"/>
              <a:gd name="T80" fmla="*/ 8068 w 9264"/>
              <a:gd name="T81" fmla="*/ 111 h 1533"/>
              <a:gd name="T82" fmla="*/ 8000 w 9264"/>
              <a:gd name="T83" fmla="*/ 0 h 1533"/>
              <a:gd name="T84" fmla="*/ 8739 w 9264"/>
              <a:gd name="T85" fmla="*/ 517 h 1533"/>
              <a:gd name="T86" fmla="*/ 9079 w 9264"/>
              <a:gd name="T87" fmla="*/ 637 h 1533"/>
              <a:gd name="T88" fmla="*/ 8994 w 9264"/>
              <a:gd name="T89" fmla="*/ 664 h 1533"/>
              <a:gd name="T90" fmla="*/ 8968 w 9264"/>
              <a:gd name="T91" fmla="*/ 697 h 1533"/>
              <a:gd name="T92" fmla="*/ 8643 w 9264"/>
              <a:gd name="T93" fmla="*/ 907 h 1533"/>
              <a:gd name="T94" fmla="*/ 8197 w 9264"/>
              <a:gd name="T95" fmla="*/ 1323 h 1533"/>
              <a:gd name="T96" fmla="*/ 8149 w 9264"/>
              <a:gd name="T97" fmla="*/ 1059 h 1533"/>
              <a:gd name="T98" fmla="*/ 8170 w 9264"/>
              <a:gd name="T99" fmla="*/ 850 h 1533"/>
              <a:gd name="T100" fmla="*/ 8479 w 9264"/>
              <a:gd name="T101" fmla="*/ 808 h 1533"/>
              <a:gd name="T102" fmla="*/ 8491 w 9264"/>
              <a:gd name="T103" fmla="*/ 702 h 1533"/>
              <a:gd name="T104" fmla="*/ 8317 w 9264"/>
              <a:gd name="T105" fmla="*/ 639 h 1533"/>
              <a:gd name="T106" fmla="*/ 8088 w 9264"/>
              <a:gd name="T107" fmla="*/ 374 h 1533"/>
              <a:gd name="T108" fmla="*/ 8102 w 9264"/>
              <a:gd name="T109" fmla="*/ 347 h 1533"/>
              <a:gd name="T110" fmla="*/ 406 w 9264"/>
              <a:gd name="T111" fmla="*/ 1076 h 1533"/>
              <a:gd name="T112" fmla="*/ 997 w 9264"/>
              <a:gd name="T113" fmla="*/ 1223 h 1533"/>
              <a:gd name="T114" fmla="*/ 952 w 9264"/>
              <a:gd name="T115" fmla="*/ 1279 h 1533"/>
              <a:gd name="T116" fmla="*/ 212 w 9264"/>
              <a:gd name="T117" fmla="*/ 1137 h 1533"/>
              <a:gd name="T118" fmla="*/ 171 w 9264"/>
              <a:gd name="T119" fmla="*/ 1083 h 1533"/>
              <a:gd name="T120" fmla="*/ 273 w 9264"/>
              <a:gd name="T121" fmla="*/ 1048 h 15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9264" h="1533">
                <a:moveTo>
                  <a:pt x="7993" y="3"/>
                </a:moveTo>
                <a:lnTo>
                  <a:pt x="7986" y="8"/>
                </a:lnTo>
                <a:lnTo>
                  <a:pt x="7973" y="29"/>
                </a:lnTo>
                <a:lnTo>
                  <a:pt x="7952" y="94"/>
                </a:lnTo>
                <a:lnTo>
                  <a:pt x="7931" y="180"/>
                </a:lnTo>
                <a:lnTo>
                  <a:pt x="7929" y="196"/>
                </a:lnTo>
                <a:lnTo>
                  <a:pt x="7939" y="243"/>
                </a:lnTo>
                <a:lnTo>
                  <a:pt x="7950" y="264"/>
                </a:lnTo>
                <a:lnTo>
                  <a:pt x="7956" y="278"/>
                </a:lnTo>
                <a:lnTo>
                  <a:pt x="7967" y="321"/>
                </a:lnTo>
                <a:lnTo>
                  <a:pt x="7980" y="412"/>
                </a:lnTo>
                <a:lnTo>
                  <a:pt x="7985" y="489"/>
                </a:lnTo>
                <a:lnTo>
                  <a:pt x="7995" y="663"/>
                </a:lnTo>
                <a:lnTo>
                  <a:pt x="7938" y="663"/>
                </a:lnTo>
                <a:lnTo>
                  <a:pt x="7809" y="668"/>
                </a:lnTo>
                <a:lnTo>
                  <a:pt x="7509" y="686"/>
                </a:lnTo>
                <a:lnTo>
                  <a:pt x="7206" y="706"/>
                </a:lnTo>
                <a:lnTo>
                  <a:pt x="6540" y="744"/>
                </a:lnTo>
                <a:lnTo>
                  <a:pt x="5830" y="779"/>
                </a:lnTo>
                <a:lnTo>
                  <a:pt x="5104" y="810"/>
                </a:lnTo>
                <a:lnTo>
                  <a:pt x="4747" y="823"/>
                </a:lnTo>
                <a:lnTo>
                  <a:pt x="4174" y="845"/>
                </a:lnTo>
                <a:lnTo>
                  <a:pt x="3962" y="857"/>
                </a:lnTo>
                <a:lnTo>
                  <a:pt x="3848" y="865"/>
                </a:lnTo>
                <a:lnTo>
                  <a:pt x="3623" y="874"/>
                </a:lnTo>
                <a:lnTo>
                  <a:pt x="3404" y="883"/>
                </a:lnTo>
                <a:lnTo>
                  <a:pt x="3311" y="891"/>
                </a:lnTo>
                <a:lnTo>
                  <a:pt x="3216" y="898"/>
                </a:lnTo>
                <a:lnTo>
                  <a:pt x="2990" y="907"/>
                </a:lnTo>
                <a:lnTo>
                  <a:pt x="2755" y="917"/>
                </a:lnTo>
                <a:lnTo>
                  <a:pt x="2627" y="924"/>
                </a:lnTo>
                <a:lnTo>
                  <a:pt x="2431" y="931"/>
                </a:lnTo>
                <a:lnTo>
                  <a:pt x="1960" y="942"/>
                </a:lnTo>
                <a:lnTo>
                  <a:pt x="1719" y="946"/>
                </a:lnTo>
                <a:lnTo>
                  <a:pt x="1331" y="956"/>
                </a:lnTo>
                <a:lnTo>
                  <a:pt x="1246" y="960"/>
                </a:lnTo>
                <a:lnTo>
                  <a:pt x="1119" y="967"/>
                </a:lnTo>
                <a:lnTo>
                  <a:pt x="1108" y="921"/>
                </a:lnTo>
                <a:lnTo>
                  <a:pt x="1098" y="865"/>
                </a:lnTo>
                <a:lnTo>
                  <a:pt x="1089" y="790"/>
                </a:lnTo>
                <a:lnTo>
                  <a:pt x="1080" y="710"/>
                </a:lnTo>
                <a:lnTo>
                  <a:pt x="1073" y="646"/>
                </a:lnTo>
                <a:lnTo>
                  <a:pt x="1062" y="556"/>
                </a:lnTo>
                <a:lnTo>
                  <a:pt x="1045" y="337"/>
                </a:lnTo>
                <a:lnTo>
                  <a:pt x="1040" y="249"/>
                </a:lnTo>
                <a:lnTo>
                  <a:pt x="1038" y="207"/>
                </a:lnTo>
                <a:lnTo>
                  <a:pt x="1030" y="141"/>
                </a:lnTo>
                <a:lnTo>
                  <a:pt x="1025" y="127"/>
                </a:lnTo>
                <a:lnTo>
                  <a:pt x="1020" y="121"/>
                </a:lnTo>
                <a:lnTo>
                  <a:pt x="1008" y="112"/>
                </a:lnTo>
                <a:lnTo>
                  <a:pt x="985" y="108"/>
                </a:lnTo>
                <a:lnTo>
                  <a:pt x="949" y="118"/>
                </a:lnTo>
                <a:lnTo>
                  <a:pt x="916" y="144"/>
                </a:lnTo>
                <a:lnTo>
                  <a:pt x="904" y="162"/>
                </a:lnTo>
                <a:lnTo>
                  <a:pt x="895" y="177"/>
                </a:lnTo>
                <a:lnTo>
                  <a:pt x="883" y="213"/>
                </a:lnTo>
                <a:lnTo>
                  <a:pt x="879" y="266"/>
                </a:lnTo>
                <a:lnTo>
                  <a:pt x="881" y="349"/>
                </a:lnTo>
                <a:lnTo>
                  <a:pt x="885" y="408"/>
                </a:lnTo>
                <a:lnTo>
                  <a:pt x="890" y="496"/>
                </a:lnTo>
                <a:lnTo>
                  <a:pt x="909" y="699"/>
                </a:lnTo>
                <a:lnTo>
                  <a:pt x="919" y="781"/>
                </a:lnTo>
                <a:lnTo>
                  <a:pt x="935" y="919"/>
                </a:lnTo>
                <a:lnTo>
                  <a:pt x="937" y="962"/>
                </a:lnTo>
                <a:lnTo>
                  <a:pt x="922" y="965"/>
                </a:lnTo>
                <a:lnTo>
                  <a:pt x="795" y="970"/>
                </a:lnTo>
                <a:lnTo>
                  <a:pt x="619" y="972"/>
                </a:lnTo>
                <a:lnTo>
                  <a:pt x="461" y="969"/>
                </a:lnTo>
                <a:lnTo>
                  <a:pt x="417" y="967"/>
                </a:lnTo>
                <a:lnTo>
                  <a:pt x="319" y="958"/>
                </a:lnTo>
                <a:lnTo>
                  <a:pt x="358" y="909"/>
                </a:lnTo>
                <a:lnTo>
                  <a:pt x="382" y="882"/>
                </a:lnTo>
                <a:lnTo>
                  <a:pt x="454" y="808"/>
                </a:lnTo>
                <a:lnTo>
                  <a:pt x="538" y="727"/>
                </a:lnTo>
                <a:lnTo>
                  <a:pt x="613" y="660"/>
                </a:lnTo>
                <a:lnTo>
                  <a:pt x="638" y="641"/>
                </a:lnTo>
                <a:lnTo>
                  <a:pt x="660" y="624"/>
                </a:lnTo>
                <a:lnTo>
                  <a:pt x="702" y="581"/>
                </a:lnTo>
                <a:lnTo>
                  <a:pt x="735" y="536"/>
                </a:lnTo>
                <a:lnTo>
                  <a:pt x="750" y="508"/>
                </a:lnTo>
                <a:lnTo>
                  <a:pt x="752" y="495"/>
                </a:lnTo>
                <a:lnTo>
                  <a:pt x="750" y="491"/>
                </a:lnTo>
                <a:lnTo>
                  <a:pt x="743" y="484"/>
                </a:lnTo>
                <a:lnTo>
                  <a:pt x="717" y="478"/>
                </a:lnTo>
                <a:lnTo>
                  <a:pt x="685" y="481"/>
                </a:lnTo>
                <a:lnTo>
                  <a:pt x="652" y="491"/>
                </a:lnTo>
                <a:lnTo>
                  <a:pt x="640" y="499"/>
                </a:lnTo>
                <a:lnTo>
                  <a:pt x="586" y="542"/>
                </a:lnTo>
                <a:lnTo>
                  <a:pt x="385" y="720"/>
                </a:lnTo>
                <a:lnTo>
                  <a:pt x="290" y="806"/>
                </a:lnTo>
                <a:lnTo>
                  <a:pt x="246" y="847"/>
                </a:lnTo>
                <a:lnTo>
                  <a:pt x="175" y="906"/>
                </a:lnTo>
                <a:lnTo>
                  <a:pt x="159" y="916"/>
                </a:lnTo>
                <a:lnTo>
                  <a:pt x="151" y="919"/>
                </a:lnTo>
                <a:lnTo>
                  <a:pt x="130" y="939"/>
                </a:lnTo>
                <a:lnTo>
                  <a:pt x="92" y="983"/>
                </a:lnTo>
                <a:lnTo>
                  <a:pt x="40" y="1059"/>
                </a:lnTo>
                <a:lnTo>
                  <a:pt x="11" y="1110"/>
                </a:lnTo>
                <a:lnTo>
                  <a:pt x="1" y="1135"/>
                </a:lnTo>
                <a:lnTo>
                  <a:pt x="0" y="1144"/>
                </a:lnTo>
                <a:lnTo>
                  <a:pt x="1" y="1157"/>
                </a:lnTo>
                <a:lnTo>
                  <a:pt x="9" y="1183"/>
                </a:lnTo>
                <a:lnTo>
                  <a:pt x="25" y="1207"/>
                </a:lnTo>
                <a:lnTo>
                  <a:pt x="48" y="1229"/>
                </a:lnTo>
                <a:lnTo>
                  <a:pt x="78" y="1249"/>
                </a:lnTo>
                <a:lnTo>
                  <a:pt x="112" y="1268"/>
                </a:lnTo>
                <a:lnTo>
                  <a:pt x="173" y="1288"/>
                </a:lnTo>
                <a:lnTo>
                  <a:pt x="219" y="1296"/>
                </a:lnTo>
                <a:lnTo>
                  <a:pt x="248" y="1301"/>
                </a:lnTo>
                <a:lnTo>
                  <a:pt x="287" y="1309"/>
                </a:lnTo>
                <a:lnTo>
                  <a:pt x="378" y="1327"/>
                </a:lnTo>
                <a:lnTo>
                  <a:pt x="582" y="1365"/>
                </a:lnTo>
                <a:lnTo>
                  <a:pt x="689" y="1384"/>
                </a:lnTo>
                <a:lnTo>
                  <a:pt x="867" y="1427"/>
                </a:lnTo>
                <a:lnTo>
                  <a:pt x="912" y="1443"/>
                </a:lnTo>
                <a:lnTo>
                  <a:pt x="988" y="1475"/>
                </a:lnTo>
                <a:lnTo>
                  <a:pt x="1063" y="1509"/>
                </a:lnTo>
                <a:lnTo>
                  <a:pt x="1092" y="1522"/>
                </a:lnTo>
                <a:lnTo>
                  <a:pt x="1140" y="1533"/>
                </a:lnTo>
                <a:lnTo>
                  <a:pt x="1167" y="1530"/>
                </a:lnTo>
                <a:lnTo>
                  <a:pt x="1183" y="1522"/>
                </a:lnTo>
                <a:lnTo>
                  <a:pt x="1204" y="1503"/>
                </a:lnTo>
                <a:lnTo>
                  <a:pt x="1216" y="1483"/>
                </a:lnTo>
                <a:lnTo>
                  <a:pt x="1222" y="1470"/>
                </a:lnTo>
                <a:lnTo>
                  <a:pt x="1227" y="1444"/>
                </a:lnTo>
                <a:lnTo>
                  <a:pt x="1221" y="1390"/>
                </a:lnTo>
                <a:lnTo>
                  <a:pt x="1203" y="1326"/>
                </a:lnTo>
                <a:lnTo>
                  <a:pt x="1174" y="1225"/>
                </a:lnTo>
                <a:lnTo>
                  <a:pt x="1157" y="1155"/>
                </a:lnTo>
                <a:lnTo>
                  <a:pt x="1145" y="1102"/>
                </a:lnTo>
                <a:lnTo>
                  <a:pt x="1228" y="1100"/>
                </a:lnTo>
                <a:lnTo>
                  <a:pt x="1474" y="1097"/>
                </a:lnTo>
                <a:lnTo>
                  <a:pt x="2128" y="1093"/>
                </a:lnTo>
                <a:lnTo>
                  <a:pt x="2467" y="1091"/>
                </a:lnTo>
                <a:lnTo>
                  <a:pt x="3008" y="1083"/>
                </a:lnTo>
                <a:lnTo>
                  <a:pt x="3125" y="1078"/>
                </a:lnTo>
                <a:lnTo>
                  <a:pt x="3308" y="1068"/>
                </a:lnTo>
                <a:lnTo>
                  <a:pt x="3505" y="1059"/>
                </a:lnTo>
                <a:lnTo>
                  <a:pt x="3694" y="1051"/>
                </a:lnTo>
                <a:lnTo>
                  <a:pt x="3851" y="1043"/>
                </a:lnTo>
                <a:lnTo>
                  <a:pt x="4007" y="1035"/>
                </a:lnTo>
                <a:lnTo>
                  <a:pt x="4503" y="1018"/>
                </a:lnTo>
                <a:lnTo>
                  <a:pt x="4823" y="1008"/>
                </a:lnTo>
                <a:lnTo>
                  <a:pt x="5128" y="1000"/>
                </a:lnTo>
                <a:lnTo>
                  <a:pt x="5355" y="992"/>
                </a:lnTo>
                <a:lnTo>
                  <a:pt x="5557" y="983"/>
                </a:lnTo>
                <a:lnTo>
                  <a:pt x="5777" y="975"/>
                </a:lnTo>
                <a:lnTo>
                  <a:pt x="5981" y="966"/>
                </a:lnTo>
                <a:lnTo>
                  <a:pt x="6123" y="958"/>
                </a:lnTo>
                <a:lnTo>
                  <a:pt x="6277" y="951"/>
                </a:lnTo>
                <a:lnTo>
                  <a:pt x="6521" y="942"/>
                </a:lnTo>
                <a:lnTo>
                  <a:pt x="6759" y="932"/>
                </a:lnTo>
                <a:lnTo>
                  <a:pt x="6901" y="924"/>
                </a:lnTo>
                <a:lnTo>
                  <a:pt x="7021" y="916"/>
                </a:lnTo>
                <a:lnTo>
                  <a:pt x="7188" y="907"/>
                </a:lnTo>
                <a:lnTo>
                  <a:pt x="7389" y="896"/>
                </a:lnTo>
                <a:lnTo>
                  <a:pt x="7627" y="882"/>
                </a:lnTo>
                <a:lnTo>
                  <a:pt x="7837" y="870"/>
                </a:lnTo>
                <a:lnTo>
                  <a:pt x="7941" y="866"/>
                </a:lnTo>
                <a:lnTo>
                  <a:pt x="8002" y="866"/>
                </a:lnTo>
                <a:lnTo>
                  <a:pt x="8021" y="1003"/>
                </a:lnTo>
                <a:lnTo>
                  <a:pt x="8037" y="1141"/>
                </a:lnTo>
                <a:lnTo>
                  <a:pt x="8051" y="1271"/>
                </a:lnTo>
                <a:lnTo>
                  <a:pt x="8056" y="1324"/>
                </a:lnTo>
                <a:lnTo>
                  <a:pt x="8076" y="1423"/>
                </a:lnTo>
                <a:lnTo>
                  <a:pt x="8087" y="1451"/>
                </a:lnTo>
                <a:lnTo>
                  <a:pt x="8095" y="1467"/>
                </a:lnTo>
                <a:lnTo>
                  <a:pt x="8110" y="1489"/>
                </a:lnTo>
                <a:lnTo>
                  <a:pt x="8128" y="1501"/>
                </a:lnTo>
                <a:lnTo>
                  <a:pt x="8154" y="1507"/>
                </a:lnTo>
                <a:lnTo>
                  <a:pt x="8171" y="1507"/>
                </a:lnTo>
                <a:lnTo>
                  <a:pt x="8190" y="1506"/>
                </a:lnTo>
                <a:lnTo>
                  <a:pt x="8227" y="1494"/>
                </a:lnTo>
                <a:lnTo>
                  <a:pt x="8273" y="1461"/>
                </a:lnTo>
                <a:lnTo>
                  <a:pt x="8343" y="1396"/>
                </a:lnTo>
                <a:lnTo>
                  <a:pt x="8394" y="1348"/>
                </a:lnTo>
                <a:lnTo>
                  <a:pt x="8488" y="1256"/>
                </a:lnTo>
                <a:lnTo>
                  <a:pt x="8649" y="1112"/>
                </a:lnTo>
                <a:lnTo>
                  <a:pt x="8802" y="995"/>
                </a:lnTo>
                <a:lnTo>
                  <a:pt x="8973" y="888"/>
                </a:lnTo>
                <a:lnTo>
                  <a:pt x="9075" y="830"/>
                </a:lnTo>
                <a:lnTo>
                  <a:pt x="9141" y="792"/>
                </a:lnTo>
                <a:lnTo>
                  <a:pt x="9216" y="741"/>
                </a:lnTo>
                <a:lnTo>
                  <a:pt x="9244" y="717"/>
                </a:lnTo>
                <a:lnTo>
                  <a:pt x="9248" y="710"/>
                </a:lnTo>
                <a:lnTo>
                  <a:pt x="9257" y="683"/>
                </a:lnTo>
                <a:lnTo>
                  <a:pt x="9264" y="642"/>
                </a:lnTo>
                <a:lnTo>
                  <a:pt x="9257" y="605"/>
                </a:lnTo>
                <a:lnTo>
                  <a:pt x="9236" y="567"/>
                </a:lnTo>
                <a:lnTo>
                  <a:pt x="9218" y="543"/>
                </a:lnTo>
                <a:lnTo>
                  <a:pt x="9203" y="523"/>
                </a:lnTo>
                <a:lnTo>
                  <a:pt x="9171" y="492"/>
                </a:lnTo>
                <a:lnTo>
                  <a:pt x="9134" y="467"/>
                </a:lnTo>
                <a:lnTo>
                  <a:pt x="9085" y="444"/>
                </a:lnTo>
                <a:lnTo>
                  <a:pt x="9055" y="433"/>
                </a:lnTo>
                <a:lnTo>
                  <a:pt x="8907" y="384"/>
                </a:lnTo>
                <a:lnTo>
                  <a:pt x="8615" y="298"/>
                </a:lnTo>
                <a:lnTo>
                  <a:pt x="8455" y="258"/>
                </a:lnTo>
                <a:lnTo>
                  <a:pt x="8366" y="236"/>
                </a:lnTo>
                <a:lnTo>
                  <a:pt x="8219" y="194"/>
                </a:lnTo>
                <a:lnTo>
                  <a:pt x="8117" y="158"/>
                </a:lnTo>
                <a:lnTo>
                  <a:pt x="8077" y="137"/>
                </a:lnTo>
                <a:lnTo>
                  <a:pt x="8066" y="125"/>
                </a:lnTo>
                <a:lnTo>
                  <a:pt x="8067" y="121"/>
                </a:lnTo>
                <a:lnTo>
                  <a:pt x="8068" y="111"/>
                </a:lnTo>
                <a:lnTo>
                  <a:pt x="8057" y="73"/>
                </a:lnTo>
                <a:lnTo>
                  <a:pt x="8046" y="49"/>
                </a:lnTo>
                <a:lnTo>
                  <a:pt x="8030" y="20"/>
                </a:lnTo>
                <a:lnTo>
                  <a:pt x="8011" y="1"/>
                </a:lnTo>
                <a:lnTo>
                  <a:pt x="8000" y="0"/>
                </a:lnTo>
                <a:lnTo>
                  <a:pt x="7993" y="3"/>
                </a:lnTo>
                <a:close/>
                <a:moveTo>
                  <a:pt x="8311" y="406"/>
                </a:moveTo>
                <a:lnTo>
                  <a:pt x="8473" y="450"/>
                </a:lnTo>
                <a:lnTo>
                  <a:pt x="8599" y="482"/>
                </a:lnTo>
                <a:lnTo>
                  <a:pt x="8739" y="517"/>
                </a:lnTo>
                <a:lnTo>
                  <a:pt x="8947" y="578"/>
                </a:lnTo>
                <a:lnTo>
                  <a:pt x="9040" y="610"/>
                </a:lnTo>
                <a:lnTo>
                  <a:pt x="9060" y="621"/>
                </a:lnTo>
                <a:lnTo>
                  <a:pt x="9069" y="628"/>
                </a:lnTo>
                <a:lnTo>
                  <a:pt x="9079" y="637"/>
                </a:lnTo>
                <a:lnTo>
                  <a:pt x="9073" y="647"/>
                </a:lnTo>
                <a:lnTo>
                  <a:pt x="9051" y="654"/>
                </a:lnTo>
                <a:lnTo>
                  <a:pt x="9018" y="663"/>
                </a:lnTo>
                <a:lnTo>
                  <a:pt x="9000" y="664"/>
                </a:lnTo>
                <a:lnTo>
                  <a:pt x="8994" y="664"/>
                </a:lnTo>
                <a:lnTo>
                  <a:pt x="8988" y="672"/>
                </a:lnTo>
                <a:lnTo>
                  <a:pt x="8987" y="679"/>
                </a:lnTo>
                <a:lnTo>
                  <a:pt x="8986" y="686"/>
                </a:lnTo>
                <a:lnTo>
                  <a:pt x="8976" y="696"/>
                </a:lnTo>
                <a:lnTo>
                  <a:pt x="8968" y="697"/>
                </a:lnTo>
                <a:lnTo>
                  <a:pt x="8951" y="703"/>
                </a:lnTo>
                <a:lnTo>
                  <a:pt x="8847" y="764"/>
                </a:lnTo>
                <a:lnTo>
                  <a:pt x="8777" y="810"/>
                </a:lnTo>
                <a:lnTo>
                  <a:pt x="8733" y="839"/>
                </a:lnTo>
                <a:lnTo>
                  <a:pt x="8643" y="907"/>
                </a:lnTo>
                <a:lnTo>
                  <a:pt x="8550" y="986"/>
                </a:lnTo>
                <a:lnTo>
                  <a:pt x="8451" y="1078"/>
                </a:lnTo>
                <a:lnTo>
                  <a:pt x="8397" y="1130"/>
                </a:lnTo>
                <a:lnTo>
                  <a:pt x="8314" y="1213"/>
                </a:lnTo>
                <a:lnTo>
                  <a:pt x="8197" y="1323"/>
                </a:lnTo>
                <a:lnTo>
                  <a:pt x="8183" y="1332"/>
                </a:lnTo>
                <a:lnTo>
                  <a:pt x="8178" y="1316"/>
                </a:lnTo>
                <a:lnTo>
                  <a:pt x="8174" y="1269"/>
                </a:lnTo>
                <a:lnTo>
                  <a:pt x="8167" y="1190"/>
                </a:lnTo>
                <a:lnTo>
                  <a:pt x="8149" y="1059"/>
                </a:lnTo>
                <a:lnTo>
                  <a:pt x="8136" y="982"/>
                </a:lnTo>
                <a:lnTo>
                  <a:pt x="8127" y="909"/>
                </a:lnTo>
                <a:lnTo>
                  <a:pt x="8130" y="880"/>
                </a:lnTo>
                <a:lnTo>
                  <a:pt x="8143" y="861"/>
                </a:lnTo>
                <a:lnTo>
                  <a:pt x="8170" y="850"/>
                </a:lnTo>
                <a:lnTo>
                  <a:pt x="8234" y="844"/>
                </a:lnTo>
                <a:lnTo>
                  <a:pt x="8303" y="840"/>
                </a:lnTo>
                <a:lnTo>
                  <a:pt x="8398" y="833"/>
                </a:lnTo>
                <a:lnTo>
                  <a:pt x="8464" y="820"/>
                </a:lnTo>
                <a:lnTo>
                  <a:pt x="8479" y="808"/>
                </a:lnTo>
                <a:lnTo>
                  <a:pt x="8480" y="800"/>
                </a:lnTo>
                <a:lnTo>
                  <a:pt x="8482" y="769"/>
                </a:lnTo>
                <a:lnTo>
                  <a:pt x="8490" y="735"/>
                </a:lnTo>
                <a:lnTo>
                  <a:pt x="8493" y="723"/>
                </a:lnTo>
                <a:lnTo>
                  <a:pt x="8491" y="702"/>
                </a:lnTo>
                <a:lnTo>
                  <a:pt x="8479" y="683"/>
                </a:lnTo>
                <a:lnTo>
                  <a:pt x="8459" y="668"/>
                </a:lnTo>
                <a:lnTo>
                  <a:pt x="8429" y="656"/>
                </a:lnTo>
                <a:lnTo>
                  <a:pt x="8391" y="647"/>
                </a:lnTo>
                <a:lnTo>
                  <a:pt x="8317" y="639"/>
                </a:lnTo>
                <a:lnTo>
                  <a:pt x="8254" y="638"/>
                </a:lnTo>
                <a:lnTo>
                  <a:pt x="8102" y="638"/>
                </a:lnTo>
                <a:lnTo>
                  <a:pt x="8098" y="507"/>
                </a:lnTo>
                <a:lnTo>
                  <a:pt x="8096" y="455"/>
                </a:lnTo>
                <a:lnTo>
                  <a:pt x="8088" y="374"/>
                </a:lnTo>
                <a:lnTo>
                  <a:pt x="8082" y="357"/>
                </a:lnTo>
                <a:lnTo>
                  <a:pt x="8079" y="352"/>
                </a:lnTo>
                <a:lnTo>
                  <a:pt x="8078" y="346"/>
                </a:lnTo>
                <a:lnTo>
                  <a:pt x="8087" y="343"/>
                </a:lnTo>
                <a:lnTo>
                  <a:pt x="8102" y="347"/>
                </a:lnTo>
                <a:lnTo>
                  <a:pt x="8166" y="365"/>
                </a:lnTo>
                <a:lnTo>
                  <a:pt x="8311" y="406"/>
                </a:lnTo>
                <a:close/>
                <a:moveTo>
                  <a:pt x="311" y="1059"/>
                </a:moveTo>
                <a:lnTo>
                  <a:pt x="333" y="1065"/>
                </a:lnTo>
                <a:lnTo>
                  <a:pt x="406" y="1076"/>
                </a:lnTo>
                <a:lnTo>
                  <a:pt x="560" y="1091"/>
                </a:lnTo>
                <a:lnTo>
                  <a:pt x="684" y="1099"/>
                </a:lnTo>
                <a:lnTo>
                  <a:pt x="970" y="1110"/>
                </a:lnTo>
                <a:lnTo>
                  <a:pt x="985" y="1169"/>
                </a:lnTo>
                <a:lnTo>
                  <a:pt x="997" y="1223"/>
                </a:lnTo>
                <a:lnTo>
                  <a:pt x="1008" y="1266"/>
                </a:lnTo>
                <a:lnTo>
                  <a:pt x="1011" y="1278"/>
                </a:lnTo>
                <a:lnTo>
                  <a:pt x="1011" y="1291"/>
                </a:lnTo>
                <a:lnTo>
                  <a:pt x="992" y="1293"/>
                </a:lnTo>
                <a:lnTo>
                  <a:pt x="952" y="1279"/>
                </a:lnTo>
                <a:lnTo>
                  <a:pt x="907" y="1267"/>
                </a:lnTo>
                <a:lnTo>
                  <a:pt x="688" y="1224"/>
                </a:lnTo>
                <a:lnTo>
                  <a:pt x="549" y="1201"/>
                </a:lnTo>
                <a:lnTo>
                  <a:pt x="412" y="1177"/>
                </a:lnTo>
                <a:lnTo>
                  <a:pt x="212" y="1137"/>
                </a:lnTo>
                <a:lnTo>
                  <a:pt x="182" y="1127"/>
                </a:lnTo>
                <a:lnTo>
                  <a:pt x="173" y="1121"/>
                </a:lnTo>
                <a:lnTo>
                  <a:pt x="163" y="1111"/>
                </a:lnTo>
                <a:lnTo>
                  <a:pt x="162" y="1100"/>
                </a:lnTo>
                <a:lnTo>
                  <a:pt x="171" y="1083"/>
                </a:lnTo>
                <a:lnTo>
                  <a:pt x="179" y="1071"/>
                </a:lnTo>
                <a:lnTo>
                  <a:pt x="189" y="1056"/>
                </a:lnTo>
                <a:lnTo>
                  <a:pt x="204" y="1039"/>
                </a:lnTo>
                <a:lnTo>
                  <a:pt x="228" y="1037"/>
                </a:lnTo>
                <a:lnTo>
                  <a:pt x="273" y="1048"/>
                </a:lnTo>
                <a:lnTo>
                  <a:pt x="311" y="105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48333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9">
            <a:extLst>
              <a:ext uri="{FF2B5EF4-FFF2-40B4-BE49-F238E27FC236}">
                <a16:creationId xmlns:a16="http://schemas.microsoft.com/office/drawing/2014/main" id="{E0B88D52-34A0-4555-AB11-C5F6699D0C2F}"/>
              </a:ext>
            </a:extLst>
          </p:cNvPr>
          <p:cNvSpPr>
            <a:spLocks/>
          </p:cNvSpPr>
          <p:nvPr/>
        </p:nvSpPr>
        <p:spPr bwMode="auto">
          <a:xfrm>
            <a:off x="8863619" y="2011317"/>
            <a:ext cx="1376733" cy="959570"/>
          </a:xfrm>
          <a:custGeom>
            <a:avLst/>
            <a:gdLst>
              <a:gd name="T0" fmla="*/ 3389 w 8573"/>
              <a:gd name="T1" fmla="*/ 112 h 5978"/>
              <a:gd name="T2" fmla="*/ 646 w 8573"/>
              <a:gd name="T3" fmla="*/ 255 h 5978"/>
              <a:gd name="T4" fmla="*/ 452 w 8573"/>
              <a:gd name="T5" fmla="*/ 258 h 5978"/>
              <a:gd name="T6" fmla="*/ 430 w 8573"/>
              <a:gd name="T7" fmla="*/ 290 h 5978"/>
              <a:gd name="T8" fmla="*/ 513 w 8573"/>
              <a:gd name="T9" fmla="*/ 461 h 5978"/>
              <a:gd name="T10" fmla="*/ 876 w 8573"/>
              <a:gd name="T11" fmla="*/ 581 h 5978"/>
              <a:gd name="T12" fmla="*/ 3198 w 8573"/>
              <a:gd name="T13" fmla="*/ 449 h 5978"/>
              <a:gd name="T14" fmla="*/ 5677 w 8573"/>
              <a:gd name="T15" fmla="*/ 314 h 5978"/>
              <a:gd name="T16" fmla="*/ 7036 w 8573"/>
              <a:gd name="T17" fmla="*/ 297 h 5978"/>
              <a:gd name="T18" fmla="*/ 8112 w 8573"/>
              <a:gd name="T19" fmla="*/ 344 h 5978"/>
              <a:gd name="T20" fmla="*/ 8192 w 8573"/>
              <a:gd name="T21" fmla="*/ 373 h 5978"/>
              <a:gd name="T22" fmla="*/ 8142 w 8573"/>
              <a:gd name="T23" fmla="*/ 448 h 5978"/>
              <a:gd name="T24" fmla="*/ 8004 w 8573"/>
              <a:gd name="T25" fmla="*/ 728 h 5978"/>
              <a:gd name="T26" fmla="*/ 7896 w 8573"/>
              <a:gd name="T27" fmla="*/ 1122 h 5978"/>
              <a:gd name="T28" fmla="*/ 7850 w 8573"/>
              <a:gd name="T29" fmla="*/ 1458 h 5978"/>
              <a:gd name="T30" fmla="*/ 7849 w 8573"/>
              <a:gd name="T31" fmla="*/ 2871 h 5978"/>
              <a:gd name="T32" fmla="*/ 7902 w 8573"/>
              <a:gd name="T33" fmla="*/ 3332 h 5978"/>
              <a:gd name="T34" fmla="*/ 8234 w 8573"/>
              <a:gd name="T35" fmla="*/ 4892 h 5978"/>
              <a:gd name="T36" fmla="*/ 8386 w 8573"/>
              <a:gd name="T37" fmla="*/ 5451 h 5978"/>
              <a:gd name="T38" fmla="*/ 8224 w 8573"/>
              <a:gd name="T39" fmla="*/ 5488 h 5978"/>
              <a:gd name="T40" fmla="*/ 6577 w 8573"/>
              <a:gd name="T41" fmla="*/ 5524 h 5978"/>
              <a:gd name="T42" fmla="*/ 4835 w 8573"/>
              <a:gd name="T43" fmla="*/ 5566 h 5978"/>
              <a:gd name="T44" fmla="*/ 3391 w 8573"/>
              <a:gd name="T45" fmla="*/ 5681 h 5978"/>
              <a:gd name="T46" fmla="*/ 758 w 8573"/>
              <a:gd name="T47" fmla="*/ 5834 h 5978"/>
              <a:gd name="T48" fmla="*/ 137 w 8573"/>
              <a:gd name="T49" fmla="*/ 3483 h 5978"/>
              <a:gd name="T50" fmla="*/ 161 w 8573"/>
              <a:gd name="T51" fmla="*/ 984 h 5978"/>
              <a:gd name="T52" fmla="*/ 203 w 8573"/>
              <a:gd name="T53" fmla="*/ 642 h 5978"/>
              <a:gd name="T54" fmla="*/ 301 w 8573"/>
              <a:gd name="T55" fmla="*/ 320 h 5978"/>
              <a:gd name="T56" fmla="*/ 315 w 8573"/>
              <a:gd name="T57" fmla="*/ 191 h 5978"/>
              <a:gd name="T58" fmla="*/ 276 w 8573"/>
              <a:gd name="T59" fmla="*/ 162 h 5978"/>
              <a:gd name="T60" fmla="*/ 217 w 8573"/>
              <a:gd name="T61" fmla="*/ 260 h 5978"/>
              <a:gd name="T62" fmla="*/ 118 w 8573"/>
              <a:gd name="T63" fmla="*/ 660 h 5978"/>
              <a:gd name="T64" fmla="*/ 59 w 8573"/>
              <a:gd name="T65" fmla="*/ 2108 h 5978"/>
              <a:gd name="T66" fmla="*/ 45 w 8573"/>
              <a:gd name="T67" fmla="*/ 3810 h 5978"/>
              <a:gd name="T68" fmla="*/ 10 w 8573"/>
              <a:gd name="T69" fmla="*/ 5196 h 5978"/>
              <a:gd name="T70" fmla="*/ 12 w 8573"/>
              <a:gd name="T71" fmla="*/ 5711 h 5978"/>
              <a:gd name="T72" fmla="*/ 81 w 8573"/>
              <a:gd name="T73" fmla="*/ 5877 h 5978"/>
              <a:gd name="T74" fmla="*/ 237 w 8573"/>
              <a:gd name="T75" fmla="*/ 5951 h 5978"/>
              <a:gd name="T76" fmla="*/ 708 w 8573"/>
              <a:gd name="T77" fmla="*/ 5975 h 5978"/>
              <a:gd name="T78" fmla="*/ 2108 w 8573"/>
              <a:gd name="T79" fmla="*/ 5940 h 5978"/>
              <a:gd name="T80" fmla="*/ 3976 w 8573"/>
              <a:gd name="T81" fmla="*/ 5821 h 5978"/>
              <a:gd name="T82" fmla="*/ 6273 w 8573"/>
              <a:gd name="T83" fmla="*/ 5738 h 5978"/>
              <a:gd name="T84" fmla="*/ 8166 w 8573"/>
              <a:gd name="T85" fmla="*/ 5726 h 5978"/>
              <a:gd name="T86" fmla="*/ 8491 w 8573"/>
              <a:gd name="T87" fmla="*/ 5706 h 5978"/>
              <a:gd name="T88" fmla="*/ 8572 w 8573"/>
              <a:gd name="T89" fmla="*/ 5645 h 5978"/>
              <a:gd name="T90" fmla="*/ 8519 w 8573"/>
              <a:gd name="T91" fmla="*/ 5352 h 5978"/>
              <a:gd name="T92" fmla="*/ 8258 w 8573"/>
              <a:gd name="T93" fmla="*/ 4339 h 5978"/>
              <a:gd name="T94" fmla="*/ 8074 w 8573"/>
              <a:gd name="T95" fmla="*/ 3180 h 5978"/>
              <a:gd name="T96" fmla="*/ 8038 w 8573"/>
              <a:gd name="T97" fmla="*/ 2473 h 5978"/>
              <a:gd name="T98" fmla="*/ 8072 w 8573"/>
              <a:gd name="T99" fmla="*/ 1818 h 5978"/>
              <a:gd name="T100" fmla="*/ 8152 w 8573"/>
              <a:gd name="T101" fmla="*/ 1311 h 5978"/>
              <a:gd name="T102" fmla="*/ 8254 w 8573"/>
              <a:gd name="T103" fmla="*/ 955 h 5978"/>
              <a:gd name="T104" fmla="*/ 8407 w 8573"/>
              <a:gd name="T105" fmla="*/ 685 h 5978"/>
              <a:gd name="T106" fmla="*/ 8463 w 8573"/>
              <a:gd name="T107" fmla="*/ 491 h 5978"/>
              <a:gd name="T108" fmla="*/ 8411 w 8573"/>
              <a:gd name="T109" fmla="*/ 346 h 5978"/>
              <a:gd name="T110" fmla="*/ 8330 w 8573"/>
              <a:gd name="T111" fmla="*/ 242 h 5978"/>
              <a:gd name="T112" fmla="*/ 8164 w 8573"/>
              <a:gd name="T113" fmla="*/ 142 h 5978"/>
              <a:gd name="T114" fmla="*/ 7818 w 8573"/>
              <a:gd name="T115" fmla="*/ 79 h 5978"/>
              <a:gd name="T116" fmla="*/ 6917 w 8573"/>
              <a:gd name="T117" fmla="*/ 14 h 5978"/>
              <a:gd name="T118" fmla="*/ 5104 w 8573"/>
              <a:gd name="T119" fmla="*/ 21 h 5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573" h="5978">
                <a:moveTo>
                  <a:pt x="5104" y="21"/>
                </a:moveTo>
                <a:lnTo>
                  <a:pt x="4474" y="50"/>
                </a:lnTo>
                <a:lnTo>
                  <a:pt x="3389" y="112"/>
                </a:lnTo>
                <a:lnTo>
                  <a:pt x="2054" y="188"/>
                </a:lnTo>
                <a:lnTo>
                  <a:pt x="987" y="244"/>
                </a:lnTo>
                <a:lnTo>
                  <a:pt x="646" y="255"/>
                </a:lnTo>
                <a:lnTo>
                  <a:pt x="578" y="255"/>
                </a:lnTo>
                <a:lnTo>
                  <a:pt x="526" y="253"/>
                </a:lnTo>
                <a:lnTo>
                  <a:pt x="452" y="258"/>
                </a:lnTo>
                <a:lnTo>
                  <a:pt x="439" y="265"/>
                </a:lnTo>
                <a:lnTo>
                  <a:pt x="434" y="271"/>
                </a:lnTo>
                <a:lnTo>
                  <a:pt x="430" y="290"/>
                </a:lnTo>
                <a:lnTo>
                  <a:pt x="434" y="327"/>
                </a:lnTo>
                <a:lnTo>
                  <a:pt x="465" y="390"/>
                </a:lnTo>
                <a:lnTo>
                  <a:pt x="513" y="461"/>
                </a:lnTo>
                <a:lnTo>
                  <a:pt x="545" y="495"/>
                </a:lnTo>
                <a:lnTo>
                  <a:pt x="636" y="590"/>
                </a:lnTo>
                <a:lnTo>
                  <a:pt x="876" y="581"/>
                </a:lnTo>
                <a:lnTo>
                  <a:pt x="1519" y="550"/>
                </a:lnTo>
                <a:lnTo>
                  <a:pt x="2550" y="491"/>
                </a:lnTo>
                <a:lnTo>
                  <a:pt x="3198" y="449"/>
                </a:lnTo>
                <a:lnTo>
                  <a:pt x="3828" y="409"/>
                </a:lnTo>
                <a:lnTo>
                  <a:pt x="4853" y="350"/>
                </a:lnTo>
                <a:lnTo>
                  <a:pt x="5677" y="314"/>
                </a:lnTo>
                <a:lnTo>
                  <a:pt x="6395" y="299"/>
                </a:lnTo>
                <a:lnTo>
                  <a:pt x="6744" y="296"/>
                </a:lnTo>
                <a:lnTo>
                  <a:pt x="7036" y="297"/>
                </a:lnTo>
                <a:lnTo>
                  <a:pt x="7544" y="307"/>
                </a:lnTo>
                <a:lnTo>
                  <a:pt x="7931" y="326"/>
                </a:lnTo>
                <a:lnTo>
                  <a:pt x="8112" y="344"/>
                </a:lnTo>
                <a:lnTo>
                  <a:pt x="8178" y="357"/>
                </a:lnTo>
                <a:lnTo>
                  <a:pt x="8189" y="366"/>
                </a:lnTo>
                <a:lnTo>
                  <a:pt x="8192" y="373"/>
                </a:lnTo>
                <a:lnTo>
                  <a:pt x="8179" y="402"/>
                </a:lnTo>
                <a:lnTo>
                  <a:pt x="8166" y="418"/>
                </a:lnTo>
                <a:lnTo>
                  <a:pt x="8142" y="448"/>
                </a:lnTo>
                <a:lnTo>
                  <a:pt x="8095" y="524"/>
                </a:lnTo>
                <a:lnTo>
                  <a:pt x="8049" y="619"/>
                </a:lnTo>
                <a:lnTo>
                  <a:pt x="8004" y="728"/>
                </a:lnTo>
                <a:lnTo>
                  <a:pt x="7964" y="852"/>
                </a:lnTo>
                <a:lnTo>
                  <a:pt x="7926" y="982"/>
                </a:lnTo>
                <a:lnTo>
                  <a:pt x="7896" y="1122"/>
                </a:lnTo>
                <a:lnTo>
                  <a:pt x="7870" y="1264"/>
                </a:lnTo>
                <a:lnTo>
                  <a:pt x="7862" y="1336"/>
                </a:lnTo>
                <a:lnTo>
                  <a:pt x="7850" y="1458"/>
                </a:lnTo>
                <a:lnTo>
                  <a:pt x="7837" y="1893"/>
                </a:lnTo>
                <a:lnTo>
                  <a:pt x="7837" y="2417"/>
                </a:lnTo>
                <a:lnTo>
                  <a:pt x="7849" y="2871"/>
                </a:lnTo>
                <a:lnTo>
                  <a:pt x="7859" y="3010"/>
                </a:lnTo>
                <a:lnTo>
                  <a:pt x="7870" y="3107"/>
                </a:lnTo>
                <a:lnTo>
                  <a:pt x="7902" y="3332"/>
                </a:lnTo>
                <a:lnTo>
                  <a:pt x="7971" y="3727"/>
                </a:lnTo>
                <a:lnTo>
                  <a:pt x="8093" y="4313"/>
                </a:lnTo>
                <a:lnTo>
                  <a:pt x="8234" y="4892"/>
                </a:lnTo>
                <a:lnTo>
                  <a:pt x="8304" y="5149"/>
                </a:lnTo>
                <a:lnTo>
                  <a:pt x="8368" y="5372"/>
                </a:lnTo>
                <a:lnTo>
                  <a:pt x="8386" y="5451"/>
                </a:lnTo>
                <a:lnTo>
                  <a:pt x="8384" y="5458"/>
                </a:lnTo>
                <a:lnTo>
                  <a:pt x="8350" y="5471"/>
                </a:lnTo>
                <a:lnTo>
                  <a:pt x="8224" y="5488"/>
                </a:lnTo>
                <a:lnTo>
                  <a:pt x="7828" y="5504"/>
                </a:lnTo>
                <a:lnTo>
                  <a:pt x="7107" y="5517"/>
                </a:lnTo>
                <a:lnTo>
                  <a:pt x="6577" y="5524"/>
                </a:lnTo>
                <a:lnTo>
                  <a:pt x="6053" y="5531"/>
                </a:lnTo>
                <a:lnTo>
                  <a:pt x="5338" y="5544"/>
                </a:lnTo>
                <a:lnTo>
                  <a:pt x="4835" y="5566"/>
                </a:lnTo>
                <a:lnTo>
                  <a:pt x="4331" y="5602"/>
                </a:lnTo>
                <a:lnTo>
                  <a:pt x="4001" y="5630"/>
                </a:lnTo>
                <a:lnTo>
                  <a:pt x="3391" y="5681"/>
                </a:lnTo>
                <a:lnTo>
                  <a:pt x="2348" y="5760"/>
                </a:lnTo>
                <a:lnTo>
                  <a:pt x="1481" y="5810"/>
                </a:lnTo>
                <a:lnTo>
                  <a:pt x="758" y="5834"/>
                </a:lnTo>
                <a:lnTo>
                  <a:pt x="442" y="5836"/>
                </a:lnTo>
                <a:lnTo>
                  <a:pt x="130" y="5836"/>
                </a:lnTo>
                <a:lnTo>
                  <a:pt x="137" y="3483"/>
                </a:lnTo>
                <a:lnTo>
                  <a:pt x="141" y="2529"/>
                </a:lnTo>
                <a:lnTo>
                  <a:pt x="153" y="1423"/>
                </a:lnTo>
                <a:lnTo>
                  <a:pt x="161" y="984"/>
                </a:lnTo>
                <a:lnTo>
                  <a:pt x="166" y="905"/>
                </a:lnTo>
                <a:lnTo>
                  <a:pt x="176" y="814"/>
                </a:lnTo>
                <a:lnTo>
                  <a:pt x="203" y="642"/>
                </a:lnTo>
                <a:lnTo>
                  <a:pt x="239" y="490"/>
                </a:lnTo>
                <a:lnTo>
                  <a:pt x="279" y="366"/>
                </a:lnTo>
                <a:lnTo>
                  <a:pt x="301" y="320"/>
                </a:lnTo>
                <a:lnTo>
                  <a:pt x="312" y="291"/>
                </a:lnTo>
                <a:lnTo>
                  <a:pt x="322" y="235"/>
                </a:lnTo>
                <a:lnTo>
                  <a:pt x="315" y="191"/>
                </a:lnTo>
                <a:lnTo>
                  <a:pt x="299" y="169"/>
                </a:lnTo>
                <a:lnTo>
                  <a:pt x="285" y="162"/>
                </a:lnTo>
                <a:lnTo>
                  <a:pt x="276" y="162"/>
                </a:lnTo>
                <a:lnTo>
                  <a:pt x="269" y="165"/>
                </a:lnTo>
                <a:lnTo>
                  <a:pt x="250" y="188"/>
                </a:lnTo>
                <a:lnTo>
                  <a:pt x="217" y="260"/>
                </a:lnTo>
                <a:lnTo>
                  <a:pt x="171" y="405"/>
                </a:lnTo>
                <a:lnTo>
                  <a:pt x="131" y="576"/>
                </a:lnTo>
                <a:lnTo>
                  <a:pt x="118" y="660"/>
                </a:lnTo>
                <a:lnTo>
                  <a:pt x="105" y="788"/>
                </a:lnTo>
                <a:lnTo>
                  <a:pt x="79" y="1336"/>
                </a:lnTo>
                <a:lnTo>
                  <a:pt x="59" y="2108"/>
                </a:lnTo>
                <a:lnTo>
                  <a:pt x="48" y="2973"/>
                </a:lnTo>
                <a:lnTo>
                  <a:pt x="46" y="3394"/>
                </a:lnTo>
                <a:lnTo>
                  <a:pt x="45" y="3810"/>
                </a:lnTo>
                <a:lnTo>
                  <a:pt x="29" y="4695"/>
                </a:lnTo>
                <a:lnTo>
                  <a:pt x="17" y="5021"/>
                </a:lnTo>
                <a:lnTo>
                  <a:pt x="10" y="5196"/>
                </a:lnTo>
                <a:lnTo>
                  <a:pt x="0" y="5472"/>
                </a:lnTo>
                <a:lnTo>
                  <a:pt x="3" y="5627"/>
                </a:lnTo>
                <a:lnTo>
                  <a:pt x="12" y="5711"/>
                </a:lnTo>
                <a:lnTo>
                  <a:pt x="27" y="5780"/>
                </a:lnTo>
                <a:lnTo>
                  <a:pt x="49" y="5834"/>
                </a:lnTo>
                <a:lnTo>
                  <a:pt x="81" y="5877"/>
                </a:lnTo>
                <a:lnTo>
                  <a:pt x="121" y="5910"/>
                </a:lnTo>
                <a:lnTo>
                  <a:pt x="174" y="5935"/>
                </a:lnTo>
                <a:lnTo>
                  <a:pt x="237" y="5951"/>
                </a:lnTo>
                <a:lnTo>
                  <a:pt x="358" y="5965"/>
                </a:lnTo>
                <a:lnTo>
                  <a:pt x="572" y="5972"/>
                </a:lnTo>
                <a:lnTo>
                  <a:pt x="708" y="5975"/>
                </a:lnTo>
                <a:lnTo>
                  <a:pt x="931" y="5978"/>
                </a:lnTo>
                <a:lnTo>
                  <a:pt x="1455" y="5969"/>
                </a:lnTo>
                <a:lnTo>
                  <a:pt x="2108" y="5940"/>
                </a:lnTo>
                <a:lnTo>
                  <a:pt x="2924" y="5893"/>
                </a:lnTo>
                <a:lnTo>
                  <a:pt x="3414" y="5860"/>
                </a:lnTo>
                <a:lnTo>
                  <a:pt x="3976" y="5821"/>
                </a:lnTo>
                <a:lnTo>
                  <a:pt x="4790" y="5771"/>
                </a:lnTo>
                <a:lnTo>
                  <a:pt x="5467" y="5747"/>
                </a:lnTo>
                <a:lnTo>
                  <a:pt x="6273" y="5738"/>
                </a:lnTo>
                <a:lnTo>
                  <a:pt x="6829" y="5738"/>
                </a:lnTo>
                <a:lnTo>
                  <a:pt x="7485" y="5737"/>
                </a:lnTo>
                <a:lnTo>
                  <a:pt x="8166" y="5726"/>
                </a:lnTo>
                <a:lnTo>
                  <a:pt x="8421" y="5716"/>
                </a:lnTo>
                <a:lnTo>
                  <a:pt x="8466" y="5711"/>
                </a:lnTo>
                <a:lnTo>
                  <a:pt x="8491" y="5706"/>
                </a:lnTo>
                <a:lnTo>
                  <a:pt x="8532" y="5695"/>
                </a:lnTo>
                <a:lnTo>
                  <a:pt x="8559" y="5676"/>
                </a:lnTo>
                <a:lnTo>
                  <a:pt x="8572" y="5645"/>
                </a:lnTo>
                <a:lnTo>
                  <a:pt x="8573" y="5594"/>
                </a:lnTo>
                <a:lnTo>
                  <a:pt x="8560" y="5518"/>
                </a:lnTo>
                <a:lnTo>
                  <a:pt x="8519" y="5352"/>
                </a:lnTo>
                <a:lnTo>
                  <a:pt x="8470" y="5182"/>
                </a:lnTo>
                <a:lnTo>
                  <a:pt x="8391" y="4895"/>
                </a:lnTo>
                <a:lnTo>
                  <a:pt x="8258" y="4339"/>
                </a:lnTo>
                <a:lnTo>
                  <a:pt x="8156" y="3809"/>
                </a:lnTo>
                <a:lnTo>
                  <a:pt x="8102" y="3427"/>
                </a:lnTo>
                <a:lnTo>
                  <a:pt x="8074" y="3180"/>
                </a:lnTo>
                <a:lnTo>
                  <a:pt x="8054" y="2939"/>
                </a:lnTo>
                <a:lnTo>
                  <a:pt x="8043" y="2703"/>
                </a:lnTo>
                <a:lnTo>
                  <a:pt x="8038" y="2473"/>
                </a:lnTo>
                <a:lnTo>
                  <a:pt x="8041" y="2249"/>
                </a:lnTo>
                <a:lnTo>
                  <a:pt x="8053" y="2031"/>
                </a:lnTo>
                <a:lnTo>
                  <a:pt x="8072" y="1818"/>
                </a:lnTo>
                <a:lnTo>
                  <a:pt x="8097" y="1611"/>
                </a:lnTo>
                <a:lnTo>
                  <a:pt x="8132" y="1410"/>
                </a:lnTo>
                <a:lnTo>
                  <a:pt x="8152" y="1311"/>
                </a:lnTo>
                <a:lnTo>
                  <a:pt x="8172" y="1216"/>
                </a:lnTo>
                <a:lnTo>
                  <a:pt x="8210" y="1073"/>
                </a:lnTo>
                <a:lnTo>
                  <a:pt x="8254" y="955"/>
                </a:lnTo>
                <a:lnTo>
                  <a:pt x="8319" y="831"/>
                </a:lnTo>
                <a:lnTo>
                  <a:pt x="8365" y="755"/>
                </a:lnTo>
                <a:lnTo>
                  <a:pt x="8407" y="685"/>
                </a:lnTo>
                <a:lnTo>
                  <a:pt x="8445" y="594"/>
                </a:lnTo>
                <a:lnTo>
                  <a:pt x="8460" y="541"/>
                </a:lnTo>
                <a:lnTo>
                  <a:pt x="8463" y="491"/>
                </a:lnTo>
                <a:lnTo>
                  <a:pt x="8455" y="444"/>
                </a:lnTo>
                <a:lnTo>
                  <a:pt x="8438" y="396"/>
                </a:lnTo>
                <a:lnTo>
                  <a:pt x="8411" y="346"/>
                </a:lnTo>
                <a:lnTo>
                  <a:pt x="8394" y="320"/>
                </a:lnTo>
                <a:lnTo>
                  <a:pt x="8373" y="291"/>
                </a:lnTo>
                <a:lnTo>
                  <a:pt x="8330" y="242"/>
                </a:lnTo>
                <a:lnTo>
                  <a:pt x="8283" y="202"/>
                </a:lnTo>
                <a:lnTo>
                  <a:pt x="8228" y="169"/>
                </a:lnTo>
                <a:lnTo>
                  <a:pt x="8164" y="142"/>
                </a:lnTo>
                <a:lnTo>
                  <a:pt x="8086" y="120"/>
                </a:lnTo>
                <a:lnTo>
                  <a:pt x="7944" y="93"/>
                </a:lnTo>
                <a:lnTo>
                  <a:pt x="7818" y="79"/>
                </a:lnTo>
                <a:lnTo>
                  <a:pt x="7683" y="64"/>
                </a:lnTo>
                <a:lnTo>
                  <a:pt x="7393" y="40"/>
                </a:lnTo>
                <a:lnTo>
                  <a:pt x="6917" y="14"/>
                </a:lnTo>
                <a:lnTo>
                  <a:pt x="6219" y="0"/>
                </a:lnTo>
                <a:lnTo>
                  <a:pt x="5480" y="7"/>
                </a:lnTo>
                <a:lnTo>
                  <a:pt x="5104" y="2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5" name="Freeform 13">
            <a:extLst>
              <a:ext uri="{FF2B5EF4-FFF2-40B4-BE49-F238E27FC236}">
                <a16:creationId xmlns:a16="http://schemas.microsoft.com/office/drawing/2014/main" id="{40527EA8-1E1B-4F77-B87C-57FE6636FF29}"/>
              </a:ext>
            </a:extLst>
          </p:cNvPr>
          <p:cNvSpPr>
            <a:spLocks noEditPoints="1"/>
          </p:cNvSpPr>
          <p:nvPr/>
        </p:nvSpPr>
        <p:spPr bwMode="auto">
          <a:xfrm>
            <a:off x="8858516" y="3556218"/>
            <a:ext cx="1286980" cy="1240934"/>
          </a:xfrm>
          <a:custGeom>
            <a:avLst/>
            <a:gdLst>
              <a:gd name="T0" fmla="*/ 193 w 6624"/>
              <a:gd name="T1" fmla="*/ 112 h 6387"/>
              <a:gd name="T2" fmla="*/ 127 w 6624"/>
              <a:gd name="T3" fmla="*/ 1161 h 6387"/>
              <a:gd name="T4" fmla="*/ 72 w 6624"/>
              <a:gd name="T5" fmla="*/ 4373 h 6387"/>
              <a:gd name="T6" fmla="*/ 51 w 6624"/>
              <a:gd name="T7" fmla="*/ 5860 h 6387"/>
              <a:gd name="T8" fmla="*/ 22 w 6624"/>
              <a:gd name="T9" fmla="*/ 5886 h 6387"/>
              <a:gd name="T10" fmla="*/ 10 w 6624"/>
              <a:gd name="T11" fmla="*/ 5935 h 6387"/>
              <a:gd name="T12" fmla="*/ 48 w 6624"/>
              <a:gd name="T13" fmla="*/ 6014 h 6387"/>
              <a:gd name="T14" fmla="*/ 104 w 6624"/>
              <a:gd name="T15" fmla="*/ 6179 h 6387"/>
              <a:gd name="T16" fmla="*/ 292 w 6624"/>
              <a:gd name="T17" fmla="*/ 6354 h 6387"/>
              <a:gd name="T18" fmla="*/ 394 w 6624"/>
              <a:gd name="T19" fmla="*/ 6382 h 6387"/>
              <a:gd name="T20" fmla="*/ 415 w 6624"/>
              <a:gd name="T21" fmla="*/ 6247 h 6387"/>
              <a:gd name="T22" fmla="*/ 508 w 6624"/>
              <a:gd name="T23" fmla="*/ 5924 h 6387"/>
              <a:gd name="T24" fmla="*/ 1322 w 6624"/>
              <a:gd name="T25" fmla="*/ 5859 h 6387"/>
              <a:gd name="T26" fmla="*/ 3639 w 6624"/>
              <a:gd name="T27" fmla="*/ 5824 h 6387"/>
              <a:gd name="T28" fmla="*/ 4902 w 6624"/>
              <a:gd name="T29" fmla="*/ 5856 h 6387"/>
              <a:gd name="T30" fmla="*/ 6386 w 6624"/>
              <a:gd name="T31" fmla="*/ 6010 h 6387"/>
              <a:gd name="T32" fmla="*/ 6609 w 6624"/>
              <a:gd name="T33" fmla="*/ 5540 h 6387"/>
              <a:gd name="T34" fmla="*/ 6545 w 6624"/>
              <a:gd name="T35" fmla="*/ 4624 h 6387"/>
              <a:gd name="T36" fmla="*/ 6368 w 6624"/>
              <a:gd name="T37" fmla="*/ 3289 h 6387"/>
              <a:gd name="T38" fmla="*/ 6247 w 6624"/>
              <a:gd name="T39" fmla="*/ 1913 h 6387"/>
              <a:gd name="T40" fmla="*/ 6258 w 6624"/>
              <a:gd name="T41" fmla="*/ 1066 h 6387"/>
              <a:gd name="T42" fmla="*/ 6319 w 6624"/>
              <a:gd name="T43" fmla="*/ 733 h 6387"/>
              <a:gd name="T44" fmla="*/ 6388 w 6624"/>
              <a:gd name="T45" fmla="*/ 624 h 6387"/>
              <a:gd name="T46" fmla="*/ 6405 w 6624"/>
              <a:gd name="T47" fmla="*/ 513 h 6387"/>
              <a:gd name="T48" fmla="*/ 6333 w 6624"/>
              <a:gd name="T49" fmla="*/ 400 h 6387"/>
              <a:gd name="T50" fmla="*/ 6139 w 6624"/>
              <a:gd name="T51" fmla="*/ 325 h 6387"/>
              <a:gd name="T52" fmla="*/ 4745 w 6624"/>
              <a:gd name="T53" fmla="*/ 293 h 6387"/>
              <a:gd name="T54" fmla="*/ 2374 w 6624"/>
              <a:gd name="T55" fmla="*/ 260 h 6387"/>
              <a:gd name="T56" fmla="*/ 1066 w 6624"/>
              <a:gd name="T57" fmla="*/ 176 h 6387"/>
              <a:gd name="T58" fmla="*/ 668 w 6624"/>
              <a:gd name="T59" fmla="*/ 118 h 6387"/>
              <a:gd name="T60" fmla="*/ 451 w 6624"/>
              <a:gd name="T61" fmla="*/ 41 h 6387"/>
              <a:gd name="T62" fmla="*/ 242 w 6624"/>
              <a:gd name="T63" fmla="*/ 12 h 6387"/>
              <a:gd name="T64" fmla="*/ 671 w 6624"/>
              <a:gd name="T65" fmla="*/ 309 h 6387"/>
              <a:gd name="T66" fmla="*/ 1203 w 6624"/>
              <a:gd name="T67" fmla="*/ 410 h 6387"/>
              <a:gd name="T68" fmla="*/ 1897 w 6624"/>
              <a:gd name="T69" fmla="*/ 483 h 6387"/>
              <a:gd name="T70" fmla="*/ 4154 w 6624"/>
              <a:gd name="T71" fmla="*/ 507 h 6387"/>
              <a:gd name="T72" fmla="*/ 6089 w 6624"/>
              <a:gd name="T73" fmla="*/ 796 h 6387"/>
              <a:gd name="T74" fmla="*/ 6080 w 6624"/>
              <a:gd name="T75" fmla="*/ 1754 h 6387"/>
              <a:gd name="T76" fmla="*/ 6215 w 6624"/>
              <a:gd name="T77" fmla="*/ 3172 h 6387"/>
              <a:gd name="T78" fmla="*/ 6460 w 6624"/>
              <a:gd name="T79" fmla="*/ 4867 h 6387"/>
              <a:gd name="T80" fmla="*/ 6516 w 6624"/>
              <a:gd name="T81" fmla="*/ 5583 h 6387"/>
              <a:gd name="T82" fmla="*/ 6504 w 6624"/>
              <a:gd name="T83" fmla="*/ 5954 h 6387"/>
              <a:gd name="T84" fmla="*/ 6408 w 6624"/>
              <a:gd name="T85" fmla="*/ 5931 h 6387"/>
              <a:gd name="T86" fmla="*/ 5667 w 6624"/>
              <a:gd name="T87" fmla="*/ 5837 h 6387"/>
              <a:gd name="T88" fmla="*/ 4545 w 6624"/>
              <a:gd name="T89" fmla="*/ 5768 h 6387"/>
              <a:gd name="T90" fmla="*/ 1676 w 6624"/>
              <a:gd name="T91" fmla="*/ 5770 h 6387"/>
              <a:gd name="T92" fmla="*/ 799 w 6624"/>
              <a:gd name="T93" fmla="*/ 5816 h 6387"/>
              <a:gd name="T94" fmla="*/ 415 w 6624"/>
              <a:gd name="T95" fmla="*/ 5827 h 6387"/>
              <a:gd name="T96" fmla="*/ 390 w 6624"/>
              <a:gd name="T97" fmla="*/ 5152 h 6387"/>
              <a:gd name="T98" fmla="*/ 405 w 6624"/>
              <a:gd name="T99" fmla="*/ 2726 h 6387"/>
              <a:gd name="T100" fmla="*/ 472 w 6624"/>
              <a:gd name="T101" fmla="*/ 662 h 6387"/>
              <a:gd name="T102" fmla="*/ 511 w 6624"/>
              <a:gd name="T103" fmla="*/ 262 h 6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624" h="6387">
                <a:moveTo>
                  <a:pt x="213" y="36"/>
                </a:moveTo>
                <a:lnTo>
                  <a:pt x="206" y="48"/>
                </a:lnTo>
                <a:lnTo>
                  <a:pt x="193" y="112"/>
                </a:lnTo>
                <a:lnTo>
                  <a:pt x="174" y="285"/>
                </a:lnTo>
                <a:lnTo>
                  <a:pt x="150" y="657"/>
                </a:lnTo>
                <a:lnTo>
                  <a:pt x="127" y="1161"/>
                </a:lnTo>
                <a:lnTo>
                  <a:pt x="98" y="2100"/>
                </a:lnTo>
                <a:lnTo>
                  <a:pt x="74" y="3592"/>
                </a:lnTo>
                <a:lnTo>
                  <a:pt x="72" y="4373"/>
                </a:lnTo>
                <a:lnTo>
                  <a:pt x="71" y="5226"/>
                </a:lnTo>
                <a:lnTo>
                  <a:pt x="61" y="5766"/>
                </a:lnTo>
                <a:lnTo>
                  <a:pt x="51" y="5860"/>
                </a:lnTo>
                <a:lnTo>
                  <a:pt x="42" y="5883"/>
                </a:lnTo>
                <a:lnTo>
                  <a:pt x="36" y="5885"/>
                </a:lnTo>
                <a:lnTo>
                  <a:pt x="22" y="5886"/>
                </a:lnTo>
                <a:lnTo>
                  <a:pt x="5" y="5898"/>
                </a:lnTo>
                <a:lnTo>
                  <a:pt x="0" y="5916"/>
                </a:lnTo>
                <a:lnTo>
                  <a:pt x="10" y="5935"/>
                </a:lnTo>
                <a:lnTo>
                  <a:pt x="22" y="5942"/>
                </a:lnTo>
                <a:lnTo>
                  <a:pt x="29" y="5954"/>
                </a:lnTo>
                <a:lnTo>
                  <a:pt x="48" y="6014"/>
                </a:lnTo>
                <a:lnTo>
                  <a:pt x="55" y="6056"/>
                </a:lnTo>
                <a:lnTo>
                  <a:pt x="64" y="6096"/>
                </a:lnTo>
                <a:lnTo>
                  <a:pt x="104" y="6179"/>
                </a:lnTo>
                <a:lnTo>
                  <a:pt x="167" y="6261"/>
                </a:lnTo>
                <a:lnTo>
                  <a:pt x="248" y="6328"/>
                </a:lnTo>
                <a:lnTo>
                  <a:pt x="292" y="6354"/>
                </a:lnTo>
                <a:lnTo>
                  <a:pt x="334" y="6376"/>
                </a:lnTo>
                <a:lnTo>
                  <a:pt x="376" y="6387"/>
                </a:lnTo>
                <a:lnTo>
                  <a:pt x="394" y="6382"/>
                </a:lnTo>
                <a:lnTo>
                  <a:pt x="406" y="6363"/>
                </a:lnTo>
                <a:lnTo>
                  <a:pt x="412" y="6328"/>
                </a:lnTo>
                <a:lnTo>
                  <a:pt x="415" y="6247"/>
                </a:lnTo>
                <a:lnTo>
                  <a:pt x="412" y="6163"/>
                </a:lnTo>
                <a:lnTo>
                  <a:pt x="403" y="5941"/>
                </a:lnTo>
                <a:lnTo>
                  <a:pt x="508" y="5924"/>
                </a:lnTo>
                <a:lnTo>
                  <a:pt x="714" y="5905"/>
                </a:lnTo>
                <a:lnTo>
                  <a:pt x="1174" y="5869"/>
                </a:lnTo>
                <a:lnTo>
                  <a:pt x="1322" y="5859"/>
                </a:lnTo>
                <a:lnTo>
                  <a:pt x="1726" y="5843"/>
                </a:lnTo>
                <a:lnTo>
                  <a:pt x="2494" y="5829"/>
                </a:lnTo>
                <a:lnTo>
                  <a:pt x="3639" y="5824"/>
                </a:lnTo>
                <a:lnTo>
                  <a:pt x="4387" y="5835"/>
                </a:lnTo>
                <a:lnTo>
                  <a:pt x="4768" y="5847"/>
                </a:lnTo>
                <a:lnTo>
                  <a:pt x="4902" y="5856"/>
                </a:lnTo>
                <a:lnTo>
                  <a:pt x="5282" y="5889"/>
                </a:lnTo>
                <a:lnTo>
                  <a:pt x="6005" y="5965"/>
                </a:lnTo>
                <a:lnTo>
                  <a:pt x="6386" y="6010"/>
                </a:lnTo>
                <a:lnTo>
                  <a:pt x="6494" y="6027"/>
                </a:lnTo>
                <a:lnTo>
                  <a:pt x="6624" y="6046"/>
                </a:lnTo>
                <a:lnTo>
                  <a:pt x="6609" y="5540"/>
                </a:lnTo>
                <a:lnTo>
                  <a:pt x="6604" y="5349"/>
                </a:lnTo>
                <a:lnTo>
                  <a:pt x="6583" y="5009"/>
                </a:lnTo>
                <a:lnTo>
                  <a:pt x="6545" y="4624"/>
                </a:lnTo>
                <a:lnTo>
                  <a:pt x="6476" y="4084"/>
                </a:lnTo>
                <a:lnTo>
                  <a:pt x="6424" y="3708"/>
                </a:lnTo>
                <a:lnTo>
                  <a:pt x="6368" y="3289"/>
                </a:lnTo>
                <a:lnTo>
                  <a:pt x="6294" y="2707"/>
                </a:lnTo>
                <a:lnTo>
                  <a:pt x="6258" y="2299"/>
                </a:lnTo>
                <a:lnTo>
                  <a:pt x="6247" y="1913"/>
                </a:lnTo>
                <a:lnTo>
                  <a:pt x="6247" y="1673"/>
                </a:lnTo>
                <a:lnTo>
                  <a:pt x="6247" y="1423"/>
                </a:lnTo>
                <a:lnTo>
                  <a:pt x="6258" y="1066"/>
                </a:lnTo>
                <a:lnTo>
                  <a:pt x="6277" y="891"/>
                </a:lnTo>
                <a:lnTo>
                  <a:pt x="6296" y="802"/>
                </a:lnTo>
                <a:lnTo>
                  <a:pt x="6319" y="733"/>
                </a:lnTo>
                <a:lnTo>
                  <a:pt x="6349" y="675"/>
                </a:lnTo>
                <a:lnTo>
                  <a:pt x="6366" y="651"/>
                </a:lnTo>
                <a:lnTo>
                  <a:pt x="6388" y="624"/>
                </a:lnTo>
                <a:lnTo>
                  <a:pt x="6412" y="583"/>
                </a:lnTo>
                <a:lnTo>
                  <a:pt x="6418" y="552"/>
                </a:lnTo>
                <a:lnTo>
                  <a:pt x="6405" y="513"/>
                </a:lnTo>
                <a:lnTo>
                  <a:pt x="6394" y="486"/>
                </a:lnTo>
                <a:lnTo>
                  <a:pt x="6372" y="447"/>
                </a:lnTo>
                <a:lnTo>
                  <a:pt x="6333" y="400"/>
                </a:lnTo>
                <a:lnTo>
                  <a:pt x="6301" y="375"/>
                </a:lnTo>
                <a:lnTo>
                  <a:pt x="6244" y="348"/>
                </a:lnTo>
                <a:lnTo>
                  <a:pt x="6139" y="325"/>
                </a:lnTo>
                <a:lnTo>
                  <a:pt x="6071" y="319"/>
                </a:lnTo>
                <a:lnTo>
                  <a:pt x="5897" y="312"/>
                </a:lnTo>
                <a:lnTo>
                  <a:pt x="4745" y="293"/>
                </a:lnTo>
                <a:lnTo>
                  <a:pt x="3956" y="283"/>
                </a:lnTo>
                <a:lnTo>
                  <a:pt x="3284" y="275"/>
                </a:lnTo>
                <a:lnTo>
                  <a:pt x="2374" y="260"/>
                </a:lnTo>
                <a:lnTo>
                  <a:pt x="1794" y="239"/>
                </a:lnTo>
                <a:lnTo>
                  <a:pt x="1329" y="203"/>
                </a:lnTo>
                <a:lnTo>
                  <a:pt x="1066" y="176"/>
                </a:lnTo>
                <a:lnTo>
                  <a:pt x="958" y="164"/>
                </a:lnTo>
                <a:lnTo>
                  <a:pt x="791" y="143"/>
                </a:lnTo>
                <a:lnTo>
                  <a:pt x="668" y="118"/>
                </a:lnTo>
                <a:lnTo>
                  <a:pt x="567" y="87"/>
                </a:lnTo>
                <a:lnTo>
                  <a:pt x="518" y="68"/>
                </a:lnTo>
                <a:lnTo>
                  <a:pt x="451" y="41"/>
                </a:lnTo>
                <a:lnTo>
                  <a:pt x="350" y="8"/>
                </a:lnTo>
                <a:lnTo>
                  <a:pt x="279" y="0"/>
                </a:lnTo>
                <a:lnTo>
                  <a:pt x="242" y="12"/>
                </a:lnTo>
                <a:lnTo>
                  <a:pt x="222" y="26"/>
                </a:lnTo>
                <a:lnTo>
                  <a:pt x="213" y="36"/>
                </a:lnTo>
                <a:close/>
                <a:moveTo>
                  <a:pt x="671" y="309"/>
                </a:moveTo>
                <a:lnTo>
                  <a:pt x="745" y="331"/>
                </a:lnTo>
                <a:lnTo>
                  <a:pt x="940" y="371"/>
                </a:lnTo>
                <a:lnTo>
                  <a:pt x="1203" y="410"/>
                </a:lnTo>
                <a:lnTo>
                  <a:pt x="1547" y="448"/>
                </a:lnTo>
                <a:lnTo>
                  <a:pt x="1757" y="470"/>
                </a:lnTo>
                <a:lnTo>
                  <a:pt x="1897" y="483"/>
                </a:lnTo>
                <a:lnTo>
                  <a:pt x="2223" y="500"/>
                </a:lnTo>
                <a:lnTo>
                  <a:pt x="3042" y="510"/>
                </a:lnTo>
                <a:lnTo>
                  <a:pt x="4154" y="507"/>
                </a:lnTo>
                <a:lnTo>
                  <a:pt x="6115" y="500"/>
                </a:lnTo>
                <a:lnTo>
                  <a:pt x="6096" y="687"/>
                </a:lnTo>
                <a:lnTo>
                  <a:pt x="6089" y="796"/>
                </a:lnTo>
                <a:lnTo>
                  <a:pt x="6079" y="1241"/>
                </a:lnTo>
                <a:lnTo>
                  <a:pt x="6079" y="1505"/>
                </a:lnTo>
                <a:lnTo>
                  <a:pt x="6080" y="1754"/>
                </a:lnTo>
                <a:lnTo>
                  <a:pt x="6093" y="2149"/>
                </a:lnTo>
                <a:lnTo>
                  <a:pt x="6133" y="2568"/>
                </a:lnTo>
                <a:lnTo>
                  <a:pt x="6215" y="3172"/>
                </a:lnTo>
                <a:lnTo>
                  <a:pt x="6280" y="3612"/>
                </a:lnTo>
                <a:lnTo>
                  <a:pt x="6385" y="4307"/>
                </a:lnTo>
                <a:lnTo>
                  <a:pt x="6460" y="4867"/>
                </a:lnTo>
                <a:lnTo>
                  <a:pt x="6484" y="5130"/>
                </a:lnTo>
                <a:lnTo>
                  <a:pt x="6499" y="5289"/>
                </a:lnTo>
                <a:lnTo>
                  <a:pt x="6516" y="5583"/>
                </a:lnTo>
                <a:lnTo>
                  <a:pt x="6520" y="5813"/>
                </a:lnTo>
                <a:lnTo>
                  <a:pt x="6513" y="5919"/>
                </a:lnTo>
                <a:lnTo>
                  <a:pt x="6504" y="5954"/>
                </a:lnTo>
                <a:lnTo>
                  <a:pt x="6499" y="5957"/>
                </a:lnTo>
                <a:lnTo>
                  <a:pt x="6465" y="5951"/>
                </a:lnTo>
                <a:lnTo>
                  <a:pt x="6408" y="5931"/>
                </a:lnTo>
                <a:lnTo>
                  <a:pt x="6365" y="5919"/>
                </a:lnTo>
                <a:lnTo>
                  <a:pt x="6173" y="5889"/>
                </a:lnTo>
                <a:lnTo>
                  <a:pt x="5667" y="5837"/>
                </a:lnTo>
                <a:lnTo>
                  <a:pt x="5154" y="5797"/>
                </a:lnTo>
                <a:lnTo>
                  <a:pt x="4985" y="5786"/>
                </a:lnTo>
                <a:lnTo>
                  <a:pt x="4545" y="5768"/>
                </a:lnTo>
                <a:lnTo>
                  <a:pt x="3727" y="5753"/>
                </a:lnTo>
                <a:lnTo>
                  <a:pt x="2507" y="5753"/>
                </a:lnTo>
                <a:lnTo>
                  <a:pt x="1676" y="5770"/>
                </a:lnTo>
                <a:lnTo>
                  <a:pt x="1223" y="5787"/>
                </a:lnTo>
                <a:lnTo>
                  <a:pt x="1047" y="5799"/>
                </a:lnTo>
                <a:lnTo>
                  <a:pt x="799" y="5816"/>
                </a:lnTo>
                <a:lnTo>
                  <a:pt x="525" y="5830"/>
                </a:lnTo>
                <a:lnTo>
                  <a:pt x="426" y="5830"/>
                </a:lnTo>
                <a:lnTo>
                  <a:pt x="415" y="5827"/>
                </a:lnTo>
                <a:lnTo>
                  <a:pt x="409" y="5807"/>
                </a:lnTo>
                <a:lnTo>
                  <a:pt x="400" y="5635"/>
                </a:lnTo>
                <a:lnTo>
                  <a:pt x="390" y="5152"/>
                </a:lnTo>
                <a:lnTo>
                  <a:pt x="387" y="4212"/>
                </a:lnTo>
                <a:lnTo>
                  <a:pt x="396" y="3184"/>
                </a:lnTo>
                <a:lnTo>
                  <a:pt x="405" y="2726"/>
                </a:lnTo>
                <a:lnTo>
                  <a:pt x="417" y="2216"/>
                </a:lnTo>
                <a:lnTo>
                  <a:pt x="445" y="1327"/>
                </a:lnTo>
                <a:lnTo>
                  <a:pt x="472" y="662"/>
                </a:lnTo>
                <a:lnTo>
                  <a:pt x="492" y="367"/>
                </a:lnTo>
                <a:lnTo>
                  <a:pt x="505" y="270"/>
                </a:lnTo>
                <a:lnTo>
                  <a:pt x="511" y="262"/>
                </a:lnTo>
                <a:lnTo>
                  <a:pt x="548" y="272"/>
                </a:lnTo>
                <a:lnTo>
                  <a:pt x="671" y="30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EE6A5D00-C85B-45C7-9586-0D368F031189}"/>
              </a:ext>
            </a:extLst>
          </p:cNvPr>
          <p:cNvSpPr>
            <a:spLocks noEditPoints="1"/>
          </p:cNvSpPr>
          <p:nvPr/>
        </p:nvSpPr>
        <p:spPr bwMode="auto">
          <a:xfrm>
            <a:off x="493990" y="2115470"/>
            <a:ext cx="1772676" cy="751264"/>
          </a:xfrm>
          <a:custGeom>
            <a:avLst/>
            <a:gdLst>
              <a:gd name="T0" fmla="*/ 5056 w 11141"/>
              <a:gd name="T1" fmla="*/ 73 h 4722"/>
              <a:gd name="T2" fmla="*/ 3665 w 11141"/>
              <a:gd name="T3" fmla="*/ 270 h 4722"/>
              <a:gd name="T4" fmla="*/ 2463 w 11141"/>
              <a:gd name="T5" fmla="*/ 611 h 4722"/>
              <a:gd name="T6" fmla="*/ 1409 w 11141"/>
              <a:gd name="T7" fmla="*/ 1102 h 4722"/>
              <a:gd name="T8" fmla="*/ 747 w 11141"/>
              <a:gd name="T9" fmla="*/ 1547 h 4722"/>
              <a:gd name="T10" fmla="*/ 319 w 11141"/>
              <a:gd name="T11" fmla="*/ 2016 h 4722"/>
              <a:gd name="T12" fmla="*/ 64 w 11141"/>
              <a:gd name="T13" fmla="*/ 2497 h 4722"/>
              <a:gd name="T14" fmla="*/ 0 w 11141"/>
              <a:gd name="T15" fmla="*/ 2925 h 4722"/>
              <a:gd name="T16" fmla="*/ 113 w 11141"/>
              <a:gd name="T17" fmla="*/ 3445 h 4722"/>
              <a:gd name="T18" fmla="*/ 536 w 11141"/>
              <a:gd name="T19" fmla="*/ 3899 h 4722"/>
              <a:gd name="T20" fmla="*/ 926 w 11141"/>
              <a:gd name="T21" fmla="*/ 4094 h 4722"/>
              <a:gd name="T22" fmla="*/ 1744 w 11141"/>
              <a:gd name="T23" fmla="*/ 4312 h 4722"/>
              <a:gd name="T24" fmla="*/ 3884 w 11141"/>
              <a:gd name="T25" fmla="*/ 4526 h 4722"/>
              <a:gd name="T26" fmla="*/ 4393 w 11141"/>
              <a:gd name="T27" fmla="*/ 4664 h 4722"/>
              <a:gd name="T28" fmla="*/ 4245 w 11141"/>
              <a:gd name="T29" fmla="*/ 4720 h 4722"/>
              <a:gd name="T30" fmla="*/ 5070 w 11141"/>
              <a:gd name="T31" fmla="*/ 4561 h 4722"/>
              <a:gd name="T32" fmla="*/ 5773 w 11141"/>
              <a:gd name="T33" fmla="*/ 4538 h 4722"/>
              <a:gd name="T34" fmla="*/ 6085 w 11141"/>
              <a:gd name="T35" fmla="*/ 4499 h 4722"/>
              <a:gd name="T36" fmla="*/ 5920 w 11141"/>
              <a:gd name="T37" fmla="*/ 4449 h 4722"/>
              <a:gd name="T38" fmla="*/ 6639 w 11141"/>
              <a:gd name="T39" fmla="*/ 4196 h 4722"/>
              <a:gd name="T40" fmla="*/ 8523 w 11141"/>
              <a:gd name="T41" fmla="*/ 3679 h 4722"/>
              <a:gd name="T42" fmla="*/ 9561 w 11141"/>
              <a:gd name="T43" fmla="*/ 3270 h 4722"/>
              <a:gd name="T44" fmla="*/ 10511 w 11141"/>
              <a:gd name="T45" fmla="*/ 2774 h 4722"/>
              <a:gd name="T46" fmla="*/ 10889 w 11141"/>
              <a:gd name="T47" fmla="*/ 2450 h 4722"/>
              <a:gd name="T48" fmla="*/ 11141 w 11141"/>
              <a:gd name="T49" fmla="*/ 1929 h 4722"/>
              <a:gd name="T50" fmla="*/ 11016 w 11141"/>
              <a:gd name="T51" fmla="*/ 1407 h 4722"/>
              <a:gd name="T52" fmla="*/ 10830 w 11141"/>
              <a:gd name="T53" fmla="*/ 1133 h 4722"/>
              <a:gd name="T54" fmla="*/ 10122 w 11141"/>
              <a:gd name="T55" fmla="*/ 599 h 4722"/>
              <a:gd name="T56" fmla="*/ 9358 w 11141"/>
              <a:gd name="T57" fmla="*/ 287 h 4722"/>
              <a:gd name="T58" fmla="*/ 8456 w 11141"/>
              <a:gd name="T59" fmla="*/ 82 h 4722"/>
              <a:gd name="T60" fmla="*/ 7070 w 11141"/>
              <a:gd name="T61" fmla="*/ 0 h 4722"/>
              <a:gd name="T62" fmla="*/ 8258 w 11141"/>
              <a:gd name="T63" fmla="*/ 104 h 4722"/>
              <a:gd name="T64" fmla="*/ 9423 w 11141"/>
              <a:gd name="T65" fmla="*/ 348 h 4722"/>
              <a:gd name="T66" fmla="*/ 10196 w 11141"/>
              <a:gd name="T67" fmla="*/ 682 h 4722"/>
              <a:gd name="T68" fmla="*/ 10800 w 11141"/>
              <a:gd name="T69" fmla="*/ 1166 h 4722"/>
              <a:gd name="T70" fmla="*/ 11023 w 11141"/>
              <a:gd name="T71" fmla="*/ 1606 h 4722"/>
              <a:gd name="T72" fmla="*/ 11036 w 11141"/>
              <a:gd name="T73" fmla="*/ 2036 h 4722"/>
              <a:gd name="T74" fmla="*/ 10848 w 11141"/>
              <a:gd name="T75" fmla="*/ 2420 h 4722"/>
              <a:gd name="T76" fmla="*/ 10488 w 11141"/>
              <a:gd name="T77" fmla="*/ 2718 h 4722"/>
              <a:gd name="T78" fmla="*/ 9830 w 11141"/>
              <a:gd name="T79" fmla="*/ 3105 h 4722"/>
              <a:gd name="T80" fmla="*/ 8806 w 11141"/>
              <a:gd name="T81" fmla="*/ 3528 h 4722"/>
              <a:gd name="T82" fmla="*/ 7566 w 11141"/>
              <a:gd name="T83" fmla="*/ 3926 h 4722"/>
              <a:gd name="T84" fmla="*/ 5356 w 11141"/>
              <a:gd name="T85" fmla="*/ 4440 h 4722"/>
              <a:gd name="T86" fmla="*/ 2633 w 11141"/>
              <a:gd name="T87" fmla="*/ 4358 h 4722"/>
              <a:gd name="T88" fmla="*/ 1556 w 11141"/>
              <a:gd name="T89" fmla="*/ 4180 h 4722"/>
              <a:gd name="T90" fmla="*/ 657 w 11141"/>
              <a:gd name="T91" fmla="*/ 3851 h 4722"/>
              <a:gd name="T92" fmla="*/ 366 w 11141"/>
              <a:gd name="T93" fmla="*/ 3594 h 4722"/>
              <a:gd name="T94" fmla="*/ 212 w 11141"/>
              <a:gd name="T95" fmla="*/ 3212 h 4722"/>
              <a:gd name="T96" fmla="*/ 221 w 11141"/>
              <a:gd name="T97" fmla="*/ 2714 h 4722"/>
              <a:gd name="T98" fmla="*/ 415 w 11141"/>
              <a:gd name="T99" fmla="*/ 2206 h 4722"/>
              <a:gd name="T100" fmla="*/ 779 w 11141"/>
              <a:gd name="T101" fmla="*/ 1748 h 4722"/>
              <a:gd name="T102" fmla="*/ 1402 w 11141"/>
              <a:gd name="T103" fmla="*/ 1271 h 4722"/>
              <a:gd name="T104" fmla="*/ 2463 w 11141"/>
              <a:gd name="T105" fmla="*/ 727 h 4722"/>
              <a:gd name="T106" fmla="*/ 3728 w 11141"/>
              <a:gd name="T107" fmla="*/ 349 h 4722"/>
              <a:gd name="T108" fmla="*/ 5215 w 11141"/>
              <a:gd name="T109" fmla="*/ 131 h 4722"/>
              <a:gd name="T110" fmla="*/ 6729 w 11141"/>
              <a:gd name="T111" fmla="*/ 68 h 4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1141" h="4722">
                <a:moveTo>
                  <a:pt x="6039" y="17"/>
                </a:moveTo>
                <a:lnTo>
                  <a:pt x="5833" y="23"/>
                </a:lnTo>
                <a:lnTo>
                  <a:pt x="5437" y="45"/>
                </a:lnTo>
                <a:lnTo>
                  <a:pt x="5056" y="73"/>
                </a:lnTo>
                <a:lnTo>
                  <a:pt x="4687" y="109"/>
                </a:lnTo>
                <a:lnTo>
                  <a:pt x="4334" y="155"/>
                </a:lnTo>
                <a:lnTo>
                  <a:pt x="3993" y="208"/>
                </a:lnTo>
                <a:lnTo>
                  <a:pt x="3665" y="270"/>
                </a:lnTo>
                <a:lnTo>
                  <a:pt x="3349" y="342"/>
                </a:lnTo>
                <a:lnTo>
                  <a:pt x="3042" y="422"/>
                </a:lnTo>
                <a:lnTo>
                  <a:pt x="2748" y="511"/>
                </a:lnTo>
                <a:lnTo>
                  <a:pt x="2463" y="611"/>
                </a:lnTo>
                <a:lnTo>
                  <a:pt x="2187" y="718"/>
                </a:lnTo>
                <a:lnTo>
                  <a:pt x="1919" y="836"/>
                </a:lnTo>
                <a:lnTo>
                  <a:pt x="1660" y="964"/>
                </a:lnTo>
                <a:lnTo>
                  <a:pt x="1409" y="1102"/>
                </a:lnTo>
                <a:lnTo>
                  <a:pt x="1164" y="1250"/>
                </a:lnTo>
                <a:lnTo>
                  <a:pt x="1044" y="1328"/>
                </a:lnTo>
                <a:lnTo>
                  <a:pt x="934" y="1403"/>
                </a:lnTo>
                <a:lnTo>
                  <a:pt x="747" y="1547"/>
                </a:lnTo>
                <a:lnTo>
                  <a:pt x="585" y="1695"/>
                </a:lnTo>
                <a:lnTo>
                  <a:pt x="438" y="1860"/>
                </a:lnTo>
                <a:lnTo>
                  <a:pt x="366" y="1953"/>
                </a:lnTo>
                <a:lnTo>
                  <a:pt x="319" y="2016"/>
                </a:lnTo>
                <a:lnTo>
                  <a:pt x="235" y="2141"/>
                </a:lnTo>
                <a:lnTo>
                  <a:pt x="165" y="2262"/>
                </a:lnTo>
                <a:lnTo>
                  <a:pt x="109" y="2380"/>
                </a:lnTo>
                <a:lnTo>
                  <a:pt x="64" y="2497"/>
                </a:lnTo>
                <a:lnTo>
                  <a:pt x="31" y="2617"/>
                </a:lnTo>
                <a:lnTo>
                  <a:pt x="10" y="2737"/>
                </a:lnTo>
                <a:lnTo>
                  <a:pt x="0" y="2861"/>
                </a:lnTo>
                <a:lnTo>
                  <a:pt x="0" y="2925"/>
                </a:lnTo>
                <a:lnTo>
                  <a:pt x="1" y="3007"/>
                </a:lnTo>
                <a:lnTo>
                  <a:pt x="20" y="3164"/>
                </a:lnTo>
                <a:lnTo>
                  <a:pt x="57" y="3309"/>
                </a:lnTo>
                <a:lnTo>
                  <a:pt x="113" y="3445"/>
                </a:lnTo>
                <a:lnTo>
                  <a:pt x="189" y="3571"/>
                </a:lnTo>
                <a:lnTo>
                  <a:pt x="284" y="3688"/>
                </a:lnTo>
                <a:lnTo>
                  <a:pt x="401" y="3797"/>
                </a:lnTo>
                <a:lnTo>
                  <a:pt x="536" y="3899"/>
                </a:lnTo>
                <a:lnTo>
                  <a:pt x="612" y="3946"/>
                </a:lnTo>
                <a:lnTo>
                  <a:pt x="665" y="3978"/>
                </a:lnTo>
                <a:lnTo>
                  <a:pt x="788" y="4037"/>
                </a:lnTo>
                <a:lnTo>
                  <a:pt x="926" y="4094"/>
                </a:lnTo>
                <a:lnTo>
                  <a:pt x="1081" y="4147"/>
                </a:lnTo>
                <a:lnTo>
                  <a:pt x="1252" y="4199"/>
                </a:lnTo>
                <a:lnTo>
                  <a:pt x="1438" y="4246"/>
                </a:lnTo>
                <a:lnTo>
                  <a:pt x="1744" y="4312"/>
                </a:lnTo>
                <a:lnTo>
                  <a:pt x="2205" y="4387"/>
                </a:lnTo>
                <a:lnTo>
                  <a:pt x="2717" y="4449"/>
                </a:lnTo>
                <a:lnTo>
                  <a:pt x="3278" y="4495"/>
                </a:lnTo>
                <a:lnTo>
                  <a:pt x="3884" y="4526"/>
                </a:lnTo>
                <a:lnTo>
                  <a:pt x="4203" y="4535"/>
                </a:lnTo>
                <a:lnTo>
                  <a:pt x="4876" y="4549"/>
                </a:lnTo>
                <a:lnTo>
                  <a:pt x="4531" y="4631"/>
                </a:lnTo>
                <a:lnTo>
                  <a:pt x="4393" y="4664"/>
                </a:lnTo>
                <a:lnTo>
                  <a:pt x="4253" y="4703"/>
                </a:lnTo>
                <a:lnTo>
                  <a:pt x="4210" y="4719"/>
                </a:lnTo>
                <a:lnTo>
                  <a:pt x="4210" y="4722"/>
                </a:lnTo>
                <a:lnTo>
                  <a:pt x="4245" y="4720"/>
                </a:lnTo>
                <a:lnTo>
                  <a:pt x="4511" y="4671"/>
                </a:lnTo>
                <a:lnTo>
                  <a:pt x="4696" y="4634"/>
                </a:lnTo>
                <a:lnTo>
                  <a:pt x="4851" y="4601"/>
                </a:lnTo>
                <a:lnTo>
                  <a:pt x="5070" y="4561"/>
                </a:lnTo>
                <a:lnTo>
                  <a:pt x="5248" y="4544"/>
                </a:lnTo>
                <a:lnTo>
                  <a:pt x="5467" y="4538"/>
                </a:lnTo>
                <a:lnTo>
                  <a:pt x="5622" y="4538"/>
                </a:lnTo>
                <a:lnTo>
                  <a:pt x="5773" y="4538"/>
                </a:lnTo>
                <a:lnTo>
                  <a:pt x="5976" y="4532"/>
                </a:lnTo>
                <a:lnTo>
                  <a:pt x="6055" y="4522"/>
                </a:lnTo>
                <a:lnTo>
                  <a:pt x="6081" y="4512"/>
                </a:lnTo>
                <a:lnTo>
                  <a:pt x="6085" y="4499"/>
                </a:lnTo>
                <a:lnTo>
                  <a:pt x="6072" y="4483"/>
                </a:lnTo>
                <a:lnTo>
                  <a:pt x="6058" y="4473"/>
                </a:lnTo>
                <a:lnTo>
                  <a:pt x="6035" y="4466"/>
                </a:lnTo>
                <a:lnTo>
                  <a:pt x="5920" y="4449"/>
                </a:lnTo>
                <a:lnTo>
                  <a:pt x="5846" y="4442"/>
                </a:lnTo>
                <a:lnTo>
                  <a:pt x="5667" y="4430"/>
                </a:lnTo>
                <a:lnTo>
                  <a:pt x="6003" y="4348"/>
                </a:lnTo>
                <a:lnTo>
                  <a:pt x="6639" y="4196"/>
                </a:lnTo>
                <a:lnTo>
                  <a:pt x="7399" y="4005"/>
                </a:lnTo>
                <a:lnTo>
                  <a:pt x="7825" y="3890"/>
                </a:lnTo>
                <a:lnTo>
                  <a:pt x="8195" y="3782"/>
                </a:lnTo>
                <a:lnTo>
                  <a:pt x="8523" y="3679"/>
                </a:lnTo>
                <a:lnTo>
                  <a:pt x="8819" y="3574"/>
                </a:lnTo>
                <a:lnTo>
                  <a:pt x="9101" y="3465"/>
                </a:lnTo>
                <a:lnTo>
                  <a:pt x="9239" y="3408"/>
                </a:lnTo>
                <a:lnTo>
                  <a:pt x="9561" y="3270"/>
                </a:lnTo>
                <a:lnTo>
                  <a:pt x="9949" y="3090"/>
                </a:lnTo>
                <a:lnTo>
                  <a:pt x="10166" y="2980"/>
                </a:lnTo>
                <a:lnTo>
                  <a:pt x="10352" y="2876"/>
                </a:lnTo>
                <a:lnTo>
                  <a:pt x="10511" y="2774"/>
                </a:lnTo>
                <a:lnTo>
                  <a:pt x="10649" y="2673"/>
                </a:lnTo>
                <a:lnTo>
                  <a:pt x="10772" y="2569"/>
                </a:lnTo>
                <a:lnTo>
                  <a:pt x="10828" y="2516"/>
                </a:lnTo>
                <a:lnTo>
                  <a:pt x="10889" y="2450"/>
                </a:lnTo>
                <a:lnTo>
                  <a:pt x="10992" y="2322"/>
                </a:lnTo>
                <a:lnTo>
                  <a:pt x="11068" y="2193"/>
                </a:lnTo>
                <a:lnTo>
                  <a:pt x="11118" y="2062"/>
                </a:lnTo>
                <a:lnTo>
                  <a:pt x="11141" y="1929"/>
                </a:lnTo>
                <a:lnTo>
                  <a:pt x="11138" y="1789"/>
                </a:lnTo>
                <a:lnTo>
                  <a:pt x="11109" y="1643"/>
                </a:lnTo>
                <a:lnTo>
                  <a:pt x="11055" y="1489"/>
                </a:lnTo>
                <a:lnTo>
                  <a:pt x="11016" y="1407"/>
                </a:lnTo>
                <a:lnTo>
                  <a:pt x="10997" y="1369"/>
                </a:lnTo>
                <a:lnTo>
                  <a:pt x="10950" y="1290"/>
                </a:lnTo>
                <a:lnTo>
                  <a:pt x="10894" y="1212"/>
                </a:lnTo>
                <a:lnTo>
                  <a:pt x="10830" y="1133"/>
                </a:lnTo>
                <a:lnTo>
                  <a:pt x="10720" y="1020"/>
                </a:lnTo>
                <a:lnTo>
                  <a:pt x="10546" y="870"/>
                </a:lnTo>
                <a:lnTo>
                  <a:pt x="10344" y="730"/>
                </a:lnTo>
                <a:lnTo>
                  <a:pt x="10122" y="599"/>
                </a:lnTo>
                <a:lnTo>
                  <a:pt x="9879" y="480"/>
                </a:lnTo>
                <a:lnTo>
                  <a:pt x="9618" y="374"/>
                </a:lnTo>
                <a:lnTo>
                  <a:pt x="9483" y="328"/>
                </a:lnTo>
                <a:lnTo>
                  <a:pt x="9358" y="287"/>
                </a:lnTo>
                <a:lnTo>
                  <a:pt x="9124" y="220"/>
                </a:lnTo>
                <a:lnTo>
                  <a:pt x="8902" y="163"/>
                </a:lnTo>
                <a:lnTo>
                  <a:pt x="8682" y="118"/>
                </a:lnTo>
                <a:lnTo>
                  <a:pt x="8456" y="82"/>
                </a:lnTo>
                <a:lnTo>
                  <a:pt x="8218" y="55"/>
                </a:lnTo>
                <a:lnTo>
                  <a:pt x="7818" y="26"/>
                </a:lnTo>
                <a:lnTo>
                  <a:pt x="7500" y="15"/>
                </a:lnTo>
                <a:lnTo>
                  <a:pt x="7070" y="0"/>
                </a:lnTo>
                <a:lnTo>
                  <a:pt x="6545" y="0"/>
                </a:lnTo>
                <a:lnTo>
                  <a:pt x="6039" y="17"/>
                </a:lnTo>
                <a:close/>
                <a:moveTo>
                  <a:pt x="8103" y="86"/>
                </a:moveTo>
                <a:lnTo>
                  <a:pt x="8258" y="104"/>
                </a:lnTo>
                <a:lnTo>
                  <a:pt x="8564" y="148"/>
                </a:lnTo>
                <a:lnTo>
                  <a:pt x="8863" y="204"/>
                </a:lnTo>
                <a:lnTo>
                  <a:pt x="9151" y="272"/>
                </a:lnTo>
                <a:lnTo>
                  <a:pt x="9423" y="348"/>
                </a:lnTo>
                <a:lnTo>
                  <a:pt x="9676" y="434"/>
                </a:lnTo>
                <a:lnTo>
                  <a:pt x="9904" y="529"/>
                </a:lnTo>
                <a:lnTo>
                  <a:pt x="10107" y="629"/>
                </a:lnTo>
                <a:lnTo>
                  <a:pt x="10196" y="682"/>
                </a:lnTo>
                <a:lnTo>
                  <a:pt x="10310" y="753"/>
                </a:lnTo>
                <a:lnTo>
                  <a:pt x="10505" y="892"/>
                </a:lnTo>
                <a:lnTo>
                  <a:pt x="10668" y="1028"/>
                </a:lnTo>
                <a:lnTo>
                  <a:pt x="10800" y="1166"/>
                </a:lnTo>
                <a:lnTo>
                  <a:pt x="10902" y="1307"/>
                </a:lnTo>
                <a:lnTo>
                  <a:pt x="10958" y="1416"/>
                </a:lnTo>
                <a:lnTo>
                  <a:pt x="10989" y="1491"/>
                </a:lnTo>
                <a:lnTo>
                  <a:pt x="11023" y="1606"/>
                </a:lnTo>
                <a:lnTo>
                  <a:pt x="11046" y="1768"/>
                </a:lnTo>
                <a:lnTo>
                  <a:pt x="11048" y="1855"/>
                </a:lnTo>
                <a:lnTo>
                  <a:pt x="11046" y="1920"/>
                </a:lnTo>
                <a:lnTo>
                  <a:pt x="11036" y="2036"/>
                </a:lnTo>
                <a:lnTo>
                  <a:pt x="11013" y="2143"/>
                </a:lnTo>
                <a:lnTo>
                  <a:pt x="10976" y="2239"/>
                </a:lnTo>
                <a:lnTo>
                  <a:pt x="10921" y="2329"/>
                </a:lnTo>
                <a:lnTo>
                  <a:pt x="10848" y="2420"/>
                </a:lnTo>
                <a:lnTo>
                  <a:pt x="10753" y="2512"/>
                </a:lnTo>
                <a:lnTo>
                  <a:pt x="10635" y="2609"/>
                </a:lnTo>
                <a:lnTo>
                  <a:pt x="10566" y="2661"/>
                </a:lnTo>
                <a:lnTo>
                  <a:pt x="10488" y="2718"/>
                </a:lnTo>
                <a:lnTo>
                  <a:pt x="10336" y="2822"/>
                </a:lnTo>
                <a:lnTo>
                  <a:pt x="10179" y="2919"/>
                </a:lnTo>
                <a:lnTo>
                  <a:pt x="10014" y="3013"/>
                </a:lnTo>
                <a:lnTo>
                  <a:pt x="9830" y="3105"/>
                </a:lnTo>
                <a:lnTo>
                  <a:pt x="9624" y="3199"/>
                </a:lnTo>
                <a:lnTo>
                  <a:pt x="9262" y="3352"/>
                </a:lnTo>
                <a:lnTo>
                  <a:pt x="8963" y="3468"/>
                </a:lnTo>
                <a:lnTo>
                  <a:pt x="8806" y="3528"/>
                </a:lnTo>
                <a:lnTo>
                  <a:pt x="8502" y="3637"/>
                </a:lnTo>
                <a:lnTo>
                  <a:pt x="8203" y="3738"/>
                </a:lnTo>
                <a:lnTo>
                  <a:pt x="7896" y="3833"/>
                </a:lnTo>
                <a:lnTo>
                  <a:pt x="7566" y="3926"/>
                </a:lnTo>
                <a:lnTo>
                  <a:pt x="7202" y="4021"/>
                </a:lnTo>
                <a:lnTo>
                  <a:pt x="6575" y="4170"/>
                </a:lnTo>
                <a:lnTo>
                  <a:pt x="6062" y="4284"/>
                </a:lnTo>
                <a:lnTo>
                  <a:pt x="5356" y="4440"/>
                </a:lnTo>
                <a:lnTo>
                  <a:pt x="4170" y="4419"/>
                </a:lnTo>
                <a:lnTo>
                  <a:pt x="3741" y="4410"/>
                </a:lnTo>
                <a:lnTo>
                  <a:pt x="3103" y="4390"/>
                </a:lnTo>
                <a:lnTo>
                  <a:pt x="2633" y="4358"/>
                </a:lnTo>
                <a:lnTo>
                  <a:pt x="2233" y="4309"/>
                </a:lnTo>
                <a:lnTo>
                  <a:pt x="2024" y="4275"/>
                </a:lnTo>
                <a:lnTo>
                  <a:pt x="1859" y="4245"/>
                </a:lnTo>
                <a:lnTo>
                  <a:pt x="1556" y="4180"/>
                </a:lnTo>
                <a:lnTo>
                  <a:pt x="1282" y="4107"/>
                </a:lnTo>
                <a:lnTo>
                  <a:pt x="1041" y="4029"/>
                </a:lnTo>
                <a:lnTo>
                  <a:pt x="832" y="3943"/>
                </a:lnTo>
                <a:lnTo>
                  <a:pt x="657" y="3851"/>
                </a:lnTo>
                <a:lnTo>
                  <a:pt x="514" y="3754"/>
                </a:lnTo>
                <a:lnTo>
                  <a:pt x="431" y="3676"/>
                </a:lnTo>
                <a:lnTo>
                  <a:pt x="385" y="3622"/>
                </a:lnTo>
                <a:lnTo>
                  <a:pt x="366" y="3594"/>
                </a:lnTo>
                <a:lnTo>
                  <a:pt x="333" y="3546"/>
                </a:lnTo>
                <a:lnTo>
                  <a:pt x="280" y="3441"/>
                </a:lnTo>
                <a:lnTo>
                  <a:pt x="240" y="3329"/>
                </a:lnTo>
                <a:lnTo>
                  <a:pt x="212" y="3212"/>
                </a:lnTo>
                <a:lnTo>
                  <a:pt x="197" y="3092"/>
                </a:lnTo>
                <a:lnTo>
                  <a:pt x="192" y="2968"/>
                </a:lnTo>
                <a:lnTo>
                  <a:pt x="201" y="2842"/>
                </a:lnTo>
                <a:lnTo>
                  <a:pt x="221" y="2714"/>
                </a:lnTo>
                <a:lnTo>
                  <a:pt x="254" y="2585"/>
                </a:lnTo>
                <a:lnTo>
                  <a:pt x="297" y="2457"/>
                </a:lnTo>
                <a:lnTo>
                  <a:pt x="350" y="2331"/>
                </a:lnTo>
                <a:lnTo>
                  <a:pt x="415" y="2206"/>
                </a:lnTo>
                <a:lnTo>
                  <a:pt x="491" y="2084"/>
                </a:lnTo>
                <a:lnTo>
                  <a:pt x="576" y="1966"/>
                </a:lnTo>
                <a:lnTo>
                  <a:pt x="673" y="1854"/>
                </a:lnTo>
                <a:lnTo>
                  <a:pt x="779" y="1748"/>
                </a:lnTo>
                <a:lnTo>
                  <a:pt x="835" y="1698"/>
                </a:lnTo>
                <a:lnTo>
                  <a:pt x="943" y="1606"/>
                </a:lnTo>
                <a:lnTo>
                  <a:pt x="1166" y="1433"/>
                </a:lnTo>
                <a:lnTo>
                  <a:pt x="1402" y="1271"/>
                </a:lnTo>
                <a:lnTo>
                  <a:pt x="1649" y="1119"/>
                </a:lnTo>
                <a:lnTo>
                  <a:pt x="1908" y="978"/>
                </a:lnTo>
                <a:lnTo>
                  <a:pt x="2178" y="847"/>
                </a:lnTo>
                <a:lnTo>
                  <a:pt x="2463" y="727"/>
                </a:lnTo>
                <a:lnTo>
                  <a:pt x="2759" y="618"/>
                </a:lnTo>
                <a:lnTo>
                  <a:pt x="3068" y="519"/>
                </a:lnTo>
                <a:lnTo>
                  <a:pt x="3392" y="428"/>
                </a:lnTo>
                <a:lnTo>
                  <a:pt x="3728" y="349"/>
                </a:lnTo>
                <a:lnTo>
                  <a:pt x="4079" y="280"/>
                </a:lnTo>
                <a:lnTo>
                  <a:pt x="4443" y="220"/>
                </a:lnTo>
                <a:lnTo>
                  <a:pt x="4823" y="171"/>
                </a:lnTo>
                <a:lnTo>
                  <a:pt x="5215" y="131"/>
                </a:lnTo>
                <a:lnTo>
                  <a:pt x="5625" y="101"/>
                </a:lnTo>
                <a:lnTo>
                  <a:pt x="5835" y="89"/>
                </a:lnTo>
                <a:lnTo>
                  <a:pt x="6077" y="79"/>
                </a:lnTo>
                <a:lnTo>
                  <a:pt x="6729" y="68"/>
                </a:lnTo>
                <a:lnTo>
                  <a:pt x="7420" y="68"/>
                </a:lnTo>
                <a:lnTo>
                  <a:pt x="7962" y="78"/>
                </a:lnTo>
                <a:lnTo>
                  <a:pt x="8103" y="8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9" name="Freeform 33">
            <a:extLst>
              <a:ext uri="{FF2B5EF4-FFF2-40B4-BE49-F238E27FC236}">
                <a16:creationId xmlns:a16="http://schemas.microsoft.com/office/drawing/2014/main" id="{6109A556-FA2A-4BF7-8286-622EFBEB9155}"/>
              </a:ext>
            </a:extLst>
          </p:cNvPr>
          <p:cNvSpPr>
            <a:spLocks noEditPoints="1"/>
          </p:cNvSpPr>
          <p:nvPr/>
        </p:nvSpPr>
        <p:spPr bwMode="auto">
          <a:xfrm>
            <a:off x="4992887" y="385676"/>
            <a:ext cx="1347123" cy="1116991"/>
          </a:xfrm>
          <a:custGeom>
            <a:avLst/>
            <a:gdLst>
              <a:gd name="T0" fmla="*/ 2096 w 6602"/>
              <a:gd name="T1" fmla="*/ 211 h 5474"/>
              <a:gd name="T2" fmla="*/ 1007 w 6602"/>
              <a:gd name="T3" fmla="*/ 810 h 5474"/>
              <a:gd name="T4" fmla="*/ 348 w 6602"/>
              <a:gd name="T5" fmla="*/ 1458 h 5474"/>
              <a:gd name="T6" fmla="*/ 84 w 6602"/>
              <a:gd name="T7" fmla="*/ 1900 h 5474"/>
              <a:gd name="T8" fmla="*/ 5 w 6602"/>
              <a:gd name="T9" fmla="*/ 2220 h 5474"/>
              <a:gd name="T10" fmla="*/ 20 w 6602"/>
              <a:gd name="T11" fmla="*/ 2864 h 5474"/>
              <a:gd name="T12" fmla="*/ 197 w 6602"/>
              <a:gd name="T13" fmla="*/ 3487 h 5474"/>
              <a:gd name="T14" fmla="*/ 650 w 6602"/>
              <a:gd name="T15" fmla="*/ 4174 h 5474"/>
              <a:gd name="T16" fmla="*/ 1531 w 6602"/>
              <a:gd name="T17" fmla="*/ 4964 h 5474"/>
              <a:gd name="T18" fmla="*/ 2077 w 6602"/>
              <a:gd name="T19" fmla="*/ 5268 h 5474"/>
              <a:gd name="T20" fmla="*/ 2776 w 6602"/>
              <a:gd name="T21" fmla="*/ 5449 h 5474"/>
              <a:gd name="T22" fmla="*/ 3367 w 6602"/>
              <a:gd name="T23" fmla="*/ 5472 h 5474"/>
              <a:gd name="T24" fmla="*/ 4144 w 6602"/>
              <a:gd name="T25" fmla="*/ 5375 h 5474"/>
              <a:gd name="T26" fmla="*/ 4991 w 6602"/>
              <a:gd name="T27" fmla="*/ 5136 h 5474"/>
              <a:gd name="T28" fmla="*/ 5562 w 6602"/>
              <a:gd name="T29" fmla="*/ 4881 h 5474"/>
              <a:gd name="T30" fmla="*/ 6224 w 6602"/>
              <a:gd name="T31" fmla="*/ 4361 h 5474"/>
              <a:gd name="T32" fmla="*/ 6554 w 6602"/>
              <a:gd name="T33" fmla="*/ 3823 h 5474"/>
              <a:gd name="T34" fmla="*/ 6599 w 6602"/>
              <a:gd name="T35" fmla="*/ 3387 h 5474"/>
              <a:gd name="T36" fmla="*/ 6547 w 6602"/>
              <a:gd name="T37" fmla="*/ 2674 h 5474"/>
              <a:gd name="T38" fmla="*/ 6432 w 6602"/>
              <a:gd name="T39" fmla="*/ 2241 h 5474"/>
              <a:gd name="T40" fmla="*/ 6189 w 6602"/>
              <a:gd name="T41" fmla="*/ 1689 h 5474"/>
              <a:gd name="T42" fmla="*/ 5845 w 6602"/>
              <a:gd name="T43" fmla="*/ 1195 h 5474"/>
              <a:gd name="T44" fmla="*/ 5333 w 6602"/>
              <a:gd name="T45" fmla="*/ 701 h 5474"/>
              <a:gd name="T46" fmla="*/ 4807 w 6602"/>
              <a:gd name="T47" fmla="*/ 346 h 5474"/>
              <a:gd name="T48" fmla="*/ 4150 w 6602"/>
              <a:gd name="T49" fmla="*/ 86 h 5474"/>
              <a:gd name="T50" fmla="*/ 3517 w 6602"/>
              <a:gd name="T51" fmla="*/ 3 h 5474"/>
              <a:gd name="T52" fmla="*/ 4229 w 6602"/>
              <a:gd name="T53" fmla="*/ 224 h 5474"/>
              <a:gd name="T54" fmla="*/ 4783 w 6602"/>
              <a:gd name="T55" fmla="*/ 468 h 5474"/>
              <a:gd name="T56" fmla="*/ 5359 w 6602"/>
              <a:gd name="T57" fmla="*/ 880 h 5474"/>
              <a:gd name="T58" fmla="*/ 5834 w 6602"/>
              <a:gd name="T59" fmla="*/ 1399 h 5474"/>
              <a:gd name="T60" fmla="*/ 6166 w 6602"/>
              <a:gd name="T61" fmla="*/ 1982 h 5474"/>
              <a:gd name="T62" fmla="*/ 6414 w 6602"/>
              <a:gd name="T63" fmla="*/ 2845 h 5474"/>
              <a:gd name="T64" fmla="*/ 6447 w 6602"/>
              <a:gd name="T65" fmla="*/ 3449 h 5474"/>
              <a:gd name="T66" fmla="*/ 6352 w 6602"/>
              <a:gd name="T67" fmla="*/ 3895 h 5474"/>
              <a:gd name="T68" fmla="*/ 6191 w 6602"/>
              <a:gd name="T69" fmla="*/ 4188 h 5474"/>
              <a:gd name="T70" fmla="*/ 5746 w 6602"/>
              <a:gd name="T71" fmla="*/ 4628 h 5474"/>
              <a:gd name="T72" fmla="*/ 5227 w 6602"/>
              <a:gd name="T73" fmla="*/ 4942 h 5474"/>
              <a:gd name="T74" fmla="*/ 4882 w 6602"/>
              <a:gd name="T75" fmla="*/ 5057 h 5474"/>
              <a:gd name="T76" fmla="*/ 4643 w 6602"/>
              <a:gd name="T77" fmla="*/ 4947 h 5474"/>
              <a:gd name="T78" fmla="*/ 4375 w 6602"/>
              <a:gd name="T79" fmla="*/ 4964 h 5474"/>
              <a:gd name="T80" fmla="*/ 3697 w 6602"/>
              <a:gd name="T81" fmla="*/ 5155 h 5474"/>
              <a:gd name="T82" fmla="*/ 2908 w 6602"/>
              <a:gd name="T83" fmla="*/ 5212 h 5474"/>
              <a:gd name="T84" fmla="*/ 2425 w 6602"/>
              <a:gd name="T85" fmla="*/ 5153 h 5474"/>
              <a:gd name="T86" fmla="*/ 1905 w 6602"/>
              <a:gd name="T87" fmla="*/ 4904 h 5474"/>
              <a:gd name="T88" fmla="*/ 1299 w 6602"/>
              <a:gd name="T89" fmla="*/ 4434 h 5474"/>
              <a:gd name="T90" fmla="*/ 924 w 6602"/>
              <a:gd name="T91" fmla="*/ 3990 h 5474"/>
              <a:gd name="T92" fmla="*/ 545 w 6602"/>
              <a:gd name="T93" fmla="*/ 3191 h 5474"/>
              <a:gd name="T94" fmla="*/ 482 w 6602"/>
              <a:gd name="T95" fmla="*/ 2729 h 5474"/>
              <a:gd name="T96" fmla="*/ 499 w 6602"/>
              <a:gd name="T97" fmla="*/ 2231 h 5474"/>
              <a:gd name="T98" fmla="*/ 639 w 6602"/>
              <a:gd name="T99" fmla="*/ 1814 h 5474"/>
              <a:gd name="T100" fmla="*/ 1024 w 6602"/>
              <a:gd name="T101" fmla="*/ 1285 h 5474"/>
              <a:gd name="T102" fmla="*/ 1769 w 6602"/>
              <a:gd name="T103" fmla="*/ 672 h 5474"/>
              <a:gd name="T104" fmla="*/ 2552 w 6602"/>
              <a:gd name="T105" fmla="*/ 312 h 5474"/>
              <a:gd name="T106" fmla="*/ 3268 w 6602"/>
              <a:gd name="T107" fmla="*/ 151 h 5474"/>
              <a:gd name="T108" fmla="*/ 3934 w 6602"/>
              <a:gd name="T109" fmla="*/ 161 h 5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6602" h="5474">
                <a:moveTo>
                  <a:pt x="2851" y="23"/>
                </a:moveTo>
                <a:lnTo>
                  <a:pt x="2697" y="47"/>
                </a:lnTo>
                <a:lnTo>
                  <a:pt x="2392" y="116"/>
                </a:lnTo>
                <a:lnTo>
                  <a:pt x="2096" y="211"/>
                </a:lnTo>
                <a:lnTo>
                  <a:pt x="1807" y="327"/>
                </a:lnTo>
                <a:lnTo>
                  <a:pt x="1528" y="468"/>
                </a:lnTo>
                <a:lnTo>
                  <a:pt x="1262" y="629"/>
                </a:lnTo>
                <a:lnTo>
                  <a:pt x="1007" y="810"/>
                </a:lnTo>
                <a:lnTo>
                  <a:pt x="770" y="1012"/>
                </a:lnTo>
                <a:lnTo>
                  <a:pt x="658" y="1122"/>
                </a:lnTo>
                <a:lnTo>
                  <a:pt x="540" y="1241"/>
                </a:lnTo>
                <a:lnTo>
                  <a:pt x="348" y="1458"/>
                </a:lnTo>
                <a:lnTo>
                  <a:pt x="239" y="1610"/>
                </a:lnTo>
                <a:lnTo>
                  <a:pt x="177" y="1708"/>
                </a:lnTo>
                <a:lnTo>
                  <a:pt x="125" y="1804"/>
                </a:lnTo>
                <a:lnTo>
                  <a:pt x="84" y="1900"/>
                </a:lnTo>
                <a:lnTo>
                  <a:pt x="65" y="1949"/>
                </a:lnTo>
                <a:lnTo>
                  <a:pt x="45" y="2011"/>
                </a:lnTo>
                <a:lnTo>
                  <a:pt x="17" y="2111"/>
                </a:lnTo>
                <a:lnTo>
                  <a:pt x="5" y="2220"/>
                </a:lnTo>
                <a:lnTo>
                  <a:pt x="0" y="2376"/>
                </a:lnTo>
                <a:lnTo>
                  <a:pt x="0" y="2486"/>
                </a:lnTo>
                <a:lnTo>
                  <a:pt x="2" y="2624"/>
                </a:lnTo>
                <a:lnTo>
                  <a:pt x="20" y="2864"/>
                </a:lnTo>
                <a:lnTo>
                  <a:pt x="61" y="3084"/>
                </a:lnTo>
                <a:lnTo>
                  <a:pt x="130" y="3311"/>
                </a:lnTo>
                <a:lnTo>
                  <a:pt x="179" y="3438"/>
                </a:lnTo>
                <a:lnTo>
                  <a:pt x="197" y="3487"/>
                </a:lnTo>
                <a:lnTo>
                  <a:pt x="245" y="3588"/>
                </a:lnTo>
                <a:lnTo>
                  <a:pt x="331" y="3743"/>
                </a:lnTo>
                <a:lnTo>
                  <a:pt x="476" y="3957"/>
                </a:lnTo>
                <a:lnTo>
                  <a:pt x="650" y="4174"/>
                </a:lnTo>
                <a:lnTo>
                  <a:pt x="847" y="4388"/>
                </a:lnTo>
                <a:lnTo>
                  <a:pt x="1063" y="4595"/>
                </a:lnTo>
                <a:lnTo>
                  <a:pt x="1293" y="4789"/>
                </a:lnTo>
                <a:lnTo>
                  <a:pt x="1531" y="4964"/>
                </a:lnTo>
                <a:lnTo>
                  <a:pt x="1653" y="5043"/>
                </a:lnTo>
                <a:lnTo>
                  <a:pt x="1739" y="5096"/>
                </a:lnTo>
                <a:lnTo>
                  <a:pt x="1910" y="5189"/>
                </a:lnTo>
                <a:lnTo>
                  <a:pt x="2077" y="5268"/>
                </a:lnTo>
                <a:lnTo>
                  <a:pt x="2244" y="5333"/>
                </a:lnTo>
                <a:lnTo>
                  <a:pt x="2414" y="5383"/>
                </a:lnTo>
                <a:lnTo>
                  <a:pt x="2591" y="5422"/>
                </a:lnTo>
                <a:lnTo>
                  <a:pt x="2776" y="5449"/>
                </a:lnTo>
                <a:lnTo>
                  <a:pt x="2973" y="5467"/>
                </a:lnTo>
                <a:lnTo>
                  <a:pt x="3078" y="5471"/>
                </a:lnTo>
                <a:lnTo>
                  <a:pt x="3176" y="5474"/>
                </a:lnTo>
                <a:lnTo>
                  <a:pt x="3367" y="5472"/>
                </a:lnTo>
                <a:lnTo>
                  <a:pt x="3554" y="5462"/>
                </a:lnTo>
                <a:lnTo>
                  <a:pt x="3744" y="5442"/>
                </a:lnTo>
                <a:lnTo>
                  <a:pt x="3940" y="5413"/>
                </a:lnTo>
                <a:lnTo>
                  <a:pt x="4144" y="5375"/>
                </a:lnTo>
                <a:lnTo>
                  <a:pt x="4473" y="5297"/>
                </a:lnTo>
                <a:lnTo>
                  <a:pt x="4721" y="5230"/>
                </a:lnTo>
                <a:lnTo>
                  <a:pt x="4801" y="5204"/>
                </a:lnTo>
                <a:lnTo>
                  <a:pt x="4991" y="5136"/>
                </a:lnTo>
                <a:lnTo>
                  <a:pt x="5194" y="5056"/>
                </a:lnTo>
                <a:lnTo>
                  <a:pt x="5384" y="4973"/>
                </a:lnTo>
                <a:lnTo>
                  <a:pt x="5464" y="4932"/>
                </a:lnTo>
                <a:lnTo>
                  <a:pt x="5562" y="4881"/>
                </a:lnTo>
                <a:lnTo>
                  <a:pt x="5749" y="4767"/>
                </a:lnTo>
                <a:lnTo>
                  <a:pt x="5923" y="4641"/>
                </a:lnTo>
                <a:lnTo>
                  <a:pt x="6083" y="4504"/>
                </a:lnTo>
                <a:lnTo>
                  <a:pt x="6224" y="4361"/>
                </a:lnTo>
                <a:lnTo>
                  <a:pt x="6347" y="4210"/>
                </a:lnTo>
                <a:lnTo>
                  <a:pt x="6448" y="4056"/>
                </a:lnTo>
                <a:lnTo>
                  <a:pt x="6526" y="3901"/>
                </a:lnTo>
                <a:lnTo>
                  <a:pt x="6554" y="3823"/>
                </a:lnTo>
                <a:lnTo>
                  <a:pt x="6572" y="3775"/>
                </a:lnTo>
                <a:lnTo>
                  <a:pt x="6593" y="3684"/>
                </a:lnTo>
                <a:lnTo>
                  <a:pt x="6602" y="3569"/>
                </a:lnTo>
                <a:lnTo>
                  <a:pt x="6599" y="3387"/>
                </a:lnTo>
                <a:lnTo>
                  <a:pt x="6595" y="3252"/>
                </a:lnTo>
                <a:lnTo>
                  <a:pt x="6586" y="3049"/>
                </a:lnTo>
                <a:lnTo>
                  <a:pt x="6566" y="2806"/>
                </a:lnTo>
                <a:lnTo>
                  <a:pt x="6547" y="2674"/>
                </a:lnTo>
                <a:lnTo>
                  <a:pt x="6536" y="2617"/>
                </a:lnTo>
                <a:lnTo>
                  <a:pt x="6519" y="2539"/>
                </a:lnTo>
                <a:lnTo>
                  <a:pt x="6478" y="2389"/>
                </a:lnTo>
                <a:lnTo>
                  <a:pt x="6432" y="2241"/>
                </a:lnTo>
                <a:lnTo>
                  <a:pt x="6380" y="2097"/>
                </a:lnTo>
                <a:lnTo>
                  <a:pt x="6323" y="1958"/>
                </a:lnTo>
                <a:lnTo>
                  <a:pt x="6260" y="1821"/>
                </a:lnTo>
                <a:lnTo>
                  <a:pt x="6189" y="1689"/>
                </a:lnTo>
                <a:lnTo>
                  <a:pt x="6113" y="1561"/>
                </a:lnTo>
                <a:lnTo>
                  <a:pt x="6030" y="1436"/>
                </a:lnTo>
                <a:lnTo>
                  <a:pt x="5940" y="1314"/>
                </a:lnTo>
                <a:lnTo>
                  <a:pt x="5845" y="1195"/>
                </a:lnTo>
                <a:lnTo>
                  <a:pt x="5743" y="1080"/>
                </a:lnTo>
                <a:lnTo>
                  <a:pt x="5634" y="968"/>
                </a:lnTo>
                <a:lnTo>
                  <a:pt x="5519" y="859"/>
                </a:lnTo>
                <a:lnTo>
                  <a:pt x="5333" y="701"/>
                </a:lnTo>
                <a:lnTo>
                  <a:pt x="5200" y="599"/>
                </a:lnTo>
                <a:lnTo>
                  <a:pt x="5122" y="543"/>
                </a:lnTo>
                <a:lnTo>
                  <a:pt x="4965" y="438"/>
                </a:lnTo>
                <a:lnTo>
                  <a:pt x="4807" y="346"/>
                </a:lnTo>
                <a:lnTo>
                  <a:pt x="4647" y="264"/>
                </a:lnTo>
                <a:lnTo>
                  <a:pt x="4485" y="194"/>
                </a:lnTo>
                <a:lnTo>
                  <a:pt x="4319" y="135"/>
                </a:lnTo>
                <a:lnTo>
                  <a:pt x="4150" y="86"/>
                </a:lnTo>
                <a:lnTo>
                  <a:pt x="3976" y="47"/>
                </a:lnTo>
                <a:lnTo>
                  <a:pt x="3886" y="31"/>
                </a:lnTo>
                <a:lnTo>
                  <a:pt x="3787" y="19"/>
                </a:lnTo>
                <a:lnTo>
                  <a:pt x="3517" y="3"/>
                </a:lnTo>
                <a:lnTo>
                  <a:pt x="3218" y="0"/>
                </a:lnTo>
                <a:lnTo>
                  <a:pt x="2950" y="11"/>
                </a:lnTo>
                <a:lnTo>
                  <a:pt x="2851" y="23"/>
                </a:lnTo>
                <a:close/>
                <a:moveTo>
                  <a:pt x="4229" y="224"/>
                </a:moveTo>
                <a:lnTo>
                  <a:pt x="4311" y="250"/>
                </a:lnTo>
                <a:lnTo>
                  <a:pt x="4470" y="313"/>
                </a:lnTo>
                <a:lnTo>
                  <a:pt x="4629" y="385"/>
                </a:lnTo>
                <a:lnTo>
                  <a:pt x="4783" y="468"/>
                </a:lnTo>
                <a:lnTo>
                  <a:pt x="4934" y="559"/>
                </a:lnTo>
                <a:lnTo>
                  <a:pt x="5080" y="659"/>
                </a:lnTo>
                <a:lnTo>
                  <a:pt x="5223" y="767"/>
                </a:lnTo>
                <a:lnTo>
                  <a:pt x="5359" y="880"/>
                </a:lnTo>
                <a:lnTo>
                  <a:pt x="5489" y="1002"/>
                </a:lnTo>
                <a:lnTo>
                  <a:pt x="5611" y="1129"/>
                </a:lnTo>
                <a:lnTo>
                  <a:pt x="5727" y="1261"/>
                </a:lnTo>
                <a:lnTo>
                  <a:pt x="5834" y="1399"/>
                </a:lnTo>
                <a:lnTo>
                  <a:pt x="5932" y="1540"/>
                </a:lnTo>
                <a:lnTo>
                  <a:pt x="6021" y="1685"/>
                </a:lnTo>
                <a:lnTo>
                  <a:pt x="6099" y="1833"/>
                </a:lnTo>
                <a:lnTo>
                  <a:pt x="6166" y="1982"/>
                </a:lnTo>
                <a:lnTo>
                  <a:pt x="6195" y="2057"/>
                </a:lnTo>
                <a:lnTo>
                  <a:pt x="6254" y="2225"/>
                </a:lnTo>
                <a:lnTo>
                  <a:pt x="6349" y="2545"/>
                </a:lnTo>
                <a:lnTo>
                  <a:pt x="6414" y="2845"/>
                </a:lnTo>
                <a:lnTo>
                  <a:pt x="6441" y="3056"/>
                </a:lnTo>
                <a:lnTo>
                  <a:pt x="6451" y="3193"/>
                </a:lnTo>
                <a:lnTo>
                  <a:pt x="6452" y="3322"/>
                </a:lnTo>
                <a:lnTo>
                  <a:pt x="6447" y="3449"/>
                </a:lnTo>
                <a:lnTo>
                  <a:pt x="6435" y="3568"/>
                </a:lnTo>
                <a:lnTo>
                  <a:pt x="6415" y="3683"/>
                </a:lnTo>
                <a:lnTo>
                  <a:pt x="6386" y="3792"/>
                </a:lnTo>
                <a:lnTo>
                  <a:pt x="6352" y="3895"/>
                </a:lnTo>
                <a:lnTo>
                  <a:pt x="6309" y="3993"/>
                </a:lnTo>
                <a:lnTo>
                  <a:pt x="6260" y="4086"/>
                </a:lnTo>
                <a:lnTo>
                  <a:pt x="6231" y="4131"/>
                </a:lnTo>
                <a:lnTo>
                  <a:pt x="6191" y="4188"/>
                </a:lnTo>
                <a:lnTo>
                  <a:pt x="6100" y="4302"/>
                </a:lnTo>
                <a:lnTo>
                  <a:pt x="5994" y="4414"/>
                </a:lnTo>
                <a:lnTo>
                  <a:pt x="5876" y="4523"/>
                </a:lnTo>
                <a:lnTo>
                  <a:pt x="5746" y="4628"/>
                </a:lnTo>
                <a:lnTo>
                  <a:pt x="5607" y="4727"/>
                </a:lnTo>
                <a:lnTo>
                  <a:pt x="5460" y="4819"/>
                </a:lnTo>
                <a:lnTo>
                  <a:pt x="5306" y="4904"/>
                </a:lnTo>
                <a:lnTo>
                  <a:pt x="5227" y="4942"/>
                </a:lnTo>
                <a:lnTo>
                  <a:pt x="5122" y="4991"/>
                </a:lnTo>
                <a:lnTo>
                  <a:pt x="4984" y="5047"/>
                </a:lnTo>
                <a:lnTo>
                  <a:pt x="4918" y="5060"/>
                </a:lnTo>
                <a:lnTo>
                  <a:pt x="4882" y="5057"/>
                </a:lnTo>
                <a:lnTo>
                  <a:pt x="4831" y="5039"/>
                </a:lnTo>
                <a:lnTo>
                  <a:pt x="4795" y="5014"/>
                </a:lnTo>
                <a:lnTo>
                  <a:pt x="4747" y="4984"/>
                </a:lnTo>
                <a:lnTo>
                  <a:pt x="4643" y="4947"/>
                </a:lnTo>
                <a:lnTo>
                  <a:pt x="4535" y="4932"/>
                </a:lnTo>
                <a:lnTo>
                  <a:pt x="4455" y="4941"/>
                </a:lnTo>
                <a:lnTo>
                  <a:pt x="4401" y="4954"/>
                </a:lnTo>
                <a:lnTo>
                  <a:pt x="4375" y="4964"/>
                </a:lnTo>
                <a:lnTo>
                  <a:pt x="4213" y="5024"/>
                </a:lnTo>
                <a:lnTo>
                  <a:pt x="3990" y="5093"/>
                </a:lnTo>
                <a:lnTo>
                  <a:pt x="3845" y="5128"/>
                </a:lnTo>
                <a:lnTo>
                  <a:pt x="3697" y="5155"/>
                </a:lnTo>
                <a:lnTo>
                  <a:pt x="3538" y="5176"/>
                </a:lnTo>
                <a:lnTo>
                  <a:pt x="3275" y="5198"/>
                </a:lnTo>
                <a:lnTo>
                  <a:pt x="3067" y="5208"/>
                </a:lnTo>
                <a:lnTo>
                  <a:pt x="2908" y="5212"/>
                </a:lnTo>
                <a:lnTo>
                  <a:pt x="2723" y="5208"/>
                </a:lnTo>
                <a:lnTo>
                  <a:pt x="2618" y="5198"/>
                </a:lnTo>
                <a:lnTo>
                  <a:pt x="2520" y="5181"/>
                </a:lnTo>
                <a:lnTo>
                  <a:pt x="2425" y="5153"/>
                </a:lnTo>
                <a:lnTo>
                  <a:pt x="2273" y="5095"/>
                </a:lnTo>
                <a:lnTo>
                  <a:pt x="2150" y="5037"/>
                </a:lnTo>
                <a:lnTo>
                  <a:pt x="2068" y="4997"/>
                </a:lnTo>
                <a:lnTo>
                  <a:pt x="1905" y="4904"/>
                </a:lnTo>
                <a:lnTo>
                  <a:pt x="1745" y="4800"/>
                </a:lnTo>
                <a:lnTo>
                  <a:pt x="1590" y="4687"/>
                </a:lnTo>
                <a:lnTo>
                  <a:pt x="1440" y="4565"/>
                </a:lnTo>
                <a:lnTo>
                  <a:pt x="1299" y="4434"/>
                </a:lnTo>
                <a:lnTo>
                  <a:pt x="1167" y="4296"/>
                </a:lnTo>
                <a:lnTo>
                  <a:pt x="1044" y="4154"/>
                </a:lnTo>
                <a:lnTo>
                  <a:pt x="988" y="4081"/>
                </a:lnTo>
                <a:lnTo>
                  <a:pt x="924" y="3990"/>
                </a:lnTo>
                <a:lnTo>
                  <a:pt x="794" y="3775"/>
                </a:lnTo>
                <a:lnTo>
                  <a:pt x="676" y="3539"/>
                </a:lnTo>
                <a:lnTo>
                  <a:pt x="580" y="3302"/>
                </a:lnTo>
                <a:lnTo>
                  <a:pt x="545" y="3191"/>
                </a:lnTo>
                <a:lnTo>
                  <a:pt x="525" y="3124"/>
                </a:lnTo>
                <a:lnTo>
                  <a:pt x="499" y="3010"/>
                </a:lnTo>
                <a:lnTo>
                  <a:pt x="486" y="2891"/>
                </a:lnTo>
                <a:lnTo>
                  <a:pt x="482" y="2729"/>
                </a:lnTo>
                <a:lnTo>
                  <a:pt x="482" y="2617"/>
                </a:lnTo>
                <a:lnTo>
                  <a:pt x="482" y="2508"/>
                </a:lnTo>
                <a:lnTo>
                  <a:pt x="488" y="2347"/>
                </a:lnTo>
                <a:lnTo>
                  <a:pt x="499" y="2231"/>
                </a:lnTo>
                <a:lnTo>
                  <a:pt x="524" y="2123"/>
                </a:lnTo>
                <a:lnTo>
                  <a:pt x="542" y="2062"/>
                </a:lnTo>
                <a:lnTo>
                  <a:pt x="570" y="1975"/>
                </a:lnTo>
                <a:lnTo>
                  <a:pt x="639" y="1814"/>
                </a:lnTo>
                <a:lnTo>
                  <a:pt x="734" y="1655"/>
                </a:lnTo>
                <a:lnTo>
                  <a:pt x="863" y="1478"/>
                </a:lnTo>
                <a:lnTo>
                  <a:pt x="948" y="1374"/>
                </a:lnTo>
                <a:lnTo>
                  <a:pt x="1024" y="1285"/>
                </a:lnTo>
                <a:lnTo>
                  <a:pt x="1190" y="1116"/>
                </a:lnTo>
                <a:lnTo>
                  <a:pt x="1371" y="956"/>
                </a:lnTo>
                <a:lnTo>
                  <a:pt x="1564" y="807"/>
                </a:lnTo>
                <a:lnTo>
                  <a:pt x="1769" y="672"/>
                </a:lnTo>
                <a:lnTo>
                  <a:pt x="1984" y="550"/>
                </a:lnTo>
                <a:lnTo>
                  <a:pt x="2207" y="442"/>
                </a:lnTo>
                <a:lnTo>
                  <a:pt x="2435" y="350"/>
                </a:lnTo>
                <a:lnTo>
                  <a:pt x="2552" y="312"/>
                </a:lnTo>
                <a:lnTo>
                  <a:pt x="2694" y="268"/>
                </a:lnTo>
                <a:lnTo>
                  <a:pt x="3012" y="194"/>
                </a:lnTo>
                <a:lnTo>
                  <a:pt x="3222" y="154"/>
                </a:lnTo>
                <a:lnTo>
                  <a:pt x="3268" y="151"/>
                </a:lnTo>
                <a:lnTo>
                  <a:pt x="3502" y="149"/>
                </a:lnTo>
                <a:lnTo>
                  <a:pt x="3653" y="152"/>
                </a:lnTo>
                <a:lnTo>
                  <a:pt x="3769" y="154"/>
                </a:lnTo>
                <a:lnTo>
                  <a:pt x="3934" y="161"/>
                </a:lnTo>
                <a:lnTo>
                  <a:pt x="4055" y="177"/>
                </a:lnTo>
                <a:lnTo>
                  <a:pt x="4166" y="204"/>
                </a:lnTo>
                <a:lnTo>
                  <a:pt x="4229" y="22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ECAC90FD-CB79-4CED-9B33-285B656ED900}"/>
              </a:ext>
            </a:extLst>
          </p:cNvPr>
          <p:cNvSpPr>
            <a:spLocks noEditPoints="1"/>
          </p:cNvSpPr>
          <p:nvPr/>
        </p:nvSpPr>
        <p:spPr bwMode="auto">
          <a:xfrm>
            <a:off x="6931466" y="353053"/>
            <a:ext cx="1238706" cy="1182237"/>
          </a:xfrm>
          <a:custGeom>
            <a:avLst/>
            <a:gdLst>
              <a:gd name="T0" fmla="*/ 2541 w 7174"/>
              <a:gd name="T1" fmla="*/ 378 h 6848"/>
              <a:gd name="T2" fmla="*/ 1084 w 7174"/>
              <a:gd name="T3" fmla="*/ 1192 h 6848"/>
              <a:gd name="T4" fmla="*/ 99 w 7174"/>
              <a:gd name="T5" fmla="*/ 2679 h 6848"/>
              <a:gd name="T6" fmla="*/ 69 w 7174"/>
              <a:gd name="T7" fmla="*/ 4601 h 6848"/>
              <a:gd name="T8" fmla="*/ 720 w 7174"/>
              <a:gd name="T9" fmla="*/ 5919 h 6848"/>
              <a:gd name="T10" fmla="*/ 1477 w 7174"/>
              <a:gd name="T11" fmla="*/ 6477 h 6848"/>
              <a:gd name="T12" fmla="*/ 3214 w 7174"/>
              <a:gd name="T13" fmla="*/ 6806 h 6848"/>
              <a:gd name="T14" fmla="*/ 4962 w 7174"/>
              <a:gd name="T15" fmla="*/ 6714 h 6848"/>
              <a:gd name="T16" fmla="*/ 6209 w 7174"/>
              <a:gd name="T17" fmla="*/ 6401 h 6848"/>
              <a:gd name="T18" fmla="*/ 6856 w 7174"/>
              <a:gd name="T19" fmla="*/ 5235 h 6848"/>
              <a:gd name="T20" fmla="*/ 7160 w 7174"/>
              <a:gd name="T21" fmla="*/ 3389 h 6848"/>
              <a:gd name="T22" fmla="*/ 6744 w 7174"/>
              <a:gd name="T23" fmla="*/ 1304 h 6848"/>
              <a:gd name="T24" fmla="*/ 5652 w 7174"/>
              <a:gd name="T25" fmla="*/ 270 h 6848"/>
              <a:gd name="T26" fmla="*/ 4158 w 7174"/>
              <a:gd name="T27" fmla="*/ 4 h 6848"/>
              <a:gd name="T28" fmla="*/ 6229 w 7174"/>
              <a:gd name="T29" fmla="*/ 841 h 6848"/>
              <a:gd name="T30" fmla="*/ 7008 w 7174"/>
              <a:gd name="T31" fmla="*/ 2429 h 6848"/>
              <a:gd name="T32" fmla="*/ 6962 w 7174"/>
              <a:gd name="T33" fmla="*/ 3775 h 6848"/>
              <a:gd name="T34" fmla="*/ 6396 w 7174"/>
              <a:gd name="T35" fmla="*/ 1453 h 6848"/>
              <a:gd name="T36" fmla="*/ 5124 w 7174"/>
              <a:gd name="T37" fmla="*/ 515 h 6848"/>
              <a:gd name="T38" fmla="*/ 3096 w 7174"/>
              <a:gd name="T39" fmla="*/ 355 h 6848"/>
              <a:gd name="T40" fmla="*/ 3784 w 7174"/>
              <a:gd name="T41" fmla="*/ 154 h 6848"/>
              <a:gd name="T42" fmla="*/ 4405 w 7174"/>
              <a:gd name="T43" fmla="*/ 567 h 6848"/>
              <a:gd name="T44" fmla="*/ 3567 w 7174"/>
              <a:gd name="T45" fmla="*/ 459 h 6848"/>
              <a:gd name="T46" fmla="*/ 5668 w 7174"/>
              <a:gd name="T47" fmla="*/ 926 h 6848"/>
              <a:gd name="T48" fmla="*/ 5330 w 7174"/>
              <a:gd name="T49" fmla="*/ 833 h 6848"/>
              <a:gd name="T50" fmla="*/ 5037 w 7174"/>
              <a:gd name="T51" fmla="*/ 860 h 6848"/>
              <a:gd name="T52" fmla="*/ 6297 w 7174"/>
              <a:gd name="T53" fmla="*/ 2085 h 6848"/>
              <a:gd name="T54" fmla="*/ 6770 w 7174"/>
              <a:gd name="T55" fmla="*/ 4140 h 6848"/>
              <a:gd name="T56" fmla="*/ 6039 w 7174"/>
              <a:gd name="T57" fmla="*/ 5655 h 6848"/>
              <a:gd name="T58" fmla="*/ 4146 w 7174"/>
              <a:gd name="T59" fmla="*/ 6479 h 6848"/>
              <a:gd name="T60" fmla="*/ 2748 w 7174"/>
              <a:gd name="T61" fmla="*/ 6381 h 6848"/>
              <a:gd name="T62" fmla="*/ 1478 w 7174"/>
              <a:gd name="T63" fmla="*/ 5777 h 6848"/>
              <a:gd name="T64" fmla="*/ 753 w 7174"/>
              <a:gd name="T65" fmla="*/ 3620 h 6848"/>
              <a:gd name="T66" fmla="*/ 1506 w 7174"/>
              <a:gd name="T67" fmla="*/ 1371 h 6848"/>
              <a:gd name="T68" fmla="*/ 2485 w 7174"/>
              <a:gd name="T69" fmla="*/ 699 h 6848"/>
              <a:gd name="T70" fmla="*/ 1337 w 7174"/>
              <a:gd name="T71" fmla="*/ 1292 h 6848"/>
              <a:gd name="T72" fmla="*/ 352 w 7174"/>
              <a:gd name="T73" fmla="*/ 2919 h 6848"/>
              <a:gd name="T74" fmla="*/ 397 w 7174"/>
              <a:gd name="T75" fmla="*/ 4520 h 6848"/>
              <a:gd name="T76" fmla="*/ 1278 w 7174"/>
              <a:gd name="T77" fmla="*/ 5830 h 6848"/>
              <a:gd name="T78" fmla="*/ 2149 w 7174"/>
              <a:gd name="T79" fmla="*/ 6476 h 6848"/>
              <a:gd name="T80" fmla="*/ 549 w 7174"/>
              <a:gd name="T81" fmla="*/ 5212 h 6848"/>
              <a:gd name="T82" fmla="*/ 133 w 7174"/>
              <a:gd name="T83" fmla="*/ 3666 h 6848"/>
              <a:gd name="T84" fmla="*/ 671 w 7174"/>
              <a:gd name="T85" fmla="*/ 1803 h 6848"/>
              <a:gd name="T86" fmla="*/ 1670 w 7174"/>
              <a:gd name="T87" fmla="*/ 988 h 6848"/>
              <a:gd name="T88" fmla="*/ 6538 w 7174"/>
              <a:gd name="T89" fmla="*/ 2238 h 6848"/>
              <a:gd name="T90" fmla="*/ 6013 w 7174"/>
              <a:gd name="T91" fmla="*/ 1423 h 6848"/>
              <a:gd name="T92" fmla="*/ 628 w 7174"/>
              <a:gd name="T93" fmla="*/ 3285 h 6848"/>
              <a:gd name="T94" fmla="*/ 989 w 7174"/>
              <a:gd name="T95" fmla="*/ 5287 h 6848"/>
              <a:gd name="T96" fmla="*/ 433 w 7174"/>
              <a:gd name="T97" fmla="*/ 3702 h 6848"/>
              <a:gd name="T98" fmla="*/ 807 w 7174"/>
              <a:gd name="T99" fmla="*/ 2122 h 6848"/>
              <a:gd name="T100" fmla="*/ 6704 w 7174"/>
              <a:gd name="T101" fmla="*/ 5323 h 6848"/>
              <a:gd name="T102" fmla="*/ 5665 w 7174"/>
              <a:gd name="T103" fmla="*/ 6530 h 6848"/>
              <a:gd name="T104" fmla="*/ 6183 w 7174"/>
              <a:gd name="T105" fmla="*/ 5840 h 6848"/>
              <a:gd name="T106" fmla="*/ 615 w 7174"/>
              <a:gd name="T107" fmla="*/ 5532 h 6848"/>
              <a:gd name="T108" fmla="*/ 392 w 7174"/>
              <a:gd name="T109" fmla="*/ 5248 h 6848"/>
              <a:gd name="T110" fmla="*/ 615 w 7174"/>
              <a:gd name="T111" fmla="*/ 5532 h 6848"/>
              <a:gd name="T112" fmla="*/ 4506 w 7174"/>
              <a:gd name="T113" fmla="*/ 6572 h 6848"/>
              <a:gd name="T114" fmla="*/ 5570 w 7174"/>
              <a:gd name="T115" fmla="*/ 6153 h 6848"/>
              <a:gd name="T116" fmla="*/ 2638 w 7174"/>
              <a:gd name="T117" fmla="*/ 6526 h 6848"/>
              <a:gd name="T118" fmla="*/ 3173 w 7174"/>
              <a:gd name="T119" fmla="*/ 6618 h 68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7174" h="6848">
                <a:moveTo>
                  <a:pt x="3902" y="17"/>
                </a:moveTo>
                <a:lnTo>
                  <a:pt x="3807" y="23"/>
                </a:lnTo>
                <a:lnTo>
                  <a:pt x="3626" y="42"/>
                </a:lnTo>
                <a:lnTo>
                  <a:pt x="3450" y="69"/>
                </a:lnTo>
                <a:lnTo>
                  <a:pt x="3280" y="103"/>
                </a:lnTo>
                <a:lnTo>
                  <a:pt x="3115" y="148"/>
                </a:lnTo>
                <a:lnTo>
                  <a:pt x="2953" y="201"/>
                </a:lnTo>
                <a:lnTo>
                  <a:pt x="2789" y="263"/>
                </a:lnTo>
                <a:lnTo>
                  <a:pt x="2625" y="337"/>
                </a:lnTo>
                <a:lnTo>
                  <a:pt x="2541" y="378"/>
                </a:lnTo>
                <a:lnTo>
                  <a:pt x="2436" y="429"/>
                </a:lnTo>
                <a:lnTo>
                  <a:pt x="2226" y="525"/>
                </a:lnTo>
                <a:lnTo>
                  <a:pt x="2154" y="553"/>
                </a:lnTo>
                <a:lnTo>
                  <a:pt x="2069" y="586"/>
                </a:lnTo>
                <a:lnTo>
                  <a:pt x="1881" y="672"/>
                </a:lnTo>
                <a:lnTo>
                  <a:pt x="1685" y="774"/>
                </a:lnTo>
                <a:lnTo>
                  <a:pt x="1504" y="880"/>
                </a:lnTo>
                <a:lnTo>
                  <a:pt x="1427" y="930"/>
                </a:lnTo>
                <a:lnTo>
                  <a:pt x="1319" y="1006"/>
                </a:lnTo>
                <a:lnTo>
                  <a:pt x="1084" y="1192"/>
                </a:lnTo>
                <a:lnTo>
                  <a:pt x="856" y="1396"/>
                </a:lnTo>
                <a:lnTo>
                  <a:pt x="664" y="1589"/>
                </a:lnTo>
                <a:lnTo>
                  <a:pt x="597" y="1670"/>
                </a:lnTo>
                <a:lnTo>
                  <a:pt x="546" y="1736"/>
                </a:lnTo>
                <a:lnTo>
                  <a:pt x="451" y="1874"/>
                </a:lnTo>
                <a:lnTo>
                  <a:pt x="365" y="2022"/>
                </a:lnTo>
                <a:lnTo>
                  <a:pt x="286" y="2177"/>
                </a:lnTo>
                <a:lnTo>
                  <a:pt x="214" y="2339"/>
                </a:lnTo>
                <a:lnTo>
                  <a:pt x="152" y="2507"/>
                </a:lnTo>
                <a:lnTo>
                  <a:pt x="99" y="2679"/>
                </a:lnTo>
                <a:lnTo>
                  <a:pt x="56" y="2856"/>
                </a:lnTo>
                <a:lnTo>
                  <a:pt x="39" y="2946"/>
                </a:lnTo>
                <a:lnTo>
                  <a:pt x="30" y="2998"/>
                </a:lnTo>
                <a:lnTo>
                  <a:pt x="16" y="3137"/>
                </a:lnTo>
                <a:lnTo>
                  <a:pt x="3" y="3397"/>
                </a:lnTo>
                <a:lnTo>
                  <a:pt x="0" y="3801"/>
                </a:lnTo>
                <a:lnTo>
                  <a:pt x="16" y="4187"/>
                </a:lnTo>
                <a:lnTo>
                  <a:pt x="31" y="4341"/>
                </a:lnTo>
                <a:lnTo>
                  <a:pt x="41" y="4430"/>
                </a:lnTo>
                <a:lnTo>
                  <a:pt x="69" y="4601"/>
                </a:lnTo>
                <a:lnTo>
                  <a:pt x="103" y="4763"/>
                </a:lnTo>
                <a:lnTo>
                  <a:pt x="144" y="4918"/>
                </a:lnTo>
                <a:lnTo>
                  <a:pt x="191" y="5066"/>
                </a:lnTo>
                <a:lnTo>
                  <a:pt x="246" y="5207"/>
                </a:lnTo>
                <a:lnTo>
                  <a:pt x="306" y="5341"/>
                </a:lnTo>
                <a:lnTo>
                  <a:pt x="374" y="5469"/>
                </a:lnTo>
                <a:lnTo>
                  <a:pt x="450" y="5591"/>
                </a:lnTo>
                <a:lnTo>
                  <a:pt x="532" y="5706"/>
                </a:lnTo>
                <a:lnTo>
                  <a:pt x="623" y="5815"/>
                </a:lnTo>
                <a:lnTo>
                  <a:pt x="720" y="5919"/>
                </a:lnTo>
                <a:lnTo>
                  <a:pt x="825" y="6016"/>
                </a:lnTo>
                <a:lnTo>
                  <a:pt x="937" y="6108"/>
                </a:lnTo>
                <a:lnTo>
                  <a:pt x="1060" y="6196"/>
                </a:lnTo>
                <a:lnTo>
                  <a:pt x="1188" y="6279"/>
                </a:lnTo>
                <a:lnTo>
                  <a:pt x="1255" y="6318"/>
                </a:lnTo>
                <a:lnTo>
                  <a:pt x="1332" y="6362"/>
                </a:lnTo>
                <a:lnTo>
                  <a:pt x="1434" y="6431"/>
                </a:lnTo>
                <a:lnTo>
                  <a:pt x="1442" y="6444"/>
                </a:lnTo>
                <a:lnTo>
                  <a:pt x="1444" y="6451"/>
                </a:lnTo>
                <a:lnTo>
                  <a:pt x="1477" y="6477"/>
                </a:lnTo>
                <a:lnTo>
                  <a:pt x="1573" y="6533"/>
                </a:lnTo>
                <a:lnTo>
                  <a:pt x="1756" y="6622"/>
                </a:lnTo>
                <a:lnTo>
                  <a:pt x="1936" y="6697"/>
                </a:lnTo>
                <a:lnTo>
                  <a:pt x="1999" y="6716"/>
                </a:lnTo>
                <a:lnTo>
                  <a:pt x="2081" y="6729"/>
                </a:lnTo>
                <a:lnTo>
                  <a:pt x="2435" y="6757"/>
                </a:lnTo>
                <a:lnTo>
                  <a:pt x="2650" y="6767"/>
                </a:lnTo>
                <a:lnTo>
                  <a:pt x="3059" y="6787"/>
                </a:lnTo>
                <a:lnTo>
                  <a:pt x="3190" y="6799"/>
                </a:lnTo>
                <a:lnTo>
                  <a:pt x="3214" y="6806"/>
                </a:lnTo>
                <a:lnTo>
                  <a:pt x="3380" y="6826"/>
                </a:lnTo>
                <a:lnTo>
                  <a:pt x="3495" y="6838"/>
                </a:lnTo>
                <a:lnTo>
                  <a:pt x="3621" y="6846"/>
                </a:lnTo>
                <a:lnTo>
                  <a:pt x="3892" y="6848"/>
                </a:lnTo>
                <a:lnTo>
                  <a:pt x="4168" y="6829"/>
                </a:lnTo>
                <a:lnTo>
                  <a:pt x="4430" y="6793"/>
                </a:lnTo>
                <a:lnTo>
                  <a:pt x="4549" y="6767"/>
                </a:lnTo>
                <a:lnTo>
                  <a:pt x="4598" y="6757"/>
                </a:lnTo>
                <a:lnTo>
                  <a:pt x="4723" y="6737"/>
                </a:lnTo>
                <a:lnTo>
                  <a:pt x="4962" y="6714"/>
                </a:lnTo>
                <a:lnTo>
                  <a:pt x="5149" y="6706"/>
                </a:lnTo>
                <a:lnTo>
                  <a:pt x="5249" y="6701"/>
                </a:lnTo>
                <a:lnTo>
                  <a:pt x="5428" y="6687"/>
                </a:lnTo>
                <a:lnTo>
                  <a:pt x="5583" y="6668"/>
                </a:lnTo>
                <a:lnTo>
                  <a:pt x="5720" y="6642"/>
                </a:lnTo>
                <a:lnTo>
                  <a:pt x="5841" y="6608"/>
                </a:lnTo>
                <a:lnTo>
                  <a:pt x="5951" y="6563"/>
                </a:lnTo>
                <a:lnTo>
                  <a:pt x="6055" y="6507"/>
                </a:lnTo>
                <a:lnTo>
                  <a:pt x="6157" y="6441"/>
                </a:lnTo>
                <a:lnTo>
                  <a:pt x="6209" y="6401"/>
                </a:lnTo>
                <a:lnTo>
                  <a:pt x="6252" y="6367"/>
                </a:lnTo>
                <a:lnTo>
                  <a:pt x="6340" y="6276"/>
                </a:lnTo>
                <a:lnTo>
                  <a:pt x="6427" y="6166"/>
                </a:lnTo>
                <a:lnTo>
                  <a:pt x="6515" y="6036"/>
                </a:lnTo>
                <a:lnTo>
                  <a:pt x="6597" y="5893"/>
                </a:lnTo>
                <a:lnTo>
                  <a:pt x="6675" y="5739"/>
                </a:lnTo>
                <a:lnTo>
                  <a:pt x="6745" y="5578"/>
                </a:lnTo>
                <a:lnTo>
                  <a:pt x="6804" y="5415"/>
                </a:lnTo>
                <a:lnTo>
                  <a:pt x="6829" y="5331"/>
                </a:lnTo>
                <a:lnTo>
                  <a:pt x="6856" y="5235"/>
                </a:lnTo>
                <a:lnTo>
                  <a:pt x="6902" y="5027"/>
                </a:lnTo>
                <a:lnTo>
                  <a:pt x="6937" y="4817"/>
                </a:lnTo>
                <a:lnTo>
                  <a:pt x="6957" y="4634"/>
                </a:lnTo>
                <a:lnTo>
                  <a:pt x="6958" y="4559"/>
                </a:lnTo>
                <a:lnTo>
                  <a:pt x="6962" y="4489"/>
                </a:lnTo>
                <a:lnTo>
                  <a:pt x="7001" y="4265"/>
                </a:lnTo>
                <a:lnTo>
                  <a:pt x="7030" y="4145"/>
                </a:lnTo>
                <a:lnTo>
                  <a:pt x="7067" y="3995"/>
                </a:lnTo>
                <a:lnTo>
                  <a:pt x="7124" y="3692"/>
                </a:lnTo>
                <a:lnTo>
                  <a:pt x="7160" y="3389"/>
                </a:lnTo>
                <a:lnTo>
                  <a:pt x="7174" y="3086"/>
                </a:lnTo>
                <a:lnTo>
                  <a:pt x="7167" y="2787"/>
                </a:lnTo>
                <a:lnTo>
                  <a:pt x="7139" y="2497"/>
                </a:lnTo>
                <a:lnTo>
                  <a:pt x="7092" y="2215"/>
                </a:lnTo>
                <a:lnTo>
                  <a:pt x="7023" y="1947"/>
                </a:lnTo>
                <a:lnTo>
                  <a:pt x="6980" y="1819"/>
                </a:lnTo>
                <a:lnTo>
                  <a:pt x="6952" y="1740"/>
                </a:lnTo>
                <a:lnTo>
                  <a:pt x="6889" y="1589"/>
                </a:lnTo>
                <a:lnTo>
                  <a:pt x="6820" y="1443"/>
                </a:lnTo>
                <a:lnTo>
                  <a:pt x="6744" y="1304"/>
                </a:lnTo>
                <a:lnTo>
                  <a:pt x="6662" y="1170"/>
                </a:lnTo>
                <a:lnTo>
                  <a:pt x="6573" y="1042"/>
                </a:lnTo>
                <a:lnTo>
                  <a:pt x="6478" y="923"/>
                </a:lnTo>
                <a:lnTo>
                  <a:pt x="6377" y="808"/>
                </a:lnTo>
                <a:lnTo>
                  <a:pt x="6271" y="701"/>
                </a:lnTo>
                <a:lnTo>
                  <a:pt x="6157" y="602"/>
                </a:lnTo>
                <a:lnTo>
                  <a:pt x="6039" y="507"/>
                </a:lnTo>
                <a:lnTo>
                  <a:pt x="5915" y="421"/>
                </a:lnTo>
                <a:lnTo>
                  <a:pt x="5786" y="342"/>
                </a:lnTo>
                <a:lnTo>
                  <a:pt x="5652" y="270"/>
                </a:lnTo>
                <a:lnTo>
                  <a:pt x="5511" y="207"/>
                </a:lnTo>
                <a:lnTo>
                  <a:pt x="5367" y="149"/>
                </a:lnTo>
                <a:lnTo>
                  <a:pt x="5293" y="125"/>
                </a:lnTo>
                <a:lnTo>
                  <a:pt x="5221" y="102"/>
                </a:lnTo>
                <a:lnTo>
                  <a:pt x="5083" y="64"/>
                </a:lnTo>
                <a:lnTo>
                  <a:pt x="4943" y="36"/>
                </a:lnTo>
                <a:lnTo>
                  <a:pt x="4799" y="16"/>
                </a:lnTo>
                <a:lnTo>
                  <a:pt x="4641" y="4"/>
                </a:lnTo>
                <a:lnTo>
                  <a:pt x="4466" y="0"/>
                </a:lnTo>
                <a:lnTo>
                  <a:pt x="4158" y="4"/>
                </a:lnTo>
                <a:lnTo>
                  <a:pt x="3902" y="17"/>
                </a:lnTo>
                <a:close/>
                <a:moveTo>
                  <a:pt x="4993" y="169"/>
                </a:moveTo>
                <a:lnTo>
                  <a:pt x="5086" y="188"/>
                </a:lnTo>
                <a:lnTo>
                  <a:pt x="5268" y="238"/>
                </a:lnTo>
                <a:lnTo>
                  <a:pt x="5445" y="304"/>
                </a:lnTo>
                <a:lnTo>
                  <a:pt x="5616" y="385"/>
                </a:lnTo>
                <a:lnTo>
                  <a:pt x="5780" y="479"/>
                </a:lnTo>
                <a:lnTo>
                  <a:pt x="5938" y="587"/>
                </a:lnTo>
                <a:lnTo>
                  <a:pt x="6088" y="708"/>
                </a:lnTo>
                <a:lnTo>
                  <a:pt x="6229" y="841"/>
                </a:lnTo>
                <a:lnTo>
                  <a:pt x="6360" y="985"/>
                </a:lnTo>
                <a:lnTo>
                  <a:pt x="6482" y="1140"/>
                </a:lnTo>
                <a:lnTo>
                  <a:pt x="6594" y="1305"/>
                </a:lnTo>
                <a:lnTo>
                  <a:pt x="6695" y="1480"/>
                </a:lnTo>
                <a:lnTo>
                  <a:pt x="6786" y="1663"/>
                </a:lnTo>
                <a:lnTo>
                  <a:pt x="6862" y="1854"/>
                </a:lnTo>
                <a:lnTo>
                  <a:pt x="6927" y="2052"/>
                </a:lnTo>
                <a:lnTo>
                  <a:pt x="6977" y="2257"/>
                </a:lnTo>
                <a:lnTo>
                  <a:pt x="6997" y="2362"/>
                </a:lnTo>
                <a:lnTo>
                  <a:pt x="7008" y="2429"/>
                </a:lnTo>
                <a:lnTo>
                  <a:pt x="7021" y="2570"/>
                </a:lnTo>
                <a:lnTo>
                  <a:pt x="7029" y="2847"/>
                </a:lnTo>
                <a:lnTo>
                  <a:pt x="7023" y="3152"/>
                </a:lnTo>
                <a:lnTo>
                  <a:pt x="7017" y="3381"/>
                </a:lnTo>
                <a:lnTo>
                  <a:pt x="6997" y="3733"/>
                </a:lnTo>
                <a:lnTo>
                  <a:pt x="6987" y="3798"/>
                </a:lnTo>
                <a:lnTo>
                  <a:pt x="6981" y="3821"/>
                </a:lnTo>
                <a:lnTo>
                  <a:pt x="6973" y="3834"/>
                </a:lnTo>
                <a:lnTo>
                  <a:pt x="6970" y="3829"/>
                </a:lnTo>
                <a:lnTo>
                  <a:pt x="6962" y="3775"/>
                </a:lnTo>
                <a:lnTo>
                  <a:pt x="6961" y="3651"/>
                </a:lnTo>
                <a:lnTo>
                  <a:pt x="6958" y="3498"/>
                </a:lnTo>
                <a:lnTo>
                  <a:pt x="6934" y="3188"/>
                </a:lnTo>
                <a:lnTo>
                  <a:pt x="6893" y="2879"/>
                </a:lnTo>
                <a:lnTo>
                  <a:pt x="6834" y="2579"/>
                </a:lnTo>
                <a:lnTo>
                  <a:pt x="6760" y="2290"/>
                </a:lnTo>
                <a:lnTo>
                  <a:pt x="6672" y="2019"/>
                </a:lnTo>
                <a:lnTo>
                  <a:pt x="6570" y="1770"/>
                </a:lnTo>
                <a:lnTo>
                  <a:pt x="6456" y="1549"/>
                </a:lnTo>
                <a:lnTo>
                  <a:pt x="6396" y="1453"/>
                </a:lnTo>
                <a:lnTo>
                  <a:pt x="6344" y="1380"/>
                </a:lnTo>
                <a:lnTo>
                  <a:pt x="6199" y="1213"/>
                </a:lnTo>
                <a:lnTo>
                  <a:pt x="6026" y="1042"/>
                </a:lnTo>
                <a:lnTo>
                  <a:pt x="5851" y="893"/>
                </a:lnTo>
                <a:lnTo>
                  <a:pt x="5772" y="837"/>
                </a:lnTo>
                <a:lnTo>
                  <a:pt x="5707" y="795"/>
                </a:lnTo>
                <a:lnTo>
                  <a:pt x="5572" y="716"/>
                </a:lnTo>
                <a:lnTo>
                  <a:pt x="5429" y="642"/>
                </a:lnTo>
                <a:lnTo>
                  <a:pt x="5280" y="576"/>
                </a:lnTo>
                <a:lnTo>
                  <a:pt x="5124" y="515"/>
                </a:lnTo>
                <a:lnTo>
                  <a:pt x="4965" y="462"/>
                </a:lnTo>
                <a:lnTo>
                  <a:pt x="4801" y="416"/>
                </a:lnTo>
                <a:lnTo>
                  <a:pt x="4634" y="378"/>
                </a:lnTo>
                <a:lnTo>
                  <a:pt x="4549" y="362"/>
                </a:lnTo>
                <a:lnTo>
                  <a:pt x="4441" y="344"/>
                </a:lnTo>
                <a:lnTo>
                  <a:pt x="4159" y="324"/>
                </a:lnTo>
                <a:lnTo>
                  <a:pt x="3817" y="320"/>
                </a:lnTo>
                <a:lnTo>
                  <a:pt x="3433" y="333"/>
                </a:lnTo>
                <a:lnTo>
                  <a:pt x="3232" y="344"/>
                </a:lnTo>
                <a:lnTo>
                  <a:pt x="3096" y="355"/>
                </a:lnTo>
                <a:lnTo>
                  <a:pt x="2908" y="363"/>
                </a:lnTo>
                <a:lnTo>
                  <a:pt x="2886" y="362"/>
                </a:lnTo>
                <a:lnTo>
                  <a:pt x="2886" y="357"/>
                </a:lnTo>
                <a:lnTo>
                  <a:pt x="2924" y="340"/>
                </a:lnTo>
                <a:lnTo>
                  <a:pt x="3039" y="303"/>
                </a:lnTo>
                <a:lnTo>
                  <a:pt x="3262" y="241"/>
                </a:lnTo>
                <a:lnTo>
                  <a:pt x="3485" y="189"/>
                </a:lnTo>
                <a:lnTo>
                  <a:pt x="3567" y="175"/>
                </a:lnTo>
                <a:lnTo>
                  <a:pt x="3626" y="166"/>
                </a:lnTo>
                <a:lnTo>
                  <a:pt x="3784" y="154"/>
                </a:lnTo>
                <a:lnTo>
                  <a:pt x="4080" y="141"/>
                </a:lnTo>
                <a:lnTo>
                  <a:pt x="4516" y="139"/>
                </a:lnTo>
                <a:lnTo>
                  <a:pt x="4799" y="151"/>
                </a:lnTo>
                <a:lnTo>
                  <a:pt x="4943" y="162"/>
                </a:lnTo>
                <a:lnTo>
                  <a:pt x="4993" y="169"/>
                </a:lnTo>
                <a:close/>
                <a:moveTo>
                  <a:pt x="3962" y="474"/>
                </a:moveTo>
                <a:lnTo>
                  <a:pt x="4051" y="484"/>
                </a:lnTo>
                <a:lnTo>
                  <a:pt x="4227" y="515"/>
                </a:lnTo>
                <a:lnTo>
                  <a:pt x="4286" y="531"/>
                </a:lnTo>
                <a:lnTo>
                  <a:pt x="4405" y="567"/>
                </a:lnTo>
                <a:lnTo>
                  <a:pt x="4238" y="550"/>
                </a:lnTo>
                <a:lnTo>
                  <a:pt x="4007" y="535"/>
                </a:lnTo>
                <a:lnTo>
                  <a:pt x="3614" y="521"/>
                </a:lnTo>
                <a:lnTo>
                  <a:pt x="3349" y="512"/>
                </a:lnTo>
                <a:lnTo>
                  <a:pt x="3247" y="504"/>
                </a:lnTo>
                <a:lnTo>
                  <a:pt x="3247" y="501"/>
                </a:lnTo>
                <a:lnTo>
                  <a:pt x="3291" y="494"/>
                </a:lnTo>
                <a:lnTo>
                  <a:pt x="3351" y="488"/>
                </a:lnTo>
                <a:lnTo>
                  <a:pt x="3505" y="469"/>
                </a:lnTo>
                <a:lnTo>
                  <a:pt x="3567" y="459"/>
                </a:lnTo>
                <a:lnTo>
                  <a:pt x="3588" y="454"/>
                </a:lnTo>
                <a:lnTo>
                  <a:pt x="3659" y="449"/>
                </a:lnTo>
                <a:lnTo>
                  <a:pt x="3818" y="456"/>
                </a:lnTo>
                <a:lnTo>
                  <a:pt x="3962" y="474"/>
                </a:lnTo>
                <a:close/>
                <a:moveTo>
                  <a:pt x="4837" y="541"/>
                </a:moveTo>
                <a:lnTo>
                  <a:pt x="4930" y="568"/>
                </a:lnTo>
                <a:lnTo>
                  <a:pt x="5120" y="637"/>
                </a:lnTo>
                <a:lnTo>
                  <a:pt x="5308" y="722"/>
                </a:lnTo>
                <a:lnTo>
                  <a:pt x="5493" y="820"/>
                </a:lnTo>
                <a:lnTo>
                  <a:pt x="5668" y="926"/>
                </a:lnTo>
                <a:lnTo>
                  <a:pt x="5829" y="1041"/>
                </a:lnTo>
                <a:lnTo>
                  <a:pt x="5973" y="1159"/>
                </a:lnTo>
                <a:lnTo>
                  <a:pt x="6095" y="1279"/>
                </a:lnTo>
                <a:lnTo>
                  <a:pt x="6146" y="1340"/>
                </a:lnTo>
                <a:lnTo>
                  <a:pt x="6225" y="1440"/>
                </a:lnTo>
                <a:lnTo>
                  <a:pt x="6088" y="1317"/>
                </a:lnTo>
                <a:lnTo>
                  <a:pt x="6010" y="1248"/>
                </a:lnTo>
                <a:lnTo>
                  <a:pt x="5839" y="1120"/>
                </a:lnTo>
                <a:lnTo>
                  <a:pt x="5622" y="988"/>
                </a:lnTo>
                <a:lnTo>
                  <a:pt x="5330" y="833"/>
                </a:lnTo>
                <a:lnTo>
                  <a:pt x="5139" y="737"/>
                </a:lnTo>
                <a:lnTo>
                  <a:pt x="4760" y="550"/>
                </a:lnTo>
                <a:lnTo>
                  <a:pt x="4660" y="495"/>
                </a:lnTo>
                <a:lnTo>
                  <a:pt x="4706" y="505"/>
                </a:lnTo>
                <a:lnTo>
                  <a:pt x="4837" y="541"/>
                </a:lnTo>
                <a:close/>
                <a:moveTo>
                  <a:pt x="4361" y="699"/>
                </a:moveTo>
                <a:lnTo>
                  <a:pt x="4549" y="731"/>
                </a:lnTo>
                <a:lnTo>
                  <a:pt x="4782" y="781"/>
                </a:lnTo>
                <a:lnTo>
                  <a:pt x="4917" y="818"/>
                </a:lnTo>
                <a:lnTo>
                  <a:pt x="5037" y="860"/>
                </a:lnTo>
                <a:lnTo>
                  <a:pt x="5146" y="907"/>
                </a:lnTo>
                <a:lnTo>
                  <a:pt x="5245" y="961"/>
                </a:lnTo>
                <a:lnTo>
                  <a:pt x="5340" y="1021"/>
                </a:lnTo>
                <a:lnTo>
                  <a:pt x="5386" y="1055"/>
                </a:lnTo>
                <a:lnTo>
                  <a:pt x="5480" y="1127"/>
                </a:lnTo>
                <a:lnTo>
                  <a:pt x="5661" y="1289"/>
                </a:lnTo>
                <a:lnTo>
                  <a:pt x="5836" y="1469"/>
                </a:lnTo>
                <a:lnTo>
                  <a:pt x="6002" y="1663"/>
                </a:lnTo>
                <a:lnTo>
                  <a:pt x="6156" y="1869"/>
                </a:lnTo>
                <a:lnTo>
                  <a:pt x="6297" y="2085"/>
                </a:lnTo>
                <a:lnTo>
                  <a:pt x="6423" y="2307"/>
                </a:lnTo>
                <a:lnTo>
                  <a:pt x="6531" y="2533"/>
                </a:lnTo>
                <a:lnTo>
                  <a:pt x="6577" y="2646"/>
                </a:lnTo>
                <a:lnTo>
                  <a:pt x="6627" y="2776"/>
                </a:lnTo>
                <a:lnTo>
                  <a:pt x="6706" y="3018"/>
                </a:lnTo>
                <a:lnTo>
                  <a:pt x="6763" y="3249"/>
                </a:lnTo>
                <a:lnTo>
                  <a:pt x="6797" y="3472"/>
                </a:lnTo>
                <a:lnTo>
                  <a:pt x="6810" y="3692"/>
                </a:lnTo>
                <a:lnTo>
                  <a:pt x="6800" y="3913"/>
                </a:lnTo>
                <a:lnTo>
                  <a:pt x="6770" y="4140"/>
                </a:lnTo>
                <a:lnTo>
                  <a:pt x="6718" y="4378"/>
                </a:lnTo>
                <a:lnTo>
                  <a:pt x="6683" y="4504"/>
                </a:lnTo>
                <a:lnTo>
                  <a:pt x="6650" y="4606"/>
                </a:lnTo>
                <a:lnTo>
                  <a:pt x="6541" y="4871"/>
                </a:lnTo>
                <a:lnTo>
                  <a:pt x="6407" y="5151"/>
                </a:lnTo>
                <a:lnTo>
                  <a:pt x="6308" y="5331"/>
                </a:lnTo>
                <a:lnTo>
                  <a:pt x="6249" y="5426"/>
                </a:lnTo>
                <a:lnTo>
                  <a:pt x="6223" y="5461"/>
                </a:lnTo>
                <a:lnTo>
                  <a:pt x="6173" y="5521"/>
                </a:lnTo>
                <a:lnTo>
                  <a:pt x="6039" y="5655"/>
                </a:lnTo>
                <a:lnTo>
                  <a:pt x="5877" y="5790"/>
                </a:lnTo>
                <a:lnTo>
                  <a:pt x="5704" y="5914"/>
                </a:lnTo>
                <a:lnTo>
                  <a:pt x="5619" y="5966"/>
                </a:lnTo>
                <a:lnTo>
                  <a:pt x="5560" y="5999"/>
                </a:lnTo>
                <a:lnTo>
                  <a:pt x="5413" y="6070"/>
                </a:lnTo>
                <a:lnTo>
                  <a:pt x="5238" y="6143"/>
                </a:lnTo>
                <a:lnTo>
                  <a:pt x="5039" y="6216"/>
                </a:lnTo>
                <a:lnTo>
                  <a:pt x="4714" y="6325"/>
                </a:lnTo>
                <a:lnTo>
                  <a:pt x="4372" y="6423"/>
                </a:lnTo>
                <a:lnTo>
                  <a:pt x="4146" y="6479"/>
                </a:lnTo>
                <a:lnTo>
                  <a:pt x="4037" y="6502"/>
                </a:lnTo>
                <a:lnTo>
                  <a:pt x="3956" y="6519"/>
                </a:lnTo>
                <a:lnTo>
                  <a:pt x="3839" y="6540"/>
                </a:lnTo>
                <a:lnTo>
                  <a:pt x="3739" y="6546"/>
                </a:lnTo>
                <a:lnTo>
                  <a:pt x="3623" y="6538"/>
                </a:lnTo>
                <a:lnTo>
                  <a:pt x="3545" y="6529"/>
                </a:lnTo>
                <a:lnTo>
                  <a:pt x="3427" y="6513"/>
                </a:lnTo>
                <a:lnTo>
                  <a:pt x="3194" y="6477"/>
                </a:lnTo>
                <a:lnTo>
                  <a:pt x="2968" y="6433"/>
                </a:lnTo>
                <a:lnTo>
                  <a:pt x="2748" y="6381"/>
                </a:lnTo>
                <a:lnTo>
                  <a:pt x="2538" y="6322"/>
                </a:lnTo>
                <a:lnTo>
                  <a:pt x="2336" y="6255"/>
                </a:lnTo>
                <a:lnTo>
                  <a:pt x="2143" y="6182"/>
                </a:lnTo>
                <a:lnTo>
                  <a:pt x="1962" y="6103"/>
                </a:lnTo>
                <a:lnTo>
                  <a:pt x="1877" y="6059"/>
                </a:lnTo>
                <a:lnTo>
                  <a:pt x="1802" y="6021"/>
                </a:lnTo>
                <a:lnTo>
                  <a:pt x="1687" y="5953"/>
                </a:lnTo>
                <a:lnTo>
                  <a:pt x="1598" y="5890"/>
                </a:lnTo>
                <a:lnTo>
                  <a:pt x="1519" y="5820"/>
                </a:lnTo>
                <a:lnTo>
                  <a:pt x="1478" y="5777"/>
                </a:lnTo>
                <a:lnTo>
                  <a:pt x="1396" y="5685"/>
                </a:lnTo>
                <a:lnTo>
                  <a:pt x="1248" y="5487"/>
                </a:lnTo>
                <a:lnTo>
                  <a:pt x="1119" y="5271"/>
                </a:lnTo>
                <a:lnTo>
                  <a:pt x="1009" y="5039"/>
                </a:lnTo>
                <a:lnTo>
                  <a:pt x="919" y="4789"/>
                </a:lnTo>
                <a:lnTo>
                  <a:pt x="848" y="4522"/>
                </a:lnTo>
                <a:lnTo>
                  <a:pt x="797" y="4239"/>
                </a:lnTo>
                <a:lnTo>
                  <a:pt x="765" y="3941"/>
                </a:lnTo>
                <a:lnTo>
                  <a:pt x="758" y="3786"/>
                </a:lnTo>
                <a:lnTo>
                  <a:pt x="753" y="3620"/>
                </a:lnTo>
                <a:lnTo>
                  <a:pt x="762" y="3302"/>
                </a:lnTo>
                <a:lnTo>
                  <a:pt x="794" y="2998"/>
                </a:lnTo>
                <a:lnTo>
                  <a:pt x="847" y="2708"/>
                </a:lnTo>
                <a:lnTo>
                  <a:pt x="923" y="2429"/>
                </a:lnTo>
                <a:lnTo>
                  <a:pt x="1022" y="2164"/>
                </a:lnTo>
                <a:lnTo>
                  <a:pt x="1145" y="1908"/>
                </a:lnTo>
                <a:lnTo>
                  <a:pt x="1291" y="1663"/>
                </a:lnTo>
                <a:lnTo>
                  <a:pt x="1373" y="1543"/>
                </a:lnTo>
                <a:lnTo>
                  <a:pt x="1416" y="1485"/>
                </a:lnTo>
                <a:lnTo>
                  <a:pt x="1506" y="1371"/>
                </a:lnTo>
                <a:lnTo>
                  <a:pt x="1598" y="1268"/>
                </a:lnTo>
                <a:lnTo>
                  <a:pt x="1693" y="1170"/>
                </a:lnTo>
                <a:lnTo>
                  <a:pt x="1790" y="1083"/>
                </a:lnTo>
                <a:lnTo>
                  <a:pt x="1891" y="1002"/>
                </a:lnTo>
                <a:lnTo>
                  <a:pt x="1993" y="930"/>
                </a:lnTo>
                <a:lnTo>
                  <a:pt x="2098" y="866"/>
                </a:lnTo>
                <a:lnTo>
                  <a:pt x="2153" y="837"/>
                </a:lnTo>
                <a:lnTo>
                  <a:pt x="2254" y="788"/>
                </a:lnTo>
                <a:lnTo>
                  <a:pt x="2433" y="712"/>
                </a:lnTo>
                <a:lnTo>
                  <a:pt x="2485" y="699"/>
                </a:lnTo>
                <a:lnTo>
                  <a:pt x="2554" y="688"/>
                </a:lnTo>
                <a:lnTo>
                  <a:pt x="2747" y="670"/>
                </a:lnTo>
                <a:lnTo>
                  <a:pt x="3119" y="655"/>
                </a:lnTo>
                <a:lnTo>
                  <a:pt x="3687" y="655"/>
                </a:lnTo>
                <a:lnTo>
                  <a:pt x="4073" y="670"/>
                </a:lnTo>
                <a:lnTo>
                  <a:pt x="4282" y="688"/>
                </a:lnTo>
                <a:lnTo>
                  <a:pt x="4361" y="699"/>
                </a:lnTo>
                <a:close/>
                <a:moveTo>
                  <a:pt x="1625" y="1024"/>
                </a:moveTo>
                <a:lnTo>
                  <a:pt x="1547" y="1090"/>
                </a:lnTo>
                <a:lnTo>
                  <a:pt x="1337" y="1292"/>
                </a:lnTo>
                <a:lnTo>
                  <a:pt x="1110" y="1531"/>
                </a:lnTo>
                <a:lnTo>
                  <a:pt x="916" y="1752"/>
                </a:lnTo>
                <a:lnTo>
                  <a:pt x="853" y="1835"/>
                </a:lnTo>
                <a:lnTo>
                  <a:pt x="776" y="1946"/>
                </a:lnTo>
                <a:lnTo>
                  <a:pt x="633" y="2178"/>
                </a:lnTo>
                <a:lnTo>
                  <a:pt x="510" y="2402"/>
                </a:lnTo>
                <a:lnTo>
                  <a:pt x="424" y="2595"/>
                </a:lnTo>
                <a:lnTo>
                  <a:pt x="402" y="2666"/>
                </a:lnTo>
                <a:lnTo>
                  <a:pt x="384" y="2744"/>
                </a:lnTo>
                <a:lnTo>
                  <a:pt x="352" y="2919"/>
                </a:lnTo>
                <a:lnTo>
                  <a:pt x="326" y="3107"/>
                </a:lnTo>
                <a:lnTo>
                  <a:pt x="308" y="3304"/>
                </a:lnTo>
                <a:lnTo>
                  <a:pt x="296" y="3505"/>
                </a:lnTo>
                <a:lnTo>
                  <a:pt x="293" y="3702"/>
                </a:lnTo>
                <a:lnTo>
                  <a:pt x="297" y="3891"/>
                </a:lnTo>
                <a:lnTo>
                  <a:pt x="310" y="4066"/>
                </a:lnTo>
                <a:lnTo>
                  <a:pt x="320" y="4145"/>
                </a:lnTo>
                <a:lnTo>
                  <a:pt x="332" y="4220"/>
                </a:lnTo>
                <a:lnTo>
                  <a:pt x="361" y="4371"/>
                </a:lnTo>
                <a:lnTo>
                  <a:pt x="397" y="4520"/>
                </a:lnTo>
                <a:lnTo>
                  <a:pt x="438" y="4667"/>
                </a:lnTo>
                <a:lnTo>
                  <a:pt x="486" y="4806"/>
                </a:lnTo>
                <a:lnTo>
                  <a:pt x="538" y="4938"/>
                </a:lnTo>
                <a:lnTo>
                  <a:pt x="594" y="5059"/>
                </a:lnTo>
                <a:lnTo>
                  <a:pt x="653" y="5165"/>
                </a:lnTo>
                <a:lnTo>
                  <a:pt x="683" y="5212"/>
                </a:lnTo>
                <a:lnTo>
                  <a:pt x="738" y="5288"/>
                </a:lnTo>
                <a:lnTo>
                  <a:pt x="897" y="5472"/>
                </a:lnTo>
                <a:lnTo>
                  <a:pt x="1089" y="5663"/>
                </a:lnTo>
                <a:lnTo>
                  <a:pt x="1278" y="5830"/>
                </a:lnTo>
                <a:lnTo>
                  <a:pt x="1362" y="5891"/>
                </a:lnTo>
                <a:lnTo>
                  <a:pt x="1520" y="6005"/>
                </a:lnTo>
                <a:lnTo>
                  <a:pt x="1649" y="6107"/>
                </a:lnTo>
                <a:lnTo>
                  <a:pt x="1759" y="6196"/>
                </a:lnTo>
                <a:lnTo>
                  <a:pt x="2003" y="6364"/>
                </a:lnTo>
                <a:lnTo>
                  <a:pt x="2128" y="6437"/>
                </a:lnTo>
                <a:lnTo>
                  <a:pt x="2177" y="6466"/>
                </a:lnTo>
                <a:lnTo>
                  <a:pt x="2202" y="6486"/>
                </a:lnTo>
                <a:lnTo>
                  <a:pt x="2195" y="6489"/>
                </a:lnTo>
                <a:lnTo>
                  <a:pt x="2149" y="6476"/>
                </a:lnTo>
                <a:lnTo>
                  <a:pt x="2012" y="6424"/>
                </a:lnTo>
                <a:lnTo>
                  <a:pt x="1910" y="6383"/>
                </a:lnTo>
                <a:lnTo>
                  <a:pt x="1788" y="6331"/>
                </a:lnTo>
                <a:lnTo>
                  <a:pt x="1559" y="6215"/>
                </a:lnTo>
                <a:lnTo>
                  <a:pt x="1349" y="6085"/>
                </a:lnTo>
                <a:lnTo>
                  <a:pt x="1155" y="5940"/>
                </a:lnTo>
                <a:lnTo>
                  <a:pt x="979" y="5782"/>
                </a:lnTo>
                <a:lnTo>
                  <a:pt x="820" y="5607"/>
                </a:lnTo>
                <a:lnTo>
                  <a:pt x="676" y="5418"/>
                </a:lnTo>
                <a:lnTo>
                  <a:pt x="549" y="5212"/>
                </a:lnTo>
                <a:lnTo>
                  <a:pt x="492" y="5102"/>
                </a:lnTo>
                <a:lnTo>
                  <a:pt x="450" y="5017"/>
                </a:lnTo>
                <a:lnTo>
                  <a:pt x="377" y="4848"/>
                </a:lnTo>
                <a:lnTo>
                  <a:pt x="312" y="4678"/>
                </a:lnTo>
                <a:lnTo>
                  <a:pt x="259" y="4506"/>
                </a:lnTo>
                <a:lnTo>
                  <a:pt x="215" y="4329"/>
                </a:lnTo>
                <a:lnTo>
                  <a:pt x="181" y="4148"/>
                </a:lnTo>
                <a:lnTo>
                  <a:pt x="155" y="3962"/>
                </a:lnTo>
                <a:lnTo>
                  <a:pt x="139" y="3766"/>
                </a:lnTo>
                <a:lnTo>
                  <a:pt x="133" y="3666"/>
                </a:lnTo>
                <a:lnTo>
                  <a:pt x="131" y="3506"/>
                </a:lnTo>
                <a:lnTo>
                  <a:pt x="142" y="3221"/>
                </a:lnTo>
                <a:lnTo>
                  <a:pt x="167" y="3021"/>
                </a:lnTo>
                <a:lnTo>
                  <a:pt x="191" y="2890"/>
                </a:lnTo>
                <a:lnTo>
                  <a:pt x="241" y="2692"/>
                </a:lnTo>
                <a:lnTo>
                  <a:pt x="285" y="2553"/>
                </a:lnTo>
                <a:lnTo>
                  <a:pt x="326" y="2437"/>
                </a:lnTo>
                <a:lnTo>
                  <a:pt x="423" y="2214"/>
                </a:lnTo>
                <a:lnTo>
                  <a:pt x="538" y="2003"/>
                </a:lnTo>
                <a:lnTo>
                  <a:pt x="671" y="1803"/>
                </a:lnTo>
                <a:lnTo>
                  <a:pt x="822" y="1617"/>
                </a:lnTo>
                <a:lnTo>
                  <a:pt x="992" y="1442"/>
                </a:lnTo>
                <a:lnTo>
                  <a:pt x="1179" y="1281"/>
                </a:lnTo>
                <a:lnTo>
                  <a:pt x="1383" y="1131"/>
                </a:lnTo>
                <a:lnTo>
                  <a:pt x="1493" y="1062"/>
                </a:lnTo>
                <a:lnTo>
                  <a:pt x="1566" y="1018"/>
                </a:lnTo>
                <a:lnTo>
                  <a:pt x="1665" y="963"/>
                </a:lnTo>
                <a:lnTo>
                  <a:pt x="1695" y="953"/>
                </a:lnTo>
                <a:lnTo>
                  <a:pt x="1698" y="959"/>
                </a:lnTo>
                <a:lnTo>
                  <a:pt x="1670" y="988"/>
                </a:lnTo>
                <a:lnTo>
                  <a:pt x="1625" y="1024"/>
                </a:lnTo>
                <a:close/>
                <a:moveTo>
                  <a:pt x="6163" y="1575"/>
                </a:moveTo>
                <a:lnTo>
                  <a:pt x="6212" y="1633"/>
                </a:lnTo>
                <a:lnTo>
                  <a:pt x="6302" y="1752"/>
                </a:lnTo>
                <a:lnTo>
                  <a:pt x="6381" y="1874"/>
                </a:lnTo>
                <a:lnTo>
                  <a:pt x="6450" y="1999"/>
                </a:lnTo>
                <a:lnTo>
                  <a:pt x="6482" y="2063"/>
                </a:lnTo>
                <a:lnTo>
                  <a:pt x="6517" y="2142"/>
                </a:lnTo>
                <a:lnTo>
                  <a:pt x="6548" y="2233"/>
                </a:lnTo>
                <a:lnTo>
                  <a:pt x="6538" y="2238"/>
                </a:lnTo>
                <a:lnTo>
                  <a:pt x="6486" y="2161"/>
                </a:lnTo>
                <a:lnTo>
                  <a:pt x="6443" y="2086"/>
                </a:lnTo>
                <a:lnTo>
                  <a:pt x="6403" y="2017"/>
                </a:lnTo>
                <a:lnTo>
                  <a:pt x="6294" y="1851"/>
                </a:lnTo>
                <a:lnTo>
                  <a:pt x="6163" y="1667"/>
                </a:lnTo>
                <a:lnTo>
                  <a:pt x="6019" y="1480"/>
                </a:lnTo>
                <a:lnTo>
                  <a:pt x="5947" y="1393"/>
                </a:lnTo>
                <a:lnTo>
                  <a:pt x="5868" y="1297"/>
                </a:lnTo>
                <a:lnTo>
                  <a:pt x="5969" y="1383"/>
                </a:lnTo>
                <a:lnTo>
                  <a:pt x="6013" y="1423"/>
                </a:lnTo>
                <a:lnTo>
                  <a:pt x="6120" y="1526"/>
                </a:lnTo>
                <a:lnTo>
                  <a:pt x="6163" y="1575"/>
                </a:lnTo>
                <a:close/>
                <a:moveTo>
                  <a:pt x="988" y="1960"/>
                </a:moveTo>
                <a:lnTo>
                  <a:pt x="942" y="2053"/>
                </a:lnTo>
                <a:lnTo>
                  <a:pt x="860" y="2244"/>
                </a:lnTo>
                <a:lnTo>
                  <a:pt x="791" y="2444"/>
                </a:lnTo>
                <a:lnTo>
                  <a:pt x="732" y="2648"/>
                </a:lnTo>
                <a:lnTo>
                  <a:pt x="686" y="2857"/>
                </a:lnTo>
                <a:lnTo>
                  <a:pt x="651" y="3070"/>
                </a:lnTo>
                <a:lnTo>
                  <a:pt x="628" y="3285"/>
                </a:lnTo>
                <a:lnTo>
                  <a:pt x="617" y="3504"/>
                </a:lnTo>
                <a:lnTo>
                  <a:pt x="617" y="3722"/>
                </a:lnTo>
                <a:lnTo>
                  <a:pt x="628" y="3940"/>
                </a:lnTo>
                <a:lnTo>
                  <a:pt x="651" y="4157"/>
                </a:lnTo>
                <a:lnTo>
                  <a:pt x="687" y="4372"/>
                </a:lnTo>
                <a:lnTo>
                  <a:pt x="733" y="4583"/>
                </a:lnTo>
                <a:lnTo>
                  <a:pt x="792" y="4792"/>
                </a:lnTo>
                <a:lnTo>
                  <a:pt x="863" y="4994"/>
                </a:lnTo>
                <a:lnTo>
                  <a:pt x="945" y="5191"/>
                </a:lnTo>
                <a:lnTo>
                  <a:pt x="989" y="5287"/>
                </a:lnTo>
                <a:lnTo>
                  <a:pt x="1089" y="5485"/>
                </a:lnTo>
                <a:lnTo>
                  <a:pt x="975" y="5366"/>
                </a:lnTo>
                <a:lnTo>
                  <a:pt x="899" y="5281"/>
                </a:lnTo>
                <a:lnTo>
                  <a:pt x="769" y="5113"/>
                </a:lnTo>
                <a:lnTo>
                  <a:pt x="663" y="4938"/>
                </a:lnTo>
                <a:lnTo>
                  <a:pt x="579" y="4747"/>
                </a:lnTo>
                <a:lnTo>
                  <a:pt x="518" y="4536"/>
                </a:lnTo>
                <a:lnTo>
                  <a:pt x="473" y="4295"/>
                </a:lnTo>
                <a:lnTo>
                  <a:pt x="446" y="4019"/>
                </a:lnTo>
                <a:lnTo>
                  <a:pt x="433" y="3702"/>
                </a:lnTo>
                <a:lnTo>
                  <a:pt x="431" y="3522"/>
                </a:lnTo>
                <a:lnTo>
                  <a:pt x="431" y="3305"/>
                </a:lnTo>
                <a:lnTo>
                  <a:pt x="440" y="3063"/>
                </a:lnTo>
                <a:lnTo>
                  <a:pt x="453" y="2932"/>
                </a:lnTo>
                <a:lnTo>
                  <a:pt x="473" y="2819"/>
                </a:lnTo>
                <a:lnTo>
                  <a:pt x="503" y="2712"/>
                </a:lnTo>
                <a:lnTo>
                  <a:pt x="568" y="2550"/>
                </a:lnTo>
                <a:lnTo>
                  <a:pt x="630" y="2422"/>
                </a:lnTo>
                <a:lnTo>
                  <a:pt x="676" y="2338"/>
                </a:lnTo>
                <a:lnTo>
                  <a:pt x="807" y="2122"/>
                </a:lnTo>
                <a:lnTo>
                  <a:pt x="946" y="1914"/>
                </a:lnTo>
                <a:lnTo>
                  <a:pt x="1030" y="1805"/>
                </a:lnTo>
                <a:lnTo>
                  <a:pt x="1066" y="1767"/>
                </a:lnTo>
                <a:lnTo>
                  <a:pt x="1074" y="1763"/>
                </a:lnTo>
                <a:lnTo>
                  <a:pt x="1073" y="1775"/>
                </a:lnTo>
                <a:lnTo>
                  <a:pt x="1027" y="1881"/>
                </a:lnTo>
                <a:lnTo>
                  <a:pt x="988" y="1960"/>
                </a:lnTo>
                <a:close/>
                <a:moveTo>
                  <a:pt x="6778" y="5023"/>
                </a:moveTo>
                <a:lnTo>
                  <a:pt x="6757" y="5125"/>
                </a:lnTo>
                <a:lnTo>
                  <a:pt x="6704" y="5323"/>
                </a:lnTo>
                <a:lnTo>
                  <a:pt x="6635" y="5517"/>
                </a:lnTo>
                <a:lnTo>
                  <a:pt x="6548" y="5713"/>
                </a:lnTo>
                <a:lnTo>
                  <a:pt x="6498" y="5815"/>
                </a:lnTo>
                <a:lnTo>
                  <a:pt x="6449" y="5907"/>
                </a:lnTo>
                <a:lnTo>
                  <a:pt x="6345" y="6071"/>
                </a:lnTo>
                <a:lnTo>
                  <a:pt x="6233" y="6209"/>
                </a:lnTo>
                <a:lnTo>
                  <a:pt x="6110" y="6322"/>
                </a:lnTo>
                <a:lnTo>
                  <a:pt x="5976" y="6413"/>
                </a:lnTo>
                <a:lnTo>
                  <a:pt x="5828" y="6483"/>
                </a:lnTo>
                <a:lnTo>
                  <a:pt x="5665" y="6530"/>
                </a:lnTo>
                <a:lnTo>
                  <a:pt x="5485" y="6561"/>
                </a:lnTo>
                <a:lnTo>
                  <a:pt x="5389" y="6566"/>
                </a:lnTo>
                <a:lnTo>
                  <a:pt x="5149" y="6579"/>
                </a:lnTo>
                <a:lnTo>
                  <a:pt x="5400" y="6437"/>
                </a:lnTo>
                <a:lnTo>
                  <a:pt x="5528" y="6367"/>
                </a:lnTo>
                <a:lnTo>
                  <a:pt x="5721" y="6249"/>
                </a:lnTo>
                <a:lnTo>
                  <a:pt x="5871" y="6140"/>
                </a:lnTo>
                <a:lnTo>
                  <a:pt x="6015" y="6012"/>
                </a:lnTo>
                <a:lnTo>
                  <a:pt x="6095" y="5930"/>
                </a:lnTo>
                <a:lnTo>
                  <a:pt x="6183" y="5840"/>
                </a:lnTo>
                <a:lnTo>
                  <a:pt x="6337" y="5657"/>
                </a:lnTo>
                <a:lnTo>
                  <a:pt x="6473" y="5456"/>
                </a:lnTo>
                <a:lnTo>
                  <a:pt x="6604" y="5222"/>
                </a:lnTo>
                <a:lnTo>
                  <a:pt x="6670" y="5086"/>
                </a:lnTo>
                <a:lnTo>
                  <a:pt x="6724" y="4975"/>
                </a:lnTo>
                <a:lnTo>
                  <a:pt x="6801" y="4830"/>
                </a:lnTo>
                <a:lnTo>
                  <a:pt x="6813" y="4817"/>
                </a:lnTo>
                <a:lnTo>
                  <a:pt x="6809" y="4866"/>
                </a:lnTo>
                <a:lnTo>
                  <a:pt x="6778" y="5023"/>
                </a:lnTo>
                <a:close/>
                <a:moveTo>
                  <a:pt x="615" y="5532"/>
                </a:moveTo>
                <a:lnTo>
                  <a:pt x="674" y="5609"/>
                </a:lnTo>
                <a:lnTo>
                  <a:pt x="830" y="5797"/>
                </a:lnTo>
                <a:lnTo>
                  <a:pt x="903" y="5877"/>
                </a:lnTo>
                <a:lnTo>
                  <a:pt x="1074" y="6059"/>
                </a:lnTo>
                <a:lnTo>
                  <a:pt x="942" y="5949"/>
                </a:lnTo>
                <a:lnTo>
                  <a:pt x="868" y="5886"/>
                </a:lnTo>
                <a:lnTo>
                  <a:pt x="713" y="5718"/>
                </a:lnTo>
                <a:lnTo>
                  <a:pt x="564" y="5527"/>
                </a:lnTo>
                <a:lnTo>
                  <a:pt x="438" y="5336"/>
                </a:lnTo>
                <a:lnTo>
                  <a:pt x="392" y="5248"/>
                </a:lnTo>
                <a:lnTo>
                  <a:pt x="346" y="5149"/>
                </a:lnTo>
                <a:lnTo>
                  <a:pt x="292" y="5023"/>
                </a:lnTo>
                <a:lnTo>
                  <a:pt x="286" y="4995"/>
                </a:lnTo>
                <a:lnTo>
                  <a:pt x="289" y="4994"/>
                </a:lnTo>
                <a:lnTo>
                  <a:pt x="297" y="5004"/>
                </a:lnTo>
                <a:lnTo>
                  <a:pt x="338" y="5066"/>
                </a:lnTo>
                <a:lnTo>
                  <a:pt x="384" y="5151"/>
                </a:lnTo>
                <a:lnTo>
                  <a:pt x="436" y="5247"/>
                </a:lnTo>
                <a:lnTo>
                  <a:pt x="562" y="5455"/>
                </a:lnTo>
                <a:lnTo>
                  <a:pt x="615" y="5532"/>
                </a:lnTo>
                <a:close/>
                <a:moveTo>
                  <a:pt x="5570" y="6153"/>
                </a:moveTo>
                <a:lnTo>
                  <a:pt x="5540" y="6184"/>
                </a:lnTo>
                <a:lnTo>
                  <a:pt x="5447" y="6253"/>
                </a:lnTo>
                <a:lnTo>
                  <a:pt x="5320" y="6325"/>
                </a:lnTo>
                <a:lnTo>
                  <a:pt x="5172" y="6394"/>
                </a:lnTo>
                <a:lnTo>
                  <a:pt x="5011" y="6457"/>
                </a:lnTo>
                <a:lnTo>
                  <a:pt x="4850" y="6510"/>
                </a:lnTo>
                <a:lnTo>
                  <a:pt x="4696" y="6549"/>
                </a:lnTo>
                <a:lnTo>
                  <a:pt x="4562" y="6571"/>
                </a:lnTo>
                <a:lnTo>
                  <a:pt x="4506" y="6572"/>
                </a:lnTo>
                <a:lnTo>
                  <a:pt x="4358" y="6572"/>
                </a:lnTo>
                <a:lnTo>
                  <a:pt x="4753" y="6451"/>
                </a:lnTo>
                <a:lnTo>
                  <a:pt x="4924" y="6397"/>
                </a:lnTo>
                <a:lnTo>
                  <a:pt x="5257" y="6275"/>
                </a:lnTo>
                <a:lnTo>
                  <a:pt x="5365" y="6227"/>
                </a:lnTo>
                <a:lnTo>
                  <a:pt x="5521" y="6151"/>
                </a:lnTo>
                <a:lnTo>
                  <a:pt x="5583" y="6126"/>
                </a:lnTo>
                <a:lnTo>
                  <a:pt x="5590" y="6126"/>
                </a:lnTo>
                <a:lnTo>
                  <a:pt x="5583" y="6138"/>
                </a:lnTo>
                <a:lnTo>
                  <a:pt x="5570" y="6153"/>
                </a:lnTo>
                <a:close/>
                <a:moveTo>
                  <a:pt x="2776" y="6515"/>
                </a:moveTo>
                <a:lnTo>
                  <a:pt x="2973" y="6561"/>
                </a:lnTo>
                <a:lnTo>
                  <a:pt x="3063" y="6584"/>
                </a:lnTo>
                <a:lnTo>
                  <a:pt x="3070" y="6585"/>
                </a:lnTo>
                <a:lnTo>
                  <a:pt x="3063" y="6586"/>
                </a:lnTo>
                <a:lnTo>
                  <a:pt x="3009" y="6586"/>
                </a:lnTo>
                <a:lnTo>
                  <a:pt x="2944" y="6584"/>
                </a:lnTo>
                <a:lnTo>
                  <a:pt x="2878" y="6578"/>
                </a:lnTo>
                <a:lnTo>
                  <a:pt x="2751" y="6556"/>
                </a:lnTo>
                <a:lnTo>
                  <a:pt x="2638" y="6526"/>
                </a:lnTo>
                <a:lnTo>
                  <a:pt x="2540" y="6486"/>
                </a:lnTo>
                <a:lnTo>
                  <a:pt x="2499" y="6464"/>
                </a:lnTo>
                <a:lnTo>
                  <a:pt x="2474" y="6447"/>
                </a:lnTo>
                <a:lnTo>
                  <a:pt x="2468" y="6437"/>
                </a:lnTo>
                <a:lnTo>
                  <a:pt x="2488" y="6443"/>
                </a:lnTo>
                <a:lnTo>
                  <a:pt x="2579" y="6467"/>
                </a:lnTo>
                <a:lnTo>
                  <a:pt x="2776" y="6515"/>
                </a:lnTo>
                <a:close/>
                <a:moveTo>
                  <a:pt x="3226" y="6615"/>
                </a:moveTo>
                <a:lnTo>
                  <a:pt x="3211" y="6618"/>
                </a:lnTo>
                <a:lnTo>
                  <a:pt x="3173" y="6618"/>
                </a:lnTo>
                <a:lnTo>
                  <a:pt x="3154" y="6615"/>
                </a:lnTo>
                <a:lnTo>
                  <a:pt x="3147" y="6612"/>
                </a:lnTo>
                <a:lnTo>
                  <a:pt x="3142" y="6608"/>
                </a:lnTo>
                <a:lnTo>
                  <a:pt x="3157" y="6604"/>
                </a:lnTo>
                <a:lnTo>
                  <a:pt x="3183" y="6602"/>
                </a:lnTo>
                <a:lnTo>
                  <a:pt x="3210" y="6604"/>
                </a:lnTo>
                <a:lnTo>
                  <a:pt x="3230" y="6608"/>
                </a:lnTo>
                <a:lnTo>
                  <a:pt x="3230" y="6612"/>
                </a:lnTo>
                <a:lnTo>
                  <a:pt x="3226" y="66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F847280A-D359-457F-95BA-980AC9490E0D}"/>
              </a:ext>
            </a:extLst>
          </p:cNvPr>
          <p:cNvSpPr>
            <a:spLocks/>
          </p:cNvSpPr>
          <p:nvPr/>
        </p:nvSpPr>
        <p:spPr bwMode="auto">
          <a:xfrm>
            <a:off x="407368" y="566091"/>
            <a:ext cx="1755471" cy="756161"/>
          </a:xfrm>
          <a:custGeom>
            <a:avLst/>
            <a:gdLst>
              <a:gd name="T0" fmla="*/ 4536 w 9466"/>
              <a:gd name="T1" fmla="*/ 122 h 4075"/>
              <a:gd name="T2" fmla="*/ 3286 w 9466"/>
              <a:gd name="T3" fmla="*/ 436 h 4075"/>
              <a:gd name="T4" fmla="*/ 2127 w 9466"/>
              <a:gd name="T5" fmla="*/ 919 h 4075"/>
              <a:gd name="T6" fmla="*/ 1068 w 9466"/>
              <a:gd name="T7" fmla="*/ 1563 h 4075"/>
              <a:gd name="T8" fmla="*/ 464 w 9466"/>
              <a:gd name="T9" fmla="*/ 2053 h 4075"/>
              <a:gd name="T10" fmla="*/ 83 w 9466"/>
              <a:gd name="T11" fmla="*/ 2520 h 4075"/>
              <a:gd name="T12" fmla="*/ 0 w 9466"/>
              <a:gd name="T13" fmla="*/ 2851 h 4075"/>
              <a:gd name="T14" fmla="*/ 83 w 9466"/>
              <a:gd name="T15" fmla="*/ 3091 h 4075"/>
              <a:gd name="T16" fmla="*/ 375 w 9466"/>
              <a:gd name="T17" fmla="*/ 3361 h 4075"/>
              <a:gd name="T18" fmla="*/ 881 w 9466"/>
              <a:gd name="T19" fmla="*/ 3594 h 4075"/>
              <a:gd name="T20" fmla="*/ 1353 w 9466"/>
              <a:gd name="T21" fmla="*/ 3680 h 4075"/>
              <a:gd name="T22" fmla="*/ 3329 w 9466"/>
              <a:gd name="T23" fmla="*/ 3668 h 4075"/>
              <a:gd name="T24" fmla="*/ 4762 w 9466"/>
              <a:gd name="T25" fmla="*/ 3608 h 4075"/>
              <a:gd name="T26" fmla="*/ 5323 w 9466"/>
              <a:gd name="T27" fmla="*/ 3604 h 4075"/>
              <a:gd name="T28" fmla="*/ 5116 w 9466"/>
              <a:gd name="T29" fmla="*/ 3541 h 4075"/>
              <a:gd name="T30" fmla="*/ 4342 w 9466"/>
              <a:gd name="T31" fmla="*/ 3521 h 4075"/>
              <a:gd name="T32" fmla="*/ 2312 w 9466"/>
              <a:gd name="T33" fmla="*/ 3621 h 4075"/>
              <a:gd name="T34" fmla="*/ 1124 w 9466"/>
              <a:gd name="T35" fmla="*/ 3579 h 4075"/>
              <a:gd name="T36" fmla="*/ 776 w 9466"/>
              <a:gd name="T37" fmla="*/ 3472 h 4075"/>
              <a:gd name="T38" fmla="*/ 542 w 9466"/>
              <a:gd name="T39" fmla="*/ 3248 h 4075"/>
              <a:gd name="T40" fmla="*/ 502 w 9466"/>
              <a:gd name="T41" fmla="*/ 3018 h 4075"/>
              <a:gd name="T42" fmla="*/ 585 w 9466"/>
              <a:gd name="T43" fmla="*/ 2614 h 4075"/>
              <a:gd name="T44" fmla="*/ 801 w 9466"/>
              <a:gd name="T45" fmla="*/ 2254 h 4075"/>
              <a:gd name="T46" fmla="*/ 1576 w 9466"/>
              <a:gd name="T47" fmla="*/ 1553 h 4075"/>
              <a:gd name="T48" fmla="*/ 2353 w 9466"/>
              <a:gd name="T49" fmla="*/ 1041 h 4075"/>
              <a:gd name="T50" fmla="*/ 3551 w 9466"/>
              <a:gd name="T51" fmla="*/ 495 h 4075"/>
              <a:gd name="T52" fmla="*/ 4696 w 9466"/>
              <a:gd name="T53" fmla="*/ 183 h 4075"/>
              <a:gd name="T54" fmla="*/ 5848 w 9466"/>
              <a:gd name="T55" fmla="*/ 50 h 4075"/>
              <a:gd name="T56" fmla="*/ 6780 w 9466"/>
              <a:gd name="T57" fmla="*/ 48 h 4075"/>
              <a:gd name="T58" fmla="*/ 7702 w 9466"/>
              <a:gd name="T59" fmla="*/ 175 h 4075"/>
              <a:gd name="T60" fmla="*/ 8363 w 9466"/>
              <a:gd name="T61" fmla="*/ 389 h 4075"/>
              <a:gd name="T62" fmla="*/ 8982 w 9466"/>
              <a:gd name="T63" fmla="*/ 745 h 4075"/>
              <a:gd name="T64" fmla="*/ 9209 w 9466"/>
              <a:gd name="T65" fmla="*/ 1065 h 4075"/>
              <a:gd name="T66" fmla="*/ 9262 w 9466"/>
              <a:gd name="T67" fmla="*/ 1414 h 4075"/>
              <a:gd name="T68" fmla="*/ 9195 w 9466"/>
              <a:gd name="T69" fmla="*/ 1799 h 4075"/>
              <a:gd name="T70" fmla="*/ 8809 w 9466"/>
              <a:gd name="T71" fmla="*/ 2187 h 4075"/>
              <a:gd name="T72" fmla="*/ 8251 w 9466"/>
              <a:gd name="T73" fmla="*/ 2566 h 4075"/>
              <a:gd name="T74" fmla="*/ 7145 w 9466"/>
              <a:gd name="T75" fmla="*/ 3136 h 4075"/>
              <a:gd name="T76" fmla="*/ 5924 w 9466"/>
              <a:gd name="T77" fmla="*/ 3611 h 4075"/>
              <a:gd name="T78" fmla="*/ 4763 w 9466"/>
              <a:gd name="T79" fmla="*/ 3910 h 4075"/>
              <a:gd name="T80" fmla="*/ 3991 w 9466"/>
              <a:gd name="T81" fmla="*/ 4036 h 4075"/>
              <a:gd name="T82" fmla="*/ 4000 w 9466"/>
              <a:gd name="T83" fmla="*/ 4069 h 4075"/>
              <a:gd name="T84" fmla="*/ 4909 w 9466"/>
              <a:gd name="T85" fmla="*/ 3918 h 4075"/>
              <a:gd name="T86" fmla="*/ 6466 w 9466"/>
              <a:gd name="T87" fmla="*/ 3482 h 4075"/>
              <a:gd name="T88" fmla="*/ 7776 w 9466"/>
              <a:gd name="T89" fmla="*/ 2907 h 4075"/>
              <a:gd name="T90" fmla="*/ 8947 w 9466"/>
              <a:gd name="T91" fmla="*/ 2234 h 4075"/>
              <a:gd name="T92" fmla="*/ 9308 w 9466"/>
              <a:gd name="T93" fmla="*/ 1902 h 4075"/>
              <a:gd name="T94" fmla="*/ 9456 w 9466"/>
              <a:gd name="T95" fmla="*/ 1582 h 4075"/>
              <a:gd name="T96" fmla="*/ 9458 w 9466"/>
              <a:gd name="T97" fmla="*/ 1325 h 4075"/>
              <a:gd name="T98" fmla="*/ 9336 w 9466"/>
              <a:gd name="T99" fmla="*/ 1026 h 4075"/>
              <a:gd name="T100" fmla="*/ 8992 w 9466"/>
              <a:gd name="T101" fmla="*/ 672 h 4075"/>
              <a:gd name="T102" fmla="*/ 8575 w 9466"/>
              <a:gd name="T103" fmla="*/ 439 h 4075"/>
              <a:gd name="T104" fmla="*/ 7755 w 9466"/>
              <a:gd name="T105" fmla="*/ 155 h 4075"/>
              <a:gd name="T106" fmla="*/ 6932 w 9466"/>
              <a:gd name="T107" fmla="*/ 26 h 4075"/>
              <a:gd name="T108" fmla="*/ 5487 w 9466"/>
              <a:gd name="T109" fmla="*/ 5 h 40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466" h="4075">
                <a:moveTo>
                  <a:pt x="5354" y="14"/>
                </a:moveTo>
                <a:lnTo>
                  <a:pt x="5189" y="30"/>
                </a:lnTo>
                <a:lnTo>
                  <a:pt x="4860" y="70"/>
                </a:lnTo>
                <a:lnTo>
                  <a:pt x="4536" y="122"/>
                </a:lnTo>
                <a:lnTo>
                  <a:pt x="4215" y="183"/>
                </a:lnTo>
                <a:lnTo>
                  <a:pt x="3900" y="258"/>
                </a:lnTo>
                <a:lnTo>
                  <a:pt x="3591" y="341"/>
                </a:lnTo>
                <a:lnTo>
                  <a:pt x="3286" y="436"/>
                </a:lnTo>
                <a:lnTo>
                  <a:pt x="2987" y="541"/>
                </a:lnTo>
                <a:lnTo>
                  <a:pt x="2695" y="657"/>
                </a:lnTo>
                <a:lnTo>
                  <a:pt x="2407" y="782"/>
                </a:lnTo>
                <a:lnTo>
                  <a:pt x="2127" y="919"/>
                </a:lnTo>
                <a:lnTo>
                  <a:pt x="1852" y="1065"/>
                </a:lnTo>
                <a:lnTo>
                  <a:pt x="1583" y="1222"/>
                </a:lnTo>
                <a:lnTo>
                  <a:pt x="1323" y="1388"/>
                </a:lnTo>
                <a:lnTo>
                  <a:pt x="1068" y="1563"/>
                </a:lnTo>
                <a:lnTo>
                  <a:pt x="822" y="1750"/>
                </a:lnTo>
                <a:lnTo>
                  <a:pt x="702" y="1846"/>
                </a:lnTo>
                <a:lnTo>
                  <a:pt x="617" y="1918"/>
                </a:lnTo>
                <a:lnTo>
                  <a:pt x="464" y="2053"/>
                </a:lnTo>
                <a:lnTo>
                  <a:pt x="336" y="2178"/>
                </a:lnTo>
                <a:lnTo>
                  <a:pt x="231" y="2297"/>
                </a:lnTo>
                <a:lnTo>
                  <a:pt x="146" y="2411"/>
                </a:lnTo>
                <a:lnTo>
                  <a:pt x="83" y="2520"/>
                </a:lnTo>
                <a:lnTo>
                  <a:pt x="37" y="2626"/>
                </a:lnTo>
                <a:lnTo>
                  <a:pt x="11" y="2732"/>
                </a:lnTo>
                <a:lnTo>
                  <a:pt x="4" y="2785"/>
                </a:lnTo>
                <a:lnTo>
                  <a:pt x="0" y="2851"/>
                </a:lnTo>
                <a:lnTo>
                  <a:pt x="8" y="2936"/>
                </a:lnTo>
                <a:lnTo>
                  <a:pt x="24" y="2988"/>
                </a:lnTo>
                <a:lnTo>
                  <a:pt x="49" y="3040"/>
                </a:lnTo>
                <a:lnTo>
                  <a:pt x="83" y="3091"/>
                </a:lnTo>
                <a:lnTo>
                  <a:pt x="155" y="3173"/>
                </a:lnTo>
                <a:lnTo>
                  <a:pt x="223" y="3238"/>
                </a:lnTo>
                <a:lnTo>
                  <a:pt x="272" y="3281"/>
                </a:lnTo>
                <a:lnTo>
                  <a:pt x="375" y="3361"/>
                </a:lnTo>
                <a:lnTo>
                  <a:pt x="487" y="3432"/>
                </a:lnTo>
                <a:lnTo>
                  <a:pt x="610" y="3495"/>
                </a:lnTo>
                <a:lnTo>
                  <a:pt x="740" y="3549"/>
                </a:lnTo>
                <a:lnTo>
                  <a:pt x="881" y="3594"/>
                </a:lnTo>
                <a:lnTo>
                  <a:pt x="1032" y="3633"/>
                </a:lnTo>
                <a:lnTo>
                  <a:pt x="1195" y="3661"/>
                </a:lnTo>
                <a:lnTo>
                  <a:pt x="1280" y="3673"/>
                </a:lnTo>
                <a:lnTo>
                  <a:pt x="1353" y="3680"/>
                </a:lnTo>
                <a:lnTo>
                  <a:pt x="1557" y="3691"/>
                </a:lnTo>
                <a:lnTo>
                  <a:pt x="1959" y="3700"/>
                </a:lnTo>
                <a:lnTo>
                  <a:pt x="2625" y="3693"/>
                </a:lnTo>
                <a:lnTo>
                  <a:pt x="3329" y="3668"/>
                </a:lnTo>
                <a:lnTo>
                  <a:pt x="3657" y="3648"/>
                </a:lnTo>
                <a:lnTo>
                  <a:pt x="4034" y="3625"/>
                </a:lnTo>
                <a:lnTo>
                  <a:pt x="4494" y="3610"/>
                </a:lnTo>
                <a:lnTo>
                  <a:pt x="4762" y="3608"/>
                </a:lnTo>
                <a:lnTo>
                  <a:pt x="4883" y="3611"/>
                </a:lnTo>
                <a:lnTo>
                  <a:pt x="5067" y="3612"/>
                </a:lnTo>
                <a:lnTo>
                  <a:pt x="5259" y="3610"/>
                </a:lnTo>
                <a:lnTo>
                  <a:pt x="5323" y="3604"/>
                </a:lnTo>
                <a:lnTo>
                  <a:pt x="5326" y="3601"/>
                </a:lnTo>
                <a:lnTo>
                  <a:pt x="5307" y="3589"/>
                </a:lnTo>
                <a:lnTo>
                  <a:pt x="5193" y="3558"/>
                </a:lnTo>
                <a:lnTo>
                  <a:pt x="5116" y="3541"/>
                </a:lnTo>
                <a:lnTo>
                  <a:pt x="5071" y="3532"/>
                </a:lnTo>
                <a:lnTo>
                  <a:pt x="4968" y="3521"/>
                </a:lnTo>
                <a:lnTo>
                  <a:pt x="4763" y="3510"/>
                </a:lnTo>
                <a:lnTo>
                  <a:pt x="4342" y="3521"/>
                </a:lnTo>
                <a:lnTo>
                  <a:pt x="3697" y="3555"/>
                </a:lnTo>
                <a:lnTo>
                  <a:pt x="3257" y="3582"/>
                </a:lnTo>
                <a:lnTo>
                  <a:pt x="2940" y="3601"/>
                </a:lnTo>
                <a:lnTo>
                  <a:pt x="2312" y="3621"/>
                </a:lnTo>
                <a:lnTo>
                  <a:pt x="1744" y="3620"/>
                </a:lnTo>
                <a:lnTo>
                  <a:pt x="1393" y="3605"/>
                </a:lnTo>
                <a:lnTo>
                  <a:pt x="1202" y="3589"/>
                </a:lnTo>
                <a:lnTo>
                  <a:pt x="1124" y="3579"/>
                </a:lnTo>
                <a:lnTo>
                  <a:pt x="1067" y="3571"/>
                </a:lnTo>
                <a:lnTo>
                  <a:pt x="962" y="3546"/>
                </a:lnTo>
                <a:lnTo>
                  <a:pt x="864" y="3513"/>
                </a:lnTo>
                <a:lnTo>
                  <a:pt x="776" y="3472"/>
                </a:lnTo>
                <a:lnTo>
                  <a:pt x="700" y="3426"/>
                </a:lnTo>
                <a:lnTo>
                  <a:pt x="634" y="3371"/>
                </a:lnTo>
                <a:lnTo>
                  <a:pt x="581" y="3312"/>
                </a:lnTo>
                <a:lnTo>
                  <a:pt x="542" y="3248"/>
                </a:lnTo>
                <a:lnTo>
                  <a:pt x="528" y="3213"/>
                </a:lnTo>
                <a:lnTo>
                  <a:pt x="516" y="3182"/>
                </a:lnTo>
                <a:lnTo>
                  <a:pt x="503" y="3106"/>
                </a:lnTo>
                <a:lnTo>
                  <a:pt x="502" y="3018"/>
                </a:lnTo>
                <a:lnTo>
                  <a:pt x="509" y="2922"/>
                </a:lnTo>
                <a:lnTo>
                  <a:pt x="526" y="2821"/>
                </a:lnTo>
                <a:lnTo>
                  <a:pt x="552" y="2718"/>
                </a:lnTo>
                <a:lnTo>
                  <a:pt x="585" y="2614"/>
                </a:lnTo>
                <a:lnTo>
                  <a:pt x="628" y="2514"/>
                </a:lnTo>
                <a:lnTo>
                  <a:pt x="651" y="2467"/>
                </a:lnTo>
                <a:lnTo>
                  <a:pt x="689" y="2402"/>
                </a:lnTo>
                <a:lnTo>
                  <a:pt x="801" y="2254"/>
                </a:lnTo>
                <a:lnTo>
                  <a:pt x="950" y="2090"/>
                </a:lnTo>
                <a:lnTo>
                  <a:pt x="1133" y="1917"/>
                </a:lnTo>
                <a:lnTo>
                  <a:pt x="1343" y="1736"/>
                </a:lnTo>
                <a:lnTo>
                  <a:pt x="1576" y="1553"/>
                </a:lnTo>
                <a:lnTo>
                  <a:pt x="1823" y="1374"/>
                </a:lnTo>
                <a:lnTo>
                  <a:pt x="2082" y="1203"/>
                </a:lnTo>
                <a:lnTo>
                  <a:pt x="2215" y="1121"/>
                </a:lnTo>
                <a:lnTo>
                  <a:pt x="2353" y="1041"/>
                </a:lnTo>
                <a:lnTo>
                  <a:pt x="2637" y="887"/>
                </a:lnTo>
                <a:lnTo>
                  <a:pt x="2932" y="745"/>
                </a:lnTo>
                <a:lnTo>
                  <a:pt x="3239" y="614"/>
                </a:lnTo>
                <a:lnTo>
                  <a:pt x="3551" y="495"/>
                </a:lnTo>
                <a:lnTo>
                  <a:pt x="3872" y="390"/>
                </a:lnTo>
                <a:lnTo>
                  <a:pt x="4198" y="297"/>
                </a:lnTo>
                <a:lnTo>
                  <a:pt x="4529" y="218"/>
                </a:lnTo>
                <a:lnTo>
                  <a:pt x="4696" y="183"/>
                </a:lnTo>
                <a:lnTo>
                  <a:pt x="4864" y="150"/>
                </a:lnTo>
                <a:lnTo>
                  <a:pt x="5177" y="103"/>
                </a:lnTo>
                <a:lnTo>
                  <a:pt x="5495" y="70"/>
                </a:lnTo>
                <a:lnTo>
                  <a:pt x="5848" y="50"/>
                </a:lnTo>
                <a:lnTo>
                  <a:pt x="6051" y="44"/>
                </a:lnTo>
                <a:lnTo>
                  <a:pt x="6210" y="41"/>
                </a:lnTo>
                <a:lnTo>
                  <a:pt x="6506" y="41"/>
                </a:lnTo>
                <a:lnTo>
                  <a:pt x="6780" y="48"/>
                </a:lnTo>
                <a:lnTo>
                  <a:pt x="7031" y="66"/>
                </a:lnTo>
                <a:lnTo>
                  <a:pt x="7266" y="93"/>
                </a:lnTo>
                <a:lnTo>
                  <a:pt x="7489" y="129"/>
                </a:lnTo>
                <a:lnTo>
                  <a:pt x="7702" y="175"/>
                </a:lnTo>
                <a:lnTo>
                  <a:pt x="7912" y="232"/>
                </a:lnTo>
                <a:lnTo>
                  <a:pt x="8015" y="265"/>
                </a:lnTo>
                <a:lnTo>
                  <a:pt x="8140" y="306"/>
                </a:lnTo>
                <a:lnTo>
                  <a:pt x="8363" y="389"/>
                </a:lnTo>
                <a:lnTo>
                  <a:pt x="8557" y="474"/>
                </a:lnTo>
                <a:lnTo>
                  <a:pt x="8724" y="560"/>
                </a:lnTo>
                <a:lnTo>
                  <a:pt x="8865" y="650"/>
                </a:lnTo>
                <a:lnTo>
                  <a:pt x="8982" y="745"/>
                </a:lnTo>
                <a:lnTo>
                  <a:pt x="9077" y="847"/>
                </a:lnTo>
                <a:lnTo>
                  <a:pt x="9153" y="956"/>
                </a:lnTo>
                <a:lnTo>
                  <a:pt x="9183" y="1013"/>
                </a:lnTo>
                <a:lnTo>
                  <a:pt x="9209" y="1065"/>
                </a:lnTo>
                <a:lnTo>
                  <a:pt x="9242" y="1147"/>
                </a:lnTo>
                <a:lnTo>
                  <a:pt x="9258" y="1227"/>
                </a:lnTo>
                <a:lnTo>
                  <a:pt x="9262" y="1337"/>
                </a:lnTo>
                <a:lnTo>
                  <a:pt x="9262" y="1414"/>
                </a:lnTo>
                <a:lnTo>
                  <a:pt x="9262" y="1482"/>
                </a:lnTo>
                <a:lnTo>
                  <a:pt x="9252" y="1601"/>
                </a:lnTo>
                <a:lnTo>
                  <a:pt x="9232" y="1704"/>
                </a:lnTo>
                <a:lnTo>
                  <a:pt x="9195" y="1799"/>
                </a:lnTo>
                <a:lnTo>
                  <a:pt x="9137" y="1888"/>
                </a:lnTo>
                <a:lnTo>
                  <a:pt x="9057" y="1978"/>
                </a:lnTo>
                <a:lnTo>
                  <a:pt x="8947" y="2076"/>
                </a:lnTo>
                <a:lnTo>
                  <a:pt x="8809" y="2187"/>
                </a:lnTo>
                <a:lnTo>
                  <a:pt x="8726" y="2248"/>
                </a:lnTo>
                <a:lnTo>
                  <a:pt x="8638" y="2313"/>
                </a:lnTo>
                <a:lnTo>
                  <a:pt x="8451" y="2439"/>
                </a:lnTo>
                <a:lnTo>
                  <a:pt x="8251" y="2566"/>
                </a:lnTo>
                <a:lnTo>
                  <a:pt x="8035" y="2691"/>
                </a:lnTo>
                <a:lnTo>
                  <a:pt x="7804" y="2816"/>
                </a:lnTo>
                <a:lnTo>
                  <a:pt x="7554" y="2943"/>
                </a:lnTo>
                <a:lnTo>
                  <a:pt x="7145" y="3136"/>
                </a:lnTo>
                <a:lnTo>
                  <a:pt x="6842" y="3268"/>
                </a:lnTo>
                <a:lnTo>
                  <a:pt x="6653" y="3347"/>
                </a:lnTo>
                <a:lnTo>
                  <a:pt x="6288" y="3488"/>
                </a:lnTo>
                <a:lnTo>
                  <a:pt x="5924" y="3611"/>
                </a:lnTo>
                <a:lnTo>
                  <a:pt x="5550" y="3720"/>
                </a:lnTo>
                <a:lnTo>
                  <a:pt x="5354" y="3770"/>
                </a:lnTo>
                <a:lnTo>
                  <a:pt x="5167" y="3818"/>
                </a:lnTo>
                <a:lnTo>
                  <a:pt x="4763" y="3910"/>
                </a:lnTo>
                <a:lnTo>
                  <a:pt x="4388" y="3984"/>
                </a:lnTo>
                <a:lnTo>
                  <a:pt x="4115" y="4030"/>
                </a:lnTo>
                <a:lnTo>
                  <a:pt x="4048" y="4035"/>
                </a:lnTo>
                <a:lnTo>
                  <a:pt x="3991" y="4036"/>
                </a:lnTo>
                <a:lnTo>
                  <a:pt x="3964" y="4045"/>
                </a:lnTo>
                <a:lnTo>
                  <a:pt x="3972" y="4053"/>
                </a:lnTo>
                <a:lnTo>
                  <a:pt x="3984" y="4060"/>
                </a:lnTo>
                <a:lnTo>
                  <a:pt x="4000" y="4069"/>
                </a:lnTo>
                <a:lnTo>
                  <a:pt x="4051" y="4075"/>
                </a:lnTo>
                <a:lnTo>
                  <a:pt x="4281" y="4039"/>
                </a:lnTo>
                <a:lnTo>
                  <a:pt x="4696" y="3960"/>
                </a:lnTo>
                <a:lnTo>
                  <a:pt x="4909" y="3918"/>
                </a:lnTo>
                <a:lnTo>
                  <a:pt x="5317" y="3826"/>
                </a:lnTo>
                <a:lnTo>
                  <a:pt x="5710" y="3724"/>
                </a:lnTo>
                <a:lnTo>
                  <a:pt x="6092" y="3610"/>
                </a:lnTo>
                <a:lnTo>
                  <a:pt x="6466" y="3482"/>
                </a:lnTo>
                <a:lnTo>
                  <a:pt x="6836" y="3338"/>
                </a:lnTo>
                <a:lnTo>
                  <a:pt x="7207" y="3180"/>
                </a:lnTo>
                <a:lnTo>
                  <a:pt x="7584" y="3004"/>
                </a:lnTo>
                <a:lnTo>
                  <a:pt x="7776" y="2907"/>
                </a:lnTo>
                <a:lnTo>
                  <a:pt x="8014" y="2785"/>
                </a:lnTo>
                <a:lnTo>
                  <a:pt x="8419" y="2566"/>
                </a:lnTo>
                <a:lnTo>
                  <a:pt x="8749" y="2369"/>
                </a:lnTo>
                <a:lnTo>
                  <a:pt x="8947" y="2234"/>
                </a:lnTo>
                <a:lnTo>
                  <a:pt x="9059" y="2148"/>
                </a:lnTo>
                <a:lnTo>
                  <a:pt x="9157" y="2065"/>
                </a:lnTo>
                <a:lnTo>
                  <a:pt x="9239" y="1983"/>
                </a:lnTo>
                <a:lnTo>
                  <a:pt x="9308" y="1902"/>
                </a:lnTo>
                <a:lnTo>
                  <a:pt x="9363" y="1823"/>
                </a:lnTo>
                <a:lnTo>
                  <a:pt x="9406" y="1743"/>
                </a:lnTo>
                <a:lnTo>
                  <a:pt x="9436" y="1664"/>
                </a:lnTo>
                <a:lnTo>
                  <a:pt x="9456" y="1582"/>
                </a:lnTo>
                <a:lnTo>
                  <a:pt x="9465" y="1499"/>
                </a:lnTo>
                <a:lnTo>
                  <a:pt x="9466" y="1457"/>
                </a:lnTo>
                <a:lnTo>
                  <a:pt x="9465" y="1410"/>
                </a:lnTo>
                <a:lnTo>
                  <a:pt x="9458" y="1325"/>
                </a:lnTo>
                <a:lnTo>
                  <a:pt x="9443" y="1247"/>
                </a:lnTo>
                <a:lnTo>
                  <a:pt x="9418" y="1173"/>
                </a:lnTo>
                <a:lnTo>
                  <a:pt x="9383" y="1100"/>
                </a:lnTo>
                <a:lnTo>
                  <a:pt x="9336" y="1026"/>
                </a:lnTo>
                <a:lnTo>
                  <a:pt x="9241" y="911"/>
                </a:lnTo>
                <a:lnTo>
                  <a:pt x="9157" y="825"/>
                </a:lnTo>
                <a:lnTo>
                  <a:pt x="9094" y="764"/>
                </a:lnTo>
                <a:lnTo>
                  <a:pt x="8992" y="672"/>
                </a:lnTo>
                <a:lnTo>
                  <a:pt x="8893" y="601"/>
                </a:lnTo>
                <a:lnTo>
                  <a:pt x="8775" y="535"/>
                </a:lnTo>
                <a:lnTo>
                  <a:pt x="8698" y="496"/>
                </a:lnTo>
                <a:lnTo>
                  <a:pt x="8575" y="439"/>
                </a:lnTo>
                <a:lnTo>
                  <a:pt x="8222" y="303"/>
                </a:lnTo>
                <a:lnTo>
                  <a:pt x="8050" y="244"/>
                </a:lnTo>
                <a:lnTo>
                  <a:pt x="7949" y="211"/>
                </a:lnTo>
                <a:lnTo>
                  <a:pt x="7755" y="155"/>
                </a:lnTo>
                <a:lnTo>
                  <a:pt x="7564" y="109"/>
                </a:lnTo>
                <a:lnTo>
                  <a:pt x="7367" y="73"/>
                </a:lnTo>
                <a:lnTo>
                  <a:pt x="7159" y="46"/>
                </a:lnTo>
                <a:lnTo>
                  <a:pt x="6932" y="26"/>
                </a:lnTo>
                <a:lnTo>
                  <a:pt x="6544" y="7"/>
                </a:lnTo>
                <a:lnTo>
                  <a:pt x="6230" y="1"/>
                </a:lnTo>
                <a:lnTo>
                  <a:pt x="5961" y="0"/>
                </a:lnTo>
                <a:lnTo>
                  <a:pt x="5487" y="5"/>
                </a:lnTo>
                <a:lnTo>
                  <a:pt x="5354" y="1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8" name="Freeform 30">
            <a:extLst>
              <a:ext uri="{FF2B5EF4-FFF2-40B4-BE49-F238E27FC236}">
                <a16:creationId xmlns:a16="http://schemas.microsoft.com/office/drawing/2014/main" id="{78CA2C8D-7A34-438B-B83E-120F0EBB2657}"/>
              </a:ext>
            </a:extLst>
          </p:cNvPr>
          <p:cNvSpPr>
            <a:spLocks noEditPoints="1"/>
          </p:cNvSpPr>
          <p:nvPr/>
        </p:nvSpPr>
        <p:spPr bwMode="auto">
          <a:xfrm>
            <a:off x="524565" y="3902164"/>
            <a:ext cx="1714154" cy="549042"/>
          </a:xfrm>
          <a:custGeom>
            <a:avLst/>
            <a:gdLst>
              <a:gd name="T0" fmla="*/ 2451 w 8696"/>
              <a:gd name="T1" fmla="*/ 141 h 2784"/>
              <a:gd name="T2" fmla="*/ 1030 w 8696"/>
              <a:gd name="T3" fmla="*/ 514 h 2784"/>
              <a:gd name="T4" fmla="*/ 419 w 8696"/>
              <a:gd name="T5" fmla="*/ 794 h 2784"/>
              <a:gd name="T6" fmla="*/ 98 w 8696"/>
              <a:gd name="T7" fmla="*/ 1076 h 2784"/>
              <a:gd name="T8" fmla="*/ 7 w 8696"/>
              <a:gd name="T9" fmla="*/ 1308 h 2784"/>
              <a:gd name="T10" fmla="*/ 25 w 8696"/>
              <a:gd name="T11" fmla="*/ 1508 h 2784"/>
              <a:gd name="T12" fmla="*/ 162 w 8696"/>
              <a:gd name="T13" fmla="*/ 1723 h 2784"/>
              <a:gd name="T14" fmla="*/ 537 w 8696"/>
              <a:gd name="T15" fmla="*/ 2024 h 2784"/>
              <a:gd name="T16" fmla="*/ 1279 w 8696"/>
              <a:gd name="T17" fmla="*/ 2350 h 2784"/>
              <a:gd name="T18" fmla="*/ 1814 w 8696"/>
              <a:gd name="T19" fmla="*/ 2482 h 2784"/>
              <a:gd name="T20" fmla="*/ 1838 w 8696"/>
              <a:gd name="T21" fmla="*/ 2537 h 2784"/>
              <a:gd name="T22" fmla="*/ 1836 w 8696"/>
              <a:gd name="T23" fmla="*/ 2598 h 2784"/>
              <a:gd name="T24" fmla="*/ 2266 w 8696"/>
              <a:gd name="T25" fmla="*/ 2658 h 2784"/>
              <a:gd name="T26" fmla="*/ 3705 w 8696"/>
              <a:gd name="T27" fmla="*/ 2725 h 2784"/>
              <a:gd name="T28" fmla="*/ 4465 w 8696"/>
              <a:gd name="T29" fmla="*/ 2784 h 2784"/>
              <a:gd name="T30" fmla="*/ 4570 w 8696"/>
              <a:gd name="T31" fmla="*/ 2731 h 2784"/>
              <a:gd name="T32" fmla="*/ 5364 w 8696"/>
              <a:gd name="T33" fmla="*/ 2668 h 2784"/>
              <a:gd name="T34" fmla="*/ 6502 w 8696"/>
              <a:gd name="T35" fmla="*/ 2521 h 2784"/>
              <a:gd name="T36" fmla="*/ 7471 w 8696"/>
              <a:gd name="T37" fmla="*/ 2304 h 2784"/>
              <a:gd name="T38" fmla="*/ 8190 w 8696"/>
              <a:gd name="T39" fmla="*/ 2036 h 2784"/>
              <a:gd name="T40" fmla="*/ 8505 w 8696"/>
              <a:gd name="T41" fmla="*/ 1826 h 2784"/>
              <a:gd name="T42" fmla="*/ 8658 w 8696"/>
              <a:gd name="T43" fmla="*/ 1605 h 2784"/>
              <a:gd name="T44" fmla="*/ 8696 w 8696"/>
              <a:gd name="T45" fmla="*/ 1370 h 2784"/>
              <a:gd name="T46" fmla="*/ 8661 w 8696"/>
              <a:gd name="T47" fmla="*/ 1137 h 2784"/>
              <a:gd name="T48" fmla="*/ 8409 w 8696"/>
              <a:gd name="T49" fmla="*/ 810 h 2784"/>
              <a:gd name="T50" fmla="*/ 7859 w 8696"/>
              <a:gd name="T51" fmla="*/ 507 h 2784"/>
              <a:gd name="T52" fmla="*/ 7007 w 8696"/>
              <a:gd name="T53" fmla="*/ 270 h 2784"/>
              <a:gd name="T54" fmla="*/ 5654 w 8696"/>
              <a:gd name="T55" fmla="*/ 73 h 2784"/>
              <a:gd name="T56" fmla="*/ 4207 w 8696"/>
              <a:gd name="T57" fmla="*/ 0 h 2784"/>
              <a:gd name="T58" fmla="*/ 5368 w 8696"/>
              <a:gd name="T59" fmla="*/ 173 h 2784"/>
              <a:gd name="T60" fmla="*/ 7115 w 8696"/>
              <a:gd name="T61" fmla="*/ 416 h 2784"/>
              <a:gd name="T62" fmla="*/ 7695 w 8696"/>
              <a:gd name="T63" fmla="*/ 582 h 2784"/>
              <a:gd name="T64" fmla="*/ 8286 w 8696"/>
              <a:gd name="T65" fmla="*/ 890 h 2784"/>
              <a:gd name="T66" fmla="*/ 8501 w 8696"/>
              <a:gd name="T67" fmla="*/ 1165 h 2784"/>
              <a:gd name="T68" fmla="*/ 8530 w 8696"/>
              <a:gd name="T69" fmla="*/ 1496 h 2784"/>
              <a:gd name="T70" fmla="*/ 8342 w 8696"/>
              <a:gd name="T71" fmla="*/ 1763 h 2784"/>
              <a:gd name="T72" fmla="*/ 8013 w 8696"/>
              <a:gd name="T73" fmla="*/ 1984 h 2784"/>
              <a:gd name="T74" fmla="*/ 7454 w 8696"/>
              <a:gd name="T75" fmla="*/ 2178 h 2784"/>
              <a:gd name="T76" fmla="*/ 6429 w 8696"/>
              <a:gd name="T77" fmla="*/ 2394 h 2784"/>
              <a:gd name="T78" fmla="*/ 4996 w 8696"/>
              <a:gd name="T79" fmla="*/ 2570 h 2784"/>
              <a:gd name="T80" fmla="*/ 3870 w 8696"/>
              <a:gd name="T81" fmla="*/ 2588 h 2784"/>
              <a:gd name="T82" fmla="*/ 2383 w 8696"/>
              <a:gd name="T83" fmla="*/ 2450 h 2784"/>
              <a:gd name="T84" fmla="*/ 1129 w 8696"/>
              <a:gd name="T85" fmla="*/ 2160 h 2784"/>
              <a:gd name="T86" fmla="*/ 356 w 8696"/>
              <a:gd name="T87" fmla="*/ 1725 h 2784"/>
              <a:gd name="T88" fmla="*/ 195 w 8696"/>
              <a:gd name="T89" fmla="*/ 1519 h 2784"/>
              <a:gd name="T90" fmla="*/ 171 w 8696"/>
              <a:gd name="T91" fmla="*/ 1251 h 2784"/>
              <a:gd name="T92" fmla="*/ 301 w 8696"/>
              <a:gd name="T93" fmla="*/ 1055 h 2784"/>
              <a:gd name="T94" fmla="*/ 726 w 8696"/>
              <a:gd name="T95" fmla="*/ 783 h 2784"/>
              <a:gd name="T96" fmla="*/ 1367 w 8696"/>
              <a:gd name="T97" fmla="*/ 534 h 2784"/>
              <a:gd name="T98" fmla="*/ 2619 w 8696"/>
              <a:gd name="T99" fmla="*/ 240 h 2784"/>
              <a:gd name="T100" fmla="*/ 3634 w 8696"/>
              <a:gd name="T101" fmla="*/ 136 h 2784"/>
              <a:gd name="T102" fmla="*/ 5368 w 8696"/>
              <a:gd name="T103" fmla="*/ 173 h 27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8696" h="2784">
                <a:moveTo>
                  <a:pt x="3410" y="22"/>
                </a:moveTo>
                <a:lnTo>
                  <a:pt x="3221" y="37"/>
                </a:lnTo>
                <a:lnTo>
                  <a:pt x="2836" y="81"/>
                </a:lnTo>
                <a:lnTo>
                  <a:pt x="2451" y="141"/>
                </a:lnTo>
                <a:lnTo>
                  <a:pt x="2072" y="217"/>
                </a:lnTo>
                <a:lnTo>
                  <a:pt x="1704" y="304"/>
                </a:lnTo>
                <a:lnTo>
                  <a:pt x="1355" y="404"/>
                </a:lnTo>
                <a:lnTo>
                  <a:pt x="1030" y="514"/>
                </a:lnTo>
                <a:lnTo>
                  <a:pt x="735" y="633"/>
                </a:lnTo>
                <a:lnTo>
                  <a:pt x="602" y="695"/>
                </a:lnTo>
                <a:lnTo>
                  <a:pt x="537" y="728"/>
                </a:lnTo>
                <a:lnTo>
                  <a:pt x="419" y="794"/>
                </a:lnTo>
                <a:lnTo>
                  <a:pt x="317" y="862"/>
                </a:lnTo>
                <a:lnTo>
                  <a:pt x="230" y="931"/>
                </a:lnTo>
                <a:lnTo>
                  <a:pt x="156" y="1002"/>
                </a:lnTo>
                <a:lnTo>
                  <a:pt x="98" y="1076"/>
                </a:lnTo>
                <a:lnTo>
                  <a:pt x="54" y="1152"/>
                </a:lnTo>
                <a:lnTo>
                  <a:pt x="23" y="1232"/>
                </a:lnTo>
                <a:lnTo>
                  <a:pt x="13" y="1272"/>
                </a:lnTo>
                <a:lnTo>
                  <a:pt x="7" y="1308"/>
                </a:lnTo>
                <a:lnTo>
                  <a:pt x="0" y="1364"/>
                </a:lnTo>
                <a:lnTo>
                  <a:pt x="2" y="1414"/>
                </a:lnTo>
                <a:lnTo>
                  <a:pt x="16" y="1472"/>
                </a:lnTo>
                <a:lnTo>
                  <a:pt x="25" y="1508"/>
                </a:lnTo>
                <a:lnTo>
                  <a:pt x="38" y="1542"/>
                </a:lnTo>
                <a:lnTo>
                  <a:pt x="65" y="1601"/>
                </a:lnTo>
                <a:lnTo>
                  <a:pt x="104" y="1658"/>
                </a:lnTo>
                <a:lnTo>
                  <a:pt x="162" y="1723"/>
                </a:lnTo>
                <a:lnTo>
                  <a:pt x="200" y="1762"/>
                </a:lnTo>
                <a:lnTo>
                  <a:pt x="258" y="1817"/>
                </a:lnTo>
                <a:lnTo>
                  <a:pt x="388" y="1923"/>
                </a:lnTo>
                <a:lnTo>
                  <a:pt x="537" y="2024"/>
                </a:lnTo>
                <a:lnTo>
                  <a:pt x="702" y="2117"/>
                </a:lnTo>
                <a:lnTo>
                  <a:pt x="881" y="2203"/>
                </a:lnTo>
                <a:lnTo>
                  <a:pt x="1075" y="2281"/>
                </a:lnTo>
                <a:lnTo>
                  <a:pt x="1279" y="2350"/>
                </a:lnTo>
                <a:lnTo>
                  <a:pt x="1495" y="2409"/>
                </a:lnTo>
                <a:lnTo>
                  <a:pt x="1606" y="2435"/>
                </a:lnTo>
                <a:lnTo>
                  <a:pt x="1702" y="2456"/>
                </a:lnTo>
                <a:lnTo>
                  <a:pt x="1814" y="2482"/>
                </a:lnTo>
                <a:lnTo>
                  <a:pt x="1848" y="2495"/>
                </a:lnTo>
                <a:lnTo>
                  <a:pt x="1854" y="2504"/>
                </a:lnTo>
                <a:lnTo>
                  <a:pt x="1849" y="2521"/>
                </a:lnTo>
                <a:lnTo>
                  <a:pt x="1838" y="2537"/>
                </a:lnTo>
                <a:lnTo>
                  <a:pt x="1830" y="2550"/>
                </a:lnTo>
                <a:lnTo>
                  <a:pt x="1822" y="2570"/>
                </a:lnTo>
                <a:lnTo>
                  <a:pt x="1825" y="2585"/>
                </a:lnTo>
                <a:lnTo>
                  <a:pt x="1836" y="2598"/>
                </a:lnTo>
                <a:lnTo>
                  <a:pt x="1846" y="2607"/>
                </a:lnTo>
                <a:lnTo>
                  <a:pt x="1864" y="2614"/>
                </a:lnTo>
                <a:lnTo>
                  <a:pt x="1975" y="2631"/>
                </a:lnTo>
                <a:lnTo>
                  <a:pt x="2266" y="2658"/>
                </a:lnTo>
                <a:lnTo>
                  <a:pt x="2807" y="2694"/>
                </a:lnTo>
                <a:lnTo>
                  <a:pt x="3361" y="2719"/>
                </a:lnTo>
                <a:lnTo>
                  <a:pt x="3585" y="2721"/>
                </a:lnTo>
                <a:lnTo>
                  <a:pt x="3705" y="2725"/>
                </a:lnTo>
                <a:lnTo>
                  <a:pt x="4018" y="2744"/>
                </a:lnTo>
                <a:lnTo>
                  <a:pt x="4158" y="2758"/>
                </a:lnTo>
                <a:lnTo>
                  <a:pt x="4348" y="2780"/>
                </a:lnTo>
                <a:lnTo>
                  <a:pt x="4465" y="2784"/>
                </a:lnTo>
                <a:lnTo>
                  <a:pt x="4498" y="2770"/>
                </a:lnTo>
                <a:lnTo>
                  <a:pt x="4511" y="2758"/>
                </a:lnTo>
                <a:lnTo>
                  <a:pt x="4523" y="2748"/>
                </a:lnTo>
                <a:lnTo>
                  <a:pt x="4570" y="2731"/>
                </a:lnTo>
                <a:lnTo>
                  <a:pt x="4714" y="2714"/>
                </a:lnTo>
                <a:lnTo>
                  <a:pt x="4910" y="2701"/>
                </a:lnTo>
                <a:lnTo>
                  <a:pt x="5063" y="2692"/>
                </a:lnTo>
                <a:lnTo>
                  <a:pt x="5364" y="2668"/>
                </a:lnTo>
                <a:lnTo>
                  <a:pt x="5659" y="2639"/>
                </a:lnTo>
                <a:lnTo>
                  <a:pt x="5950" y="2604"/>
                </a:lnTo>
                <a:lnTo>
                  <a:pt x="6230" y="2565"/>
                </a:lnTo>
                <a:lnTo>
                  <a:pt x="6502" y="2521"/>
                </a:lnTo>
                <a:lnTo>
                  <a:pt x="6762" y="2473"/>
                </a:lnTo>
                <a:lnTo>
                  <a:pt x="7012" y="2420"/>
                </a:lnTo>
                <a:lnTo>
                  <a:pt x="7248" y="2364"/>
                </a:lnTo>
                <a:lnTo>
                  <a:pt x="7471" y="2304"/>
                </a:lnTo>
                <a:lnTo>
                  <a:pt x="7677" y="2241"/>
                </a:lnTo>
                <a:lnTo>
                  <a:pt x="7867" y="2175"/>
                </a:lnTo>
                <a:lnTo>
                  <a:pt x="8038" y="2107"/>
                </a:lnTo>
                <a:lnTo>
                  <a:pt x="8190" y="2036"/>
                </a:lnTo>
                <a:lnTo>
                  <a:pt x="8322" y="1963"/>
                </a:lnTo>
                <a:lnTo>
                  <a:pt x="8431" y="1890"/>
                </a:lnTo>
                <a:lnTo>
                  <a:pt x="8477" y="1852"/>
                </a:lnTo>
                <a:lnTo>
                  <a:pt x="8505" y="1826"/>
                </a:lnTo>
                <a:lnTo>
                  <a:pt x="8554" y="1774"/>
                </a:lnTo>
                <a:lnTo>
                  <a:pt x="8596" y="1720"/>
                </a:lnTo>
                <a:lnTo>
                  <a:pt x="8631" y="1664"/>
                </a:lnTo>
                <a:lnTo>
                  <a:pt x="8658" y="1605"/>
                </a:lnTo>
                <a:lnTo>
                  <a:pt x="8677" y="1543"/>
                </a:lnTo>
                <a:lnTo>
                  <a:pt x="8690" y="1477"/>
                </a:lnTo>
                <a:lnTo>
                  <a:pt x="8696" y="1407"/>
                </a:lnTo>
                <a:lnTo>
                  <a:pt x="8696" y="1370"/>
                </a:lnTo>
                <a:lnTo>
                  <a:pt x="8693" y="1302"/>
                </a:lnTo>
                <a:lnTo>
                  <a:pt x="8681" y="1208"/>
                </a:lnTo>
                <a:lnTo>
                  <a:pt x="8669" y="1157"/>
                </a:lnTo>
                <a:lnTo>
                  <a:pt x="8661" y="1137"/>
                </a:lnTo>
                <a:lnTo>
                  <a:pt x="8638" y="1087"/>
                </a:lnTo>
                <a:lnTo>
                  <a:pt x="8578" y="990"/>
                </a:lnTo>
                <a:lnTo>
                  <a:pt x="8501" y="897"/>
                </a:lnTo>
                <a:lnTo>
                  <a:pt x="8409" y="810"/>
                </a:lnTo>
                <a:lnTo>
                  <a:pt x="8299" y="727"/>
                </a:lnTo>
                <a:lnTo>
                  <a:pt x="8171" y="649"/>
                </a:lnTo>
                <a:lnTo>
                  <a:pt x="8024" y="576"/>
                </a:lnTo>
                <a:lnTo>
                  <a:pt x="7859" y="507"/>
                </a:lnTo>
                <a:lnTo>
                  <a:pt x="7675" y="442"/>
                </a:lnTo>
                <a:lnTo>
                  <a:pt x="7472" y="380"/>
                </a:lnTo>
                <a:lnTo>
                  <a:pt x="7249" y="324"/>
                </a:lnTo>
                <a:lnTo>
                  <a:pt x="7007" y="270"/>
                </a:lnTo>
                <a:lnTo>
                  <a:pt x="6744" y="221"/>
                </a:lnTo>
                <a:lnTo>
                  <a:pt x="6460" y="174"/>
                </a:lnTo>
                <a:lnTo>
                  <a:pt x="5996" y="110"/>
                </a:lnTo>
                <a:lnTo>
                  <a:pt x="5654" y="73"/>
                </a:lnTo>
                <a:lnTo>
                  <a:pt x="5524" y="60"/>
                </a:lnTo>
                <a:lnTo>
                  <a:pt x="5247" y="38"/>
                </a:lnTo>
                <a:lnTo>
                  <a:pt x="4806" y="13"/>
                </a:lnTo>
                <a:lnTo>
                  <a:pt x="4207" y="0"/>
                </a:lnTo>
                <a:lnTo>
                  <a:pt x="3785" y="5"/>
                </a:lnTo>
                <a:lnTo>
                  <a:pt x="3527" y="15"/>
                </a:lnTo>
                <a:lnTo>
                  <a:pt x="3410" y="22"/>
                </a:lnTo>
                <a:close/>
                <a:moveTo>
                  <a:pt x="5368" y="173"/>
                </a:moveTo>
                <a:lnTo>
                  <a:pt x="5672" y="202"/>
                </a:lnTo>
                <a:lnTo>
                  <a:pt x="6259" y="272"/>
                </a:lnTo>
                <a:lnTo>
                  <a:pt x="6787" y="353"/>
                </a:lnTo>
                <a:lnTo>
                  <a:pt x="7115" y="416"/>
                </a:lnTo>
                <a:lnTo>
                  <a:pt x="7295" y="458"/>
                </a:lnTo>
                <a:lnTo>
                  <a:pt x="7370" y="479"/>
                </a:lnTo>
                <a:lnTo>
                  <a:pt x="7486" y="513"/>
                </a:lnTo>
                <a:lnTo>
                  <a:pt x="7695" y="582"/>
                </a:lnTo>
                <a:lnTo>
                  <a:pt x="7879" y="654"/>
                </a:lnTo>
                <a:lnTo>
                  <a:pt x="8038" y="729"/>
                </a:lnTo>
                <a:lnTo>
                  <a:pt x="8173" y="808"/>
                </a:lnTo>
                <a:lnTo>
                  <a:pt x="8286" y="890"/>
                </a:lnTo>
                <a:lnTo>
                  <a:pt x="8378" y="979"/>
                </a:lnTo>
                <a:lnTo>
                  <a:pt x="8451" y="1072"/>
                </a:lnTo>
                <a:lnTo>
                  <a:pt x="8479" y="1121"/>
                </a:lnTo>
                <a:lnTo>
                  <a:pt x="8501" y="1165"/>
                </a:lnTo>
                <a:lnTo>
                  <a:pt x="8532" y="1251"/>
                </a:lnTo>
                <a:lnTo>
                  <a:pt x="8547" y="1333"/>
                </a:lnTo>
                <a:lnTo>
                  <a:pt x="8547" y="1416"/>
                </a:lnTo>
                <a:lnTo>
                  <a:pt x="8530" y="1496"/>
                </a:lnTo>
                <a:lnTo>
                  <a:pt x="8497" y="1573"/>
                </a:lnTo>
                <a:lnTo>
                  <a:pt x="8447" y="1650"/>
                </a:lnTo>
                <a:lnTo>
                  <a:pt x="8381" y="1726"/>
                </a:lnTo>
                <a:lnTo>
                  <a:pt x="8342" y="1763"/>
                </a:lnTo>
                <a:lnTo>
                  <a:pt x="8302" y="1799"/>
                </a:lnTo>
                <a:lnTo>
                  <a:pt x="8216" y="1866"/>
                </a:lnTo>
                <a:lnTo>
                  <a:pt x="8120" y="1928"/>
                </a:lnTo>
                <a:lnTo>
                  <a:pt x="8013" y="1984"/>
                </a:lnTo>
                <a:lnTo>
                  <a:pt x="7894" y="2038"/>
                </a:lnTo>
                <a:lnTo>
                  <a:pt x="7762" y="2087"/>
                </a:lnTo>
                <a:lnTo>
                  <a:pt x="7616" y="2134"/>
                </a:lnTo>
                <a:lnTo>
                  <a:pt x="7454" y="2178"/>
                </a:lnTo>
                <a:lnTo>
                  <a:pt x="7366" y="2199"/>
                </a:lnTo>
                <a:lnTo>
                  <a:pt x="7176" y="2245"/>
                </a:lnTo>
                <a:lnTo>
                  <a:pt x="6799" y="2324"/>
                </a:lnTo>
                <a:lnTo>
                  <a:pt x="6429" y="2394"/>
                </a:lnTo>
                <a:lnTo>
                  <a:pt x="6064" y="2455"/>
                </a:lnTo>
                <a:lnTo>
                  <a:pt x="5705" y="2504"/>
                </a:lnTo>
                <a:lnTo>
                  <a:pt x="5348" y="2542"/>
                </a:lnTo>
                <a:lnTo>
                  <a:pt x="4996" y="2570"/>
                </a:lnTo>
                <a:lnTo>
                  <a:pt x="4648" y="2588"/>
                </a:lnTo>
                <a:lnTo>
                  <a:pt x="4476" y="2592"/>
                </a:lnTo>
                <a:lnTo>
                  <a:pt x="4270" y="2596"/>
                </a:lnTo>
                <a:lnTo>
                  <a:pt x="3870" y="2588"/>
                </a:lnTo>
                <a:lnTo>
                  <a:pt x="3432" y="2560"/>
                </a:lnTo>
                <a:lnTo>
                  <a:pt x="2903" y="2510"/>
                </a:lnTo>
                <a:lnTo>
                  <a:pt x="2580" y="2474"/>
                </a:lnTo>
                <a:lnTo>
                  <a:pt x="2383" y="2450"/>
                </a:lnTo>
                <a:lnTo>
                  <a:pt x="2021" y="2394"/>
                </a:lnTo>
                <a:lnTo>
                  <a:pt x="1694" y="2328"/>
                </a:lnTo>
                <a:lnTo>
                  <a:pt x="1398" y="2251"/>
                </a:lnTo>
                <a:lnTo>
                  <a:pt x="1129" y="2160"/>
                </a:lnTo>
                <a:lnTo>
                  <a:pt x="884" y="2056"/>
                </a:lnTo>
                <a:lnTo>
                  <a:pt x="660" y="1936"/>
                </a:lnTo>
                <a:lnTo>
                  <a:pt x="453" y="1800"/>
                </a:lnTo>
                <a:lnTo>
                  <a:pt x="356" y="1725"/>
                </a:lnTo>
                <a:lnTo>
                  <a:pt x="326" y="1699"/>
                </a:lnTo>
                <a:lnTo>
                  <a:pt x="273" y="1644"/>
                </a:lnTo>
                <a:lnTo>
                  <a:pt x="228" y="1583"/>
                </a:lnTo>
                <a:lnTo>
                  <a:pt x="195" y="1519"/>
                </a:lnTo>
                <a:lnTo>
                  <a:pt x="172" y="1451"/>
                </a:lnTo>
                <a:lnTo>
                  <a:pt x="160" y="1384"/>
                </a:lnTo>
                <a:lnTo>
                  <a:pt x="160" y="1316"/>
                </a:lnTo>
                <a:lnTo>
                  <a:pt x="171" y="1251"/>
                </a:lnTo>
                <a:lnTo>
                  <a:pt x="182" y="1219"/>
                </a:lnTo>
                <a:lnTo>
                  <a:pt x="195" y="1187"/>
                </a:lnTo>
                <a:lnTo>
                  <a:pt x="239" y="1121"/>
                </a:lnTo>
                <a:lnTo>
                  <a:pt x="301" y="1055"/>
                </a:lnTo>
                <a:lnTo>
                  <a:pt x="382" y="986"/>
                </a:lnTo>
                <a:lnTo>
                  <a:pt x="481" y="918"/>
                </a:lnTo>
                <a:lnTo>
                  <a:pt x="595" y="850"/>
                </a:lnTo>
                <a:lnTo>
                  <a:pt x="726" y="783"/>
                </a:lnTo>
                <a:lnTo>
                  <a:pt x="872" y="717"/>
                </a:lnTo>
                <a:lnTo>
                  <a:pt x="950" y="685"/>
                </a:lnTo>
                <a:lnTo>
                  <a:pt x="1086" y="632"/>
                </a:lnTo>
                <a:lnTo>
                  <a:pt x="1367" y="534"/>
                </a:lnTo>
                <a:lnTo>
                  <a:pt x="1664" y="446"/>
                </a:lnTo>
                <a:lnTo>
                  <a:pt x="1971" y="367"/>
                </a:lnTo>
                <a:lnTo>
                  <a:pt x="2291" y="298"/>
                </a:lnTo>
                <a:lnTo>
                  <a:pt x="2619" y="240"/>
                </a:lnTo>
                <a:lnTo>
                  <a:pt x="2955" y="194"/>
                </a:lnTo>
                <a:lnTo>
                  <a:pt x="3298" y="158"/>
                </a:lnTo>
                <a:lnTo>
                  <a:pt x="3471" y="145"/>
                </a:lnTo>
                <a:lnTo>
                  <a:pt x="3634" y="136"/>
                </a:lnTo>
                <a:lnTo>
                  <a:pt x="4117" y="131"/>
                </a:lnTo>
                <a:lnTo>
                  <a:pt x="4678" y="140"/>
                </a:lnTo>
                <a:lnTo>
                  <a:pt x="5186" y="159"/>
                </a:lnTo>
                <a:lnTo>
                  <a:pt x="5368" y="1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 dirty="0"/>
          </a:p>
        </p:txBody>
      </p:sp>
      <p:sp>
        <p:nvSpPr>
          <p:cNvPr id="9" name="Freeform 57">
            <a:extLst>
              <a:ext uri="{FF2B5EF4-FFF2-40B4-BE49-F238E27FC236}">
                <a16:creationId xmlns:a16="http://schemas.microsoft.com/office/drawing/2014/main" id="{D20BAC78-3F14-4847-8534-0A44EB0A2534}"/>
              </a:ext>
            </a:extLst>
          </p:cNvPr>
          <p:cNvSpPr>
            <a:spLocks noEditPoints="1"/>
          </p:cNvSpPr>
          <p:nvPr/>
        </p:nvSpPr>
        <p:spPr bwMode="auto">
          <a:xfrm>
            <a:off x="5347983" y="1985252"/>
            <a:ext cx="1114751" cy="1011700"/>
          </a:xfrm>
          <a:custGeom>
            <a:avLst/>
            <a:gdLst>
              <a:gd name="T0" fmla="*/ 2588 w 6220"/>
              <a:gd name="T1" fmla="*/ 88 h 5642"/>
              <a:gd name="T2" fmla="*/ 1876 w 6220"/>
              <a:gd name="T3" fmla="*/ 311 h 5642"/>
              <a:gd name="T4" fmla="*/ 1305 w 6220"/>
              <a:gd name="T5" fmla="*/ 620 h 5642"/>
              <a:gd name="T6" fmla="*/ 605 w 6220"/>
              <a:gd name="T7" fmla="*/ 1253 h 5642"/>
              <a:gd name="T8" fmla="*/ 240 w 6220"/>
              <a:gd name="T9" fmla="*/ 1827 h 5642"/>
              <a:gd name="T10" fmla="*/ 20 w 6220"/>
              <a:gd name="T11" fmla="*/ 2526 h 5642"/>
              <a:gd name="T12" fmla="*/ 5 w 6220"/>
              <a:gd name="T13" fmla="*/ 3192 h 5642"/>
              <a:gd name="T14" fmla="*/ 64 w 6220"/>
              <a:gd name="T15" fmla="*/ 3884 h 5642"/>
              <a:gd name="T16" fmla="*/ 249 w 6220"/>
              <a:gd name="T17" fmla="*/ 4294 h 5642"/>
              <a:gd name="T18" fmla="*/ 725 w 6220"/>
              <a:gd name="T19" fmla="*/ 4807 h 5642"/>
              <a:gd name="T20" fmla="*/ 1214 w 6220"/>
              <a:gd name="T21" fmla="*/ 5135 h 5642"/>
              <a:gd name="T22" fmla="*/ 1260 w 6220"/>
              <a:gd name="T23" fmla="*/ 5221 h 5642"/>
              <a:gd name="T24" fmla="*/ 1290 w 6220"/>
              <a:gd name="T25" fmla="*/ 5340 h 5642"/>
              <a:gd name="T26" fmla="*/ 1822 w 6220"/>
              <a:gd name="T27" fmla="*/ 5524 h 5642"/>
              <a:gd name="T28" fmla="*/ 2704 w 6220"/>
              <a:gd name="T29" fmla="*/ 5637 h 5642"/>
              <a:gd name="T30" fmla="*/ 3818 w 6220"/>
              <a:gd name="T31" fmla="*/ 5583 h 5642"/>
              <a:gd name="T32" fmla="*/ 4397 w 6220"/>
              <a:gd name="T33" fmla="*/ 5466 h 5642"/>
              <a:gd name="T34" fmla="*/ 4973 w 6220"/>
              <a:gd name="T35" fmla="*/ 5261 h 5642"/>
              <a:gd name="T36" fmla="*/ 5405 w 6220"/>
              <a:gd name="T37" fmla="*/ 4981 h 5642"/>
              <a:gd name="T38" fmla="*/ 5961 w 6220"/>
              <a:gd name="T39" fmla="*/ 4314 h 5642"/>
              <a:gd name="T40" fmla="*/ 6188 w 6220"/>
              <a:gd name="T41" fmla="*/ 3757 h 5642"/>
              <a:gd name="T42" fmla="*/ 6220 w 6220"/>
              <a:gd name="T43" fmla="*/ 3116 h 5642"/>
              <a:gd name="T44" fmla="*/ 6181 w 6220"/>
              <a:gd name="T45" fmla="*/ 2406 h 5642"/>
              <a:gd name="T46" fmla="*/ 6001 w 6220"/>
              <a:gd name="T47" fmla="*/ 1751 h 5642"/>
              <a:gd name="T48" fmla="*/ 5735 w 6220"/>
              <a:gd name="T49" fmla="*/ 1209 h 5642"/>
              <a:gd name="T50" fmla="*/ 5321 w 6220"/>
              <a:gd name="T51" fmla="*/ 695 h 5642"/>
              <a:gd name="T52" fmla="*/ 4954 w 6220"/>
              <a:gd name="T53" fmla="*/ 416 h 5642"/>
              <a:gd name="T54" fmla="*/ 4203 w 6220"/>
              <a:gd name="T55" fmla="*/ 92 h 5642"/>
              <a:gd name="T56" fmla="*/ 3702 w 6220"/>
              <a:gd name="T57" fmla="*/ 16 h 5642"/>
              <a:gd name="T58" fmla="*/ 4098 w 6220"/>
              <a:gd name="T59" fmla="*/ 225 h 5642"/>
              <a:gd name="T60" fmla="*/ 4744 w 6220"/>
              <a:gd name="T61" fmla="*/ 476 h 5642"/>
              <a:gd name="T62" fmla="*/ 5096 w 6220"/>
              <a:gd name="T63" fmla="*/ 730 h 5642"/>
              <a:gd name="T64" fmla="*/ 5525 w 6220"/>
              <a:gd name="T65" fmla="*/ 1176 h 5642"/>
              <a:gd name="T66" fmla="*/ 5795 w 6220"/>
              <a:gd name="T67" fmla="*/ 1629 h 5642"/>
              <a:gd name="T68" fmla="*/ 6036 w 6220"/>
              <a:gd name="T69" fmla="*/ 2548 h 5642"/>
              <a:gd name="T70" fmla="*/ 6056 w 6220"/>
              <a:gd name="T71" fmla="*/ 3423 h 5642"/>
              <a:gd name="T72" fmla="*/ 5981 w 6220"/>
              <a:gd name="T73" fmla="*/ 3889 h 5642"/>
              <a:gd name="T74" fmla="*/ 5739 w 6220"/>
              <a:gd name="T75" fmla="*/ 4378 h 5642"/>
              <a:gd name="T76" fmla="*/ 5269 w 6220"/>
              <a:gd name="T77" fmla="*/ 4890 h 5642"/>
              <a:gd name="T78" fmla="*/ 4612 w 6220"/>
              <a:gd name="T79" fmla="*/ 5237 h 5642"/>
              <a:gd name="T80" fmla="*/ 3745 w 6220"/>
              <a:gd name="T81" fmla="*/ 5428 h 5642"/>
              <a:gd name="T82" fmla="*/ 2926 w 6220"/>
              <a:gd name="T83" fmla="*/ 5479 h 5642"/>
              <a:gd name="T84" fmla="*/ 2049 w 6220"/>
              <a:gd name="T85" fmla="*/ 5417 h 5642"/>
              <a:gd name="T86" fmla="*/ 1959 w 6220"/>
              <a:gd name="T87" fmla="*/ 5371 h 5642"/>
              <a:gd name="T88" fmla="*/ 1971 w 6220"/>
              <a:gd name="T89" fmla="*/ 5303 h 5642"/>
              <a:gd name="T90" fmla="*/ 1669 w 6220"/>
              <a:gd name="T91" fmla="*/ 5164 h 5642"/>
              <a:gd name="T92" fmla="*/ 1104 w 6220"/>
              <a:gd name="T93" fmla="*/ 4891 h 5642"/>
              <a:gd name="T94" fmla="*/ 629 w 6220"/>
              <a:gd name="T95" fmla="*/ 4524 h 5642"/>
              <a:gd name="T96" fmla="*/ 417 w 6220"/>
              <a:gd name="T97" fmla="*/ 4262 h 5642"/>
              <a:gd name="T98" fmla="*/ 230 w 6220"/>
              <a:gd name="T99" fmla="*/ 3875 h 5642"/>
              <a:gd name="T100" fmla="*/ 169 w 6220"/>
              <a:gd name="T101" fmla="*/ 3564 h 5642"/>
              <a:gd name="T102" fmla="*/ 155 w 6220"/>
              <a:gd name="T103" fmla="*/ 2660 h 5642"/>
              <a:gd name="T104" fmla="*/ 271 w 6220"/>
              <a:gd name="T105" fmla="*/ 2168 h 5642"/>
              <a:gd name="T106" fmla="*/ 613 w 6220"/>
              <a:gd name="T107" fmla="*/ 1506 h 5642"/>
              <a:gd name="T108" fmla="*/ 1129 w 6220"/>
              <a:gd name="T109" fmla="*/ 938 h 5642"/>
              <a:gd name="T110" fmla="*/ 1785 w 6220"/>
              <a:gd name="T111" fmla="*/ 508 h 5642"/>
              <a:gd name="T112" fmla="*/ 2336 w 6220"/>
              <a:gd name="T113" fmla="*/ 304 h 5642"/>
              <a:gd name="T114" fmla="*/ 2882 w 6220"/>
              <a:gd name="T115" fmla="*/ 195 h 5642"/>
              <a:gd name="T116" fmla="*/ 3931 w 6220"/>
              <a:gd name="T117" fmla="*/ 206 h 56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6220" h="5642">
                <a:moveTo>
                  <a:pt x="3135" y="5"/>
                </a:moveTo>
                <a:lnTo>
                  <a:pt x="3015" y="19"/>
                </a:lnTo>
                <a:lnTo>
                  <a:pt x="2792" y="51"/>
                </a:lnTo>
                <a:lnTo>
                  <a:pt x="2588" y="88"/>
                </a:lnTo>
                <a:lnTo>
                  <a:pt x="2399" y="131"/>
                </a:lnTo>
                <a:lnTo>
                  <a:pt x="2219" y="183"/>
                </a:lnTo>
                <a:lnTo>
                  <a:pt x="2046" y="242"/>
                </a:lnTo>
                <a:lnTo>
                  <a:pt x="1876" y="311"/>
                </a:lnTo>
                <a:lnTo>
                  <a:pt x="1705" y="390"/>
                </a:lnTo>
                <a:lnTo>
                  <a:pt x="1619" y="435"/>
                </a:lnTo>
                <a:lnTo>
                  <a:pt x="1511" y="492"/>
                </a:lnTo>
                <a:lnTo>
                  <a:pt x="1305" y="620"/>
                </a:lnTo>
                <a:lnTo>
                  <a:pt x="1111" y="760"/>
                </a:lnTo>
                <a:lnTo>
                  <a:pt x="929" y="913"/>
                </a:lnTo>
                <a:lnTo>
                  <a:pt x="760" y="1079"/>
                </a:lnTo>
                <a:lnTo>
                  <a:pt x="605" y="1253"/>
                </a:lnTo>
                <a:lnTo>
                  <a:pt x="465" y="1440"/>
                </a:lnTo>
                <a:lnTo>
                  <a:pt x="341" y="1634"/>
                </a:lnTo>
                <a:lnTo>
                  <a:pt x="286" y="1736"/>
                </a:lnTo>
                <a:lnTo>
                  <a:pt x="240" y="1827"/>
                </a:lnTo>
                <a:lnTo>
                  <a:pt x="155" y="2030"/>
                </a:lnTo>
                <a:lnTo>
                  <a:pt x="84" y="2240"/>
                </a:lnTo>
                <a:lnTo>
                  <a:pt x="34" y="2439"/>
                </a:lnTo>
                <a:lnTo>
                  <a:pt x="20" y="2526"/>
                </a:lnTo>
                <a:lnTo>
                  <a:pt x="14" y="2571"/>
                </a:lnTo>
                <a:lnTo>
                  <a:pt x="5" y="2698"/>
                </a:lnTo>
                <a:lnTo>
                  <a:pt x="0" y="2961"/>
                </a:lnTo>
                <a:lnTo>
                  <a:pt x="5" y="3192"/>
                </a:lnTo>
                <a:lnTo>
                  <a:pt x="9" y="3376"/>
                </a:lnTo>
                <a:lnTo>
                  <a:pt x="24" y="3648"/>
                </a:lnTo>
                <a:lnTo>
                  <a:pt x="45" y="3796"/>
                </a:lnTo>
                <a:lnTo>
                  <a:pt x="64" y="3884"/>
                </a:lnTo>
                <a:lnTo>
                  <a:pt x="105" y="4008"/>
                </a:lnTo>
                <a:lnTo>
                  <a:pt x="143" y="4096"/>
                </a:lnTo>
                <a:lnTo>
                  <a:pt x="173" y="4163"/>
                </a:lnTo>
                <a:lnTo>
                  <a:pt x="249" y="4294"/>
                </a:lnTo>
                <a:lnTo>
                  <a:pt x="343" y="4426"/>
                </a:lnTo>
                <a:lnTo>
                  <a:pt x="455" y="4556"/>
                </a:lnTo>
                <a:lnTo>
                  <a:pt x="583" y="4684"/>
                </a:lnTo>
                <a:lnTo>
                  <a:pt x="725" y="4807"/>
                </a:lnTo>
                <a:lnTo>
                  <a:pt x="880" y="4924"/>
                </a:lnTo>
                <a:lnTo>
                  <a:pt x="1046" y="5034"/>
                </a:lnTo>
                <a:lnTo>
                  <a:pt x="1133" y="5085"/>
                </a:lnTo>
                <a:lnTo>
                  <a:pt x="1214" y="5135"/>
                </a:lnTo>
                <a:lnTo>
                  <a:pt x="1267" y="5179"/>
                </a:lnTo>
                <a:lnTo>
                  <a:pt x="1274" y="5198"/>
                </a:lnTo>
                <a:lnTo>
                  <a:pt x="1270" y="5207"/>
                </a:lnTo>
                <a:lnTo>
                  <a:pt x="1260" y="5221"/>
                </a:lnTo>
                <a:lnTo>
                  <a:pt x="1252" y="5259"/>
                </a:lnTo>
                <a:lnTo>
                  <a:pt x="1258" y="5298"/>
                </a:lnTo>
                <a:lnTo>
                  <a:pt x="1277" y="5330"/>
                </a:lnTo>
                <a:lnTo>
                  <a:pt x="1290" y="5340"/>
                </a:lnTo>
                <a:lnTo>
                  <a:pt x="1330" y="5358"/>
                </a:lnTo>
                <a:lnTo>
                  <a:pt x="1459" y="5407"/>
                </a:lnTo>
                <a:lnTo>
                  <a:pt x="1698" y="5488"/>
                </a:lnTo>
                <a:lnTo>
                  <a:pt x="1822" y="5524"/>
                </a:lnTo>
                <a:lnTo>
                  <a:pt x="1932" y="5550"/>
                </a:lnTo>
                <a:lnTo>
                  <a:pt x="2173" y="5590"/>
                </a:lnTo>
                <a:lnTo>
                  <a:pt x="2432" y="5620"/>
                </a:lnTo>
                <a:lnTo>
                  <a:pt x="2704" y="5637"/>
                </a:lnTo>
                <a:lnTo>
                  <a:pt x="2983" y="5642"/>
                </a:lnTo>
                <a:lnTo>
                  <a:pt x="3266" y="5635"/>
                </a:lnTo>
                <a:lnTo>
                  <a:pt x="3545" y="5615"/>
                </a:lnTo>
                <a:lnTo>
                  <a:pt x="3818" y="5583"/>
                </a:lnTo>
                <a:lnTo>
                  <a:pt x="3949" y="5561"/>
                </a:lnTo>
                <a:lnTo>
                  <a:pt x="4044" y="5544"/>
                </a:lnTo>
                <a:lnTo>
                  <a:pt x="4226" y="5507"/>
                </a:lnTo>
                <a:lnTo>
                  <a:pt x="4397" y="5466"/>
                </a:lnTo>
                <a:lnTo>
                  <a:pt x="4558" y="5421"/>
                </a:lnTo>
                <a:lnTo>
                  <a:pt x="4707" y="5372"/>
                </a:lnTo>
                <a:lnTo>
                  <a:pt x="4846" y="5319"/>
                </a:lnTo>
                <a:lnTo>
                  <a:pt x="4973" y="5261"/>
                </a:lnTo>
                <a:lnTo>
                  <a:pt x="5089" y="5200"/>
                </a:lnTo>
                <a:lnTo>
                  <a:pt x="5144" y="5168"/>
                </a:lnTo>
                <a:lnTo>
                  <a:pt x="5233" y="5111"/>
                </a:lnTo>
                <a:lnTo>
                  <a:pt x="5405" y="4981"/>
                </a:lnTo>
                <a:lnTo>
                  <a:pt x="5565" y="4835"/>
                </a:lnTo>
                <a:lnTo>
                  <a:pt x="5712" y="4674"/>
                </a:lnTo>
                <a:lnTo>
                  <a:pt x="5845" y="4499"/>
                </a:lnTo>
                <a:lnTo>
                  <a:pt x="5961" y="4314"/>
                </a:lnTo>
                <a:lnTo>
                  <a:pt x="6061" y="4118"/>
                </a:lnTo>
                <a:lnTo>
                  <a:pt x="6141" y="3916"/>
                </a:lnTo>
                <a:lnTo>
                  <a:pt x="6173" y="3812"/>
                </a:lnTo>
                <a:lnTo>
                  <a:pt x="6188" y="3757"/>
                </a:lnTo>
                <a:lnTo>
                  <a:pt x="6207" y="3656"/>
                </a:lnTo>
                <a:lnTo>
                  <a:pt x="6217" y="3518"/>
                </a:lnTo>
                <a:lnTo>
                  <a:pt x="6220" y="3288"/>
                </a:lnTo>
                <a:lnTo>
                  <a:pt x="6220" y="3116"/>
                </a:lnTo>
                <a:lnTo>
                  <a:pt x="6220" y="2941"/>
                </a:lnTo>
                <a:lnTo>
                  <a:pt x="6216" y="2705"/>
                </a:lnTo>
                <a:lnTo>
                  <a:pt x="6204" y="2547"/>
                </a:lnTo>
                <a:lnTo>
                  <a:pt x="6181" y="2406"/>
                </a:lnTo>
                <a:lnTo>
                  <a:pt x="6163" y="2317"/>
                </a:lnTo>
                <a:lnTo>
                  <a:pt x="6134" y="2187"/>
                </a:lnTo>
                <a:lnTo>
                  <a:pt x="6072" y="1958"/>
                </a:lnTo>
                <a:lnTo>
                  <a:pt x="6001" y="1751"/>
                </a:lnTo>
                <a:lnTo>
                  <a:pt x="5913" y="1545"/>
                </a:lnTo>
                <a:lnTo>
                  <a:pt x="5862" y="1436"/>
                </a:lnTo>
                <a:lnTo>
                  <a:pt x="5821" y="1359"/>
                </a:lnTo>
                <a:lnTo>
                  <a:pt x="5735" y="1209"/>
                </a:lnTo>
                <a:lnTo>
                  <a:pt x="5643" y="1066"/>
                </a:lnTo>
                <a:lnTo>
                  <a:pt x="5542" y="934"/>
                </a:lnTo>
                <a:lnTo>
                  <a:pt x="5435" y="809"/>
                </a:lnTo>
                <a:lnTo>
                  <a:pt x="5321" y="695"/>
                </a:lnTo>
                <a:lnTo>
                  <a:pt x="5199" y="588"/>
                </a:lnTo>
                <a:lnTo>
                  <a:pt x="5071" y="492"/>
                </a:lnTo>
                <a:lnTo>
                  <a:pt x="5005" y="447"/>
                </a:lnTo>
                <a:lnTo>
                  <a:pt x="4954" y="416"/>
                </a:lnTo>
                <a:lnTo>
                  <a:pt x="4842" y="352"/>
                </a:lnTo>
                <a:lnTo>
                  <a:pt x="4656" y="260"/>
                </a:lnTo>
                <a:lnTo>
                  <a:pt x="4392" y="152"/>
                </a:lnTo>
                <a:lnTo>
                  <a:pt x="4203" y="92"/>
                </a:lnTo>
                <a:lnTo>
                  <a:pt x="4088" y="62"/>
                </a:lnTo>
                <a:lnTo>
                  <a:pt x="4037" y="53"/>
                </a:lnTo>
                <a:lnTo>
                  <a:pt x="3949" y="39"/>
                </a:lnTo>
                <a:lnTo>
                  <a:pt x="3702" y="16"/>
                </a:lnTo>
                <a:lnTo>
                  <a:pt x="3432" y="2"/>
                </a:lnTo>
                <a:lnTo>
                  <a:pt x="3204" y="0"/>
                </a:lnTo>
                <a:lnTo>
                  <a:pt x="3135" y="5"/>
                </a:lnTo>
                <a:close/>
                <a:moveTo>
                  <a:pt x="4098" y="225"/>
                </a:moveTo>
                <a:lnTo>
                  <a:pt x="4177" y="242"/>
                </a:lnTo>
                <a:lnTo>
                  <a:pt x="4359" y="299"/>
                </a:lnTo>
                <a:lnTo>
                  <a:pt x="4553" y="381"/>
                </a:lnTo>
                <a:lnTo>
                  <a:pt x="4744" y="476"/>
                </a:lnTo>
                <a:lnTo>
                  <a:pt x="4830" y="527"/>
                </a:lnTo>
                <a:lnTo>
                  <a:pt x="4878" y="558"/>
                </a:lnTo>
                <a:lnTo>
                  <a:pt x="4984" y="636"/>
                </a:lnTo>
                <a:lnTo>
                  <a:pt x="5096" y="730"/>
                </a:lnTo>
                <a:lnTo>
                  <a:pt x="5211" y="836"/>
                </a:lnTo>
                <a:lnTo>
                  <a:pt x="5324" y="949"/>
                </a:lnTo>
                <a:lnTo>
                  <a:pt x="5431" y="1064"/>
                </a:lnTo>
                <a:lnTo>
                  <a:pt x="5525" y="1176"/>
                </a:lnTo>
                <a:lnTo>
                  <a:pt x="5603" y="1280"/>
                </a:lnTo>
                <a:lnTo>
                  <a:pt x="5634" y="1328"/>
                </a:lnTo>
                <a:lnTo>
                  <a:pt x="5692" y="1427"/>
                </a:lnTo>
                <a:lnTo>
                  <a:pt x="5795" y="1629"/>
                </a:lnTo>
                <a:lnTo>
                  <a:pt x="5880" y="1840"/>
                </a:lnTo>
                <a:lnTo>
                  <a:pt x="5948" y="2062"/>
                </a:lnTo>
                <a:lnTo>
                  <a:pt x="5999" y="2297"/>
                </a:lnTo>
                <a:lnTo>
                  <a:pt x="6036" y="2548"/>
                </a:lnTo>
                <a:lnTo>
                  <a:pt x="6056" y="2820"/>
                </a:lnTo>
                <a:lnTo>
                  <a:pt x="6063" y="3112"/>
                </a:lnTo>
                <a:lnTo>
                  <a:pt x="6060" y="3269"/>
                </a:lnTo>
                <a:lnTo>
                  <a:pt x="6056" y="3423"/>
                </a:lnTo>
                <a:lnTo>
                  <a:pt x="6043" y="3602"/>
                </a:lnTo>
                <a:lnTo>
                  <a:pt x="6029" y="3706"/>
                </a:lnTo>
                <a:lnTo>
                  <a:pt x="6008" y="3798"/>
                </a:lnTo>
                <a:lnTo>
                  <a:pt x="5981" y="3889"/>
                </a:lnTo>
                <a:lnTo>
                  <a:pt x="5924" y="4030"/>
                </a:lnTo>
                <a:lnTo>
                  <a:pt x="5872" y="4139"/>
                </a:lnTo>
                <a:lnTo>
                  <a:pt x="5830" y="4222"/>
                </a:lnTo>
                <a:lnTo>
                  <a:pt x="5739" y="4378"/>
                </a:lnTo>
                <a:lnTo>
                  <a:pt x="5638" y="4521"/>
                </a:lnTo>
                <a:lnTo>
                  <a:pt x="5526" y="4655"/>
                </a:lnTo>
                <a:lnTo>
                  <a:pt x="5403" y="4778"/>
                </a:lnTo>
                <a:lnTo>
                  <a:pt x="5269" y="4890"/>
                </a:lnTo>
                <a:lnTo>
                  <a:pt x="5123" y="4991"/>
                </a:lnTo>
                <a:lnTo>
                  <a:pt x="4965" y="5083"/>
                </a:lnTo>
                <a:lnTo>
                  <a:pt x="4795" y="5164"/>
                </a:lnTo>
                <a:lnTo>
                  <a:pt x="4612" y="5237"/>
                </a:lnTo>
                <a:lnTo>
                  <a:pt x="4417" y="5298"/>
                </a:lnTo>
                <a:lnTo>
                  <a:pt x="4206" y="5351"/>
                </a:lnTo>
                <a:lnTo>
                  <a:pt x="3983" y="5394"/>
                </a:lnTo>
                <a:lnTo>
                  <a:pt x="3745" y="5428"/>
                </a:lnTo>
                <a:lnTo>
                  <a:pt x="3492" y="5454"/>
                </a:lnTo>
                <a:lnTo>
                  <a:pt x="3224" y="5470"/>
                </a:lnTo>
                <a:lnTo>
                  <a:pt x="3084" y="5475"/>
                </a:lnTo>
                <a:lnTo>
                  <a:pt x="2926" y="5479"/>
                </a:lnTo>
                <a:lnTo>
                  <a:pt x="2626" y="5475"/>
                </a:lnTo>
                <a:lnTo>
                  <a:pt x="2359" y="5460"/>
                </a:lnTo>
                <a:lnTo>
                  <a:pt x="2137" y="5434"/>
                </a:lnTo>
                <a:lnTo>
                  <a:pt x="2049" y="5417"/>
                </a:lnTo>
                <a:lnTo>
                  <a:pt x="2019" y="5411"/>
                </a:lnTo>
                <a:lnTo>
                  <a:pt x="1978" y="5400"/>
                </a:lnTo>
                <a:lnTo>
                  <a:pt x="1961" y="5388"/>
                </a:lnTo>
                <a:lnTo>
                  <a:pt x="1959" y="5371"/>
                </a:lnTo>
                <a:lnTo>
                  <a:pt x="1964" y="5361"/>
                </a:lnTo>
                <a:lnTo>
                  <a:pt x="1972" y="5346"/>
                </a:lnTo>
                <a:lnTo>
                  <a:pt x="1974" y="5314"/>
                </a:lnTo>
                <a:lnTo>
                  <a:pt x="1971" y="5303"/>
                </a:lnTo>
                <a:lnTo>
                  <a:pt x="1964" y="5296"/>
                </a:lnTo>
                <a:lnTo>
                  <a:pt x="1915" y="5270"/>
                </a:lnTo>
                <a:lnTo>
                  <a:pt x="1785" y="5211"/>
                </a:lnTo>
                <a:lnTo>
                  <a:pt x="1669" y="5164"/>
                </a:lnTo>
                <a:lnTo>
                  <a:pt x="1576" y="5126"/>
                </a:lnTo>
                <a:lnTo>
                  <a:pt x="1404" y="5050"/>
                </a:lnTo>
                <a:lnTo>
                  <a:pt x="1246" y="4972"/>
                </a:lnTo>
                <a:lnTo>
                  <a:pt x="1104" y="4891"/>
                </a:lnTo>
                <a:lnTo>
                  <a:pt x="972" y="4808"/>
                </a:lnTo>
                <a:lnTo>
                  <a:pt x="850" y="4719"/>
                </a:lnTo>
                <a:lnTo>
                  <a:pt x="736" y="4625"/>
                </a:lnTo>
                <a:lnTo>
                  <a:pt x="629" y="4524"/>
                </a:lnTo>
                <a:lnTo>
                  <a:pt x="577" y="4470"/>
                </a:lnTo>
                <a:lnTo>
                  <a:pt x="543" y="4432"/>
                </a:lnTo>
                <a:lnTo>
                  <a:pt x="478" y="4351"/>
                </a:lnTo>
                <a:lnTo>
                  <a:pt x="417" y="4262"/>
                </a:lnTo>
                <a:lnTo>
                  <a:pt x="361" y="4169"/>
                </a:lnTo>
                <a:lnTo>
                  <a:pt x="310" y="4072"/>
                </a:lnTo>
                <a:lnTo>
                  <a:pt x="267" y="3973"/>
                </a:lnTo>
                <a:lnTo>
                  <a:pt x="230" y="3875"/>
                </a:lnTo>
                <a:lnTo>
                  <a:pt x="202" y="3778"/>
                </a:lnTo>
                <a:lnTo>
                  <a:pt x="192" y="3730"/>
                </a:lnTo>
                <a:lnTo>
                  <a:pt x="184" y="3685"/>
                </a:lnTo>
                <a:lnTo>
                  <a:pt x="169" y="3564"/>
                </a:lnTo>
                <a:lnTo>
                  <a:pt x="153" y="3341"/>
                </a:lnTo>
                <a:lnTo>
                  <a:pt x="144" y="3005"/>
                </a:lnTo>
                <a:lnTo>
                  <a:pt x="148" y="2780"/>
                </a:lnTo>
                <a:lnTo>
                  <a:pt x="155" y="2660"/>
                </a:lnTo>
                <a:lnTo>
                  <a:pt x="161" y="2614"/>
                </a:lnTo>
                <a:lnTo>
                  <a:pt x="175" y="2524"/>
                </a:lnTo>
                <a:lnTo>
                  <a:pt x="217" y="2345"/>
                </a:lnTo>
                <a:lnTo>
                  <a:pt x="271" y="2168"/>
                </a:lnTo>
                <a:lnTo>
                  <a:pt x="339" y="1996"/>
                </a:lnTo>
                <a:lnTo>
                  <a:pt x="418" y="1828"/>
                </a:lnTo>
                <a:lnTo>
                  <a:pt x="509" y="1665"/>
                </a:lnTo>
                <a:lnTo>
                  <a:pt x="613" y="1506"/>
                </a:lnTo>
                <a:lnTo>
                  <a:pt x="727" y="1353"/>
                </a:lnTo>
                <a:lnTo>
                  <a:pt x="851" y="1208"/>
                </a:lnTo>
                <a:lnTo>
                  <a:pt x="987" y="1069"/>
                </a:lnTo>
                <a:lnTo>
                  <a:pt x="1129" y="938"/>
                </a:lnTo>
                <a:lnTo>
                  <a:pt x="1282" y="817"/>
                </a:lnTo>
                <a:lnTo>
                  <a:pt x="1442" y="704"/>
                </a:lnTo>
                <a:lnTo>
                  <a:pt x="1610" y="601"/>
                </a:lnTo>
                <a:lnTo>
                  <a:pt x="1785" y="508"/>
                </a:lnTo>
                <a:lnTo>
                  <a:pt x="1966" y="427"/>
                </a:lnTo>
                <a:lnTo>
                  <a:pt x="2059" y="392"/>
                </a:lnTo>
                <a:lnTo>
                  <a:pt x="2143" y="362"/>
                </a:lnTo>
                <a:lnTo>
                  <a:pt x="2336" y="304"/>
                </a:lnTo>
                <a:lnTo>
                  <a:pt x="2542" y="253"/>
                </a:lnTo>
                <a:lnTo>
                  <a:pt x="2745" y="213"/>
                </a:lnTo>
                <a:lnTo>
                  <a:pt x="2838" y="200"/>
                </a:lnTo>
                <a:lnTo>
                  <a:pt x="2882" y="195"/>
                </a:lnTo>
                <a:lnTo>
                  <a:pt x="3012" y="188"/>
                </a:lnTo>
                <a:lnTo>
                  <a:pt x="3274" y="185"/>
                </a:lnTo>
                <a:lnTo>
                  <a:pt x="3674" y="193"/>
                </a:lnTo>
                <a:lnTo>
                  <a:pt x="3931" y="206"/>
                </a:lnTo>
                <a:lnTo>
                  <a:pt x="4058" y="217"/>
                </a:lnTo>
                <a:lnTo>
                  <a:pt x="4098" y="22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Freeform 65">
            <a:extLst>
              <a:ext uri="{FF2B5EF4-FFF2-40B4-BE49-F238E27FC236}">
                <a16:creationId xmlns:a16="http://schemas.microsoft.com/office/drawing/2014/main" id="{0B2DCACE-B27C-4450-93F4-63A17ADF120A}"/>
              </a:ext>
            </a:extLst>
          </p:cNvPr>
          <p:cNvSpPr>
            <a:spLocks noEditPoints="1"/>
          </p:cNvSpPr>
          <p:nvPr/>
        </p:nvSpPr>
        <p:spPr bwMode="auto">
          <a:xfrm>
            <a:off x="8761628" y="496860"/>
            <a:ext cx="1495972" cy="894622"/>
          </a:xfrm>
          <a:custGeom>
            <a:avLst/>
            <a:gdLst>
              <a:gd name="T0" fmla="*/ 2961 w 10103"/>
              <a:gd name="T1" fmla="*/ 50 h 6039"/>
              <a:gd name="T2" fmla="*/ 1270 w 10103"/>
              <a:gd name="T3" fmla="*/ 73 h 6039"/>
              <a:gd name="T4" fmla="*/ 585 w 10103"/>
              <a:gd name="T5" fmla="*/ 93 h 6039"/>
              <a:gd name="T6" fmla="*/ 519 w 10103"/>
              <a:gd name="T7" fmla="*/ 156 h 6039"/>
              <a:gd name="T8" fmla="*/ 501 w 10103"/>
              <a:gd name="T9" fmla="*/ 337 h 6039"/>
              <a:gd name="T10" fmla="*/ 543 w 10103"/>
              <a:gd name="T11" fmla="*/ 859 h 6039"/>
              <a:gd name="T12" fmla="*/ 575 w 10103"/>
              <a:gd name="T13" fmla="*/ 2201 h 6039"/>
              <a:gd name="T14" fmla="*/ 550 w 10103"/>
              <a:gd name="T15" fmla="*/ 3635 h 6039"/>
              <a:gd name="T16" fmla="*/ 508 w 10103"/>
              <a:gd name="T17" fmla="*/ 4774 h 6039"/>
              <a:gd name="T18" fmla="*/ 419 w 10103"/>
              <a:gd name="T19" fmla="*/ 5661 h 6039"/>
              <a:gd name="T20" fmla="*/ 112 w 10103"/>
              <a:gd name="T21" fmla="*/ 5679 h 6039"/>
              <a:gd name="T22" fmla="*/ 0 w 10103"/>
              <a:gd name="T23" fmla="*/ 5716 h 6039"/>
              <a:gd name="T24" fmla="*/ 23 w 10103"/>
              <a:gd name="T25" fmla="*/ 5763 h 6039"/>
              <a:gd name="T26" fmla="*/ 261 w 10103"/>
              <a:gd name="T27" fmla="*/ 5779 h 6039"/>
              <a:gd name="T28" fmla="*/ 505 w 10103"/>
              <a:gd name="T29" fmla="*/ 5954 h 6039"/>
              <a:gd name="T30" fmla="*/ 535 w 10103"/>
              <a:gd name="T31" fmla="*/ 6039 h 6039"/>
              <a:gd name="T32" fmla="*/ 591 w 10103"/>
              <a:gd name="T33" fmla="*/ 6032 h 6039"/>
              <a:gd name="T34" fmla="*/ 609 w 10103"/>
              <a:gd name="T35" fmla="*/ 5910 h 6039"/>
              <a:gd name="T36" fmla="*/ 1306 w 10103"/>
              <a:gd name="T37" fmla="*/ 5785 h 6039"/>
              <a:gd name="T38" fmla="*/ 3264 w 10103"/>
              <a:gd name="T39" fmla="*/ 5828 h 6039"/>
              <a:gd name="T40" fmla="*/ 5831 w 10103"/>
              <a:gd name="T41" fmla="*/ 5823 h 6039"/>
              <a:gd name="T42" fmla="*/ 6373 w 10103"/>
              <a:gd name="T43" fmla="*/ 5795 h 6039"/>
              <a:gd name="T44" fmla="*/ 7590 w 10103"/>
              <a:gd name="T45" fmla="*/ 5753 h 6039"/>
              <a:gd name="T46" fmla="*/ 9367 w 10103"/>
              <a:gd name="T47" fmla="*/ 5609 h 6039"/>
              <a:gd name="T48" fmla="*/ 9918 w 10103"/>
              <a:gd name="T49" fmla="*/ 5517 h 6039"/>
              <a:gd name="T50" fmla="*/ 10057 w 10103"/>
              <a:gd name="T51" fmla="*/ 5451 h 6039"/>
              <a:gd name="T52" fmla="*/ 10089 w 10103"/>
              <a:gd name="T53" fmla="*/ 5399 h 6039"/>
              <a:gd name="T54" fmla="*/ 10103 w 10103"/>
              <a:gd name="T55" fmla="*/ 4104 h 6039"/>
              <a:gd name="T56" fmla="*/ 10081 w 10103"/>
              <a:gd name="T57" fmla="*/ 443 h 6039"/>
              <a:gd name="T58" fmla="*/ 10052 w 10103"/>
              <a:gd name="T59" fmla="*/ 231 h 6039"/>
              <a:gd name="T60" fmla="*/ 9996 w 10103"/>
              <a:gd name="T61" fmla="*/ 154 h 6039"/>
              <a:gd name="T62" fmla="*/ 9782 w 10103"/>
              <a:gd name="T63" fmla="*/ 59 h 6039"/>
              <a:gd name="T64" fmla="*/ 9464 w 10103"/>
              <a:gd name="T65" fmla="*/ 12 h 6039"/>
              <a:gd name="T66" fmla="*/ 6918 w 10103"/>
              <a:gd name="T67" fmla="*/ 0 h 6039"/>
              <a:gd name="T68" fmla="*/ 9652 w 10103"/>
              <a:gd name="T69" fmla="*/ 142 h 6039"/>
              <a:gd name="T70" fmla="*/ 9872 w 10103"/>
              <a:gd name="T71" fmla="*/ 202 h 6039"/>
              <a:gd name="T72" fmla="*/ 9948 w 10103"/>
              <a:gd name="T73" fmla="*/ 281 h 6039"/>
              <a:gd name="T74" fmla="*/ 9968 w 10103"/>
              <a:gd name="T75" fmla="*/ 401 h 6039"/>
              <a:gd name="T76" fmla="*/ 9979 w 10103"/>
              <a:gd name="T77" fmla="*/ 3841 h 6039"/>
              <a:gd name="T78" fmla="*/ 9966 w 10103"/>
              <a:gd name="T79" fmla="*/ 5394 h 6039"/>
              <a:gd name="T80" fmla="*/ 9423 w 10103"/>
              <a:gd name="T81" fmla="*/ 5491 h 6039"/>
              <a:gd name="T82" fmla="*/ 8609 w 10103"/>
              <a:gd name="T83" fmla="*/ 5584 h 6039"/>
              <a:gd name="T84" fmla="*/ 7531 w 10103"/>
              <a:gd name="T85" fmla="*/ 5640 h 6039"/>
              <a:gd name="T86" fmla="*/ 6059 w 10103"/>
              <a:gd name="T87" fmla="*/ 5705 h 6039"/>
              <a:gd name="T88" fmla="*/ 4300 w 10103"/>
              <a:gd name="T89" fmla="*/ 5732 h 6039"/>
              <a:gd name="T90" fmla="*/ 1110 w 10103"/>
              <a:gd name="T91" fmla="*/ 5667 h 6039"/>
              <a:gd name="T92" fmla="*/ 603 w 10103"/>
              <a:gd name="T93" fmla="*/ 5143 h 6039"/>
              <a:gd name="T94" fmla="*/ 658 w 10103"/>
              <a:gd name="T95" fmla="*/ 3551 h 6039"/>
              <a:gd name="T96" fmla="*/ 661 w 10103"/>
              <a:gd name="T97" fmla="*/ 1136 h 6039"/>
              <a:gd name="T98" fmla="*/ 625 w 10103"/>
              <a:gd name="T99" fmla="*/ 339 h 6039"/>
              <a:gd name="T100" fmla="*/ 2861 w 10103"/>
              <a:gd name="T101" fmla="*/ 161 h 6039"/>
              <a:gd name="T102" fmla="*/ 6279 w 10103"/>
              <a:gd name="T103" fmla="*/ 102 h 6039"/>
              <a:gd name="T104" fmla="*/ 9373 w 10103"/>
              <a:gd name="T105" fmla="*/ 119 h 60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0103" h="6039">
                <a:moveTo>
                  <a:pt x="4928" y="13"/>
                </a:moveTo>
                <a:lnTo>
                  <a:pt x="3967" y="30"/>
                </a:lnTo>
                <a:lnTo>
                  <a:pt x="2961" y="50"/>
                </a:lnTo>
                <a:lnTo>
                  <a:pt x="2513" y="60"/>
                </a:lnTo>
                <a:lnTo>
                  <a:pt x="1593" y="72"/>
                </a:lnTo>
                <a:lnTo>
                  <a:pt x="1270" y="73"/>
                </a:lnTo>
                <a:lnTo>
                  <a:pt x="939" y="75"/>
                </a:lnTo>
                <a:lnTo>
                  <a:pt x="669" y="83"/>
                </a:lnTo>
                <a:lnTo>
                  <a:pt x="585" y="93"/>
                </a:lnTo>
                <a:lnTo>
                  <a:pt x="570" y="99"/>
                </a:lnTo>
                <a:lnTo>
                  <a:pt x="545" y="120"/>
                </a:lnTo>
                <a:lnTo>
                  <a:pt x="519" y="156"/>
                </a:lnTo>
                <a:lnTo>
                  <a:pt x="508" y="184"/>
                </a:lnTo>
                <a:lnTo>
                  <a:pt x="498" y="237"/>
                </a:lnTo>
                <a:lnTo>
                  <a:pt x="501" y="337"/>
                </a:lnTo>
                <a:lnTo>
                  <a:pt x="508" y="406"/>
                </a:lnTo>
                <a:lnTo>
                  <a:pt x="522" y="531"/>
                </a:lnTo>
                <a:lnTo>
                  <a:pt x="543" y="859"/>
                </a:lnTo>
                <a:lnTo>
                  <a:pt x="560" y="1261"/>
                </a:lnTo>
                <a:lnTo>
                  <a:pt x="570" y="1715"/>
                </a:lnTo>
                <a:lnTo>
                  <a:pt x="575" y="2201"/>
                </a:lnTo>
                <a:lnTo>
                  <a:pt x="572" y="2698"/>
                </a:lnTo>
                <a:lnTo>
                  <a:pt x="565" y="3183"/>
                </a:lnTo>
                <a:lnTo>
                  <a:pt x="550" y="3635"/>
                </a:lnTo>
                <a:lnTo>
                  <a:pt x="539" y="3838"/>
                </a:lnTo>
                <a:lnTo>
                  <a:pt x="527" y="4115"/>
                </a:lnTo>
                <a:lnTo>
                  <a:pt x="508" y="4774"/>
                </a:lnTo>
                <a:lnTo>
                  <a:pt x="505" y="5051"/>
                </a:lnTo>
                <a:lnTo>
                  <a:pt x="501" y="5661"/>
                </a:lnTo>
                <a:lnTo>
                  <a:pt x="419" y="5661"/>
                </a:lnTo>
                <a:lnTo>
                  <a:pt x="316" y="5663"/>
                </a:lnTo>
                <a:lnTo>
                  <a:pt x="166" y="5674"/>
                </a:lnTo>
                <a:lnTo>
                  <a:pt x="112" y="5679"/>
                </a:lnTo>
                <a:lnTo>
                  <a:pt x="42" y="5688"/>
                </a:lnTo>
                <a:lnTo>
                  <a:pt x="9" y="5699"/>
                </a:lnTo>
                <a:lnTo>
                  <a:pt x="0" y="5716"/>
                </a:lnTo>
                <a:lnTo>
                  <a:pt x="3" y="5730"/>
                </a:lnTo>
                <a:lnTo>
                  <a:pt x="5" y="5744"/>
                </a:lnTo>
                <a:lnTo>
                  <a:pt x="23" y="5763"/>
                </a:lnTo>
                <a:lnTo>
                  <a:pt x="74" y="5771"/>
                </a:lnTo>
                <a:lnTo>
                  <a:pt x="179" y="5778"/>
                </a:lnTo>
                <a:lnTo>
                  <a:pt x="261" y="5779"/>
                </a:lnTo>
                <a:lnTo>
                  <a:pt x="513" y="5785"/>
                </a:lnTo>
                <a:lnTo>
                  <a:pt x="507" y="5913"/>
                </a:lnTo>
                <a:lnTo>
                  <a:pt x="505" y="5954"/>
                </a:lnTo>
                <a:lnTo>
                  <a:pt x="505" y="6007"/>
                </a:lnTo>
                <a:lnTo>
                  <a:pt x="513" y="6032"/>
                </a:lnTo>
                <a:lnTo>
                  <a:pt x="535" y="6039"/>
                </a:lnTo>
                <a:lnTo>
                  <a:pt x="551" y="6039"/>
                </a:lnTo>
                <a:lnTo>
                  <a:pt x="569" y="6039"/>
                </a:lnTo>
                <a:lnTo>
                  <a:pt x="591" y="6032"/>
                </a:lnTo>
                <a:lnTo>
                  <a:pt x="602" y="6006"/>
                </a:lnTo>
                <a:lnTo>
                  <a:pt x="607" y="5953"/>
                </a:lnTo>
                <a:lnTo>
                  <a:pt x="609" y="5910"/>
                </a:lnTo>
                <a:lnTo>
                  <a:pt x="615" y="5784"/>
                </a:lnTo>
                <a:lnTo>
                  <a:pt x="1058" y="5784"/>
                </a:lnTo>
                <a:lnTo>
                  <a:pt x="1306" y="5785"/>
                </a:lnTo>
                <a:lnTo>
                  <a:pt x="2234" y="5802"/>
                </a:lnTo>
                <a:lnTo>
                  <a:pt x="2764" y="5816"/>
                </a:lnTo>
                <a:lnTo>
                  <a:pt x="3264" y="5828"/>
                </a:lnTo>
                <a:lnTo>
                  <a:pt x="4300" y="5839"/>
                </a:lnTo>
                <a:lnTo>
                  <a:pt x="5257" y="5835"/>
                </a:lnTo>
                <a:lnTo>
                  <a:pt x="5831" y="5823"/>
                </a:lnTo>
                <a:lnTo>
                  <a:pt x="6122" y="5811"/>
                </a:lnTo>
                <a:lnTo>
                  <a:pt x="6229" y="5803"/>
                </a:lnTo>
                <a:lnTo>
                  <a:pt x="6373" y="5795"/>
                </a:lnTo>
                <a:lnTo>
                  <a:pt x="6908" y="5774"/>
                </a:lnTo>
                <a:lnTo>
                  <a:pt x="7213" y="5765"/>
                </a:lnTo>
                <a:lnTo>
                  <a:pt x="7590" y="5753"/>
                </a:lnTo>
                <a:lnTo>
                  <a:pt x="8245" y="5721"/>
                </a:lnTo>
                <a:lnTo>
                  <a:pt x="8823" y="5674"/>
                </a:lnTo>
                <a:lnTo>
                  <a:pt x="9367" y="5609"/>
                </a:lnTo>
                <a:lnTo>
                  <a:pt x="9640" y="5569"/>
                </a:lnTo>
                <a:lnTo>
                  <a:pt x="9755" y="5550"/>
                </a:lnTo>
                <a:lnTo>
                  <a:pt x="9918" y="5517"/>
                </a:lnTo>
                <a:lnTo>
                  <a:pt x="9993" y="5493"/>
                </a:lnTo>
                <a:lnTo>
                  <a:pt x="10030" y="5473"/>
                </a:lnTo>
                <a:lnTo>
                  <a:pt x="10057" y="5451"/>
                </a:lnTo>
                <a:lnTo>
                  <a:pt x="10076" y="5425"/>
                </a:lnTo>
                <a:lnTo>
                  <a:pt x="10085" y="5410"/>
                </a:lnTo>
                <a:lnTo>
                  <a:pt x="10089" y="5399"/>
                </a:lnTo>
                <a:lnTo>
                  <a:pt x="10094" y="5327"/>
                </a:lnTo>
                <a:lnTo>
                  <a:pt x="10100" y="5096"/>
                </a:lnTo>
                <a:lnTo>
                  <a:pt x="10103" y="4104"/>
                </a:lnTo>
                <a:lnTo>
                  <a:pt x="10100" y="2838"/>
                </a:lnTo>
                <a:lnTo>
                  <a:pt x="10094" y="1323"/>
                </a:lnTo>
                <a:lnTo>
                  <a:pt x="10081" y="443"/>
                </a:lnTo>
                <a:lnTo>
                  <a:pt x="10070" y="292"/>
                </a:lnTo>
                <a:lnTo>
                  <a:pt x="10059" y="245"/>
                </a:lnTo>
                <a:lnTo>
                  <a:pt x="10052" y="231"/>
                </a:lnTo>
                <a:lnTo>
                  <a:pt x="10043" y="213"/>
                </a:lnTo>
                <a:lnTo>
                  <a:pt x="10022" y="183"/>
                </a:lnTo>
                <a:lnTo>
                  <a:pt x="9996" y="154"/>
                </a:lnTo>
                <a:lnTo>
                  <a:pt x="9963" y="130"/>
                </a:lnTo>
                <a:lnTo>
                  <a:pt x="9901" y="98"/>
                </a:lnTo>
                <a:lnTo>
                  <a:pt x="9782" y="59"/>
                </a:lnTo>
                <a:lnTo>
                  <a:pt x="9704" y="40"/>
                </a:lnTo>
                <a:lnTo>
                  <a:pt x="9647" y="28"/>
                </a:lnTo>
                <a:lnTo>
                  <a:pt x="9464" y="12"/>
                </a:lnTo>
                <a:lnTo>
                  <a:pt x="8790" y="1"/>
                </a:lnTo>
                <a:lnTo>
                  <a:pt x="7705" y="0"/>
                </a:lnTo>
                <a:lnTo>
                  <a:pt x="6918" y="0"/>
                </a:lnTo>
                <a:lnTo>
                  <a:pt x="5408" y="7"/>
                </a:lnTo>
                <a:lnTo>
                  <a:pt x="4928" y="13"/>
                </a:lnTo>
                <a:close/>
                <a:moveTo>
                  <a:pt x="9652" y="142"/>
                </a:moveTo>
                <a:lnTo>
                  <a:pt x="9736" y="158"/>
                </a:lnTo>
                <a:lnTo>
                  <a:pt x="9827" y="183"/>
                </a:lnTo>
                <a:lnTo>
                  <a:pt x="9872" y="202"/>
                </a:lnTo>
                <a:lnTo>
                  <a:pt x="9907" y="224"/>
                </a:lnTo>
                <a:lnTo>
                  <a:pt x="9931" y="250"/>
                </a:lnTo>
                <a:lnTo>
                  <a:pt x="9948" y="281"/>
                </a:lnTo>
                <a:lnTo>
                  <a:pt x="9961" y="319"/>
                </a:lnTo>
                <a:lnTo>
                  <a:pt x="9964" y="341"/>
                </a:lnTo>
                <a:lnTo>
                  <a:pt x="9968" y="401"/>
                </a:lnTo>
                <a:lnTo>
                  <a:pt x="9973" y="840"/>
                </a:lnTo>
                <a:lnTo>
                  <a:pt x="9979" y="1972"/>
                </a:lnTo>
                <a:lnTo>
                  <a:pt x="9979" y="3841"/>
                </a:lnTo>
                <a:lnTo>
                  <a:pt x="9974" y="4945"/>
                </a:lnTo>
                <a:lnTo>
                  <a:pt x="9969" y="5353"/>
                </a:lnTo>
                <a:lnTo>
                  <a:pt x="9966" y="5394"/>
                </a:lnTo>
                <a:lnTo>
                  <a:pt x="9946" y="5402"/>
                </a:lnTo>
                <a:lnTo>
                  <a:pt x="9795" y="5432"/>
                </a:lnTo>
                <a:lnTo>
                  <a:pt x="9423" y="5491"/>
                </a:lnTo>
                <a:lnTo>
                  <a:pt x="9150" y="5527"/>
                </a:lnTo>
                <a:lnTo>
                  <a:pt x="8976" y="5548"/>
                </a:lnTo>
                <a:lnTo>
                  <a:pt x="8609" y="5584"/>
                </a:lnTo>
                <a:lnTo>
                  <a:pt x="8211" y="5611"/>
                </a:lnTo>
                <a:lnTo>
                  <a:pt x="7772" y="5631"/>
                </a:lnTo>
                <a:lnTo>
                  <a:pt x="7531" y="5640"/>
                </a:lnTo>
                <a:lnTo>
                  <a:pt x="6939" y="5661"/>
                </a:lnTo>
                <a:lnTo>
                  <a:pt x="6506" y="5681"/>
                </a:lnTo>
                <a:lnTo>
                  <a:pt x="6059" y="5705"/>
                </a:lnTo>
                <a:lnTo>
                  <a:pt x="5463" y="5727"/>
                </a:lnTo>
                <a:lnTo>
                  <a:pt x="5045" y="5735"/>
                </a:lnTo>
                <a:lnTo>
                  <a:pt x="4300" y="5732"/>
                </a:lnTo>
                <a:lnTo>
                  <a:pt x="2835" y="5705"/>
                </a:lnTo>
                <a:lnTo>
                  <a:pt x="1771" y="5681"/>
                </a:lnTo>
                <a:lnTo>
                  <a:pt x="1110" y="5667"/>
                </a:lnTo>
                <a:lnTo>
                  <a:pt x="779" y="5661"/>
                </a:lnTo>
                <a:lnTo>
                  <a:pt x="588" y="5661"/>
                </a:lnTo>
                <a:lnTo>
                  <a:pt x="603" y="5143"/>
                </a:lnTo>
                <a:lnTo>
                  <a:pt x="619" y="4580"/>
                </a:lnTo>
                <a:lnTo>
                  <a:pt x="646" y="3900"/>
                </a:lnTo>
                <a:lnTo>
                  <a:pt x="658" y="3551"/>
                </a:lnTo>
                <a:lnTo>
                  <a:pt x="672" y="2712"/>
                </a:lnTo>
                <a:lnTo>
                  <a:pt x="673" y="1854"/>
                </a:lnTo>
                <a:lnTo>
                  <a:pt x="661" y="1136"/>
                </a:lnTo>
                <a:lnTo>
                  <a:pt x="650" y="896"/>
                </a:lnTo>
                <a:lnTo>
                  <a:pt x="633" y="547"/>
                </a:lnTo>
                <a:lnTo>
                  <a:pt x="625" y="339"/>
                </a:lnTo>
                <a:lnTo>
                  <a:pt x="624" y="185"/>
                </a:lnTo>
                <a:lnTo>
                  <a:pt x="1823" y="173"/>
                </a:lnTo>
                <a:lnTo>
                  <a:pt x="2861" y="161"/>
                </a:lnTo>
                <a:lnTo>
                  <a:pt x="5275" y="119"/>
                </a:lnTo>
                <a:lnTo>
                  <a:pt x="5768" y="105"/>
                </a:lnTo>
                <a:lnTo>
                  <a:pt x="6279" y="102"/>
                </a:lnTo>
                <a:lnTo>
                  <a:pt x="7684" y="104"/>
                </a:lnTo>
                <a:lnTo>
                  <a:pt x="8687" y="106"/>
                </a:lnTo>
                <a:lnTo>
                  <a:pt x="9373" y="119"/>
                </a:lnTo>
                <a:lnTo>
                  <a:pt x="9587" y="132"/>
                </a:lnTo>
                <a:lnTo>
                  <a:pt x="9652" y="14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1" name="Freeform 69">
            <a:extLst>
              <a:ext uri="{FF2B5EF4-FFF2-40B4-BE49-F238E27FC236}">
                <a16:creationId xmlns:a16="http://schemas.microsoft.com/office/drawing/2014/main" id="{8C45A874-AD17-4DAA-AF63-077541F1B3C4}"/>
              </a:ext>
            </a:extLst>
          </p:cNvPr>
          <p:cNvSpPr>
            <a:spLocks noEditPoints="1"/>
          </p:cNvSpPr>
          <p:nvPr/>
        </p:nvSpPr>
        <p:spPr bwMode="auto">
          <a:xfrm>
            <a:off x="8891303" y="5189192"/>
            <a:ext cx="1302040" cy="1120128"/>
          </a:xfrm>
          <a:custGeom>
            <a:avLst/>
            <a:gdLst>
              <a:gd name="T0" fmla="*/ 3852 w 7151"/>
              <a:gd name="T1" fmla="*/ 72 h 6251"/>
              <a:gd name="T2" fmla="*/ 2091 w 7151"/>
              <a:gd name="T3" fmla="*/ 102 h 6251"/>
              <a:gd name="T4" fmla="*/ 1243 w 7151"/>
              <a:gd name="T5" fmla="*/ 104 h 6251"/>
              <a:gd name="T6" fmla="*/ 802 w 7151"/>
              <a:gd name="T7" fmla="*/ 120 h 6251"/>
              <a:gd name="T8" fmla="*/ 767 w 7151"/>
              <a:gd name="T9" fmla="*/ 132 h 6251"/>
              <a:gd name="T10" fmla="*/ 746 w 7151"/>
              <a:gd name="T11" fmla="*/ 156 h 6251"/>
              <a:gd name="T12" fmla="*/ 730 w 7151"/>
              <a:gd name="T13" fmla="*/ 289 h 6251"/>
              <a:gd name="T14" fmla="*/ 711 w 7151"/>
              <a:gd name="T15" fmla="*/ 1714 h 6251"/>
              <a:gd name="T16" fmla="*/ 674 w 7151"/>
              <a:gd name="T17" fmla="*/ 4640 h 6251"/>
              <a:gd name="T18" fmla="*/ 586 w 7151"/>
              <a:gd name="T19" fmla="*/ 6015 h 6251"/>
              <a:gd name="T20" fmla="*/ 373 w 7151"/>
              <a:gd name="T21" fmla="*/ 5993 h 6251"/>
              <a:gd name="T22" fmla="*/ 127 w 7151"/>
              <a:gd name="T23" fmla="*/ 5959 h 6251"/>
              <a:gd name="T24" fmla="*/ 8 w 7151"/>
              <a:gd name="T25" fmla="*/ 5964 h 6251"/>
              <a:gd name="T26" fmla="*/ 0 w 7151"/>
              <a:gd name="T27" fmla="*/ 5983 h 6251"/>
              <a:gd name="T28" fmla="*/ 15 w 7151"/>
              <a:gd name="T29" fmla="*/ 6017 h 6251"/>
              <a:gd name="T30" fmla="*/ 101 w 7151"/>
              <a:gd name="T31" fmla="*/ 6051 h 6251"/>
              <a:gd name="T32" fmla="*/ 340 w 7151"/>
              <a:gd name="T33" fmla="*/ 6091 h 6251"/>
              <a:gd name="T34" fmla="*/ 591 w 7151"/>
              <a:gd name="T35" fmla="*/ 6136 h 6251"/>
              <a:gd name="T36" fmla="*/ 650 w 7151"/>
              <a:gd name="T37" fmla="*/ 6159 h 6251"/>
              <a:gd name="T38" fmla="*/ 673 w 7151"/>
              <a:gd name="T39" fmla="*/ 6176 h 6251"/>
              <a:gd name="T40" fmla="*/ 705 w 7151"/>
              <a:gd name="T41" fmla="*/ 6173 h 6251"/>
              <a:gd name="T42" fmla="*/ 726 w 7151"/>
              <a:gd name="T43" fmla="*/ 6163 h 6251"/>
              <a:gd name="T44" fmla="*/ 882 w 7151"/>
              <a:gd name="T45" fmla="*/ 6160 h 6251"/>
              <a:gd name="T46" fmla="*/ 1165 w 7151"/>
              <a:gd name="T47" fmla="*/ 6187 h 6251"/>
              <a:gd name="T48" fmla="*/ 1921 w 7151"/>
              <a:gd name="T49" fmla="*/ 6231 h 6251"/>
              <a:gd name="T50" fmla="*/ 2922 w 7151"/>
              <a:gd name="T51" fmla="*/ 6251 h 6251"/>
              <a:gd name="T52" fmla="*/ 4653 w 7151"/>
              <a:gd name="T53" fmla="*/ 6241 h 6251"/>
              <a:gd name="T54" fmla="*/ 5993 w 7151"/>
              <a:gd name="T55" fmla="*/ 6218 h 6251"/>
              <a:gd name="T56" fmla="*/ 6819 w 7151"/>
              <a:gd name="T57" fmla="*/ 6182 h 6251"/>
              <a:gd name="T58" fmla="*/ 7012 w 7151"/>
              <a:gd name="T59" fmla="*/ 6144 h 6251"/>
              <a:gd name="T60" fmla="*/ 7092 w 7151"/>
              <a:gd name="T61" fmla="*/ 6101 h 6251"/>
              <a:gd name="T62" fmla="*/ 7149 w 7151"/>
              <a:gd name="T63" fmla="*/ 4265 h 6251"/>
              <a:gd name="T64" fmla="*/ 7146 w 7151"/>
              <a:gd name="T65" fmla="*/ 2535 h 6251"/>
              <a:gd name="T66" fmla="*/ 7101 w 7151"/>
              <a:gd name="T67" fmla="*/ 1007 h 6251"/>
              <a:gd name="T68" fmla="*/ 7067 w 7151"/>
              <a:gd name="T69" fmla="*/ 521 h 6251"/>
              <a:gd name="T70" fmla="*/ 7028 w 7151"/>
              <a:gd name="T71" fmla="*/ 170 h 6251"/>
              <a:gd name="T72" fmla="*/ 6991 w 7151"/>
              <a:gd name="T73" fmla="*/ 81 h 6251"/>
              <a:gd name="T74" fmla="*/ 6911 w 7151"/>
              <a:gd name="T75" fmla="*/ 0 h 6251"/>
              <a:gd name="T76" fmla="*/ 5889 w 7151"/>
              <a:gd name="T77" fmla="*/ 11 h 6251"/>
              <a:gd name="T78" fmla="*/ 6907 w 7151"/>
              <a:gd name="T79" fmla="*/ 148 h 6251"/>
              <a:gd name="T80" fmla="*/ 6939 w 7151"/>
              <a:gd name="T81" fmla="*/ 384 h 6251"/>
              <a:gd name="T82" fmla="*/ 7014 w 7151"/>
              <a:gd name="T83" fmla="*/ 1361 h 6251"/>
              <a:gd name="T84" fmla="*/ 7029 w 7151"/>
              <a:gd name="T85" fmla="*/ 1894 h 6251"/>
              <a:gd name="T86" fmla="*/ 7039 w 7151"/>
              <a:gd name="T87" fmla="*/ 3885 h 6251"/>
              <a:gd name="T88" fmla="*/ 6969 w 7151"/>
              <a:gd name="T89" fmla="*/ 6039 h 6251"/>
              <a:gd name="T90" fmla="*/ 6857 w 7151"/>
              <a:gd name="T91" fmla="*/ 6062 h 6251"/>
              <a:gd name="T92" fmla="*/ 6344 w 7151"/>
              <a:gd name="T93" fmla="*/ 6098 h 6251"/>
              <a:gd name="T94" fmla="*/ 5370 w 7151"/>
              <a:gd name="T95" fmla="*/ 6120 h 6251"/>
              <a:gd name="T96" fmla="*/ 3724 w 7151"/>
              <a:gd name="T97" fmla="*/ 6139 h 6251"/>
              <a:gd name="T98" fmla="*/ 2108 w 7151"/>
              <a:gd name="T99" fmla="*/ 6130 h 6251"/>
              <a:gd name="T100" fmla="*/ 1533 w 7151"/>
              <a:gd name="T101" fmla="*/ 6100 h 6251"/>
              <a:gd name="T102" fmla="*/ 773 w 7151"/>
              <a:gd name="T103" fmla="*/ 6040 h 6251"/>
              <a:gd name="T104" fmla="*/ 751 w 7151"/>
              <a:gd name="T105" fmla="*/ 5771 h 6251"/>
              <a:gd name="T106" fmla="*/ 781 w 7151"/>
              <a:gd name="T107" fmla="*/ 4324 h 6251"/>
              <a:gd name="T108" fmla="*/ 811 w 7151"/>
              <a:gd name="T109" fmla="*/ 1968 h 6251"/>
              <a:gd name="T110" fmla="*/ 1197 w 7151"/>
              <a:gd name="T111" fmla="*/ 212 h 6251"/>
              <a:gd name="T112" fmla="*/ 2237 w 7151"/>
              <a:gd name="T113" fmla="*/ 212 h 6251"/>
              <a:gd name="T114" fmla="*/ 5045 w 7151"/>
              <a:gd name="T115" fmla="*/ 145 h 6251"/>
              <a:gd name="T116" fmla="*/ 6218 w 7151"/>
              <a:gd name="T117" fmla="*/ 111 h 6251"/>
              <a:gd name="T118" fmla="*/ 6654 w 7151"/>
              <a:gd name="T119" fmla="*/ 106 h 6251"/>
              <a:gd name="T120" fmla="*/ 6875 w 7151"/>
              <a:gd name="T121" fmla="*/ 113 h 6251"/>
              <a:gd name="T122" fmla="*/ 6907 w 7151"/>
              <a:gd name="T123" fmla="*/ 148 h 62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7151" h="6251">
                <a:moveTo>
                  <a:pt x="5124" y="34"/>
                </a:moveTo>
                <a:lnTo>
                  <a:pt x="3852" y="72"/>
                </a:lnTo>
                <a:lnTo>
                  <a:pt x="2711" y="96"/>
                </a:lnTo>
                <a:lnTo>
                  <a:pt x="2091" y="102"/>
                </a:lnTo>
                <a:lnTo>
                  <a:pt x="1763" y="102"/>
                </a:lnTo>
                <a:lnTo>
                  <a:pt x="1243" y="104"/>
                </a:lnTo>
                <a:lnTo>
                  <a:pt x="881" y="111"/>
                </a:lnTo>
                <a:lnTo>
                  <a:pt x="802" y="120"/>
                </a:lnTo>
                <a:lnTo>
                  <a:pt x="774" y="127"/>
                </a:lnTo>
                <a:lnTo>
                  <a:pt x="767" y="132"/>
                </a:lnTo>
                <a:lnTo>
                  <a:pt x="758" y="137"/>
                </a:lnTo>
                <a:lnTo>
                  <a:pt x="746" y="156"/>
                </a:lnTo>
                <a:lnTo>
                  <a:pt x="737" y="201"/>
                </a:lnTo>
                <a:lnTo>
                  <a:pt x="730" y="289"/>
                </a:lnTo>
                <a:lnTo>
                  <a:pt x="719" y="751"/>
                </a:lnTo>
                <a:lnTo>
                  <a:pt x="711" y="1714"/>
                </a:lnTo>
                <a:lnTo>
                  <a:pt x="695" y="3226"/>
                </a:lnTo>
                <a:lnTo>
                  <a:pt x="674" y="4640"/>
                </a:lnTo>
                <a:lnTo>
                  <a:pt x="647" y="6018"/>
                </a:lnTo>
                <a:lnTo>
                  <a:pt x="586" y="6015"/>
                </a:lnTo>
                <a:lnTo>
                  <a:pt x="546" y="6014"/>
                </a:lnTo>
                <a:lnTo>
                  <a:pt x="373" y="5993"/>
                </a:lnTo>
                <a:lnTo>
                  <a:pt x="268" y="5979"/>
                </a:lnTo>
                <a:lnTo>
                  <a:pt x="127" y="5959"/>
                </a:lnTo>
                <a:lnTo>
                  <a:pt x="32" y="5954"/>
                </a:lnTo>
                <a:lnTo>
                  <a:pt x="8" y="5964"/>
                </a:lnTo>
                <a:lnTo>
                  <a:pt x="4" y="5972"/>
                </a:lnTo>
                <a:lnTo>
                  <a:pt x="0" y="5983"/>
                </a:lnTo>
                <a:lnTo>
                  <a:pt x="3" y="6001"/>
                </a:lnTo>
                <a:lnTo>
                  <a:pt x="15" y="6017"/>
                </a:lnTo>
                <a:lnTo>
                  <a:pt x="40" y="6031"/>
                </a:lnTo>
                <a:lnTo>
                  <a:pt x="101" y="6051"/>
                </a:lnTo>
                <a:lnTo>
                  <a:pt x="240" y="6077"/>
                </a:lnTo>
                <a:lnTo>
                  <a:pt x="340" y="6091"/>
                </a:lnTo>
                <a:lnTo>
                  <a:pt x="464" y="6109"/>
                </a:lnTo>
                <a:lnTo>
                  <a:pt x="591" y="6136"/>
                </a:lnTo>
                <a:lnTo>
                  <a:pt x="640" y="6152"/>
                </a:lnTo>
                <a:lnTo>
                  <a:pt x="650" y="6159"/>
                </a:lnTo>
                <a:lnTo>
                  <a:pt x="657" y="6166"/>
                </a:lnTo>
                <a:lnTo>
                  <a:pt x="673" y="6176"/>
                </a:lnTo>
                <a:lnTo>
                  <a:pt x="688" y="6177"/>
                </a:lnTo>
                <a:lnTo>
                  <a:pt x="705" y="6173"/>
                </a:lnTo>
                <a:lnTo>
                  <a:pt x="715" y="6168"/>
                </a:lnTo>
                <a:lnTo>
                  <a:pt x="726" y="6163"/>
                </a:lnTo>
                <a:lnTo>
                  <a:pt x="769" y="6157"/>
                </a:lnTo>
                <a:lnTo>
                  <a:pt x="882" y="6160"/>
                </a:lnTo>
                <a:lnTo>
                  <a:pt x="1004" y="6171"/>
                </a:lnTo>
                <a:lnTo>
                  <a:pt x="1165" y="6187"/>
                </a:lnTo>
                <a:lnTo>
                  <a:pt x="1519" y="6213"/>
                </a:lnTo>
                <a:lnTo>
                  <a:pt x="1921" y="6231"/>
                </a:lnTo>
                <a:lnTo>
                  <a:pt x="2385" y="6244"/>
                </a:lnTo>
                <a:lnTo>
                  <a:pt x="2922" y="6251"/>
                </a:lnTo>
                <a:lnTo>
                  <a:pt x="3545" y="6251"/>
                </a:lnTo>
                <a:lnTo>
                  <a:pt x="4653" y="6241"/>
                </a:lnTo>
                <a:lnTo>
                  <a:pt x="5564" y="6227"/>
                </a:lnTo>
                <a:lnTo>
                  <a:pt x="5993" y="6218"/>
                </a:lnTo>
                <a:lnTo>
                  <a:pt x="6566" y="6201"/>
                </a:lnTo>
                <a:lnTo>
                  <a:pt x="6819" y="6182"/>
                </a:lnTo>
                <a:lnTo>
                  <a:pt x="6932" y="6165"/>
                </a:lnTo>
                <a:lnTo>
                  <a:pt x="7012" y="6144"/>
                </a:lnTo>
                <a:lnTo>
                  <a:pt x="7068" y="6117"/>
                </a:lnTo>
                <a:lnTo>
                  <a:pt x="7092" y="6101"/>
                </a:lnTo>
                <a:lnTo>
                  <a:pt x="7143" y="6064"/>
                </a:lnTo>
                <a:lnTo>
                  <a:pt x="7149" y="4265"/>
                </a:lnTo>
                <a:lnTo>
                  <a:pt x="7151" y="3612"/>
                </a:lnTo>
                <a:lnTo>
                  <a:pt x="7146" y="2535"/>
                </a:lnTo>
                <a:lnTo>
                  <a:pt x="7130" y="1687"/>
                </a:lnTo>
                <a:lnTo>
                  <a:pt x="7101" y="1007"/>
                </a:lnTo>
                <a:lnTo>
                  <a:pt x="7082" y="716"/>
                </a:lnTo>
                <a:lnTo>
                  <a:pt x="7067" y="521"/>
                </a:lnTo>
                <a:lnTo>
                  <a:pt x="7044" y="272"/>
                </a:lnTo>
                <a:lnTo>
                  <a:pt x="7028" y="170"/>
                </a:lnTo>
                <a:lnTo>
                  <a:pt x="7015" y="126"/>
                </a:lnTo>
                <a:lnTo>
                  <a:pt x="6991" y="81"/>
                </a:lnTo>
                <a:lnTo>
                  <a:pt x="6969" y="58"/>
                </a:lnTo>
                <a:lnTo>
                  <a:pt x="6911" y="0"/>
                </a:lnTo>
                <a:lnTo>
                  <a:pt x="6442" y="3"/>
                </a:lnTo>
                <a:lnTo>
                  <a:pt x="5889" y="11"/>
                </a:lnTo>
                <a:lnTo>
                  <a:pt x="5124" y="34"/>
                </a:lnTo>
                <a:close/>
                <a:moveTo>
                  <a:pt x="6907" y="148"/>
                </a:moveTo>
                <a:lnTo>
                  <a:pt x="6916" y="182"/>
                </a:lnTo>
                <a:lnTo>
                  <a:pt x="6939" y="384"/>
                </a:lnTo>
                <a:lnTo>
                  <a:pt x="6983" y="902"/>
                </a:lnTo>
                <a:lnTo>
                  <a:pt x="7014" y="1361"/>
                </a:lnTo>
                <a:lnTo>
                  <a:pt x="7019" y="1477"/>
                </a:lnTo>
                <a:lnTo>
                  <a:pt x="7029" y="1894"/>
                </a:lnTo>
                <a:lnTo>
                  <a:pt x="7037" y="2904"/>
                </a:lnTo>
                <a:lnTo>
                  <a:pt x="7039" y="3885"/>
                </a:lnTo>
                <a:lnTo>
                  <a:pt x="7040" y="6018"/>
                </a:lnTo>
                <a:lnTo>
                  <a:pt x="6969" y="6039"/>
                </a:lnTo>
                <a:lnTo>
                  <a:pt x="6935" y="6047"/>
                </a:lnTo>
                <a:lnTo>
                  <a:pt x="6857" y="6062"/>
                </a:lnTo>
                <a:lnTo>
                  <a:pt x="6696" y="6079"/>
                </a:lnTo>
                <a:lnTo>
                  <a:pt x="6344" y="6098"/>
                </a:lnTo>
                <a:lnTo>
                  <a:pt x="5773" y="6112"/>
                </a:lnTo>
                <a:lnTo>
                  <a:pt x="5370" y="6120"/>
                </a:lnTo>
                <a:lnTo>
                  <a:pt x="4794" y="6130"/>
                </a:lnTo>
                <a:lnTo>
                  <a:pt x="3724" y="6139"/>
                </a:lnTo>
                <a:lnTo>
                  <a:pt x="2807" y="6139"/>
                </a:lnTo>
                <a:lnTo>
                  <a:pt x="2108" y="6130"/>
                </a:lnTo>
                <a:lnTo>
                  <a:pt x="1875" y="6120"/>
                </a:lnTo>
                <a:lnTo>
                  <a:pt x="1533" y="6100"/>
                </a:lnTo>
                <a:lnTo>
                  <a:pt x="995" y="6061"/>
                </a:lnTo>
                <a:lnTo>
                  <a:pt x="773" y="6040"/>
                </a:lnTo>
                <a:lnTo>
                  <a:pt x="748" y="6034"/>
                </a:lnTo>
                <a:lnTo>
                  <a:pt x="751" y="5771"/>
                </a:lnTo>
                <a:lnTo>
                  <a:pt x="770" y="4882"/>
                </a:lnTo>
                <a:lnTo>
                  <a:pt x="781" y="4324"/>
                </a:lnTo>
                <a:lnTo>
                  <a:pt x="803" y="2739"/>
                </a:lnTo>
                <a:lnTo>
                  <a:pt x="811" y="1968"/>
                </a:lnTo>
                <a:lnTo>
                  <a:pt x="826" y="199"/>
                </a:lnTo>
                <a:lnTo>
                  <a:pt x="1197" y="212"/>
                </a:lnTo>
                <a:lnTo>
                  <a:pt x="1427" y="217"/>
                </a:lnTo>
                <a:lnTo>
                  <a:pt x="2237" y="212"/>
                </a:lnTo>
                <a:lnTo>
                  <a:pt x="3450" y="187"/>
                </a:lnTo>
                <a:lnTo>
                  <a:pt x="5045" y="145"/>
                </a:lnTo>
                <a:lnTo>
                  <a:pt x="5995" y="117"/>
                </a:lnTo>
                <a:lnTo>
                  <a:pt x="6218" y="111"/>
                </a:lnTo>
                <a:lnTo>
                  <a:pt x="6534" y="107"/>
                </a:lnTo>
                <a:lnTo>
                  <a:pt x="6654" y="106"/>
                </a:lnTo>
                <a:lnTo>
                  <a:pt x="6804" y="106"/>
                </a:lnTo>
                <a:lnTo>
                  <a:pt x="6875" y="113"/>
                </a:lnTo>
                <a:lnTo>
                  <a:pt x="6901" y="132"/>
                </a:lnTo>
                <a:lnTo>
                  <a:pt x="6907" y="14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3" name="Freeform 68">
            <a:extLst>
              <a:ext uri="{FF2B5EF4-FFF2-40B4-BE49-F238E27FC236}">
                <a16:creationId xmlns:a16="http://schemas.microsoft.com/office/drawing/2014/main" id="{6FEEF279-788B-4266-927F-5DA7BD20C764}"/>
              </a:ext>
            </a:extLst>
          </p:cNvPr>
          <p:cNvSpPr>
            <a:spLocks noEditPoints="1"/>
          </p:cNvSpPr>
          <p:nvPr/>
        </p:nvSpPr>
        <p:spPr bwMode="auto">
          <a:xfrm>
            <a:off x="543225" y="5423819"/>
            <a:ext cx="1724486" cy="650875"/>
          </a:xfrm>
          <a:custGeom>
            <a:avLst/>
            <a:gdLst>
              <a:gd name="T0" fmla="*/ 4854 w 8233"/>
              <a:gd name="T1" fmla="*/ 59 h 3156"/>
              <a:gd name="T2" fmla="*/ 3889 w 8233"/>
              <a:gd name="T3" fmla="*/ 215 h 3156"/>
              <a:gd name="T4" fmla="*/ 2621 w 8233"/>
              <a:gd name="T5" fmla="*/ 585 h 3156"/>
              <a:gd name="T6" fmla="*/ 1550 w 8233"/>
              <a:gd name="T7" fmla="*/ 1052 h 3156"/>
              <a:gd name="T8" fmla="*/ 1125 w 8233"/>
              <a:gd name="T9" fmla="*/ 1286 h 3156"/>
              <a:gd name="T10" fmla="*/ 517 w 8233"/>
              <a:gd name="T11" fmla="*/ 1728 h 3156"/>
              <a:gd name="T12" fmla="*/ 116 w 8233"/>
              <a:gd name="T13" fmla="*/ 2183 h 3156"/>
              <a:gd name="T14" fmla="*/ 1 w 8233"/>
              <a:gd name="T15" fmla="*/ 2545 h 3156"/>
              <a:gd name="T16" fmla="*/ 140 w 8233"/>
              <a:gd name="T17" fmla="*/ 2925 h 3156"/>
              <a:gd name="T18" fmla="*/ 518 w 8233"/>
              <a:gd name="T19" fmla="*/ 3104 h 3156"/>
              <a:gd name="T20" fmla="*/ 1444 w 8233"/>
              <a:gd name="T21" fmla="*/ 3154 h 3156"/>
              <a:gd name="T22" fmla="*/ 2481 w 8233"/>
              <a:gd name="T23" fmla="*/ 3104 h 3156"/>
              <a:gd name="T24" fmla="*/ 3485 w 8233"/>
              <a:gd name="T25" fmla="*/ 3028 h 3156"/>
              <a:gd name="T26" fmla="*/ 4242 w 8233"/>
              <a:gd name="T27" fmla="*/ 2978 h 3156"/>
              <a:gd name="T28" fmla="*/ 4155 w 8233"/>
              <a:gd name="T29" fmla="*/ 3031 h 3156"/>
              <a:gd name="T30" fmla="*/ 4192 w 8233"/>
              <a:gd name="T31" fmla="*/ 3047 h 3156"/>
              <a:gd name="T32" fmla="*/ 4200 w 8233"/>
              <a:gd name="T33" fmla="*/ 3096 h 3156"/>
              <a:gd name="T34" fmla="*/ 4441 w 8233"/>
              <a:gd name="T35" fmla="*/ 3014 h 3156"/>
              <a:gd name="T36" fmla="*/ 5106 w 8233"/>
              <a:gd name="T37" fmla="*/ 2914 h 3156"/>
              <a:gd name="T38" fmla="*/ 6307 w 8233"/>
              <a:gd name="T39" fmla="*/ 2884 h 3156"/>
              <a:gd name="T40" fmla="*/ 6336 w 8233"/>
              <a:gd name="T41" fmla="*/ 2847 h 3156"/>
              <a:gd name="T42" fmla="*/ 5060 w 8233"/>
              <a:gd name="T43" fmla="*/ 2834 h 3156"/>
              <a:gd name="T44" fmla="*/ 4883 w 8233"/>
              <a:gd name="T45" fmla="*/ 2835 h 3156"/>
              <a:gd name="T46" fmla="*/ 5357 w 8233"/>
              <a:gd name="T47" fmla="*/ 2619 h 3156"/>
              <a:gd name="T48" fmla="*/ 7317 w 8233"/>
              <a:gd name="T49" fmla="*/ 1735 h 3156"/>
              <a:gd name="T50" fmla="*/ 7886 w 8233"/>
              <a:gd name="T51" fmla="*/ 1381 h 3156"/>
              <a:gd name="T52" fmla="*/ 8207 w 8233"/>
              <a:gd name="T53" fmla="*/ 973 h 3156"/>
              <a:gd name="T54" fmla="*/ 8161 w 8233"/>
              <a:gd name="T55" fmla="*/ 588 h 3156"/>
              <a:gd name="T56" fmla="*/ 7805 w 8233"/>
              <a:gd name="T57" fmla="*/ 287 h 3156"/>
              <a:gd name="T58" fmla="*/ 7305 w 8233"/>
              <a:gd name="T59" fmla="*/ 121 h 3156"/>
              <a:gd name="T60" fmla="*/ 6723 w 8233"/>
              <a:gd name="T61" fmla="*/ 30 h 3156"/>
              <a:gd name="T62" fmla="*/ 5650 w 8233"/>
              <a:gd name="T63" fmla="*/ 0 h 3156"/>
              <a:gd name="T64" fmla="*/ 6936 w 8233"/>
              <a:gd name="T65" fmla="*/ 166 h 3156"/>
              <a:gd name="T66" fmla="*/ 7671 w 8233"/>
              <a:gd name="T67" fmla="*/ 339 h 3156"/>
              <a:gd name="T68" fmla="*/ 7978 w 8233"/>
              <a:gd name="T69" fmla="*/ 530 h 3156"/>
              <a:gd name="T70" fmla="*/ 8091 w 8233"/>
              <a:gd name="T71" fmla="*/ 697 h 3156"/>
              <a:gd name="T72" fmla="*/ 8062 w 8233"/>
              <a:gd name="T73" fmla="*/ 1013 h 3156"/>
              <a:gd name="T74" fmla="*/ 7712 w 8233"/>
              <a:gd name="T75" fmla="*/ 1383 h 3156"/>
              <a:gd name="T76" fmla="*/ 7008 w 8233"/>
              <a:gd name="T77" fmla="*/ 1772 h 3156"/>
              <a:gd name="T78" fmla="*/ 6224 w 8233"/>
              <a:gd name="T79" fmla="*/ 2125 h 3156"/>
              <a:gd name="T80" fmla="*/ 5274 w 8233"/>
              <a:gd name="T81" fmla="*/ 2541 h 3156"/>
              <a:gd name="T82" fmla="*/ 4609 w 8233"/>
              <a:gd name="T83" fmla="*/ 2822 h 3156"/>
              <a:gd name="T84" fmla="*/ 3820 w 8233"/>
              <a:gd name="T85" fmla="*/ 2904 h 3156"/>
              <a:gd name="T86" fmla="*/ 2434 w 8233"/>
              <a:gd name="T87" fmla="*/ 3012 h 3156"/>
              <a:gd name="T88" fmla="*/ 998 w 8233"/>
              <a:gd name="T89" fmla="*/ 3043 h 3156"/>
              <a:gd name="T90" fmla="*/ 382 w 8233"/>
              <a:gd name="T91" fmla="*/ 2969 h 3156"/>
              <a:gd name="T92" fmla="*/ 162 w 8233"/>
              <a:gd name="T93" fmla="*/ 2780 h 3156"/>
              <a:gd name="T94" fmla="*/ 123 w 8233"/>
              <a:gd name="T95" fmla="*/ 2505 h 3156"/>
              <a:gd name="T96" fmla="*/ 241 w 8233"/>
              <a:gd name="T97" fmla="*/ 2217 h 3156"/>
              <a:gd name="T98" fmla="*/ 674 w 8233"/>
              <a:gd name="T99" fmla="*/ 1741 h 3156"/>
              <a:gd name="T100" fmla="*/ 1503 w 8233"/>
              <a:gd name="T101" fmla="*/ 1209 h 3156"/>
              <a:gd name="T102" fmla="*/ 2601 w 8233"/>
              <a:gd name="T103" fmla="*/ 720 h 3156"/>
              <a:gd name="T104" fmla="*/ 3554 w 8233"/>
              <a:gd name="T105" fmla="*/ 421 h 3156"/>
              <a:gd name="T106" fmla="*/ 3756 w 8233"/>
              <a:gd name="T107" fmla="*/ 366 h 3156"/>
              <a:gd name="T108" fmla="*/ 4923 w 8233"/>
              <a:gd name="T109" fmla="*/ 182 h 3156"/>
              <a:gd name="T110" fmla="*/ 5684 w 8233"/>
              <a:gd name="T111" fmla="*/ 132 h 3156"/>
              <a:gd name="T112" fmla="*/ 6590 w 8233"/>
              <a:gd name="T113" fmla="*/ 136 h 3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233" h="3156">
                <a:moveTo>
                  <a:pt x="5616" y="4"/>
                </a:moveTo>
                <a:lnTo>
                  <a:pt x="5563" y="11"/>
                </a:lnTo>
                <a:lnTo>
                  <a:pt x="5405" y="22"/>
                </a:lnTo>
                <a:lnTo>
                  <a:pt x="5149" y="37"/>
                </a:lnTo>
                <a:lnTo>
                  <a:pt x="4854" y="59"/>
                </a:lnTo>
                <a:lnTo>
                  <a:pt x="4721" y="76"/>
                </a:lnTo>
                <a:lnTo>
                  <a:pt x="4537" y="100"/>
                </a:lnTo>
                <a:lnTo>
                  <a:pt x="4232" y="149"/>
                </a:lnTo>
                <a:lnTo>
                  <a:pt x="4028" y="188"/>
                </a:lnTo>
                <a:lnTo>
                  <a:pt x="3889" y="215"/>
                </a:lnTo>
                <a:lnTo>
                  <a:pt x="3634" y="273"/>
                </a:lnTo>
                <a:lnTo>
                  <a:pt x="3356" y="350"/>
                </a:lnTo>
                <a:lnTo>
                  <a:pt x="3001" y="459"/>
                </a:lnTo>
                <a:lnTo>
                  <a:pt x="2770" y="533"/>
                </a:lnTo>
                <a:lnTo>
                  <a:pt x="2621" y="585"/>
                </a:lnTo>
                <a:lnTo>
                  <a:pt x="2218" y="739"/>
                </a:lnTo>
                <a:lnTo>
                  <a:pt x="2077" y="798"/>
                </a:lnTo>
                <a:lnTo>
                  <a:pt x="1845" y="905"/>
                </a:lnTo>
                <a:lnTo>
                  <a:pt x="1722" y="963"/>
                </a:lnTo>
                <a:lnTo>
                  <a:pt x="1550" y="1052"/>
                </a:lnTo>
                <a:lnTo>
                  <a:pt x="1275" y="1199"/>
                </a:lnTo>
                <a:lnTo>
                  <a:pt x="1222" y="1232"/>
                </a:lnTo>
                <a:lnTo>
                  <a:pt x="1184" y="1256"/>
                </a:lnTo>
                <a:lnTo>
                  <a:pt x="1167" y="1264"/>
                </a:lnTo>
                <a:lnTo>
                  <a:pt x="1125" y="1286"/>
                </a:lnTo>
                <a:lnTo>
                  <a:pt x="1008" y="1360"/>
                </a:lnTo>
                <a:lnTo>
                  <a:pt x="929" y="1412"/>
                </a:lnTo>
                <a:lnTo>
                  <a:pt x="780" y="1516"/>
                </a:lnTo>
                <a:lnTo>
                  <a:pt x="643" y="1622"/>
                </a:lnTo>
                <a:lnTo>
                  <a:pt x="517" y="1728"/>
                </a:lnTo>
                <a:lnTo>
                  <a:pt x="402" y="1833"/>
                </a:lnTo>
                <a:lnTo>
                  <a:pt x="302" y="1936"/>
                </a:lnTo>
                <a:lnTo>
                  <a:pt x="216" y="2038"/>
                </a:lnTo>
                <a:lnTo>
                  <a:pt x="145" y="2136"/>
                </a:lnTo>
                <a:lnTo>
                  <a:pt x="116" y="2183"/>
                </a:lnTo>
                <a:lnTo>
                  <a:pt x="87" y="2235"/>
                </a:lnTo>
                <a:lnTo>
                  <a:pt x="45" y="2325"/>
                </a:lnTo>
                <a:lnTo>
                  <a:pt x="17" y="2409"/>
                </a:lnTo>
                <a:lnTo>
                  <a:pt x="4" y="2497"/>
                </a:lnTo>
                <a:lnTo>
                  <a:pt x="1" y="2545"/>
                </a:lnTo>
                <a:lnTo>
                  <a:pt x="0" y="2597"/>
                </a:lnTo>
                <a:lnTo>
                  <a:pt x="12" y="2693"/>
                </a:lnTo>
                <a:lnTo>
                  <a:pt x="40" y="2779"/>
                </a:lnTo>
                <a:lnTo>
                  <a:pt x="81" y="2856"/>
                </a:lnTo>
                <a:lnTo>
                  <a:pt x="140" y="2925"/>
                </a:lnTo>
                <a:lnTo>
                  <a:pt x="214" y="2983"/>
                </a:lnTo>
                <a:lnTo>
                  <a:pt x="303" y="3034"/>
                </a:lnTo>
                <a:lnTo>
                  <a:pt x="408" y="3075"/>
                </a:lnTo>
                <a:lnTo>
                  <a:pt x="467" y="3092"/>
                </a:lnTo>
                <a:lnTo>
                  <a:pt x="518" y="3104"/>
                </a:lnTo>
                <a:lnTo>
                  <a:pt x="645" y="3125"/>
                </a:lnTo>
                <a:lnTo>
                  <a:pt x="801" y="3140"/>
                </a:lnTo>
                <a:lnTo>
                  <a:pt x="987" y="3150"/>
                </a:lnTo>
                <a:lnTo>
                  <a:pt x="1202" y="3156"/>
                </a:lnTo>
                <a:lnTo>
                  <a:pt x="1444" y="3154"/>
                </a:lnTo>
                <a:lnTo>
                  <a:pt x="1856" y="3144"/>
                </a:lnTo>
                <a:lnTo>
                  <a:pt x="2170" y="3129"/>
                </a:lnTo>
                <a:lnTo>
                  <a:pt x="2309" y="3120"/>
                </a:lnTo>
                <a:lnTo>
                  <a:pt x="2398" y="3112"/>
                </a:lnTo>
                <a:lnTo>
                  <a:pt x="2481" y="3104"/>
                </a:lnTo>
                <a:lnTo>
                  <a:pt x="2601" y="3097"/>
                </a:lnTo>
                <a:lnTo>
                  <a:pt x="2902" y="3079"/>
                </a:lnTo>
                <a:lnTo>
                  <a:pt x="3188" y="3057"/>
                </a:lnTo>
                <a:lnTo>
                  <a:pt x="3302" y="3046"/>
                </a:lnTo>
                <a:lnTo>
                  <a:pt x="3485" y="3028"/>
                </a:lnTo>
                <a:lnTo>
                  <a:pt x="3971" y="2987"/>
                </a:lnTo>
                <a:lnTo>
                  <a:pt x="4121" y="2978"/>
                </a:lnTo>
                <a:lnTo>
                  <a:pt x="4201" y="2974"/>
                </a:lnTo>
                <a:lnTo>
                  <a:pt x="4238" y="2976"/>
                </a:lnTo>
                <a:lnTo>
                  <a:pt x="4242" y="2978"/>
                </a:lnTo>
                <a:lnTo>
                  <a:pt x="4234" y="2983"/>
                </a:lnTo>
                <a:lnTo>
                  <a:pt x="4219" y="2988"/>
                </a:lnTo>
                <a:lnTo>
                  <a:pt x="4197" y="2998"/>
                </a:lnTo>
                <a:lnTo>
                  <a:pt x="4163" y="3020"/>
                </a:lnTo>
                <a:lnTo>
                  <a:pt x="4155" y="3031"/>
                </a:lnTo>
                <a:lnTo>
                  <a:pt x="4152" y="3043"/>
                </a:lnTo>
                <a:lnTo>
                  <a:pt x="4161" y="3050"/>
                </a:lnTo>
                <a:lnTo>
                  <a:pt x="4174" y="3046"/>
                </a:lnTo>
                <a:lnTo>
                  <a:pt x="4188" y="3041"/>
                </a:lnTo>
                <a:lnTo>
                  <a:pt x="4192" y="3047"/>
                </a:lnTo>
                <a:lnTo>
                  <a:pt x="4182" y="3059"/>
                </a:lnTo>
                <a:lnTo>
                  <a:pt x="4173" y="3072"/>
                </a:lnTo>
                <a:lnTo>
                  <a:pt x="4175" y="3087"/>
                </a:lnTo>
                <a:lnTo>
                  <a:pt x="4187" y="3092"/>
                </a:lnTo>
                <a:lnTo>
                  <a:pt x="4200" y="3096"/>
                </a:lnTo>
                <a:lnTo>
                  <a:pt x="4231" y="3097"/>
                </a:lnTo>
                <a:lnTo>
                  <a:pt x="4271" y="3088"/>
                </a:lnTo>
                <a:lnTo>
                  <a:pt x="4328" y="3065"/>
                </a:lnTo>
                <a:lnTo>
                  <a:pt x="4366" y="3048"/>
                </a:lnTo>
                <a:lnTo>
                  <a:pt x="4441" y="3014"/>
                </a:lnTo>
                <a:lnTo>
                  <a:pt x="4554" y="2969"/>
                </a:lnTo>
                <a:lnTo>
                  <a:pt x="4655" y="2945"/>
                </a:lnTo>
                <a:lnTo>
                  <a:pt x="4780" y="2932"/>
                </a:lnTo>
                <a:lnTo>
                  <a:pt x="4864" y="2927"/>
                </a:lnTo>
                <a:lnTo>
                  <a:pt x="5106" y="2914"/>
                </a:lnTo>
                <a:lnTo>
                  <a:pt x="5502" y="2901"/>
                </a:lnTo>
                <a:lnTo>
                  <a:pt x="5827" y="2899"/>
                </a:lnTo>
                <a:lnTo>
                  <a:pt x="5989" y="2898"/>
                </a:lnTo>
                <a:lnTo>
                  <a:pt x="6213" y="2892"/>
                </a:lnTo>
                <a:lnTo>
                  <a:pt x="6307" y="2884"/>
                </a:lnTo>
                <a:lnTo>
                  <a:pt x="6342" y="2876"/>
                </a:lnTo>
                <a:lnTo>
                  <a:pt x="6353" y="2869"/>
                </a:lnTo>
                <a:lnTo>
                  <a:pt x="6354" y="2863"/>
                </a:lnTo>
                <a:lnTo>
                  <a:pt x="6347" y="2854"/>
                </a:lnTo>
                <a:lnTo>
                  <a:pt x="6336" y="2847"/>
                </a:lnTo>
                <a:lnTo>
                  <a:pt x="6320" y="2844"/>
                </a:lnTo>
                <a:lnTo>
                  <a:pt x="6202" y="2839"/>
                </a:lnTo>
                <a:lnTo>
                  <a:pt x="5894" y="2833"/>
                </a:lnTo>
                <a:lnTo>
                  <a:pt x="5378" y="2830"/>
                </a:lnTo>
                <a:lnTo>
                  <a:pt x="5060" y="2834"/>
                </a:lnTo>
                <a:lnTo>
                  <a:pt x="4931" y="2838"/>
                </a:lnTo>
                <a:lnTo>
                  <a:pt x="4909" y="2841"/>
                </a:lnTo>
                <a:lnTo>
                  <a:pt x="4884" y="2845"/>
                </a:lnTo>
                <a:lnTo>
                  <a:pt x="4876" y="2842"/>
                </a:lnTo>
                <a:lnTo>
                  <a:pt x="4883" y="2835"/>
                </a:lnTo>
                <a:lnTo>
                  <a:pt x="4941" y="2802"/>
                </a:lnTo>
                <a:lnTo>
                  <a:pt x="5041" y="2758"/>
                </a:lnTo>
                <a:lnTo>
                  <a:pt x="5168" y="2704"/>
                </a:lnTo>
                <a:lnTo>
                  <a:pt x="5253" y="2666"/>
                </a:lnTo>
                <a:lnTo>
                  <a:pt x="5357" y="2619"/>
                </a:lnTo>
                <a:lnTo>
                  <a:pt x="5548" y="2538"/>
                </a:lnTo>
                <a:lnTo>
                  <a:pt x="5984" y="2352"/>
                </a:lnTo>
                <a:lnTo>
                  <a:pt x="6688" y="2039"/>
                </a:lnTo>
                <a:lnTo>
                  <a:pt x="7094" y="1847"/>
                </a:lnTo>
                <a:lnTo>
                  <a:pt x="7317" y="1735"/>
                </a:lnTo>
                <a:lnTo>
                  <a:pt x="7503" y="1635"/>
                </a:lnTo>
                <a:lnTo>
                  <a:pt x="7656" y="1545"/>
                </a:lnTo>
                <a:lnTo>
                  <a:pt x="7719" y="1504"/>
                </a:lnTo>
                <a:lnTo>
                  <a:pt x="7779" y="1463"/>
                </a:lnTo>
                <a:lnTo>
                  <a:pt x="7886" y="1381"/>
                </a:lnTo>
                <a:lnTo>
                  <a:pt x="7980" y="1299"/>
                </a:lnTo>
                <a:lnTo>
                  <a:pt x="8059" y="1217"/>
                </a:lnTo>
                <a:lnTo>
                  <a:pt x="8123" y="1135"/>
                </a:lnTo>
                <a:lnTo>
                  <a:pt x="8172" y="1052"/>
                </a:lnTo>
                <a:lnTo>
                  <a:pt x="8207" y="973"/>
                </a:lnTo>
                <a:lnTo>
                  <a:pt x="8227" y="893"/>
                </a:lnTo>
                <a:lnTo>
                  <a:pt x="8233" y="814"/>
                </a:lnTo>
                <a:lnTo>
                  <a:pt x="8224" y="737"/>
                </a:lnTo>
                <a:lnTo>
                  <a:pt x="8200" y="662"/>
                </a:lnTo>
                <a:lnTo>
                  <a:pt x="8161" y="588"/>
                </a:lnTo>
                <a:lnTo>
                  <a:pt x="8108" y="517"/>
                </a:lnTo>
                <a:lnTo>
                  <a:pt x="8041" y="447"/>
                </a:lnTo>
                <a:lnTo>
                  <a:pt x="7957" y="381"/>
                </a:lnTo>
                <a:lnTo>
                  <a:pt x="7860" y="317"/>
                </a:lnTo>
                <a:lnTo>
                  <a:pt x="7805" y="287"/>
                </a:lnTo>
                <a:lnTo>
                  <a:pt x="7769" y="268"/>
                </a:lnTo>
                <a:lnTo>
                  <a:pt x="7676" y="229"/>
                </a:lnTo>
                <a:lnTo>
                  <a:pt x="7564" y="191"/>
                </a:lnTo>
                <a:lnTo>
                  <a:pt x="7440" y="154"/>
                </a:lnTo>
                <a:lnTo>
                  <a:pt x="7305" y="121"/>
                </a:lnTo>
                <a:lnTo>
                  <a:pt x="7167" y="91"/>
                </a:lnTo>
                <a:lnTo>
                  <a:pt x="7028" y="65"/>
                </a:lnTo>
                <a:lnTo>
                  <a:pt x="6895" y="47"/>
                </a:lnTo>
                <a:lnTo>
                  <a:pt x="6832" y="41"/>
                </a:lnTo>
                <a:lnTo>
                  <a:pt x="6723" y="30"/>
                </a:lnTo>
                <a:lnTo>
                  <a:pt x="6655" y="22"/>
                </a:lnTo>
                <a:lnTo>
                  <a:pt x="6599" y="18"/>
                </a:lnTo>
                <a:lnTo>
                  <a:pt x="6298" y="9"/>
                </a:lnTo>
                <a:lnTo>
                  <a:pt x="5925" y="1"/>
                </a:lnTo>
                <a:lnTo>
                  <a:pt x="5650" y="0"/>
                </a:lnTo>
                <a:lnTo>
                  <a:pt x="5616" y="4"/>
                </a:lnTo>
                <a:close/>
                <a:moveTo>
                  <a:pt x="6647" y="140"/>
                </a:moveTo>
                <a:lnTo>
                  <a:pt x="6745" y="149"/>
                </a:lnTo>
                <a:lnTo>
                  <a:pt x="6858" y="158"/>
                </a:lnTo>
                <a:lnTo>
                  <a:pt x="6936" y="166"/>
                </a:lnTo>
                <a:lnTo>
                  <a:pt x="7113" y="189"/>
                </a:lnTo>
                <a:lnTo>
                  <a:pt x="7226" y="208"/>
                </a:lnTo>
                <a:lnTo>
                  <a:pt x="7315" y="225"/>
                </a:lnTo>
                <a:lnTo>
                  <a:pt x="7498" y="275"/>
                </a:lnTo>
                <a:lnTo>
                  <a:pt x="7671" y="339"/>
                </a:lnTo>
                <a:lnTo>
                  <a:pt x="7782" y="391"/>
                </a:lnTo>
                <a:lnTo>
                  <a:pt x="7845" y="428"/>
                </a:lnTo>
                <a:lnTo>
                  <a:pt x="7871" y="446"/>
                </a:lnTo>
                <a:lnTo>
                  <a:pt x="7908" y="473"/>
                </a:lnTo>
                <a:lnTo>
                  <a:pt x="7978" y="530"/>
                </a:lnTo>
                <a:lnTo>
                  <a:pt x="8033" y="582"/>
                </a:lnTo>
                <a:lnTo>
                  <a:pt x="8065" y="620"/>
                </a:lnTo>
                <a:lnTo>
                  <a:pt x="8067" y="629"/>
                </a:lnTo>
                <a:lnTo>
                  <a:pt x="8072" y="650"/>
                </a:lnTo>
                <a:lnTo>
                  <a:pt x="8091" y="697"/>
                </a:lnTo>
                <a:lnTo>
                  <a:pt x="8104" y="734"/>
                </a:lnTo>
                <a:lnTo>
                  <a:pt x="8117" y="807"/>
                </a:lnTo>
                <a:lnTo>
                  <a:pt x="8109" y="884"/>
                </a:lnTo>
                <a:lnTo>
                  <a:pt x="8083" y="967"/>
                </a:lnTo>
                <a:lnTo>
                  <a:pt x="8062" y="1013"/>
                </a:lnTo>
                <a:lnTo>
                  <a:pt x="8041" y="1054"/>
                </a:lnTo>
                <a:lnTo>
                  <a:pt x="7984" y="1135"/>
                </a:lnTo>
                <a:lnTo>
                  <a:pt x="7910" y="1217"/>
                </a:lnTo>
                <a:lnTo>
                  <a:pt x="7820" y="1300"/>
                </a:lnTo>
                <a:lnTo>
                  <a:pt x="7712" y="1383"/>
                </a:lnTo>
                <a:lnTo>
                  <a:pt x="7588" y="1466"/>
                </a:lnTo>
                <a:lnTo>
                  <a:pt x="7448" y="1550"/>
                </a:lnTo>
                <a:lnTo>
                  <a:pt x="7291" y="1635"/>
                </a:lnTo>
                <a:lnTo>
                  <a:pt x="7204" y="1677"/>
                </a:lnTo>
                <a:lnTo>
                  <a:pt x="7008" y="1772"/>
                </a:lnTo>
                <a:lnTo>
                  <a:pt x="6625" y="1951"/>
                </a:lnTo>
                <a:lnTo>
                  <a:pt x="6569" y="1973"/>
                </a:lnTo>
                <a:lnTo>
                  <a:pt x="6559" y="1975"/>
                </a:lnTo>
                <a:lnTo>
                  <a:pt x="6415" y="2039"/>
                </a:lnTo>
                <a:lnTo>
                  <a:pt x="6224" y="2125"/>
                </a:lnTo>
                <a:lnTo>
                  <a:pt x="6032" y="2211"/>
                </a:lnTo>
                <a:lnTo>
                  <a:pt x="5802" y="2310"/>
                </a:lnTo>
                <a:lnTo>
                  <a:pt x="5580" y="2405"/>
                </a:lnTo>
                <a:lnTo>
                  <a:pt x="5413" y="2479"/>
                </a:lnTo>
                <a:lnTo>
                  <a:pt x="5274" y="2541"/>
                </a:lnTo>
                <a:lnTo>
                  <a:pt x="5143" y="2594"/>
                </a:lnTo>
                <a:lnTo>
                  <a:pt x="4994" y="2657"/>
                </a:lnTo>
                <a:lnTo>
                  <a:pt x="4787" y="2747"/>
                </a:lnTo>
                <a:lnTo>
                  <a:pt x="4702" y="2785"/>
                </a:lnTo>
                <a:lnTo>
                  <a:pt x="4609" y="2822"/>
                </a:lnTo>
                <a:lnTo>
                  <a:pt x="4551" y="2840"/>
                </a:lnTo>
                <a:lnTo>
                  <a:pt x="4456" y="2858"/>
                </a:lnTo>
                <a:lnTo>
                  <a:pt x="4263" y="2874"/>
                </a:lnTo>
                <a:lnTo>
                  <a:pt x="4113" y="2884"/>
                </a:lnTo>
                <a:lnTo>
                  <a:pt x="3820" y="2904"/>
                </a:lnTo>
                <a:lnTo>
                  <a:pt x="3572" y="2925"/>
                </a:lnTo>
                <a:lnTo>
                  <a:pt x="3327" y="2946"/>
                </a:lnTo>
                <a:lnTo>
                  <a:pt x="2985" y="2972"/>
                </a:lnTo>
                <a:lnTo>
                  <a:pt x="2685" y="2994"/>
                </a:lnTo>
                <a:lnTo>
                  <a:pt x="2434" y="3012"/>
                </a:lnTo>
                <a:lnTo>
                  <a:pt x="2065" y="3035"/>
                </a:lnTo>
                <a:lnTo>
                  <a:pt x="1767" y="3046"/>
                </a:lnTo>
                <a:lnTo>
                  <a:pt x="1438" y="3048"/>
                </a:lnTo>
                <a:lnTo>
                  <a:pt x="1224" y="3046"/>
                </a:lnTo>
                <a:lnTo>
                  <a:pt x="998" y="3043"/>
                </a:lnTo>
                <a:lnTo>
                  <a:pt x="698" y="3035"/>
                </a:lnTo>
                <a:lnTo>
                  <a:pt x="561" y="3022"/>
                </a:lnTo>
                <a:lnTo>
                  <a:pt x="493" y="3010"/>
                </a:lnTo>
                <a:lnTo>
                  <a:pt x="436" y="2991"/>
                </a:lnTo>
                <a:lnTo>
                  <a:pt x="382" y="2969"/>
                </a:lnTo>
                <a:lnTo>
                  <a:pt x="354" y="2955"/>
                </a:lnTo>
                <a:lnTo>
                  <a:pt x="321" y="2937"/>
                </a:lnTo>
                <a:lnTo>
                  <a:pt x="258" y="2891"/>
                </a:lnTo>
                <a:lnTo>
                  <a:pt x="205" y="2838"/>
                </a:lnTo>
                <a:lnTo>
                  <a:pt x="162" y="2780"/>
                </a:lnTo>
                <a:lnTo>
                  <a:pt x="148" y="2750"/>
                </a:lnTo>
                <a:lnTo>
                  <a:pt x="140" y="2731"/>
                </a:lnTo>
                <a:lnTo>
                  <a:pt x="129" y="2688"/>
                </a:lnTo>
                <a:lnTo>
                  <a:pt x="119" y="2613"/>
                </a:lnTo>
                <a:lnTo>
                  <a:pt x="123" y="2505"/>
                </a:lnTo>
                <a:lnTo>
                  <a:pt x="139" y="2429"/>
                </a:lnTo>
                <a:lnTo>
                  <a:pt x="154" y="2381"/>
                </a:lnTo>
                <a:lnTo>
                  <a:pt x="163" y="2360"/>
                </a:lnTo>
                <a:lnTo>
                  <a:pt x="186" y="2313"/>
                </a:lnTo>
                <a:lnTo>
                  <a:pt x="241" y="2217"/>
                </a:lnTo>
                <a:lnTo>
                  <a:pt x="309" y="2119"/>
                </a:lnTo>
                <a:lnTo>
                  <a:pt x="388" y="2021"/>
                </a:lnTo>
                <a:lnTo>
                  <a:pt x="476" y="1924"/>
                </a:lnTo>
                <a:lnTo>
                  <a:pt x="572" y="1830"/>
                </a:lnTo>
                <a:lnTo>
                  <a:pt x="674" y="1741"/>
                </a:lnTo>
                <a:lnTo>
                  <a:pt x="780" y="1657"/>
                </a:lnTo>
                <a:lnTo>
                  <a:pt x="835" y="1618"/>
                </a:lnTo>
                <a:lnTo>
                  <a:pt x="970" y="1527"/>
                </a:lnTo>
                <a:lnTo>
                  <a:pt x="1235" y="1361"/>
                </a:lnTo>
                <a:lnTo>
                  <a:pt x="1503" y="1209"/>
                </a:lnTo>
                <a:lnTo>
                  <a:pt x="1784" y="1067"/>
                </a:lnTo>
                <a:lnTo>
                  <a:pt x="1934" y="998"/>
                </a:lnTo>
                <a:lnTo>
                  <a:pt x="2132" y="907"/>
                </a:lnTo>
                <a:lnTo>
                  <a:pt x="2393" y="798"/>
                </a:lnTo>
                <a:lnTo>
                  <a:pt x="2601" y="720"/>
                </a:lnTo>
                <a:lnTo>
                  <a:pt x="2712" y="680"/>
                </a:lnTo>
                <a:lnTo>
                  <a:pt x="2990" y="587"/>
                </a:lnTo>
                <a:lnTo>
                  <a:pt x="3273" y="498"/>
                </a:lnTo>
                <a:lnTo>
                  <a:pt x="3494" y="434"/>
                </a:lnTo>
                <a:lnTo>
                  <a:pt x="3554" y="421"/>
                </a:lnTo>
                <a:lnTo>
                  <a:pt x="3590" y="414"/>
                </a:lnTo>
                <a:lnTo>
                  <a:pt x="3647" y="399"/>
                </a:lnTo>
                <a:lnTo>
                  <a:pt x="3658" y="393"/>
                </a:lnTo>
                <a:lnTo>
                  <a:pt x="3673" y="387"/>
                </a:lnTo>
                <a:lnTo>
                  <a:pt x="3756" y="366"/>
                </a:lnTo>
                <a:lnTo>
                  <a:pt x="3966" y="324"/>
                </a:lnTo>
                <a:lnTo>
                  <a:pt x="4337" y="261"/>
                </a:lnTo>
                <a:lnTo>
                  <a:pt x="4691" y="207"/>
                </a:lnTo>
                <a:lnTo>
                  <a:pt x="4815" y="193"/>
                </a:lnTo>
                <a:lnTo>
                  <a:pt x="4923" y="182"/>
                </a:lnTo>
                <a:lnTo>
                  <a:pt x="5051" y="168"/>
                </a:lnTo>
                <a:lnTo>
                  <a:pt x="5161" y="157"/>
                </a:lnTo>
                <a:lnTo>
                  <a:pt x="5211" y="153"/>
                </a:lnTo>
                <a:lnTo>
                  <a:pt x="5299" y="151"/>
                </a:lnTo>
                <a:lnTo>
                  <a:pt x="5684" y="132"/>
                </a:lnTo>
                <a:lnTo>
                  <a:pt x="5748" y="127"/>
                </a:lnTo>
                <a:lnTo>
                  <a:pt x="5775" y="124"/>
                </a:lnTo>
                <a:lnTo>
                  <a:pt x="6007" y="124"/>
                </a:lnTo>
                <a:lnTo>
                  <a:pt x="6326" y="129"/>
                </a:lnTo>
                <a:lnTo>
                  <a:pt x="6590" y="136"/>
                </a:lnTo>
                <a:lnTo>
                  <a:pt x="6647" y="14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7" name="Freeform 69">
            <a:extLst>
              <a:ext uri="{FF2B5EF4-FFF2-40B4-BE49-F238E27FC236}">
                <a16:creationId xmlns:a16="http://schemas.microsoft.com/office/drawing/2014/main" id="{ED2BB101-5724-49B3-A6C7-350CB76A1179}"/>
              </a:ext>
            </a:extLst>
          </p:cNvPr>
          <p:cNvSpPr>
            <a:spLocks noEditPoints="1"/>
          </p:cNvSpPr>
          <p:nvPr/>
        </p:nvSpPr>
        <p:spPr bwMode="auto">
          <a:xfrm>
            <a:off x="2754295" y="493326"/>
            <a:ext cx="1647136" cy="901690"/>
          </a:xfrm>
          <a:custGeom>
            <a:avLst/>
            <a:gdLst>
              <a:gd name="T0" fmla="*/ 1640 w 9666"/>
              <a:gd name="T1" fmla="*/ 779 h 5292"/>
              <a:gd name="T2" fmla="*/ 282 w 9666"/>
              <a:gd name="T3" fmla="*/ 1999 h 5292"/>
              <a:gd name="T4" fmla="*/ 1 w 9666"/>
              <a:gd name="T5" fmla="*/ 3002 h 5292"/>
              <a:gd name="T6" fmla="*/ 420 w 9666"/>
              <a:gd name="T7" fmla="*/ 3663 h 5292"/>
              <a:gd name="T8" fmla="*/ 1022 w 9666"/>
              <a:gd name="T9" fmla="*/ 4378 h 5292"/>
              <a:gd name="T10" fmla="*/ 1643 w 9666"/>
              <a:gd name="T11" fmla="*/ 4706 h 5292"/>
              <a:gd name="T12" fmla="*/ 3135 w 9666"/>
              <a:gd name="T13" fmla="*/ 5153 h 5292"/>
              <a:gd name="T14" fmla="*/ 5281 w 9666"/>
              <a:gd name="T15" fmla="*/ 5265 h 5292"/>
              <a:gd name="T16" fmla="*/ 7114 w 9666"/>
              <a:gd name="T17" fmla="*/ 4945 h 5292"/>
              <a:gd name="T18" fmla="*/ 8447 w 9666"/>
              <a:gd name="T19" fmla="*/ 4325 h 5292"/>
              <a:gd name="T20" fmla="*/ 9187 w 9666"/>
              <a:gd name="T21" fmla="*/ 3727 h 5292"/>
              <a:gd name="T22" fmla="*/ 9546 w 9666"/>
              <a:gd name="T23" fmla="*/ 2059 h 5292"/>
              <a:gd name="T24" fmla="*/ 8048 w 9666"/>
              <a:gd name="T25" fmla="*/ 844 h 5292"/>
              <a:gd name="T26" fmla="*/ 5323 w 9666"/>
              <a:gd name="T27" fmla="*/ 57 h 5292"/>
              <a:gd name="T28" fmla="*/ 5756 w 9666"/>
              <a:gd name="T29" fmla="*/ 233 h 5292"/>
              <a:gd name="T30" fmla="*/ 4166 w 9666"/>
              <a:gd name="T31" fmla="*/ 230 h 5292"/>
              <a:gd name="T32" fmla="*/ 3136 w 9666"/>
              <a:gd name="T33" fmla="*/ 278 h 5292"/>
              <a:gd name="T34" fmla="*/ 4515 w 9666"/>
              <a:gd name="T35" fmla="*/ 89 h 5292"/>
              <a:gd name="T36" fmla="*/ 3425 w 9666"/>
              <a:gd name="T37" fmla="*/ 462 h 5292"/>
              <a:gd name="T38" fmla="*/ 2241 w 9666"/>
              <a:gd name="T39" fmla="*/ 633 h 5292"/>
              <a:gd name="T40" fmla="*/ 4606 w 9666"/>
              <a:gd name="T41" fmla="*/ 323 h 5292"/>
              <a:gd name="T42" fmla="*/ 7509 w 9666"/>
              <a:gd name="T43" fmla="*/ 859 h 5292"/>
              <a:gd name="T44" fmla="*/ 8832 w 9666"/>
              <a:gd name="T45" fmla="*/ 1708 h 5292"/>
              <a:gd name="T46" fmla="*/ 9219 w 9666"/>
              <a:gd name="T47" fmla="*/ 2727 h 5292"/>
              <a:gd name="T48" fmla="*/ 8184 w 9666"/>
              <a:gd name="T49" fmla="*/ 3900 h 5292"/>
              <a:gd name="T50" fmla="*/ 6001 w 9666"/>
              <a:gd name="T51" fmla="*/ 4577 h 5292"/>
              <a:gd name="T52" fmla="*/ 3381 w 9666"/>
              <a:gd name="T53" fmla="*/ 4523 h 5292"/>
              <a:gd name="T54" fmla="*/ 4800 w 9666"/>
              <a:gd name="T55" fmla="*/ 4405 h 5292"/>
              <a:gd name="T56" fmla="*/ 6766 w 9666"/>
              <a:gd name="T57" fmla="*/ 3924 h 5292"/>
              <a:gd name="T58" fmla="*/ 4034 w 9666"/>
              <a:gd name="T59" fmla="*/ 4370 h 5292"/>
              <a:gd name="T60" fmla="*/ 1509 w 9666"/>
              <a:gd name="T61" fmla="*/ 4009 h 5292"/>
              <a:gd name="T62" fmla="*/ 454 w 9666"/>
              <a:gd name="T63" fmla="*/ 3425 h 5292"/>
              <a:gd name="T64" fmla="*/ 689 w 9666"/>
              <a:gd name="T65" fmla="*/ 2145 h 5292"/>
              <a:gd name="T66" fmla="*/ 1915 w 9666"/>
              <a:gd name="T67" fmla="*/ 902 h 5292"/>
              <a:gd name="T68" fmla="*/ 3313 w 9666"/>
              <a:gd name="T69" fmla="*/ 576 h 5292"/>
              <a:gd name="T70" fmla="*/ 1658 w 9666"/>
              <a:gd name="T71" fmla="*/ 886 h 5292"/>
              <a:gd name="T72" fmla="*/ 8304 w 9666"/>
              <a:gd name="T73" fmla="*/ 1057 h 5292"/>
              <a:gd name="T74" fmla="*/ 8999 w 9666"/>
              <a:gd name="T75" fmla="*/ 1512 h 5292"/>
              <a:gd name="T76" fmla="*/ 876 w 9666"/>
              <a:gd name="T77" fmla="*/ 1646 h 5292"/>
              <a:gd name="T78" fmla="*/ 393 w 9666"/>
              <a:gd name="T79" fmla="*/ 2701 h 5292"/>
              <a:gd name="T80" fmla="*/ 276 w 9666"/>
              <a:gd name="T81" fmla="*/ 3237 h 5292"/>
              <a:gd name="T82" fmla="*/ 724 w 9666"/>
              <a:gd name="T83" fmla="*/ 1610 h 5292"/>
              <a:gd name="T84" fmla="*/ 9293 w 9666"/>
              <a:gd name="T85" fmla="*/ 2011 h 5292"/>
              <a:gd name="T86" fmla="*/ 9313 w 9666"/>
              <a:gd name="T87" fmla="*/ 2464 h 5292"/>
              <a:gd name="T88" fmla="*/ 9115 w 9666"/>
              <a:gd name="T89" fmla="*/ 1740 h 5292"/>
              <a:gd name="T90" fmla="*/ 9218 w 9666"/>
              <a:gd name="T91" fmla="*/ 3546 h 5292"/>
              <a:gd name="T92" fmla="*/ 9371 w 9666"/>
              <a:gd name="T93" fmla="*/ 2658 h 5292"/>
              <a:gd name="T94" fmla="*/ 9148 w 9666"/>
              <a:gd name="T95" fmla="*/ 3244 h 5292"/>
              <a:gd name="T96" fmla="*/ 8321 w 9666"/>
              <a:gd name="T97" fmla="*/ 4231 h 5292"/>
              <a:gd name="T98" fmla="*/ 5994 w 9666"/>
              <a:gd name="T99" fmla="*/ 4842 h 5292"/>
              <a:gd name="T100" fmla="*/ 2848 w 9666"/>
              <a:gd name="T101" fmla="*/ 4500 h 5292"/>
              <a:gd name="T102" fmla="*/ 4059 w 9666"/>
              <a:gd name="T103" fmla="*/ 4680 h 5292"/>
              <a:gd name="T104" fmla="*/ 7158 w 9666"/>
              <a:gd name="T105" fmla="*/ 4426 h 5292"/>
              <a:gd name="T106" fmla="*/ 7722 w 9666"/>
              <a:gd name="T107" fmla="*/ 4231 h 5292"/>
              <a:gd name="T108" fmla="*/ 9181 w 9666"/>
              <a:gd name="T109" fmla="*/ 3055 h 5292"/>
              <a:gd name="T110" fmla="*/ 3020 w 9666"/>
              <a:gd name="T111" fmla="*/ 4680 h 5292"/>
              <a:gd name="T112" fmla="*/ 5839 w 9666"/>
              <a:gd name="T113" fmla="*/ 4948 h 5292"/>
              <a:gd name="T114" fmla="*/ 7576 w 9666"/>
              <a:gd name="T115" fmla="*/ 4615 h 5292"/>
              <a:gd name="T116" fmla="*/ 7408 w 9666"/>
              <a:gd name="T117" fmla="*/ 4745 h 5292"/>
              <a:gd name="T118" fmla="*/ 4413 w 9666"/>
              <a:gd name="T119" fmla="*/ 5197 h 5292"/>
              <a:gd name="T120" fmla="*/ 1396 w 9666"/>
              <a:gd name="T121" fmla="*/ 4492 h 5292"/>
              <a:gd name="T122" fmla="*/ 727 w 9666"/>
              <a:gd name="T123" fmla="*/ 3800 h 52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666" h="5292">
                <a:moveTo>
                  <a:pt x="4200" y="4"/>
                </a:moveTo>
                <a:lnTo>
                  <a:pt x="4075" y="14"/>
                </a:lnTo>
                <a:lnTo>
                  <a:pt x="3833" y="41"/>
                </a:lnTo>
                <a:lnTo>
                  <a:pt x="3600" y="78"/>
                </a:lnTo>
                <a:lnTo>
                  <a:pt x="3372" y="124"/>
                </a:lnTo>
                <a:lnTo>
                  <a:pt x="3148" y="181"/>
                </a:lnTo>
                <a:lnTo>
                  <a:pt x="2925" y="250"/>
                </a:lnTo>
                <a:lnTo>
                  <a:pt x="2702" y="329"/>
                </a:lnTo>
                <a:lnTo>
                  <a:pt x="2475" y="421"/>
                </a:lnTo>
                <a:lnTo>
                  <a:pt x="2359" y="473"/>
                </a:lnTo>
                <a:lnTo>
                  <a:pt x="2254" y="516"/>
                </a:lnTo>
                <a:lnTo>
                  <a:pt x="2097" y="576"/>
                </a:lnTo>
                <a:lnTo>
                  <a:pt x="2032" y="600"/>
                </a:lnTo>
                <a:lnTo>
                  <a:pt x="1900" y="654"/>
                </a:lnTo>
                <a:lnTo>
                  <a:pt x="1769" y="714"/>
                </a:lnTo>
                <a:lnTo>
                  <a:pt x="1640" y="779"/>
                </a:lnTo>
                <a:lnTo>
                  <a:pt x="1511" y="851"/>
                </a:lnTo>
                <a:lnTo>
                  <a:pt x="1383" y="928"/>
                </a:lnTo>
                <a:lnTo>
                  <a:pt x="1256" y="1011"/>
                </a:lnTo>
                <a:lnTo>
                  <a:pt x="1133" y="1098"/>
                </a:lnTo>
                <a:lnTo>
                  <a:pt x="1072" y="1144"/>
                </a:lnTo>
                <a:lnTo>
                  <a:pt x="1013" y="1189"/>
                </a:lnTo>
                <a:lnTo>
                  <a:pt x="895" y="1292"/>
                </a:lnTo>
                <a:lnTo>
                  <a:pt x="772" y="1411"/>
                </a:lnTo>
                <a:lnTo>
                  <a:pt x="638" y="1554"/>
                </a:lnTo>
                <a:lnTo>
                  <a:pt x="565" y="1637"/>
                </a:lnTo>
                <a:lnTo>
                  <a:pt x="485" y="1727"/>
                </a:lnTo>
                <a:lnTo>
                  <a:pt x="428" y="1792"/>
                </a:lnTo>
                <a:lnTo>
                  <a:pt x="373" y="1859"/>
                </a:lnTo>
                <a:lnTo>
                  <a:pt x="303" y="1957"/>
                </a:lnTo>
                <a:lnTo>
                  <a:pt x="280" y="1995"/>
                </a:lnTo>
                <a:lnTo>
                  <a:pt x="282" y="1999"/>
                </a:lnTo>
                <a:lnTo>
                  <a:pt x="284" y="2000"/>
                </a:lnTo>
                <a:lnTo>
                  <a:pt x="283" y="2005"/>
                </a:lnTo>
                <a:lnTo>
                  <a:pt x="273" y="2022"/>
                </a:lnTo>
                <a:lnTo>
                  <a:pt x="261" y="2037"/>
                </a:lnTo>
                <a:lnTo>
                  <a:pt x="246" y="2056"/>
                </a:lnTo>
                <a:lnTo>
                  <a:pt x="210" y="2114"/>
                </a:lnTo>
                <a:lnTo>
                  <a:pt x="196" y="2141"/>
                </a:lnTo>
                <a:lnTo>
                  <a:pt x="155" y="2237"/>
                </a:lnTo>
                <a:lnTo>
                  <a:pt x="76" y="2434"/>
                </a:lnTo>
                <a:lnTo>
                  <a:pt x="62" y="2479"/>
                </a:lnTo>
                <a:lnTo>
                  <a:pt x="50" y="2533"/>
                </a:lnTo>
                <a:lnTo>
                  <a:pt x="28" y="2629"/>
                </a:lnTo>
                <a:lnTo>
                  <a:pt x="20" y="2666"/>
                </a:lnTo>
                <a:lnTo>
                  <a:pt x="9" y="2746"/>
                </a:lnTo>
                <a:lnTo>
                  <a:pt x="0" y="2875"/>
                </a:lnTo>
                <a:lnTo>
                  <a:pt x="1" y="3002"/>
                </a:lnTo>
                <a:lnTo>
                  <a:pt x="7" y="3076"/>
                </a:lnTo>
                <a:lnTo>
                  <a:pt x="16" y="3136"/>
                </a:lnTo>
                <a:lnTo>
                  <a:pt x="30" y="3180"/>
                </a:lnTo>
                <a:lnTo>
                  <a:pt x="38" y="3193"/>
                </a:lnTo>
                <a:lnTo>
                  <a:pt x="45" y="3201"/>
                </a:lnTo>
                <a:lnTo>
                  <a:pt x="50" y="3213"/>
                </a:lnTo>
                <a:lnTo>
                  <a:pt x="46" y="3214"/>
                </a:lnTo>
                <a:lnTo>
                  <a:pt x="42" y="3216"/>
                </a:lnTo>
                <a:lnTo>
                  <a:pt x="43" y="3231"/>
                </a:lnTo>
                <a:lnTo>
                  <a:pt x="65" y="3272"/>
                </a:lnTo>
                <a:lnTo>
                  <a:pt x="121" y="3352"/>
                </a:lnTo>
                <a:lnTo>
                  <a:pt x="192" y="3435"/>
                </a:lnTo>
                <a:lnTo>
                  <a:pt x="227" y="3470"/>
                </a:lnTo>
                <a:lnTo>
                  <a:pt x="335" y="3571"/>
                </a:lnTo>
                <a:lnTo>
                  <a:pt x="406" y="3643"/>
                </a:lnTo>
                <a:lnTo>
                  <a:pt x="420" y="3663"/>
                </a:lnTo>
                <a:lnTo>
                  <a:pt x="418" y="3667"/>
                </a:lnTo>
                <a:lnTo>
                  <a:pt x="416" y="3672"/>
                </a:lnTo>
                <a:lnTo>
                  <a:pt x="424" y="3698"/>
                </a:lnTo>
                <a:lnTo>
                  <a:pt x="458" y="3766"/>
                </a:lnTo>
                <a:lnTo>
                  <a:pt x="529" y="3885"/>
                </a:lnTo>
                <a:lnTo>
                  <a:pt x="608" y="4001"/>
                </a:lnTo>
                <a:lnTo>
                  <a:pt x="642" y="4044"/>
                </a:lnTo>
                <a:lnTo>
                  <a:pt x="674" y="4079"/>
                </a:lnTo>
                <a:lnTo>
                  <a:pt x="742" y="4149"/>
                </a:lnTo>
                <a:lnTo>
                  <a:pt x="814" y="4216"/>
                </a:lnTo>
                <a:lnTo>
                  <a:pt x="888" y="4276"/>
                </a:lnTo>
                <a:lnTo>
                  <a:pt x="925" y="4303"/>
                </a:lnTo>
                <a:lnTo>
                  <a:pt x="966" y="4334"/>
                </a:lnTo>
                <a:lnTo>
                  <a:pt x="992" y="4358"/>
                </a:lnTo>
                <a:lnTo>
                  <a:pt x="1002" y="4366"/>
                </a:lnTo>
                <a:lnTo>
                  <a:pt x="1022" y="4378"/>
                </a:lnTo>
                <a:lnTo>
                  <a:pt x="1031" y="4379"/>
                </a:lnTo>
                <a:lnTo>
                  <a:pt x="1039" y="4380"/>
                </a:lnTo>
                <a:lnTo>
                  <a:pt x="1049" y="4388"/>
                </a:lnTo>
                <a:lnTo>
                  <a:pt x="1050" y="4394"/>
                </a:lnTo>
                <a:lnTo>
                  <a:pt x="1052" y="4401"/>
                </a:lnTo>
                <a:lnTo>
                  <a:pt x="1073" y="4416"/>
                </a:lnTo>
                <a:lnTo>
                  <a:pt x="1088" y="4421"/>
                </a:lnTo>
                <a:lnTo>
                  <a:pt x="1106" y="4428"/>
                </a:lnTo>
                <a:lnTo>
                  <a:pt x="1154" y="4455"/>
                </a:lnTo>
                <a:lnTo>
                  <a:pt x="1176" y="4470"/>
                </a:lnTo>
                <a:lnTo>
                  <a:pt x="1207" y="4489"/>
                </a:lnTo>
                <a:lnTo>
                  <a:pt x="1325" y="4554"/>
                </a:lnTo>
                <a:lnTo>
                  <a:pt x="1396" y="4588"/>
                </a:lnTo>
                <a:lnTo>
                  <a:pt x="1533" y="4654"/>
                </a:lnTo>
                <a:lnTo>
                  <a:pt x="1595" y="4685"/>
                </a:lnTo>
                <a:lnTo>
                  <a:pt x="1643" y="4706"/>
                </a:lnTo>
                <a:lnTo>
                  <a:pt x="1739" y="4742"/>
                </a:lnTo>
                <a:lnTo>
                  <a:pt x="1834" y="4778"/>
                </a:lnTo>
                <a:lnTo>
                  <a:pt x="1886" y="4799"/>
                </a:lnTo>
                <a:lnTo>
                  <a:pt x="1921" y="4815"/>
                </a:lnTo>
                <a:lnTo>
                  <a:pt x="1987" y="4840"/>
                </a:lnTo>
                <a:lnTo>
                  <a:pt x="2010" y="4845"/>
                </a:lnTo>
                <a:lnTo>
                  <a:pt x="2034" y="4851"/>
                </a:lnTo>
                <a:lnTo>
                  <a:pt x="2060" y="4862"/>
                </a:lnTo>
                <a:lnTo>
                  <a:pt x="2086" y="4872"/>
                </a:lnTo>
                <a:lnTo>
                  <a:pt x="2107" y="4877"/>
                </a:lnTo>
                <a:lnTo>
                  <a:pt x="2143" y="4889"/>
                </a:lnTo>
                <a:lnTo>
                  <a:pt x="2225" y="4915"/>
                </a:lnTo>
                <a:lnTo>
                  <a:pt x="2300" y="4941"/>
                </a:lnTo>
                <a:lnTo>
                  <a:pt x="2469" y="4992"/>
                </a:lnTo>
                <a:lnTo>
                  <a:pt x="2746" y="5066"/>
                </a:lnTo>
                <a:lnTo>
                  <a:pt x="3135" y="5153"/>
                </a:lnTo>
                <a:lnTo>
                  <a:pt x="3408" y="5203"/>
                </a:lnTo>
                <a:lnTo>
                  <a:pt x="3570" y="5225"/>
                </a:lnTo>
                <a:lnTo>
                  <a:pt x="3642" y="5233"/>
                </a:lnTo>
                <a:lnTo>
                  <a:pt x="3737" y="5243"/>
                </a:lnTo>
                <a:lnTo>
                  <a:pt x="3769" y="5249"/>
                </a:lnTo>
                <a:lnTo>
                  <a:pt x="3809" y="5255"/>
                </a:lnTo>
                <a:lnTo>
                  <a:pt x="3921" y="5264"/>
                </a:lnTo>
                <a:lnTo>
                  <a:pt x="4056" y="5274"/>
                </a:lnTo>
                <a:lnTo>
                  <a:pt x="4166" y="5284"/>
                </a:lnTo>
                <a:lnTo>
                  <a:pt x="4229" y="5288"/>
                </a:lnTo>
                <a:lnTo>
                  <a:pt x="4476" y="5292"/>
                </a:lnTo>
                <a:lnTo>
                  <a:pt x="4770" y="5291"/>
                </a:lnTo>
                <a:lnTo>
                  <a:pt x="5008" y="5286"/>
                </a:lnTo>
                <a:lnTo>
                  <a:pt x="5061" y="5282"/>
                </a:lnTo>
                <a:lnTo>
                  <a:pt x="5149" y="5274"/>
                </a:lnTo>
                <a:lnTo>
                  <a:pt x="5281" y="5265"/>
                </a:lnTo>
                <a:lnTo>
                  <a:pt x="5415" y="5256"/>
                </a:lnTo>
                <a:lnTo>
                  <a:pt x="5501" y="5247"/>
                </a:lnTo>
                <a:lnTo>
                  <a:pt x="5570" y="5238"/>
                </a:lnTo>
                <a:lnTo>
                  <a:pt x="5644" y="5231"/>
                </a:lnTo>
                <a:lnTo>
                  <a:pt x="5717" y="5223"/>
                </a:lnTo>
                <a:lnTo>
                  <a:pt x="5780" y="5214"/>
                </a:lnTo>
                <a:lnTo>
                  <a:pt x="5839" y="5206"/>
                </a:lnTo>
                <a:lnTo>
                  <a:pt x="5898" y="5199"/>
                </a:lnTo>
                <a:lnTo>
                  <a:pt x="6060" y="5176"/>
                </a:lnTo>
                <a:lnTo>
                  <a:pt x="6244" y="5145"/>
                </a:lnTo>
                <a:lnTo>
                  <a:pt x="6468" y="5104"/>
                </a:lnTo>
                <a:lnTo>
                  <a:pt x="6677" y="5060"/>
                </a:lnTo>
                <a:lnTo>
                  <a:pt x="6773" y="5035"/>
                </a:lnTo>
                <a:lnTo>
                  <a:pt x="6812" y="5022"/>
                </a:lnTo>
                <a:lnTo>
                  <a:pt x="6937" y="4986"/>
                </a:lnTo>
                <a:lnTo>
                  <a:pt x="7114" y="4945"/>
                </a:lnTo>
                <a:lnTo>
                  <a:pt x="7134" y="4940"/>
                </a:lnTo>
                <a:lnTo>
                  <a:pt x="7144" y="4936"/>
                </a:lnTo>
                <a:lnTo>
                  <a:pt x="7149" y="4932"/>
                </a:lnTo>
                <a:lnTo>
                  <a:pt x="7161" y="4928"/>
                </a:lnTo>
                <a:lnTo>
                  <a:pt x="7177" y="4923"/>
                </a:lnTo>
                <a:lnTo>
                  <a:pt x="7199" y="4914"/>
                </a:lnTo>
                <a:lnTo>
                  <a:pt x="7253" y="4894"/>
                </a:lnTo>
                <a:lnTo>
                  <a:pt x="7376" y="4854"/>
                </a:lnTo>
                <a:lnTo>
                  <a:pt x="7449" y="4829"/>
                </a:lnTo>
                <a:lnTo>
                  <a:pt x="7569" y="4787"/>
                </a:lnTo>
                <a:lnTo>
                  <a:pt x="7738" y="4716"/>
                </a:lnTo>
                <a:lnTo>
                  <a:pt x="7891" y="4642"/>
                </a:lnTo>
                <a:lnTo>
                  <a:pt x="7974" y="4601"/>
                </a:lnTo>
                <a:lnTo>
                  <a:pt x="8150" y="4505"/>
                </a:lnTo>
                <a:lnTo>
                  <a:pt x="8314" y="4410"/>
                </a:lnTo>
                <a:lnTo>
                  <a:pt x="8447" y="4325"/>
                </a:lnTo>
                <a:lnTo>
                  <a:pt x="8491" y="4292"/>
                </a:lnTo>
                <a:lnTo>
                  <a:pt x="8529" y="4261"/>
                </a:lnTo>
                <a:lnTo>
                  <a:pt x="8618" y="4192"/>
                </a:lnTo>
                <a:lnTo>
                  <a:pt x="8663" y="4157"/>
                </a:lnTo>
                <a:lnTo>
                  <a:pt x="8724" y="4101"/>
                </a:lnTo>
                <a:lnTo>
                  <a:pt x="8732" y="4090"/>
                </a:lnTo>
                <a:lnTo>
                  <a:pt x="8735" y="4084"/>
                </a:lnTo>
                <a:lnTo>
                  <a:pt x="8749" y="4076"/>
                </a:lnTo>
                <a:lnTo>
                  <a:pt x="8756" y="4075"/>
                </a:lnTo>
                <a:lnTo>
                  <a:pt x="8763" y="4074"/>
                </a:lnTo>
                <a:lnTo>
                  <a:pt x="8788" y="4060"/>
                </a:lnTo>
                <a:lnTo>
                  <a:pt x="8849" y="4018"/>
                </a:lnTo>
                <a:lnTo>
                  <a:pt x="8960" y="3930"/>
                </a:lnTo>
                <a:lnTo>
                  <a:pt x="9088" y="3820"/>
                </a:lnTo>
                <a:lnTo>
                  <a:pt x="9151" y="3761"/>
                </a:lnTo>
                <a:lnTo>
                  <a:pt x="9187" y="3727"/>
                </a:lnTo>
                <a:lnTo>
                  <a:pt x="9265" y="3641"/>
                </a:lnTo>
                <a:lnTo>
                  <a:pt x="9339" y="3548"/>
                </a:lnTo>
                <a:lnTo>
                  <a:pt x="9399" y="3460"/>
                </a:lnTo>
                <a:lnTo>
                  <a:pt x="9420" y="3426"/>
                </a:lnTo>
                <a:lnTo>
                  <a:pt x="9468" y="3337"/>
                </a:lnTo>
                <a:lnTo>
                  <a:pt x="9521" y="3240"/>
                </a:lnTo>
                <a:lnTo>
                  <a:pt x="9538" y="3208"/>
                </a:lnTo>
                <a:lnTo>
                  <a:pt x="9569" y="3143"/>
                </a:lnTo>
                <a:lnTo>
                  <a:pt x="9606" y="3039"/>
                </a:lnTo>
                <a:lnTo>
                  <a:pt x="9643" y="2893"/>
                </a:lnTo>
                <a:lnTo>
                  <a:pt x="9662" y="2741"/>
                </a:lnTo>
                <a:lnTo>
                  <a:pt x="9666" y="2586"/>
                </a:lnTo>
                <a:lnTo>
                  <a:pt x="9653" y="2430"/>
                </a:lnTo>
                <a:lnTo>
                  <a:pt x="9622" y="2277"/>
                </a:lnTo>
                <a:lnTo>
                  <a:pt x="9577" y="2129"/>
                </a:lnTo>
                <a:lnTo>
                  <a:pt x="9546" y="2059"/>
                </a:lnTo>
                <a:lnTo>
                  <a:pt x="9527" y="2017"/>
                </a:lnTo>
                <a:lnTo>
                  <a:pt x="9483" y="1934"/>
                </a:lnTo>
                <a:lnTo>
                  <a:pt x="9433" y="1852"/>
                </a:lnTo>
                <a:lnTo>
                  <a:pt x="9376" y="1770"/>
                </a:lnTo>
                <a:lnTo>
                  <a:pt x="9314" y="1690"/>
                </a:lnTo>
                <a:lnTo>
                  <a:pt x="9247" y="1611"/>
                </a:lnTo>
                <a:lnTo>
                  <a:pt x="9138" y="1496"/>
                </a:lnTo>
                <a:lnTo>
                  <a:pt x="8976" y="1351"/>
                </a:lnTo>
                <a:lnTo>
                  <a:pt x="8798" y="1218"/>
                </a:lnTo>
                <a:lnTo>
                  <a:pt x="8609" y="1098"/>
                </a:lnTo>
                <a:lnTo>
                  <a:pt x="8459" y="1019"/>
                </a:lnTo>
                <a:lnTo>
                  <a:pt x="8356" y="972"/>
                </a:lnTo>
                <a:lnTo>
                  <a:pt x="8305" y="950"/>
                </a:lnTo>
                <a:lnTo>
                  <a:pt x="8224" y="915"/>
                </a:lnTo>
                <a:lnTo>
                  <a:pt x="8111" y="869"/>
                </a:lnTo>
                <a:lnTo>
                  <a:pt x="8048" y="844"/>
                </a:lnTo>
                <a:lnTo>
                  <a:pt x="7861" y="776"/>
                </a:lnTo>
                <a:lnTo>
                  <a:pt x="7525" y="666"/>
                </a:lnTo>
                <a:lnTo>
                  <a:pt x="7351" y="614"/>
                </a:lnTo>
                <a:lnTo>
                  <a:pt x="7219" y="579"/>
                </a:lnTo>
                <a:lnTo>
                  <a:pt x="7072" y="540"/>
                </a:lnTo>
                <a:lnTo>
                  <a:pt x="7001" y="520"/>
                </a:lnTo>
                <a:lnTo>
                  <a:pt x="6823" y="461"/>
                </a:lnTo>
                <a:lnTo>
                  <a:pt x="6744" y="432"/>
                </a:lnTo>
                <a:lnTo>
                  <a:pt x="6680" y="408"/>
                </a:lnTo>
                <a:lnTo>
                  <a:pt x="6503" y="347"/>
                </a:lnTo>
                <a:lnTo>
                  <a:pt x="6184" y="247"/>
                </a:lnTo>
                <a:lnTo>
                  <a:pt x="5983" y="189"/>
                </a:lnTo>
                <a:lnTo>
                  <a:pt x="5870" y="162"/>
                </a:lnTo>
                <a:lnTo>
                  <a:pt x="5510" y="87"/>
                </a:lnTo>
                <a:lnTo>
                  <a:pt x="5391" y="68"/>
                </a:lnTo>
                <a:lnTo>
                  <a:pt x="5323" y="57"/>
                </a:lnTo>
                <a:lnTo>
                  <a:pt x="5273" y="50"/>
                </a:lnTo>
                <a:lnTo>
                  <a:pt x="5186" y="38"/>
                </a:lnTo>
                <a:lnTo>
                  <a:pt x="5033" y="20"/>
                </a:lnTo>
                <a:lnTo>
                  <a:pt x="4883" y="9"/>
                </a:lnTo>
                <a:lnTo>
                  <a:pt x="4712" y="3"/>
                </a:lnTo>
                <a:lnTo>
                  <a:pt x="4607" y="2"/>
                </a:lnTo>
                <a:lnTo>
                  <a:pt x="4329" y="0"/>
                </a:lnTo>
                <a:lnTo>
                  <a:pt x="4200" y="4"/>
                </a:lnTo>
                <a:close/>
                <a:moveTo>
                  <a:pt x="4904" y="101"/>
                </a:moveTo>
                <a:lnTo>
                  <a:pt x="4979" y="107"/>
                </a:lnTo>
                <a:lnTo>
                  <a:pt x="5160" y="127"/>
                </a:lnTo>
                <a:lnTo>
                  <a:pt x="5353" y="156"/>
                </a:lnTo>
                <a:lnTo>
                  <a:pt x="5532" y="186"/>
                </a:lnTo>
                <a:lnTo>
                  <a:pt x="5604" y="201"/>
                </a:lnTo>
                <a:lnTo>
                  <a:pt x="5704" y="222"/>
                </a:lnTo>
                <a:lnTo>
                  <a:pt x="5756" y="233"/>
                </a:lnTo>
                <a:lnTo>
                  <a:pt x="5851" y="254"/>
                </a:lnTo>
                <a:lnTo>
                  <a:pt x="5974" y="287"/>
                </a:lnTo>
                <a:lnTo>
                  <a:pt x="6062" y="313"/>
                </a:lnTo>
                <a:lnTo>
                  <a:pt x="6158" y="338"/>
                </a:lnTo>
                <a:lnTo>
                  <a:pt x="6200" y="349"/>
                </a:lnTo>
                <a:lnTo>
                  <a:pt x="6243" y="365"/>
                </a:lnTo>
                <a:lnTo>
                  <a:pt x="6242" y="372"/>
                </a:lnTo>
                <a:lnTo>
                  <a:pt x="6195" y="368"/>
                </a:lnTo>
                <a:lnTo>
                  <a:pt x="6151" y="361"/>
                </a:lnTo>
                <a:lnTo>
                  <a:pt x="6053" y="346"/>
                </a:lnTo>
                <a:lnTo>
                  <a:pt x="5823" y="317"/>
                </a:lnTo>
                <a:lnTo>
                  <a:pt x="5385" y="270"/>
                </a:lnTo>
                <a:lnTo>
                  <a:pt x="4989" y="237"/>
                </a:lnTo>
                <a:lnTo>
                  <a:pt x="4898" y="232"/>
                </a:lnTo>
                <a:lnTo>
                  <a:pt x="4567" y="227"/>
                </a:lnTo>
                <a:lnTo>
                  <a:pt x="4166" y="230"/>
                </a:lnTo>
                <a:lnTo>
                  <a:pt x="3822" y="239"/>
                </a:lnTo>
                <a:lnTo>
                  <a:pt x="3718" y="245"/>
                </a:lnTo>
                <a:lnTo>
                  <a:pt x="3550" y="259"/>
                </a:lnTo>
                <a:lnTo>
                  <a:pt x="3334" y="279"/>
                </a:lnTo>
                <a:lnTo>
                  <a:pt x="3280" y="287"/>
                </a:lnTo>
                <a:lnTo>
                  <a:pt x="3136" y="310"/>
                </a:lnTo>
                <a:lnTo>
                  <a:pt x="3030" y="324"/>
                </a:lnTo>
                <a:lnTo>
                  <a:pt x="3002" y="325"/>
                </a:lnTo>
                <a:lnTo>
                  <a:pt x="2998" y="323"/>
                </a:lnTo>
                <a:lnTo>
                  <a:pt x="2997" y="321"/>
                </a:lnTo>
                <a:lnTo>
                  <a:pt x="3003" y="316"/>
                </a:lnTo>
                <a:lnTo>
                  <a:pt x="3028" y="307"/>
                </a:lnTo>
                <a:lnTo>
                  <a:pt x="3054" y="302"/>
                </a:lnTo>
                <a:lnTo>
                  <a:pt x="3081" y="297"/>
                </a:lnTo>
                <a:lnTo>
                  <a:pt x="3126" y="284"/>
                </a:lnTo>
                <a:lnTo>
                  <a:pt x="3136" y="278"/>
                </a:lnTo>
                <a:lnTo>
                  <a:pt x="3150" y="272"/>
                </a:lnTo>
                <a:lnTo>
                  <a:pt x="3228" y="249"/>
                </a:lnTo>
                <a:lnTo>
                  <a:pt x="3280" y="237"/>
                </a:lnTo>
                <a:lnTo>
                  <a:pt x="3389" y="211"/>
                </a:lnTo>
                <a:lnTo>
                  <a:pt x="3457" y="194"/>
                </a:lnTo>
                <a:lnTo>
                  <a:pt x="3512" y="180"/>
                </a:lnTo>
                <a:lnTo>
                  <a:pt x="3575" y="169"/>
                </a:lnTo>
                <a:lnTo>
                  <a:pt x="3633" y="159"/>
                </a:lnTo>
                <a:lnTo>
                  <a:pt x="3668" y="152"/>
                </a:lnTo>
                <a:lnTo>
                  <a:pt x="3712" y="145"/>
                </a:lnTo>
                <a:lnTo>
                  <a:pt x="3804" y="135"/>
                </a:lnTo>
                <a:lnTo>
                  <a:pt x="3898" y="124"/>
                </a:lnTo>
                <a:lnTo>
                  <a:pt x="3956" y="115"/>
                </a:lnTo>
                <a:lnTo>
                  <a:pt x="4029" y="105"/>
                </a:lnTo>
                <a:lnTo>
                  <a:pt x="4247" y="93"/>
                </a:lnTo>
                <a:lnTo>
                  <a:pt x="4515" y="89"/>
                </a:lnTo>
                <a:lnTo>
                  <a:pt x="4786" y="95"/>
                </a:lnTo>
                <a:lnTo>
                  <a:pt x="4904" y="101"/>
                </a:lnTo>
                <a:close/>
                <a:moveTo>
                  <a:pt x="5033" y="338"/>
                </a:moveTo>
                <a:lnTo>
                  <a:pt x="5024" y="341"/>
                </a:lnTo>
                <a:lnTo>
                  <a:pt x="4905" y="346"/>
                </a:lnTo>
                <a:lnTo>
                  <a:pt x="4815" y="346"/>
                </a:lnTo>
                <a:lnTo>
                  <a:pt x="4715" y="347"/>
                </a:lnTo>
                <a:lnTo>
                  <a:pt x="4495" y="356"/>
                </a:lnTo>
                <a:lnTo>
                  <a:pt x="4412" y="363"/>
                </a:lnTo>
                <a:lnTo>
                  <a:pt x="4243" y="377"/>
                </a:lnTo>
                <a:lnTo>
                  <a:pt x="4098" y="388"/>
                </a:lnTo>
                <a:lnTo>
                  <a:pt x="3951" y="403"/>
                </a:lnTo>
                <a:lnTo>
                  <a:pt x="3769" y="424"/>
                </a:lnTo>
                <a:lnTo>
                  <a:pt x="3598" y="444"/>
                </a:lnTo>
                <a:lnTo>
                  <a:pt x="3482" y="457"/>
                </a:lnTo>
                <a:lnTo>
                  <a:pt x="3425" y="462"/>
                </a:lnTo>
                <a:lnTo>
                  <a:pt x="3295" y="484"/>
                </a:lnTo>
                <a:lnTo>
                  <a:pt x="3178" y="506"/>
                </a:lnTo>
                <a:lnTo>
                  <a:pt x="3111" y="519"/>
                </a:lnTo>
                <a:lnTo>
                  <a:pt x="2984" y="540"/>
                </a:lnTo>
                <a:lnTo>
                  <a:pt x="2886" y="558"/>
                </a:lnTo>
                <a:lnTo>
                  <a:pt x="2640" y="609"/>
                </a:lnTo>
                <a:lnTo>
                  <a:pt x="2376" y="672"/>
                </a:lnTo>
                <a:lnTo>
                  <a:pt x="2142" y="733"/>
                </a:lnTo>
                <a:lnTo>
                  <a:pt x="2056" y="759"/>
                </a:lnTo>
                <a:lnTo>
                  <a:pt x="2024" y="769"/>
                </a:lnTo>
                <a:lnTo>
                  <a:pt x="1988" y="778"/>
                </a:lnTo>
                <a:lnTo>
                  <a:pt x="1990" y="770"/>
                </a:lnTo>
                <a:lnTo>
                  <a:pt x="2030" y="747"/>
                </a:lnTo>
                <a:lnTo>
                  <a:pt x="2065" y="728"/>
                </a:lnTo>
                <a:lnTo>
                  <a:pt x="2145" y="685"/>
                </a:lnTo>
                <a:lnTo>
                  <a:pt x="2241" y="633"/>
                </a:lnTo>
                <a:lnTo>
                  <a:pt x="2283" y="611"/>
                </a:lnTo>
                <a:lnTo>
                  <a:pt x="2356" y="578"/>
                </a:lnTo>
                <a:lnTo>
                  <a:pt x="2375" y="572"/>
                </a:lnTo>
                <a:lnTo>
                  <a:pt x="2436" y="558"/>
                </a:lnTo>
                <a:lnTo>
                  <a:pt x="2562" y="523"/>
                </a:lnTo>
                <a:lnTo>
                  <a:pt x="2630" y="505"/>
                </a:lnTo>
                <a:lnTo>
                  <a:pt x="2834" y="461"/>
                </a:lnTo>
                <a:lnTo>
                  <a:pt x="3069" y="416"/>
                </a:lnTo>
                <a:lnTo>
                  <a:pt x="3281" y="381"/>
                </a:lnTo>
                <a:lnTo>
                  <a:pt x="3356" y="371"/>
                </a:lnTo>
                <a:lnTo>
                  <a:pt x="3448" y="360"/>
                </a:lnTo>
                <a:lnTo>
                  <a:pt x="3516" y="353"/>
                </a:lnTo>
                <a:lnTo>
                  <a:pt x="3566" y="347"/>
                </a:lnTo>
                <a:lnTo>
                  <a:pt x="3734" y="338"/>
                </a:lnTo>
                <a:lnTo>
                  <a:pt x="4084" y="328"/>
                </a:lnTo>
                <a:lnTo>
                  <a:pt x="4606" y="323"/>
                </a:lnTo>
                <a:lnTo>
                  <a:pt x="4905" y="327"/>
                </a:lnTo>
                <a:lnTo>
                  <a:pt x="5018" y="333"/>
                </a:lnTo>
                <a:lnTo>
                  <a:pt x="5033" y="338"/>
                </a:lnTo>
                <a:close/>
                <a:moveTo>
                  <a:pt x="5788" y="464"/>
                </a:moveTo>
                <a:lnTo>
                  <a:pt x="5973" y="480"/>
                </a:lnTo>
                <a:lnTo>
                  <a:pt x="6109" y="496"/>
                </a:lnTo>
                <a:lnTo>
                  <a:pt x="6216" y="511"/>
                </a:lnTo>
                <a:lnTo>
                  <a:pt x="6295" y="521"/>
                </a:lnTo>
                <a:lnTo>
                  <a:pt x="6381" y="535"/>
                </a:lnTo>
                <a:lnTo>
                  <a:pt x="6689" y="599"/>
                </a:lnTo>
                <a:lnTo>
                  <a:pt x="6844" y="635"/>
                </a:lnTo>
                <a:lnTo>
                  <a:pt x="6924" y="655"/>
                </a:lnTo>
                <a:lnTo>
                  <a:pt x="7107" y="709"/>
                </a:lnTo>
                <a:lnTo>
                  <a:pt x="7290" y="771"/>
                </a:lnTo>
                <a:lnTo>
                  <a:pt x="7449" y="832"/>
                </a:lnTo>
                <a:lnTo>
                  <a:pt x="7509" y="859"/>
                </a:lnTo>
                <a:lnTo>
                  <a:pt x="7609" y="906"/>
                </a:lnTo>
                <a:lnTo>
                  <a:pt x="7645" y="920"/>
                </a:lnTo>
                <a:lnTo>
                  <a:pt x="7685" y="936"/>
                </a:lnTo>
                <a:lnTo>
                  <a:pt x="7810" y="994"/>
                </a:lnTo>
                <a:lnTo>
                  <a:pt x="7966" y="1067"/>
                </a:lnTo>
                <a:lnTo>
                  <a:pt x="8119" y="1138"/>
                </a:lnTo>
                <a:lnTo>
                  <a:pt x="8170" y="1162"/>
                </a:lnTo>
                <a:lnTo>
                  <a:pt x="8285" y="1225"/>
                </a:lnTo>
                <a:lnTo>
                  <a:pt x="8401" y="1295"/>
                </a:lnTo>
                <a:lnTo>
                  <a:pt x="8496" y="1358"/>
                </a:lnTo>
                <a:lnTo>
                  <a:pt x="8528" y="1384"/>
                </a:lnTo>
                <a:lnTo>
                  <a:pt x="8569" y="1420"/>
                </a:lnTo>
                <a:lnTo>
                  <a:pt x="8667" y="1516"/>
                </a:lnTo>
                <a:lnTo>
                  <a:pt x="8760" y="1617"/>
                </a:lnTo>
                <a:lnTo>
                  <a:pt x="8823" y="1692"/>
                </a:lnTo>
                <a:lnTo>
                  <a:pt x="8832" y="1708"/>
                </a:lnTo>
                <a:lnTo>
                  <a:pt x="8837" y="1724"/>
                </a:lnTo>
                <a:lnTo>
                  <a:pt x="8852" y="1744"/>
                </a:lnTo>
                <a:lnTo>
                  <a:pt x="8861" y="1746"/>
                </a:lnTo>
                <a:lnTo>
                  <a:pt x="8866" y="1747"/>
                </a:lnTo>
                <a:lnTo>
                  <a:pt x="8880" y="1756"/>
                </a:lnTo>
                <a:lnTo>
                  <a:pt x="8906" y="1784"/>
                </a:lnTo>
                <a:lnTo>
                  <a:pt x="8948" y="1844"/>
                </a:lnTo>
                <a:lnTo>
                  <a:pt x="8995" y="1925"/>
                </a:lnTo>
                <a:lnTo>
                  <a:pt x="9067" y="2069"/>
                </a:lnTo>
                <a:lnTo>
                  <a:pt x="9131" y="2220"/>
                </a:lnTo>
                <a:lnTo>
                  <a:pt x="9162" y="2313"/>
                </a:lnTo>
                <a:lnTo>
                  <a:pt x="9173" y="2354"/>
                </a:lnTo>
                <a:lnTo>
                  <a:pt x="9193" y="2439"/>
                </a:lnTo>
                <a:lnTo>
                  <a:pt x="9216" y="2584"/>
                </a:lnTo>
                <a:lnTo>
                  <a:pt x="9221" y="2674"/>
                </a:lnTo>
                <a:lnTo>
                  <a:pt x="9219" y="2727"/>
                </a:lnTo>
                <a:lnTo>
                  <a:pt x="9213" y="2776"/>
                </a:lnTo>
                <a:lnTo>
                  <a:pt x="9201" y="2820"/>
                </a:lnTo>
                <a:lnTo>
                  <a:pt x="9194" y="2840"/>
                </a:lnTo>
                <a:lnTo>
                  <a:pt x="9161" y="2914"/>
                </a:lnTo>
                <a:lnTo>
                  <a:pt x="9141" y="2950"/>
                </a:lnTo>
                <a:lnTo>
                  <a:pt x="9104" y="3000"/>
                </a:lnTo>
                <a:lnTo>
                  <a:pt x="9019" y="3122"/>
                </a:lnTo>
                <a:lnTo>
                  <a:pt x="8993" y="3160"/>
                </a:lnTo>
                <a:lnTo>
                  <a:pt x="8926" y="3243"/>
                </a:lnTo>
                <a:lnTo>
                  <a:pt x="8806" y="3378"/>
                </a:lnTo>
                <a:lnTo>
                  <a:pt x="8621" y="3562"/>
                </a:lnTo>
                <a:lnTo>
                  <a:pt x="8481" y="3685"/>
                </a:lnTo>
                <a:lnTo>
                  <a:pt x="8392" y="3755"/>
                </a:lnTo>
                <a:lnTo>
                  <a:pt x="8350" y="3785"/>
                </a:lnTo>
                <a:lnTo>
                  <a:pt x="8282" y="3834"/>
                </a:lnTo>
                <a:lnTo>
                  <a:pt x="8184" y="3900"/>
                </a:lnTo>
                <a:lnTo>
                  <a:pt x="8170" y="3907"/>
                </a:lnTo>
                <a:lnTo>
                  <a:pt x="8147" y="3917"/>
                </a:lnTo>
                <a:lnTo>
                  <a:pt x="8089" y="3953"/>
                </a:lnTo>
                <a:lnTo>
                  <a:pt x="8053" y="3974"/>
                </a:lnTo>
                <a:lnTo>
                  <a:pt x="7965" y="4021"/>
                </a:lnTo>
                <a:lnTo>
                  <a:pt x="7807" y="4098"/>
                </a:lnTo>
                <a:lnTo>
                  <a:pt x="7560" y="4202"/>
                </a:lnTo>
                <a:lnTo>
                  <a:pt x="7303" y="4296"/>
                </a:lnTo>
                <a:lnTo>
                  <a:pt x="7182" y="4333"/>
                </a:lnTo>
                <a:lnTo>
                  <a:pt x="7044" y="4373"/>
                </a:lnTo>
                <a:lnTo>
                  <a:pt x="6722" y="4457"/>
                </a:lnTo>
                <a:lnTo>
                  <a:pt x="6632" y="4475"/>
                </a:lnTo>
                <a:lnTo>
                  <a:pt x="6569" y="4486"/>
                </a:lnTo>
                <a:lnTo>
                  <a:pt x="6469" y="4507"/>
                </a:lnTo>
                <a:lnTo>
                  <a:pt x="6353" y="4529"/>
                </a:lnTo>
                <a:lnTo>
                  <a:pt x="6001" y="4577"/>
                </a:lnTo>
                <a:lnTo>
                  <a:pt x="5856" y="4591"/>
                </a:lnTo>
                <a:lnTo>
                  <a:pt x="5629" y="4611"/>
                </a:lnTo>
                <a:lnTo>
                  <a:pt x="5353" y="4624"/>
                </a:lnTo>
                <a:lnTo>
                  <a:pt x="5134" y="4627"/>
                </a:lnTo>
                <a:lnTo>
                  <a:pt x="4994" y="4627"/>
                </a:lnTo>
                <a:lnTo>
                  <a:pt x="4807" y="4627"/>
                </a:lnTo>
                <a:lnTo>
                  <a:pt x="4462" y="4620"/>
                </a:lnTo>
                <a:lnTo>
                  <a:pt x="4361" y="4614"/>
                </a:lnTo>
                <a:lnTo>
                  <a:pt x="3951" y="4585"/>
                </a:lnTo>
                <a:lnTo>
                  <a:pt x="3820" y="4573"/>
                </a:lnTo>
                <a:lnTo>
                  <a:pt x="3761" y="4567"/>
                </a:lnTo>
                <a:lnTo>
                  <a:pt x="3660" y="4558"/>
                </a:lnTo>
                <a:lnTo>
                  <a:pt x="3559" y="4547"/>
                </a:lnTo>
                <a:lnTo>
                  <a:pt x="3499" y="4540"/>
                </a:lnTo>
                <a:lnTo>
                  <a:pt x="3449" y="4533"/>
                </a:lnTo>
                <a:lnTo>
                  <a:pt x="3381" y="4523"/>
                </a:lnTo>
                <a:lnTo>
                  <a:pt x="3233" y="4499"/>
                </a:lnTo>
                <a:lnTo>
                  <a:pt x="2958" y="4447"/>
                </a:lnTo>
                <a:lnTo>
                  <a:pt x="2836" y="4420"/>
                </a:lnTo>
                <a:lnTo>
                  <a:pt x="2818" y="4414"/>
                </a:lnTo>
                <a:lnTo>
                  <a:pt x="2817" y="4412"/>
                </a:lnTo>
                <a:lnTo>
                  <a:pt x="2831" y="4410"/>
                </a:lnTo>
                <a:lnTo>
                  <a:pt x="2875" y="4411"/>
                </a:lnTo>
                <a:lnTo>
                  <a:pt x="2920" y="4416"/>
                </a:lnTo>
                <a:lnTo>
                  <a:pt x="3009" y="4425"/>
                </a:lnTo>
                <a:lnTo>
                  <a:pt x="3196" y="4441"/>
                </a:lnTo>
                <a:lnTo>
                  <a:pt x="3396" y="4451"/>
                </a:lnTo>
                <a:lnTo>
                  <a:pt x="3605" y="4456"/>
                </a:lnTo>
                <a:lnTo>
                  <a:pt x="3933" y="4456"/>
                </a:lnTo>
                <a:lnTo>
                  <a:pt x="4398" y="4437"/>
                </a:lnTo>
                <a:lnTo>
                  <a:pt x="4640" y="4419"/>
                </a:lnTo>
                <a:lnTo>
                  <a:pt x="4800" y="4405"/>
                </a:lnTo>
                <a:lnTo>
                  <a:pt x="5264" y="4350"/>
                </a:lnTo>
                <a:lnTo>
                  <a:pt x="5339" y="4337"/>
                </a:lnTo>
                <a:lnTo>
                  <a:pt x="5364" y="4329"/>
                </a:lnTo>
                <a:lnTo>
                  <a:pt x="5425" y="4320"/>
                </a:lnTo>
                <a:lnTo>
                  <a:pt x="5522" y="4304"/>
                </a:lnTo>
                <a:lnTo>
                  <a:pt x="5724" y="4261"/>
                </a:lnTo>
                <a:lnTo>
                  <a:pt x="5956" y="4204"/>
                </a:lnTo>
                <a:lnTo>
                  <a:pt x="6236" y="4126"/>
                </a:lnTo>
                <a:lnTo>
                  <a:pt x="6404" y="4075"/>
                </a:lnTo>
                <a:lnTo>
                  <a:pt x="6555" y="4030"/>
                </a:lnTo>
                <a:lnTo>
                  <a:pt x="6637" y="4008"/>
                </a:lnTo>
                <a:lnTo>
                  <a:pt x="6667" y="3999"/>
                </a:lnTo>
                <a:lnTo>
                  <a:pt x="6719" y="3977"/>
                </a:lnTo>
                <a:lnTo>
                  <a:pt x="6755" y="3953"/>
                </a:lnTo>
                <a:lnTo>
                  <a:pt x="6766" y="3934"/>
                </a:lnTo>
                <a:lnTo>
                  <a:pt x="6766" y="3924"/>
                </a:lnTo>
                <a:lnTo>
                  <a:pt x="6763" y="3920"/>
                </a:lnTo>
                <a:lnTo>
                  <a:pt x="6758" y="3915"/>
                </a:lnTo>
                <a:lnTo>
                  <a:pt x="6745" y="3910"/>
                </a:lnTo>
                <a:lnTo>
                  <a:pt x="6721" y="3912"/>
                </a:lnTo>
                <a:lnTo>
                  <a:pt x="6697" y="3920"/>
                </a:lnTo>
                <a:lnTo>
                  <a:pt x="6616" y="3950"/>
                </a:lnTo>
                <a:lnTo>
                  <a:pt x="6367" y="4023"/>
                </a:lnTo>
                <a:lnTo>
                  <a:pt x="6065" y="4103"/>
                </a:lnTo>
                <a:lnTo>
                  <a:pt x="5768" y="4174"/>
                </a:lnTo>
                <a:lnTo>
                  <a:pt x="5643" y="4201"/>
                </a:lnTo>
                <a:lnTo>
                  <a:pt x="5512" y="4225"/>
                </a:lnTo>
                <a:lnTo>
                  <a:pt x="5235" y="4269"/>
                </a:lnTo>
                <a:lnTo>
                  <a:pt x="4943" y="4307"/>
                </a:lnTo>
                <a:lnTo>
                  <a:pt x="4642" y="4335"/>
                </a:lnTo>
                <a:lnTo>
                  <a:pt x="4337" y="4357"/>
                </a:lnTo>
                <a:lnTo>
                  <a:pt x="4034" y="4370"/>
                </a:lnTo>
                <a:lnTo>
                  <a:pt x="3737" y="4373"/>
                </a:lnTo>
                <a:lnTo>
                  <a:pt x="3453" y="4368"/>
                </a:lnTo>
                <a:lnTo>
                  <a:pt x="3318" y="4361"/>
                </a:lnTo>
                <a:lnTo>
                  <a:pt x="3238" y="4356"/>
                </a:lnTo>
                <a:lnTo>
                  <a:pt x="3060" y="4339"/>
                </a:lnTo>
                <a:lnTo>
                  <a:pt x="2769" y="4304"/>
                </a:lnTo>
                <a:lnTo>
                  <a:pt x="2386" y="4244"/>
                </a:lnTo>
                <a:lnTo>
                  <a:pt x="2148" y="4197"/>
                </a:lnTo>
                <a:lnTo>
                  <a:pt x="2029" y="4165"/>
                </a:lnTo>
                <a:lnTo>
                  <a:pt x="1987" y="4151"/>
                </a:lnTo>
                <a:lnTo>
                  <a:pt x="1959" y="4142"/>
                </a:lnTo>
                <a:lnTo>
                  <a:pt x="1905" y="4129"/>
                </a:lnTo>
                <a:lnTo>
                  <a:pt x="1889" y="4126"/>
                </a:lnTo>
                <a:lnTo>
                  <a:pt x="1858" y="4120"/>
                </a:lnTo>
                <a:lnTo>
                  <a:pt x="1650" y="4056"/>
                </a:lnTo>
                <a:lnTo>
                  <a:pt x="1509" y="4009"/>
                </a:lnTo>
                <a:lnTo>
                  <a:pt x="1381" y="3966"/>
                </a:lnTo>
                <a:lnTo>
                  <a:pt x="1127" y="3871"/>
                </a:lnTo>
                <a:lnTo>
                  <a:pt x="903" y="3777"/>
                </a:lnTo>
                <a:lnTo>
                  <a:pt x="776" y="3717"/>
                </a:lnTo>
                <a:lnTo>
                  <a:pt x="715" y="3684"/>
                </a:lnTo>
                <a:lnTo>
                  <a:pt x="695" y="3670"/>
                </a:lnTo>
                <a:lnTo>
                  <a:pt x="675" y="3657"/>
                </a:lnTo>
                <a:lnTo>
                  <a:pt x="641" y="3639"/>
                </a:lnTo>
                <a:lnTo>
                  <a:pt x="632" y="3637"/>
                </a:lnTo>
                <a:lnTo>
                  <a:pt x="622" y="3633"/>
                </a:lnTo>
                <a:lnTo>
                  <a:pt x="571" y="3593"/>
                </a:lnTo>
                <a:lnTo>
                  <a:pt x="540" y="3564"/>
                </a:lnTo>
                <a:lnTo>
                  <a:pt x="516" y="3541"/>
                </a:lnTo>
                <a:lnTo>
                  <a:pt x="483" y="3505"/>
                </a:lnTo>
                <a:lnTo>
                  <a:pt x="464" y="3470"/>
                </a:lnTo>
                <a:lnTo>
                  <a:pt x="454" y="3425"/>
                </a:lnTo>
                <a:lnTo>
                  <a:pt x="450" y="3396"/>
                </a:lnTo>
                <a:lnTo>
                  <a:pt x="444" y="3326"/>
                </a:lnTo>
                <a:lnTo>
                  <a:pt x="443" y="3158"/>
                </a:lnTo>
                <a:lnTo>
                  <a:pt x="456" y="2973"/>
                </a:lnTo>
                <a:lnTo>
                  <a:pt x="481" y="2795"/>
                </a:lnTo>
                <a:lnTo>
                  <a:pt x="499" y="2717"/>
                </a:lnTo>
                <a:lnTo>
                  <a:pt x="533" y="2587"/>
                </a:lnTo>
                <a:lnTo>
                  <a:pt x="575" y="2442"/>
                </a:lnTo>
                <a:lnTo>
                  <a:pt x="600" y="2376"/>
                </a:lnTo>
                <a:lnTo>
                  <a:pt x="611" y="2354"/>
                </a:lnTo>
                <a:lnTo>
                  <a:pt x="623" y="2320"/>
                </a:lnTo>
                <a:lnTo>
                  <a:pt x="636" y="2270"/>
                </a:lnTo>
                <a:lnTo>
                  <a:pt x="641" y="2245"/>
                </a:lnTo>
                <a:lnTo>
                  <a:pt x="655" y="2204"/>
                </a:lnTo>
                <a:lnTo>
                  <a:pt x="662" y="2194"/>
                </a:lnTo>
                <a:lnTo>
                  <a:pt x="689" y="2145"/>
                </a:lnTo>
                <a:lnTo>
                  <a:pt x="754" y="2025"/>
                </a:lnTo>
                <a:lnTo>
                  <a:pt x="789" y="1960"/>
                </a:lnTo>
                <a:lnTo>
                  <a:pt x="862" y="1836"/>
                </a:lnTo>
                <a:lnTo>
                  <a:pt x="888" y="1799"/>
                </a:lnTo>
                <a:lnTo>
                  <a:pt x="940" y="1725"/>
                </a:lnTo>
                <a:lnTo>
                  <a:pt x="991" y="1654"/>
                </a:lnTo>
                <a:lnTo>
                  <a:pt x="1019" y="1614"/>
                </a:lnTo>
                <a:lnTo>
                  <a:pt x="1091" y="1526"/>
                </a:lnTo>
                <a:lnTo>
                  <a:pt x="1219" y="1385"/>
                </a:lnTo>
                <a:lnTo>
                  <a:pt x="1408" y="1201"/>
                </a:lnTo>
                <a:lnTo>
                  <a:pt x="1541" y="1088"/>
                </a:lnTo>
                <a:lnTo>
                  <a:pt x="1618" y="1031"/>
                </a:lnTo>
                <a:lnTo>
                  <a:pt x="1651" y="1011"/>
                </a:lnTo>
                <a:lnTo>
                  <a:pt x="1682" y="994"/>
                </a:lnTo>
                <a:lnTo>
                  <a:pt x="1789" y="948"/>
                </a:lnTo>
                <a:lnTo>
                  <a:pt x="1915" y="902"/>
                </a:lnTo>
                <a:lnTo>
                  <a:pt x="2026" y="866"/>
                </a:lnTo>
                <a:lnTo>
                  <a:pt x="2061" y="859"/>
                </a:lnTo>
                <a:lnTo>
                  <a:pt x="2099" y="849"/>
                </a:lnTo>
                <a:lnTo>
                  <a:pt x="2129" y="837"/>
                </a:lnTo>
                <a:lnTo>
                  <a:pt x="2167" y="823"/>
                </a:lnTo>
                <a:lnTo>
                  <a:pt x="2336" y="774"/>
                </a:lnTo>
                <a:lnTo>
                  <a:pt x="2410" y="758"/>
                </a:lnTo>
                <a:lnTo>
                  <a:pt x="2447" y="750"/>
                </a:lnTo>
                <a:lnTo>
                  <a:pt x="2494" y="739"/>
                </a:lnTo>
                <a:lnTo>
                  <a:pt x="2540" y="730"/>
                </a:lnTo>
                <a:lnTo>
                  <a:pt x="2570" y="724"/>
                </a:lnTo>
                <a:lnTo>
                  <a:pt x="2620" y="712"/>
                </a:lnTo>
                <a:lnTo>
                  <a:pt x="2730" y="685"/>
                </a:lnTo>
                <a:lnTo>
                  <a:pt x="2841" y="659"/>
                </a:lnTo>
                <a:lnTo>
                  <a:pt x="3170" y="597"/>
                </a:lnTo>
                <a:lnTo>
                  <a:pt x="3313" y="576"/>
                </a:lnTo>
                <a:lnTo>
                  <a:pt x="3386" y="565"/>
                </a:lnTo>
                <a:lnTo>
                  <a:pt x="3490" y="550"/>
                </a:lnTo>
                <a:lnTo>
                  <a:pt x="3600" y="534"/>
                </a:lnTo>
                <a:lnTo>
                  <a:pt x="3685" y="525"/>
                </a:lnTo>
                <a:lnTo>
                  <a:pt x="3774" y="514"/>
                </a:lnTo>
                <a:lnTo>
                  <a:pt x="3896" y="500"/>
                </a:lnTo>
                <a:lnTo>
                  <a:pt x="4000" y="488"/>
                </a:lnTo>
                <a:lnTo>
                  <a:pt x="4225" y="467"/>
                </a:lnTo>
                <a:lnTo>
                  <a:pt x="4466" y="452"/>
                </a:lnTo>
                <a:lnTo>
                  <a:pt x="4717" y="443"/>
                </a:lnTo>
                <a:lnTo>
                  <a:pt x="4970" y="438"/>
                </a:lnTo>
                <a:lnTo>
                  <a:pt x="5220" y="439"/>
                </a:lnTo>
                <a:lnTo>
                  <a:pt x="5461" y="444"/>
                </a:lnTo>
                <a:lnTo>
                  <a:pt x="5685" y="456"/>
                </a:lnTo>
                <a:lnTo>
                  <a:pt x="5788" y="464"/>
                </a:lnTo>
                <a:close/>
                <a:moveTo>
                  <a:pt x="1658" y="886"/>
                </a:moveTo>
                <a:lnTo>
                  <a:pt x="1629" y="907"/>
                </a:lnTo>
                <a:lnTo>
                  <a:pt x="1550" y="953"/>
                </a:lnTo>
                <a:lnTo>
                  <a:pt x="1475" y="992"/>
                </a:lnTo>
                <a:lnTo>
                  <a:pt x="1440" y="1005"/>
                </a:lnTo>
                <a:lnTo>
                  <a:pt x="1432" y="1004"/>
                </a:lnTo>
                <a:lnTo>
                  <a:pt x="1435" y="999"/>
                </a:lnTo>
                <a:lnTo>
                  <a:pt x="1448" y="986"/>
                </a:lnTo>
                <a:lnTo>
                  <a:pt x="1499" y="951"/>
                </a:lnTo>
                <a:lnTo>
                  <a:pt x="1528" y="936"/>
                </a:lnTo>
                <a:lnTo>
                  <a:pt x="1592" y="903"/>
                </a:lnTo>
                <a:lnTo>
                  <a:pt x="1641" y="876"/>
                </a:lnTo>
                <a:lnTo>
                  <a:pt x="1679" y="856"/>
                </a:lnTo>
                <a:lnTo>
                  <a:pt x="1690" y="856"/>
                </a:lnTo>
                <a:lnTo>
                  <a:pt x="1674" y="872"/>
                </a:lnTo>
                <a:lnTo>
                  <a:pt x="1658" y="886"/>
                </a:lnTo>
                <a:close/>
                <a:moveTo>
                  <a:pt x="8304" y="1057"/>
                </a:moveTo>
                <a:lnTo>
                  <a:pt x="8358" y="1083"/>
                </a:lnTo>
                <a:lnTo>
                  <a:pt x="8444" y="1119"/>
                </a:lnTo>
                <a:lnTo>
                  <a:pt x="8461" y="1123"/>
                </a:lnTo>
                <a:lnTo>
                  <a:pt x="8469" y="1123"/>
                </a:lnTo>
                <a:lnTo>
                  <a:pt x="8481" y="1131"/>
                </a:lnTo>
                <a:lnTo>
                  <a:pt x="8482" y="1136"/>
                </a:lnTo>
                <a:lnTo>
                  <a:pt x="8485" y="1143"/>
                </a:lnTo>
                <a:lnTo>
                  <a:pt x="8516" y="1166"/>
                </a:lnTo>
                <a:lnTo>
                  <a:pt x="8538" y="1178"/>
                </a:lnTo>
                <a:lnTo>
                  <a:pt x="8595" y="1210"/>
                </a:lnTo>
                <a:lnTo>
                  <a:pt x="8746" y="1307"/>
                </a:lnTo>
                <a:lnTo>
                  <a:pt x="8895" y="1414"/>
                </a:lnTo>
                <a:lnTo>
                  <a:pt x="8975" y="1478"/>
                </a:lnTo>
                <a:lnTo>
                  <a:pt x="9003" y="1505"/>
                </a:lnTo>
                <a:lnTo>
                  <a:pt x="9006" y="1512"/>
                </a:lnTo>
                <a:lnTo>
                  <a:pt x="8999" y="1512"/>
                </a:lnTo>
                <a:lnTo>
                  <a:pt x="8928" y="1472"/>
                </a:lnTo>
                <a:lnTo>
                  <a:pt x="8876" y="1439"/>
                </a:lnTo>
                <a:lnTo>
                  <a:pt x="8786" y="1384"/>
                </a:lnTo>
                <a:lnTo>
                  <a:pt x="8492" y="1210"/>
                </a:lnTo>
                <a:lnTo>
                  <a:pt x="8263" y="1077"/>
                </a:lnTo>
                <a:lnTo>
                  <a:pt x="8215" y="1048"/>
                </a:lnTo>
                <a:lnTo>
                  <a:pt x="8153" y="1011"/>
                </a:lnTo>
                <a:lnTo>
                  <a:pt x="8123" y="991"/>
                </a:lnTo>
                <a:lnTo>
                  <a:pt x="8112" y="979"/>
                </a:lnTo>
                <a:lnTo>
                  <a:pt x="8120" y="979"/>
                </a:lnTo>
                <a:lnTo>
                  <a:pt x="8156" y="990"/>
                </a:lnTo>
                <a:lnTo>
                  <a:pt x="8244" y="1027"/>
                </a:lnTo>
                <a:lnTo>
                  <a:pt x="8304" y="1057"/>
                </a:lnTo>
                <a:close/>
                <a:moveTo>
                  <a:pt x="1063" y="1412"/>
                </a:moveTo>
                <a:lnTo>
                  <a:pt x="1006" y="1478"/>
                </a:lnTo>
                <a:lnTo>
                  <a:pt x="876" y="1646"/>
                </a:lnTo>
                <a:lnTo>
                  <a:pt x="824" y="1721"/>
                </a:lnTo>
                <a:lnTo>
                  <a:pt x="775" y="1795"/>
                </a:lnTo>
                <a:lnTo>
                  <a:pt x="672" y="1976"/>
                </a:lnTo>
                <a:lnTo>
                  <a:pt x="577" y="2162"/>
                </a:lnTo>
                <a:lnTo>
                  <a:pt x="527" y="2277"/>
                </a:lnTo>
                <a:lnTo>
                  <a:pt x="505" y="2335"/>
                </a:lnTo>
                <a:lnTo>
                  <a:pt x="500" y="2354"/>
                </a:lnTo>
                <a:lnTo>
                  <a:pt x="494" y="2379"/>
                </a:lnTo>
                <a:lnTo>
                  <a:pt x="476" y="2431"/>
                </a:lnTo>
                <a:lnTo>
                  <a:pt x="467" y="2449"/>
                </a:lnTo>
                <a:lnTo>
                  <a:pt x="457" y="2467"/>
                </a:lnTo>
                <a:lnTo>
                  <a:pt x="439" y="2522"/>
                </a:lnTo>
                <a:lnTo>
                  <a:pt x="433" y="2550"/>
                </a:lnTo>
                <a:lnTo>
                  <a:pt x="420" y="2610"/>
                </a:lnTo>
                <a:lnTo>
                  <a:pt x="408" y="2658"/>
                </a:lnTo>
                <a:lnTo>
                  <a:pt x="393" y="2701"/>
                </a:lnTo>
                <a:lnTo>
                  <a:pt x="384" y="2746"/>
                </a:lnTo>
                <a:lnTo>
                  <a:pt x="376" y="2784"/>
                </a:lnTo>
                <a:lnTo>
                  <a:pt x="369" y="2804"/>
                </a:lnTo>
                <a:lnTo>
                  <a:pt x="364" y="2820"/>
                </a:lnTo>
                <a:lnTo>
                  <a:pt x="352" y="2899"/>
                </a:lnTo>
                <a:lnTo>
                  <a:pt x="337" y="3073"/>
                </a:lnTo>
                <a:lnTo>
                  <a:pt x="333" y="3184"/>
                </a:lnTo>
                <a:lnTo>
                  <a:pt x="332" y="3261"/>
                </a:lnTo>
                <a:lnTo>
                  <a:pt x="326" y="3295"/>
                </a:lnTo>
                <a:lnTo>
                  <a:pt x="322" y="3299"/>
                </a:lnTo>
                <a:lnTo>
                  <a:pt x="313" y="3295"/>
                </a:lnTo>
                <a:lnTo>
                  <a:pt x="303" y="3287"/>
                </a:lnTo>
                <a:lnTo>
                  <a:pt x="291" y="3277"/>
                </a:lnTo>
                <a:lnTo>
                  <a:pt x="276" y="3257"/>
                </a:lnTo>
                <a:lnTo>
                  <a:pt x="276" y="3250"/>
                </a:lnTo>
                <a:lnTo>
                  <a:pt x="276" y="3237"/>
                </a:lnTo>
                <a:lnTo>
                  <a:pt x="267" y="3214"/>
                </a:lnTo>
                <a:lnTo>
                  <a:pt x="252" y="3171"/>
                </a:lnTo>
                <a:lnTo>
                  <a:pt x="229" y="3075"/>
                </a:lnTo>
                <a:lnTo>
                  <a:pt x="217" y="2970"/>
                </a:lnTo>
                <a:lnTo>
                  <a:pt x="215" y="2860"/>
                </a:lnTo>
                <a:lnTo>
                  <a:pt x="222" y="2745"/>
                </a:lnTo>
                <a:lnTo>
                  <a:pt x="238" y="2626"/>
                </a:lnTo>
                <a:lnTo>
                  <a:pt x="263" y="2505"/>
                </a:lnTo>
                <a:lnTo>
                  <a:pt x="297" y="2381"/>
                </a:lnTo>
                <a:lnTo>
                  <a:pt x="338" y="2260"/>
                </a:lnTo>
                <a:lnTo>
                  <a:pt x="387" y="2139"/>
                </a:lnTo>
                <a:lnTo>
                  <a:pt x="443" y="2022"/>
                </a:lnTo>
                <a:lnTo>
                  <a:pt x="504" y="1908"/>
                </a:lnTo>
                <a:lnTo>
                  <a:pt x="572" y="1801"/>
                </a:lnTo>
                <a:lnTo>
                  <a:pt x="645" y="1701"/>
                </a:lnTo>
                <a:lnTo>
                  <a:pt x="724" y="1610"/>
                </a:lnTo>
                <a:lnTo>
                  <a:pt x="807" y="1528"/>
                </a:lnTo>
                <a:lnTo>
                  <a:pt x="850" y="1492"/>
                </a:lnTo>
                <a:lnTo>
                  <a:pt x="943" y="1416"/>
                </a:lnTo>
                <a:lnTo>
                  <a:pt x="986" y="1384"/>
                </a:lnTo>
                <a:lnTo>
                  <a:pt x="1039" y="1344"/>
                </a:lnTo>
                <a:lnTo>
                  <a:pt x="1120" y="1297"/>
                </a:lnTo>
                <a:lnTo>
                  <a:pt x="1161" y="1278"/>
                </a:lnTo>
                <a:lnTo>
                  <a:pt x="1174" y="1275"/>
                </a:lnTo>
                <a:lnTo>
                  <a:pt x="1173" y="1283"/>
                </a:lnTo>
                <a:lnTo>
                  <a:pt x="1113" y="1357"/>
                </a:lnTo>
                <a:lnTo>
                  <a:pt x="1063" y="1412"/>
                </a:lnTo>
                <a:close/>
                <a:moveTo>
                  <a:pt x="9115" y="1740"/>
                </a:moveTo>
                <a:lnTo>
                  <a:pt x="9144" y="1771"/>
                </a:lnTo>
                <a:lnTo>
                  <a:pt x="9204" y="1851"/>
                </a:lnTo>
                <a:lnTo>
                  <a:pt x="9257" y="1936"/>
                </a:lnTo>
                <a:lnTo>
                  <a:pt x="9293" y="2011"/>
                </a:lnTo>
                <a:lnTo>
                  <a:pt x="9300" y="2037"/>
                </a:lnTo>
                <a:lnTo>
                  <a:pt x="9304" y="2057"/>
                </a:lnTo>
                <a:lnTo>
                  <a:pt x="9312" y="2075"/>
                </a:lnTo>
                <a:lnTo>
                  <a:pt x="9316" y="2084"/>
                </a:lnTo>
                <a:lnTo>
                  <a:pt x="9319" y="2114"/>
                </a:lnTo>
                <a:lnTo>
                  <a:pt x="9318" y="2130"/>
                </a:lnTo>
                <a:lnTo>
                  <a:pt x="9318" y="2145"/>
                </a:lnTo>
                <a:lnTo>
                  <a:pt x="9322" y="2166"/>
                </a:lnTo>
                <a:lnTo>
                  <a:pt x="9327" y="2169"/>
                </a:lnTo>
                <a:lnTo>
                  <a:pt x="9331" y="2178"/>
                </a:lnTo>
                <a:lnTo>
                  <a:pt x="9334" y="2259"/>
                </a:lnTo>
                <a:lnTo>
                  <a:pt x="9332" y="2368"/>
                </a:lnTo>
                <a:lnTo>
                  <a:pt x="9325" y="2454"/>
                </a:lnTo>
                <a:lnTo>
                  <a:pt x="9320" y="2467"/>
                </a:lnTo>
                <a:lnTo>
                  <a:pt x="9318" y="2468"/>
                </a:lnTo>
                <a:lnTo>
                  <a:pt x="9313" y="2464"/>
                </a:lnTo>
                <a:lnTo>
                  <a:pt x="9306" y="2447"/>
                </a:lnTo>
                <a:lnTo>
                  <a:pt x="9302" y="2429"/>
                </a:lnTo>
                <a:lnTo>
                  <a:pt x="9292" y="2381"/>
                </a:lnTo>
                <a:lnTo>
                  <a:pt x="9265" y="2284"/>
                </a:lnTo>
                <a:lnTo>
                  <a:pt x="9229" y="2184"/>
                </a:lnTo>
                <a:lnTo>
                  <a:pt x="9187" y="2082"/>
                </a:lnTo>
                <a:lnTo>
                  <a:pt x="9138" y="1981"/>
                </a:lnTo>
                <a:lnTo>
                  <a:pt x="9084" y="1882"/>
                </a:lnTo>
                <a:lnTo>
                  <a:pt x="9024" y="1785"/>
                </a:lnTo>
                <a:lnTo>
                  <a:pt x="8960" y="1693"/>
                </a:lnTo>
                <a:lnTo>
                  <a:pt x="8927" y="1649"/>
                </a:lnTo>
                <a:lnTo>
                  <a:pt x="8817" y="1507"/>
                </a:lnTo>
                <a:lnTo>
                  <a:pt x="8922" y="1581"/>
                </a:lnTo>
                <a:lnTo>
                  <a:pt x="8969" y="1615"/>
                </a:lnTo>
                <a:lnTo>
                  <a:pt x="9073" y="1702"/>
                </a:lnTo>
                <a:lnTo>
                  <a:pt x="9115" y="1740"/>
                </a:lnTo>
                <a:close/>
                <a:moveTo>
                  <a:pt x="9506" y="2247"/>
                </a:moveTo>
                <a:lnTo>
                  <a:pt x="9518" y="2304"/>
                </a:lnTo>
                <a:lnTo>
                  <a:pt x="9536" y="2394"/>
                </a:lnTo>
                <a:lnTo>
                  <a:pt x="9542" y="2425"/>
                </a:lnTo>
                <a:lnTo>
                  <a:pt x="9550" y="2493"/>
                </a:lnTo>
                <a:lnTo>
                  <a:pt x="9555" y="2605"/>
                </a:lnTo>
                <a:lnTo>
                  <a:pt x="9549" y="2766"/>
                </a:lnTo>
                <a:lnTo>
                  <a:pt x="9530" y="2920"/>
                </a:lnTo>
                <a:lnTo>
                  <a:pt x="9515" y="2987"/>
                </a:lnTo>
                <a:lnTo>
                  <a:pt x="9505" y="3024"/>
                </a:lnTo>
                <a:lnTo>
                  <a:pt x="9475" y="3105"/>
                </a:lnTo>
                <a:lnTo>
                  <a:pt x="9436" y="3193"/>
                </a:lnTo>
                <a:lnTo>
                  <a:pt x="9389" y="3283"/>
                </a:lnTo>
                <a:lnTo>
                  <a:pt x="9337" y="3373"/>
                </a:lnTo>
                <a:lnTo>
                  <a:pt x="9279" y="3461"/>
                </a:lnTo>
                <a:lnTo>
                  <a:pt x="9218" y="3546"/>
                </a:lnTo>
                <a:lnTo>
                  <a:pt x="9155" y="3620"/>
                </a:lnTo>
                <a:lnTo>
                  <a:pt x="9125" y="3654"/>
                </a:lnTo>
                <a:lnTo>
                  <a:pt x="9004" y="3780"/>
                </a:lnTo>
                <a:lnTo>
                  <a:pt x="9072" y="3670"/>
                </a:lnTo>
                <a:lnTo>
                  <a:pt x="9095" y="3631"/>
                </a:lnTo>
                <a:lnTo>
                  <a:pt x="9140" y="3545"/>
                </a:lnTo>
                <a:lnTo>
                  <a:pt x="9180" y="3453"/>
                </a:lnTo>
                <a:lnTo>
                  <a:pt x="9216" y="3357"/>
                </a:lnTo>
                <a:lnTo>
                  <a:pt x="9247" y="3257"/>
                </a:lnTo>
                <a:lnTo>
                  <a:pt x="9275" y="3153"/>
                </a:lnTo>
                <a:lnTo>
                  <a:pt x="9297" y="3045"/>
                </a:lnTo>
                <a:lnTo>
                  <a:pt x="9314" y="2935"/>
                </a:lnTo>
                <a:lnTo>
                  <a:pt x="9320" y="2879"/>
                </a:lnTo>
                <a:lnTo>
                  <a:pt x="9326" y="2830"/>
                </a:lnTo>
                <a:lnTo>
                  <a:pt x="9355" y="2709"/>
                </a:lnTo>
                <a:lnTo>
                  <a:pt x="9371" y="2658"/>
                </a:lnTo>
                <a:lnTo>
                  <a:pt x="9394" y="2586"/>
                </a:lnTo>
                <a:lnTo>
                  <a:pt x="9426" y="2439"/>
                </a:lnTo>
                <a:lnTo>
                  <a:pt x="9439" y="2292"/>
                </a:lnTo>
                <a:lnTo>
                  <a:pt x="9436" y="2185"/>
                </a:lnTo>
                <a:lnTo>
                  <a:pt x="9428" y="2117"/>
                </a:lnTo>
                <a:lnTo>
                  <a:pt x="9422" y="2084"/>
                </a:lnTo>
                <a:lnTo>
                  <a:pt x="9419" y="2066"/>
                </a:lnTo>
                <a:lnTo>
                  <a:pt x="9417" y="2049"/>
                </a:lnTo>
                <a:lnTo>
                  <a:pt x="9429" y="2065"/>
                </a:lnTo>
                <a:lnTo>
                  <a:pt x="9454" y="2115"/>
                </a:lnTo>
                <a:lnTo>
                  <a:pt x="9472" y="2153"/>
                </a:lnTo>
                <a:lnTo>
                  <a:pt x="9501" y="2225"/>
                </a:lnTo>
                <a:lnTo>
                  <a:pt x="9506" y="2247"/>
                </a:lnTo>
                <a:close/>
                <a:moveTo>
                  <a:pt x="9175" y="3132"/>
                </a:moveTo>
                <a:lnTo>
                  <a:pt x="9157" y="3198"/>
                </a:lnTo>
                <a:lnTo>
                  <a:pt x="9148" y="3244"/>
                </a:lnTo>
                <a:lnTo>
                  <a:pt x="9139" y="3282"/>
                </a:lnTo>
                <a:lnTo>
                  <a:pt x="9096" y="3397"/>
                </a:lnTo>
                <a:lnTo>
                  <a:pt x="9039" y="3528"/>
                </a:lnTo>
                <a:lnTo>
                  <a:pt x="8978" y="3646"/>
                </a:lnTo>
                <a:lnTo>
                  <a:pt x="8952" y="3687"/>
                </a:lnTo>
                <a:lnTo>
                  <a:pt x="8887" y="3781"/>
                </a:lnTo>
                <a:lnTo>
                  <a:pt x="8844" y="3846"/>
                </a:lnTo>
                <a:lnTo>
                  <a:pt x="8823" y="3875"/>
                </a:lnTo>
                <a:lnTo>
                  <a:pt x="8755" y="3945"/>
                </a:lnTo>
                <a:lnTo>
                  <a:pt x="8675" y="4019"/>
                </a:lnTo>
                <a:lnTo>
                  <a:pt x="8601" y="4077"/>
                </a:lnTo>
                <a:lnTo>
                  <a:pt x="8573" y="4092"/>
                </a:lnTo>
                <a:lnTo>
                  <a:pt x="8522" y="4120"/>
                </a:lnTo>
                <a:lnTo>
                  <a:pt x="8462" y="4156"/>
                </a:lnTo>
                <a:lnTo>
                  <a:pt x="8430" y="4175"/>
                </a:lnTo>
                <a:lnTo>
                  <a:pt x="8321" y="4231"/>
                </a:lnTo>
                <a:lnTo>
                  <a:pt x="8098" y="4333"/>
                </a:lnTo>
                <a:lnTo>
                  <a:pt x="7945" y="4398"/>
                </a:lnTo>
                <a:lnTo>
                  <a:pt x="7836" y="4440"/>
                </a:lnTo>
                <a:lnTo>
                  <a:pt x="7584" y="4525"/>
                </a:lnTo>
                <a:lnTo>
                  <a:pt x="7303" y="4606"/>
                </a:lnTo>
                <a:lnTo>
                  <a:pt x="7013" y="4677"/>
                </a:lnTo>
                <a:lnTo>
                  <a:pt x="6871" y="4707"/>
                </a:lnTo>
                <a:lnTo>
                  <a:pt x="6699" y="4742"/>
                </a:lnTo>
                <a:lnTo>
                  <a:pt x="6642" y="4758"/>
                </a:lnTo>
                <a:lnTo>
                  <a:pt x="6611" y="4765"/>
                </a:lnTo>
                <a:lnTo>
                  <a:pt x="6523" y="4776"/>
                </a:lnTo>
                <a:lnTo>
                  <a:pt x="6423" y="4788"/>
                </a:lnTo>
                <a:lnTo>
                  <a:pt x="6346" y="4801"/>
                </a:lnTo>
                <a:lnTo>
                  <a:pt x="6266" y="4813"/>
                </a:lnTo>
                <a:lnTo>
                  <a:pt x="6160" y="4826"/>
                </a:lnTo>
                <a:lnTo>
                  <a:pt x="5994" y="4842"/>
                </a:lnTo>
                <a:lnTo>
                  <a:pt x="5676" y="4865"/>
                </a:lnTo>
                <a:lnTo>
                  <a:pt x="5370" y="4878"/>
                </a:lnTo>
                <a:lnTo>
                  <a:pt x="5077" y="4881"/>
                </a:lnTo>
                <a:lnTo>
                  <a:pt x="4792" y="4873"/>
                </a:lnTo>
                <a:lnTo>
                  <a:pt x="4513" y="4856"/>
                </a:lnTo>
                <a:lnTo>
                  <a:pt x="4238" y="4828"/>
                </a:lnTo>
                <a:lnTo>
                  <a:pt x="3966" y="4791"/>
                </a:lnTo>
                <a:lnTo>
                  <a:pt x="3829" y="4768"/>
                </a:lnTo>
                <a:lnTo>
                  <a:pt x="3696" y="4742"/>
                </a:lnTo>
                <a:lnTo>
                  <a:pt x="3373" y="4668"/>
                </a:lnTo>
                <a:lnTo>
                  <a:pt x="3063" y="4588"/>
                </a:lnTo>
                <a:lnTo>
                  <a:pt x="2901" y="4539"/>
                </a:lnTo>
                <a:lnTo>
                  <a:pt x="2846" y="4517"/>
                </a:lnTo>
                <a:lnTo>
                  <a:pt x="2841" y="4510"/>
                </a:lnTo>
                <a:lnTo>
                  <a:pt x="2841" y="4505"/>
                </a:lnTo>
                <a:lnTo>
                  <a:pt x="2848" y="4500"/>
                </a:lnTo>
                <a:lnTo>
                  <a:pt x="2854" y="4502"/>
                </a:lnTo>
                <a:lnTo>
                  <a:pt x="2871" y="4509"/>
                </a:lnTo>
                <a:lnTo>
                  <a:pt x="2977" y="4534"/>
                </a:lnTo>
                <a:lnTo>
                  <a:pt x="3199" y="4576"/>
                </a:lnTo>
                <a:lnTo>
                  <a:pt x="3305" y="4591"/>
                </a:lnTo>
                <a:lnTo>
                  <a:pt x="3385" y="4601"/>
                </a:lnTo>
                <a:lnTo>
                  <a:pt x="3414" y="4607"/>
                </a:lnTo>
                <a:lnTo>
                  <a:pt x="3449" y="4615"/>
                </a:lnTo>
                <a:lnTo>
                  <a:pt x="3541" y="4624"/>
                </a:lnTo>
                <a:lnTo>
                  <a:pt x="3635" y="4634"/>
                </a:lnTo>
                <a:lnTo>
                  <a:pt x="3668" y="4641"/>
                </a:lnTo>
                <a:lnTo>
                  <a:pt x="3707" y="4647"/>
                </a:lnTo>
                <a:lnTo>
                  <a:pt x="3820" y="4657"/>
                </a:lnTo>
                <a:lnTo>
                  <a:pt x="3940" y="4667"/>
                </a:lnTo>
                <a:lnTo>
                  <a:pt x="4006" y="4674"/>
                </a:lnTo>
                <a:lnTo>
                  <a:pt x="4059" y="4680"/>
                </a:lnTo>
                <a:lnTo>
                  <a:pt x="4216" y="4690"/>
                </a:lnTo>
                <a:lnTo>
                  <a:pt x="4530" y="4701"/>
                </a:lnTo>
                <a:lnTo>
                  <a:pt x="5022" y="4708"/>
                </a:lnTo>
                <a:lnTo>
                  <a:pt x="5459" y="4704"/>
                </a:lnTo>
                <a:lnTo>
                  <a:pt x="5603" y="4697"/>
                </a:lnTo>
                <a:lnTo>
                  <a:pt x="5698" y="4690"/>
                </a:lnTo>
                <a:lnTo>
                  <a:pt x="5910" y="4668"/>
                </a:lnTo>
                <a:lnTo>
                  <a:pt x="6129" y="4642"/>
                </a:lnTo>
                <a:lnTo>
                  <a:pt x="6329" y="4613"/>
                </a:lnTo>
                <a:lnTo>
                  <a:pt x="6413" y="4599"/>
                </a:lnTo>
                <a:lnTo>
                  <a:pt x="6616" y="4562"/>
                </a:lnTo>
                <a:lnTo>
                  <a:pt x="6809" y="4522"/>
                </a:lnTo>
                <a:lnTo>
                  <a:pt x="6895" y="4497"/>
                </a:lnTo>
                <a:lnTo>
                  <a:pt x="7001" y="4469"/>
                </a:lnTo>
                <a:lnTo>
                  <a:pt x="7058" y="4455"/>
                </a:lnTo>
                <a:lnTo>
                  <a:pt x="7158" y="4426"/>
                </a:lnTo>
                <a:lnTo>
                  <a:pt x="7429" y="4334"/>
                </a:lnTo>
                <a:lnTo>
                  <a:pt x="7563" y="4285"/>
                </a:lnTo>
                <a:lnTo>
                  <a:pt x="7584" y="4275"/>
                </a:lnTo>
                <a:lnTo>
                  <a:pt x="7591" y="4268"/>
                </a:lnTo>
                <a:lnTo>
                  <a:pt x="7602" y="4264"/>
                </a:lnTo>
                <a:lnTo>
                  <a:pt x="7604" y="4267"/>
                </a:lnTo>
                <a:lnTo>
                  <a:pt x="7604" y="4269"/>
                </a:lnTo>
                <a:lnTo>
                  <a:pt x="7610" y="4270"/>
                </a:lnTo>
                <a:lnTo>
                  <a:pt x="7626" y="4263"/>
                </a:lnTo>
                <a:lnTo>
                  <a:pt x="7640" y="4254"/>
                </a:lnTo>
                <a:lnTo>
                  <a:pt x="7655" y="4245"/>
                </a:lnTo>
                <a:lnTo>
                  <a:pt x="7687" y="4237"/>
                </a:lnTo>
                <a:lnTo>
                  <a:pt x="7699" y="4239"/>
                </a:lnTo>
                <a:lnTo>
                  <a:pt x="7709" y="4241"/>
                </a:lnTo>
                <a:lnTo>
                  <a:pt x="7721" y="4236"/>
                </a:lnTo>
                <a:lnTo>
                  <a:pt x="7722" y="4231"/>
                </a:lnTo>
                <a:lnTo>
                  <a:pt x="7724" y="4223"/>
                </a:lnTo>
                <a:lnTo>
                  <a:pt x="7745" y="4207"/>
                </a:lnTo>
                <a:lnTo>
                  <a:pt x="7761" y="4202"/>
                </a:lnTo>
                <a:lnTo>
                  <a:pt x="7820" y="4177"/>
                </a:lnTo>
                <a:lnTo>
                  <a:pt x="7934" y="4123"/>
                </a:lnTo>
                <a:lnTo>
                  <a:pt x="8024" y="4076"/>
                </a:lnTo>
                <a:lnTo>
                  <a:pt x="8200" y="3974"/>
                </a:lnTo>
                <a:lnTo>
                  <a:pt x="8369" y="3864"/>
                </a:lnTo>
                <a:lnTo>
                  <a:pt x="8528" y="3747"/>
                </a:lnTo>
                <a:lnTo>
                  <a:pt x="8677" y="3623"/>
                </a:lnTo>
                <a:lnTo>
                  <a:pt x="8816" y="3493"/>
                </a:lnTo>
                <a:lnTo>
                  <a:pt x="8944" y="3357"/>
                </a:lnTo>
                <a:lnTo>
                  <a:pt x="9060" y="3216"/>
                </a:lnTo>
                <a:lnTo>
                  <a:pt x="9113" y="3144"/>
                </a:lnTo>
                <a:lnTo>
                  <a:pt x="9140" y="3105"/>
                </a:lnTo>
                <a:lnTo>
                  <a:pt x="9181" y="3055"/>
                </a:lnTo>
                <a:lnTo>
                  <a:pt x="9189" y="3052"/>
                </a:lnTo>
                <a:lnTo>
                  <a:pt x="9190" y="3060"/>
                </a:lnTo>
                <a:lnTo>
                  <a:pt x="9182" y="3103"/>
                </a:lnTo>
                <a:lnTo>
                  <a:pt x="9175" y="3132"/>
                </a:lnTo>
                <a:close/>
                <a:moveTo>
                  <a:pt x="940" y="3897"/>
                </a:moveTo>
                <a:lnTo>
                  <a:pt x="1156" y="3993"/>
                </a:lnTo>
                <a:lnTo>
                  <a:pt x="1278" y="4050"/>
                </a:lnTo>
                <a:lnTo>
                  <a:pt x="1338" y="4078"/>
                </a:lnTo>
                <a:lnTo>
                  <a:pt x="1576" y="4175"/>
                </a:lnTo>
                <a:lnTo>
                  <a:pt x="1802" y="4264"/>
                </a:lnTo>
                <a:lnTo>
                  <a:pt x="1977" y="4332"/>
                </a:lnTo>
                <a:lnTo>
                  <a:pt x="2403" y="4482"/>
                </a:lnTo>
                <a:lnTo>
                  <a:pt x="2603" y="4548"/>
                </a:lnTo>
                <a:lnTo>
                  <a:pt x="2841" y="4623"/>
                </a:lnTo>
                <a:lnTo>
                  <a:pt x="2975" y="4666"/>
                </a:lnTo>
                <a:lnTo>
                  <a:pt x="3020" y="4680"/>
                </a:lnTo>
                <a:lnTo>
                  <a:pt x="3140" y="4711"/>
                </a:lnTo>
                <a:lnTo>
                  <a:pt x="3195" y="4723"/>
                </a:lnTo>
                <a:lnTo>
                  <a:pt x="3332" y="4755"/>
                </a:lnTo>
                <a:lnTo>
                  <a:pt x="3516" y="4801"/>
                </a:lnTo>
                <a:lnTo>
                  <a:pt x="3604" y="4820"/>
                </a:lnTo>
                <a:lnTo>
                  <a:pt x="3944" y="4880"/>
                </a:lnTo>
                <a:lnTo>
                  <a:pt x="4090" y="4902"/>
                </a:lnTo>
                <a:lnTo>
                  <a:pt x="4231" y="4922"/>
                </a:lnTo>
                <a:lnTo>
                  <a:pt x="4481" y="4949"/>
                </a:lnTo>
                <a:lnTo>
                  <a:pt x="4723" y="4964"/>
                </a:lnTo>
                <a:lnTo>
                  <a:pt x="4994" y="4970"/>
                </a:lnTo>
                <a:lnTo>
                  <a:pt x="5155" y="4970"/>
                </a:lnTo>
                <a:lnTo>
                  <a:pt x="5455" y="4968"/>
                </a:lnTo>
                <a:lnTo>
                  <a:pt x="5671" y="4962"/>
                </a:lnTo>
                <a:lnTo>
                  <a:pt x="5777" y="4954"/>
                </a:lnTo>
                <a:lnTo>
                  <a:pt x="5839" y="4948"/>
                </a:lnTo>
                <a:lnTo>
                  <a:pt x="5940" y="4937"/>
                </a:lnTo>
                <a:lnTo>
                  <a:pt x="6041" y="4928"/>
                </a:lnTo>
                <a:lnTo>
                  <a:pt x="6134" y="4920"/>
                </a:lnTo>
                <a:lnTo>
                  <a:pt x="6202" y="4910"/>
                </a:lnTo>
                <a:lnTo>
                  <a:pt x="6351" y="4890"/>
                </a:lnTo>
                <a:lnTo>
                  <a:pt x="6439" y="4877"/>
                </a:lnTo>
                <a:lnTo>
                  <a:pt x="6495" y="4868"/>
                </a:lnTo>
                <a:lnTo>
                  <a:pt x="6582" y="4854"/>
                </a:lnTo>
                <a:lnTo>
                  <a:pt x="6727" y="4827"/>
                </a:lnTo>
                <a:lnTo>
                  <a:pt x="7136" y="4741"/>
                </a:lnTo>
                <a:lnTo>
                  <a:pt x="7239" y="4717"/>
                </a:lnTo>
                <a:lnTo>
                  <a:pt x="7295" y="4700"/>
                </a:lnTo>
                <a:lnTo>
                  <a:pt x="7332" y="4690"/>
                </a:lnTo>
                <a:lnTo>
                  <a:pt x="7370" y="4680"/>
                </a:lnTo>
                <a:lnTo>
                  <a:pt x="7435" y="4659"/>
                </a:lnTo>
                <a:lnTo>
                  <a:pt x="7576" y="4615"/>
                </a:lnTo>
                <a:lnTo>
                  <a:pt x="7830" y="4539"/>
                </a:lnTo>
                <a:lnTo>
                  <a:pt x="7868" y="4531"/>
                </a:lnTo>
                <a:lnTo>
                  <a:pt x="7873" y="4532"/>
                </a:lnTo>
                <a:lnTo>
                  <a:pt x="7885" y="4525"/>
                </a:lnTo>
                <a:lnTo>
                  <a:pt x="7889" y="4518"/>
                </a:lnTo>
                <a:lnTo>
                  <a:pt x="7896" y="4510"/>
                </a:lnTo>
                <a:lnTo>
                  <a:pt x="7935" y="4492"/>
                </a:lnTo>
                <a:lnTo>
                  <a:pt x="7959" y="4484"/>
                </a:lnTo>
                <a:lnTo>
                  <a:pt x="7994" y="4472"/>
                </a:lnTo>
                <a:lnTo>
                  <a:pt x="8004" y="4475"/>
                </a:lnTo>
                <a:lnTo>
                  <a:pt x="7984" y="4490"/>
                </a:lnTo>
                <a:lnTo>
                  <a:pt x="7956" y="4511"/>
                </a:lnTo>
                <a:lnTo>
                  <a:pt x="7865" y="4561"/>
                </a:lnTo>
                <a:lnTo>
                  <a:pt x="7737" y="4619"/>
                </a:lnTo>
                <a:lnTo>
                  <a:pt x="7582" y="4682"/>
                </a:lnTo>
                <a:lnTo>
                  <a:pt x="7408" y="4745"/>
                </a:lnTo>
                <a:lnTo>
                  <a:pt x="7220" y="4809"/>
                </a:lnTo>
                <a:lnTo>
                  <a:pt x="7029" y="4870"/>
                </a:lnTo>
                <a:lnTo>
                  <a:pt x="6840" y="4924"/>
                </a:lnTo>
                <a:lnTo>
                  <a:pt x="6751" y="4946"/>
                </a:lnTo>
                <a:lnTo>
                  <a:pt x="6635" y="4974"/>
                </a:lnTo>
                <a:lnTo>
                  <a:pt x="6374" y="5029"/>
                </a:lnTo>
                <a:lnTo>
                  <a:pt x="6098" y="5077"/>
                </a:lnTo>
                <a:lnTo>
                  <a:pt x="5835" y="5117"/>
                </a:lnTo>
                <a:lnTo>
                  <a:pt x="5717" y="5130"/>
                </a:lnTo>
                <a:lnTo>
                  <a:pt x="5624" y="5140"/>
                </a:lnTo>
                <a:lnTo>
                  <a:pt x="5501" y="5155"/>
                </a:lnTo>
                <a:lnTo>
                  <a:pt x="5395" y="5168"/>
                </a:lnTo>
                <a:lnTo>
                  <a:pt x="5167" y="5186"/>
                </a:lnTo>
                <a:lnTo>
                  <a:pt x="4925" y="5196"/>
                </a:lnTo>
                <a:lnTo>
                  <a:pt x="4671" y="5200"/>
                </a:lnTo>
                <a:lnTo>
                  <a:pt x="4413" y="5197"/>
                </a:lnTo>
                <a:lnTo>
                  <a:pt x="4152" y="5186"/>
                </a:lnTo>
                <a:lnTo>
                  <a:pt x="3895" y="5169"/>
                </a:lnTo>
                <a:lnTo>
                  <a:pt x="3644" y="5143"/>
                </a:lnTo>
                <a:lnTo>
                  <a:pt x="3525" y="5128"/>
                </a:lnTo>
                <a:lnTo>
                  <a:pt x="3432" y="5115"/>
                </a:lnTo>
                <a:lnTo>
                  <a:pt x="3166" y="5064"/>
                </a:lnTo>
                <a:lnTo>
                  <a:pt x="2869" y="5001"/>
                </a:lnTo>
                <a:lnTo>
                  <a:pt x="2610" y="4937"/>
                </a:lnTo>
                <a:lnTo>
                  <a:pt x="2521" y="4910"/>
                </a:lnTo>
                <a:lnTo>
                  <a:pt x="2415" y="4879"/>
                </a:lnTo>
                <a:lnTo>
                  <a:pt x="2241" y="4824"/>
                </a:lnTo>
                <a:lnTo>
                  <a:pt x="2147" y="4795"/>
                </a:lnTo>
                <a:lnTo>
                  <a:pt x="1914" y="4711"/>
                </a:lnTo>
                <a:lnTo>
                  <a:pt x="1669" y="4615"/>
                </a:lnTo>
                <a:lnTo>
                  <a:pt x="1463" y="4526"/>
                </a:lnTo>
                <a:lnTo>
                  <a:pt x="1396" y="4492"/>
                </a:lnTo>
                <a:lnTo>
                  <a:pt x="1335" y="4460"/>
                </a:lnTo>
                <a:lnTo>
                  <a:pt x="1215" y="4389"/>
                </a:lnTo>
                <a:lnTo>
                  <a:pt x="1101" y="4314"/>
                </a:lnTo>
                <a:lnTo>
                  <a:pt x="995" y="4236"/>
                </a:lnTo>
                <a:lnTo>
                  <a:pt x="896" y="4154"/>
                </a:lnTo>
                <a:lnTo>
                  <a:pt x="806" y="4071"/>
                </a:lnTo>
                <a:lnTo>
                  <a:pt x="726" y="3987"/>
                </a:lnTo>
                <a:lnTo>
                  <a:pt x="658" y="3903"/>
                </a:lnTo>
                <a:lnTo>
                  <a:pt x="629" y="3861"/>
                </a:lnTo>
                <a:lnTo>
                  <a:pt x="594" y="3808"/>
                </a:lnTo>
                <a:lnTo>
                  <a:pt x="553" y="3740"/>
                </a:lnTo>
                <a:lnTo>
                  <a:pt x="548" y="3719"/>
                </a:lnTo>
                <a:lnTo>
                  <a:pt x="555" y="3716"/>
                </a:lnTo>
                <a:lnTo>
                  <a:pt x="581" y="3725"/>
                </a:lnTo>
                <a:lnTo>
                  <a:pt x="612" y="3741"/>
                </a:lnTo>
                <a:lnTo>
                  <a:pt x="727" y="3800"/>
                </a:lnTo>
                <a:lnTo>
                  <a:pt x="940" y="3897"/>
                </a:lnTo>
                <a:close/>
                <a:moveTo>
                  <a:pt x="2818" y="4507"/>
                </a:moveTo>
                <a:lnTo>
                  <a:pt x="2813" y="4510"/>
                </a:lnTo>
                <a:lnTo>
                  <a:pt x="2795" y="4512"/>
                </a:lnTo>
                <a:lnTo>
                  <a:pt x="2786" y="4509"/>
                </a:lnTo>
                <a:lnTo>
                  <a:pt x="2779" y="4505"/>
                </a:lnTo>
                <a:lnTo>
                  <a:pt x="2784" y="4499"/>
                </a:lnTo>
                <a:lnTo>
                  <a:pt x="2796" y="4499"/>
                </a:lnTo>
                <a:lnTo>
                  <a:pt x="2809" y="4498"/>
                </a:lnTo>
                <a:lnTo>
                  <a:pt x="2819" y="4502"/>
                </a:lnTo>
                <a:lnTo>
                  <a:pt x="2820" y="4505"/>
                </a:lnTo>
                <a:lnTo>
                  <a:pt x="2818" y="450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0" name="Freeform 71">
            <a:extLst>
              <a:ext uri="{FF2B5EF4-FFF2-40B4-BE49-F238E27FC236}">
                <a16:creationId xmlns:a16="http://schemas.microsoft.com/office/drawing/2014/main" id="{8734A726-13C9-4244-8C50-131EAC9104FF}"/>
              </a:ext>
            </a:extLst>
          </p:cNvPr>
          <p:cNvSpPr>
            <a:spLocks noEditPoints="1"/>
          </p:cNvSpPr>
          <p:nvPr/>
        </p:nvSpPr>
        <p:spPr bwMode="auto">
          <a:xfrm>
            <a:off x="2963312" y="3795391"/>
            <a:ext cx="1709388" cy="762588"/>
          </a:xfrm>
          <a:custGeom>
            <a:avLst/>
            <a:gdLst>
              <a:gd name="T0" fmla="*/ 1175 w 5659"/>
              <a:gd name="T1" fmla="*/ 279 h 2778"/>
              <a:gd name="T2" fmla="*/ 690 w 5659"/>
              <a:gd name="T3" fmla="*/ 744 h 2778"/>
              <a:gd name="T4" fmla="*/ 137 w 5659"/>
              <a:gd name="T5" fmla="*/ 1210 h 2778"/>
              <a:gd name="T6" fmla="*/ 8 w 5659"/>
              <a:gd name="T7" fmla="*/ 1479 h 2778"/>
              <a:gd name="T8" fmla="*/ 238 w 5659"/>
              <a:gd name="T9" fmla="*/ 1937 h 2778"/>
              <a:gd name="T10" fmla="*/ 1325 w 5659"/>
              <a:gd name="T11" fmla="*/ 2470 h 2778"/>
              <a:gd name="T12" fmla="*/ 2353 w 5659"/>
              <a:gd name="T13" fmla="*/ 2689 h 2778"/>
              <a:gd name="T14" fmla="*/ 3921 w 5659"/>
              <a:gd name="T15" fmla="*/ 2772 h 2778"/>
              <a:gd name="T16" fmla="*/ 4499 w 5659"/>
              <a:gd name="T17" fmla="*/ 2712 h 2778"/>
              <a:gd name="T18" fmla="*/ 4305 w 5659"/>
              <a:gd name="T19" fmla="*/ 2583 h 2778"/>
              <a:gd name="T20" fmla="*/ 5376 w 5659"/>
              <a:gd name="T21" fmla="*/ 2082 h 2778"/>
              <a:gd name="T22" fmla="*/ 5626 w 5659"/>
              <a:gd name="T23" fmla="*/ 1324 h 2778"/>
              <a:gd name="T24" fmla="*/ 5028 w 5659"/>
              <a:gd name="T25" fmla="*/ 352 h 2778"/>
              <a:gd name="T26" fmla="*/ 3948 w 5659"/>
              <a:gd name="T27" fmla="*/ 35 h 2778"/>
              <a:gd name="T28" fmla="*/ 4173 w 5659"/>
              <a:gd name="T29" fmla="*/ 198 h 2778"/>
              <a:gd name="T30" fmla="*/ 5189 w 5659"/>
              <a:gd name="T31" fmla="*/ 769 h 2778"/>
              <a:gd name="T32" fmla="*/ 5458 w 5659"/>
              <a:gd name="T33" fmla="*/ 1325 h 2778"/>
              <a:gd name="T34" fmla="*/ 5339 w 5659"/>
              <a:gd name="T35" fmla="*/ 1139 h 2778"/>
              <a:gd name="T36" fmla="*/ 3918 w 5659"/>
              <a:gd name="T37" fmla="*/ 329 h 2778"/>
              <a:gd name="T38" fmla="*/ 3571 w 5659"/>
              <a:gd name="T39" fmla="*/ 122 h 2778"/>
              <a:gd name="T40" fmla="*/ 3935 w 5659"/>
              <a:gd name="T41" fmla="*/ 445 h 2778"/>
              <a:gd name="T42" fmla="*/ 5047 w 5659"/>
              <a:gd name="T43" fmla="*/ 942 h 2778"/>
              <a:gd name="T44" fmla="*/ 5335 w 5659"/>
              <a:gd name="T45" fmla="*/ 1420 h 2778"/>
              <a:gd name="T46" fmla="*/ 5029 w 5659"/>
              <a:gd name="T47" fmla="*/ 1883 h 2778"/>
              <a:gd name="T48" fmla="*/ 4140 w 5659"/>
              <a:gd name="T49" fmla="*/ 2180 h 2778"/>
              <a:gd name="T50" fmla="*/ 1810 w 5659"/>
              <a:gd name="T51" fmla="*/ 2261 h 2778"/>
              <a:gd name="T52" fmla="*/ 782 w 5659"/>
              <a:gd name="T53" fmla="*/ 1652 h 2778"/>
              <a:gd name="T54" fmla="*/ 706 w 5659"/>
              <a:gd name="T55" fmla="*/ 1029 h 2778"/>
              <a:gd name="T56" fmla="*/ 1302 w 5659"/>
              <a:gd name="T57" fmla="*/ 579 h 2778"/>
              <a:gd name="T58" fmla="*/ 2423 w 5659"/>
              <a:gd name="T59" fmla="*/ 224 h 2778"/>
              <a:gd name="T60" fmla="*/ 1454 w 5659"/>
              <a:gd name="T61" fmla="*/ 299 h 2778"/>
              <a:gd name="T62" fmla="*/ 1006 w 5659"/>
              <a:gd name="T63" fmla="*/ 499 h 2778"/>
              <a:gd name="T64" fmla="*/ 1627 w 5659"/>
              <a:gd name="T65" fmla="*/ 223 h 2778"/>
              <a:gd name="T66" fmla="*/ 5336 w 5659"/>
              <a:gd name="T67" fmla="*/ 771 h 2778"/>
              <a:gd name="T68" fmla="*/ 5012 w 5659"/>
              <a:gd name="T69" fmla="*/ 456 h 2778"/>
              <a:gd name="T70" fmla="*/ 420 w 5659"/>
              <a:gd name="T71" fmla="*/ 1428 h 2778"/>
              <a:gd name="T72" fmla="*/ 707 w 5659"/>
              <a:gd name="T73" fmla="*/ 2019 h 2778"/>
              <a:gd name="T74" fmla="*/ 1588 w 5659"/>
              <a:gd name="T75" fmla="*/ 2390 h 2778"/>
              <a:gd name="T76" fmla="*/ 855 w 5659"/>
              <a:gd name="T77" fmla="*/ 2190 h 2778"/>
              <a:gd name="T78" fmla="*/ 115 w 5659"/>
              <a:gd name="T79" fmla="*/ 1613 h 2778"/>
              <a:gd name="T80" fmla="*/ 292 w 5659"/>
              <a:gd name="T81" fmla="*/ 1187 h 2778"/>
              <a:gd name="T82" fmla="*/ 577 w 5659"/>
              <a:gd name="T83" fmla="*/ 1394 h 2778"/>
              <a:gd name="T84" fmla="*/ 1084 w 5659"/>
              <a:gd name="T85" fmla="*/ 2085 h 2778"/>
              <a:gd name="T86" fmla="*/ 611 w 5659"/>
              <a:gd name="T87" fmla="*/ 1788 h 2778"/>
              <a:gd name="T88" fmla="*/ 540 w 5659"/>
              <a:gd name="T89" fmla="*/ 1312 h 2778"/>
              <a:gd name="T90" fmla="*/ 5540 w 5659"/>
              <a:gd name="T91" fmla="*/ 1735 h 2778"/>
              <a:gd name="T92" fmla="*/ 5309 w 5659"/>
              <a:gd name="T93" fmla="*/ 2028 h 2778"/>
              <a:gd name="T94" fmla="*/ 5548 w 5659"/>
              <a:gd name="T95" fmla="*/ 1555 h 2778"/>
              <a:gd name="T96" fmla="*/ 4900 w 5659"/>
              <a:gd name="T97" fmla="*/ 2231 h 2778"/>
              <a:gd name="T98" fmla="*/ 3019 w 5659"/>
              <a:gd name="T99" fmla="*/ 2437 h 2778"/>
              <a:gd name="T100" fmla="*/ 3628 w 5659"/>
              <a:gd name="T101" fmla="*/ 2356 h 2778"/>
              <a:gd name="T102" fmla="*/ 4639 w 5659"/>
              <a:gd name="T103" fmla="*/ 2154 h 2778"/>
              <a:gd name="T104" fmla="*/ 5268 w 5659"/>
              <a:gd name="T105" fmla="*/ 1832 h 2778"/>
              <a:gd name="T106" fmla="*/ 3766 w 5659"/>
              <a:gd name="T107" fmla="*/ 2587 h 2778"/>
              <a:gd name="T108" fmla="*/ 2389 w 5659"/>
              <a:gd name="T109" fmla="*/ 2501 h 2778"/>
              <a:gd name="T110" fmla="*/ 3762 w 5659"/>
              <a:gd name="T111" fmla="*/ 2516 h 2778"/>
              <a:gd name="T112" fmla="*/ 2043 w 5659"/>
              <a:gd name="T113" fmla="*/ 2526 h 2778"/>
              <a:gd name="T114" fmla="*/ 1910 w 5659"/>
              <a:gd name="T115" fmla="*/ 2498 h 2778"/>
              <a:gd name="T116" fmla="*/ 2142 w 5659"/>
              <a:gd name="T117" fmla="*/ 2544 h 27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5659" h="2778">
                <a:moveTo>
                  <a:pt x="2803" y="23"/>
                </a:moveTo>
                <a:lnTo>
                  <a:pt x="2536" y="41"/>
                </a:lnTo>
                <a:lnTo>
                  <a:pt x="2237" y="61"/>
                </a:lnTo>
                <a:lnTo>
                  <a:pt x="2122" y="68"/>
                </a:lnTo>
                <a:lnTo>
                  <a:pt x="1916" y="85"/>
                </a:lnTo>
                <a:lnTo>
                  <a:pt x="1735" y="108"/>
                </a:lnTo>
                <a:lnTo>
                  <a:pt x="1573" y="138"/>
                </a:lnTo>
                <a:lnTo>
                  <a:pt x="1429" y="176"/>
                </a:lnTo>
                <a:lnTo>
                  <a:pt x="1298" y="223"/>
                </a:lnTo>
                <a:lnTo>
                  <a:pt x="1175" y="279"/>
                </a:lnTo>
                <a:lnTo>
                  <a:pt x="1058" y="347"/>
                </a:lnTo>
                <a:lnTo>
                  <a:pt x="999" y="386"/>
                </a:lnTo>
                <a:lnTo>
                  <a:pt x="964" y="412"/>
                </a:lnTo>
                <a:lnTo>
                  <a:pt x="871" y="499"/>
                </a:lnTo>
                <a:lnTo>
                  <a:pt x="778" y="599"/>
                </a:lnTo>
                <a:lnTo>
                  <a:pt x="728" y="662"/>
                </a:lnTo>
                <a:lnTo>
                  <a:pt x="709" y="691"/>
                </a:lnTo>
                <a:lnTo>
                  <a:pt x="707" y="699"/>
                </a:lnTo>
                <a:lnTo>
                  <a:pt x="704" y="715"/>
                </a:lnTo>
                <a:lnTo>
                  <a:pt x="690" y="744"/>
                </a:lnTo>
                <a:lnTo>
                  <a:pt x="662" y="773"/>
                </a:lnTo>
                <a:lnTo>
                  <a:pt x="623" y="805"/>
                </a:lnTo>
                <a:lnTo>
                  <a:pt x="596" y="821"/>
                </a:lnTo>
                <a:lnTo>
                  <a:pt x="533" y="862"/>
                </a:lnTo>
                <a:lnTo>
                  <a:pt x="371" y="985"/>
                </a:lnTo>
                <a:lnTo>
                  <a:pt x="220" y="1114"/>
                </a:lnTo>
                <a:lnTo>
                  <a:pt x="149" y="1182"/>
                </a:lnTo>
                <a:lnTo>
                  <a:pt x="135" y="1203"/>
                </a:lnTo>
                <a:lnTo>
                  <a:pt x="134" y="1209"/>
                </a:lnTo>
                <a:lnTo>
                  <a:pt x="137" y="1210"/>
                </a:lnTo>
                <a:lnTo>
                  <a:pt x="141" y="1210"/>
                </a:lnTo>
                <a:lnTo>
                  <a:pt x="138" y="1218"/>
                </a:lnTo>
                <a:lnTo>
                  <a:pt x="132" y="1223"/>
                </a:lnTo>
                <a:lnTo>
                  <a:pt x="119" y="1235"/>
                </a:lnTo>
                <a:lnTo>
                  <a:pt x="82" y="1289"/>
                </a:lnTo>
                <a:lnTo>
                  <a:pt x="46" y="1357"/>
                </a:lnTo>
                <a:lnTo>
                  <a:pt x="21" y="1417"/>
                </a:lnTo>
                <a:lnTo>
                  <a:pt x="18" y="1436"/>
                </a:lnTo>
                <a:lnTo>
                  <a:pt x="16" y="1451"/>
                </a:lnTo>
                <a:lnTo>
                  <a:pt x="8" y="1479"/>
                </a:lnTo>
                <a:lnTo>
                  <a:pt x="3" y="1488"/>
                </a:lnTo>
                <a:lnTo>
                  <a:pt x="0" y="1499"/>
                </a:lnTo>
                <a:lnTo>
                  <a:pt x="3" y="1547"/>
                </a:lnTo>
                <a:lnTo>
                  <a:pt x="19" y="1614"/>
                </a:lnTo>
                <a:lnTo>
                  <a:pt x="42" y="1688"/>
                </a:lnTo>
                <a:lnTo>
                  <a:pt x="56" y="1724"/>
                </a:lnTo>
                <a:lnTo>
                  <a:pt x="68" y="1750"/>
                </a:lnTo>
                <a:lnTo>
                  <a:pt x="109" y="1808"/>
                </a:lnTo>
                <a:lnTo>
                  <a:pt x="166" y="1871"/>
                </a:lnTo>
                <a:lnTo>
                  <a:pt x="238" y="1937"/>
                </a:lnTo>
                <a:lnTo>
                  <a:pt x="322" y="2003"/>
                </a:lnTo>
                <a:lnTo>
                  <a:pt x="415" y="2067"/>
                </a:lnTo>
                <a:lnTo>
                  <a:pt x="515" y="2130"/>
                </a:lnTo>
                <a:lnTo>
                  <a:pt x="621" y="2188"/>
                </a:lnTo>
                <a:lnTo>
                  <a:pt x="674" y="2213"/>
                </a:lnTo>
                <a:lnTo>
                  <a:pt x="764" y="2255"/>
                </a:lnTo>
                <a:lnTo>
                  <a:pt x="916" y="2321"/>
                </a:lnTo>
                <a:lnTo>
                  <a:pt x="1061" y="2379"/>
                </a:lnTo>
                <a:lnTo>
                  <a:pt x="1224" y="2437"/>
                </a:lnTo>
                <a:lnTo>
                  <a:pt x="1325" y="2470"/>
                </a:lnTo>
                <a:lnTo>
                  <a:pt x="1448" y="2511"/>
                </a:lnTo>
                <a:lnTo>
                  <a:pt x="1548" y="2540"/>
                </a:lnTo>
                <a:lnTo>
                  <a:pt x="1604" y="2551"/>
                </a:lnTo>
                <a:lnTo>
                  <a:pt x="1692" y="2570"/>
                </a:lnTo>
                <a:lnTo>
                  <a:pt x="1832" y="2602"/>
                </a:lnTo>
                <a:lnTo>
                  <a:pt x="1975" y="2634"/>
                </a:lnTo>
                <a:lnTo>
                  <a:pt x="2076" y="2653"/>
                </a:lnTo>
                <a:lnTo>
                  <a:pt x="2166" y="2663"/>
                </a:lnTo>
                <a:lnTo>
                  <a:pt x="2271" y="2678"/>
                </a:lnTo>
                <a:lnTo>
                  <a:pt x="2353" y="2689"/>
                </a:lnTo>
                <a:lnTo>
                  <a:pt x="2544" y="2708"/>
                </a:lnTo>
                <a:lnTo>
                  <a:pt x="2782" y="2722"/>
                </a:lnTo>
                <a:lnTo>
                  <a:pt x="3073" y="2733"/>
                </a:lnTo>
                <a:lnTo>
                  <a:pt x="3247" y="2737"/>
                </a:lnTo>
                <a:lnTo>
                  <a:pt x="3399" y="2740"/>
                </a:lnTo>
                <a:lnTo>
                  <a:pt x="3611" y="2749"/>
                </a:lnTo>
                <a:lnTo>
                  <a:pt x="3637" y="2754"/>
                </a:lnTo>
                <a:lnTo>
                  <a:pt x="3649" y="2757"/>
                </a:lnTo>
                <a:lnTo>
                  <a:pt x="3726" y="2763"/>
                </a:lnTo>
                <a:lnTo>
                  <a:pt x="3921" y="2772"/>
                </a:lnTo>
                <a:lnTo>
                  <a:pt x="4246" y="2778"/>
                </a:lnTo>
                <a:lnTo>
                  <a:pt x="4450" y="2777"/>
                </a:lnTo>
                <a:lnTo>
                  <a:pt x="4537" y="2773"/>
                </a:lnTo>
                <a:lnTo>
                  <a:pt x="4556" y="2770"/>
                </a:lnTo>
                <a:lnTo>
                  <a:pt x="4573" y="2765"/>
                </a:lnTo>
                <a:lnTo>
                  <a:pt x="4595" y="2753"/>
                </a:lnTo>
                <a:lnTo>
                  <a:pt x="4602" y="2738"/>
                </a:lnTo>
                <a:lnTo>
                  <a:pt x="4594" y="2724"/>
                </a:lnTo>
                <a:lnTo>
                  <a:pt x="4582" y="2719"/>
                </a:lnTo>
                <a:lnTo>
                  <a:pt x="4499" y="2712"/>
                </a:lnTo>
                <a:lnTo>
                  <a:pt x="4053" y="2693"/>
                </a:lnTo>
                <a:lnTo>
                  <a:pt x="3943" y="2693"/>
                </a:lnTo>
                <a:lnTo>
                  <a:pt x="3924" y="2693"/>
                </a:lnTo>
                <a:lnTo>
                  <a:pt x="3914" y="2688"/>
                </a:lnTo>
                <a:lnTo>
                  <a:pt x="3916" y="2682"/>
                </a:lnTo>
                <a:lnTo>
                  <a:pt x="3930" y="2673"/>
                </a:lnTo>
                <a:lnTo>
                  <a:pt x="3968" y="2660"/>
                </a:lnTo>
                <a:lnTo>
                  <a:pt x="3994" y="2656"/>
                </a:lnTo>
                <a:lnTo>
                  <a:pt x="4077" y="2641"/>
                </a:lnTo>
                <a:lnTo>
                  <a:pt x="4305" y="2583"/>
                </a:lnTo>
                <a:lnTo>
                  <a:pt x="4412" y="2549"/>
                </a:lnTo>
                <a:lnTo>
                  <a:pt x="4512" y="2518"/>
                </a:lnTo>
                <a:lnTo>
                  <a:pt x="4554" y="2509"/>
                </a:lnTo>
                <a:lnTo>
                  <a:pt x="4566" y="2507"/>
                </a:lnTo>
                <a:lnTo>
                  <a:pt x="4628" y="2480"/>
                </a:lnTo>
                <a:lnTo>
                  <a:pt x="4780" y="2409"/>
                </a:lnTo>
                <a:lnTo>
                  <a:pt x="5038" y="2278"/>
                </a:lnTo>
                <a:lnTo>
                  <a:pt x="5261" y="2157"/>
                </a:lnTo>
                <a:lnTo>
                  <a:pt x="5320" y="2121"/>
                </a:lnTo>
                <a:lnTo>
                  <a:pt x="5376" y="2082"/>
                </a:lnTo>
                <a:lnTo>
                  <a:pt x="5473" y="2001"/>
                </a:lnTo>
                <a:lnTo>
                  <a:pt x="5548" y="1916"/>
                </a:lnTo>
                <a:lnTo>
                  <a:pt x="5591" y="1850"/>
                </a:lnTo>
                <a:lnTo>
                  <a:pt x="5613" y="1804"/>
                </a:lnTo>
                <a:lnTo>
                  <a:pt x="5633" y="1757"/>
                </a:lnTo>
                <a:lnTo>
                  <a:pt x="5646" y="1707"/>
                </a:lnTo>
                <a:lnTo>
                  <a:pt x="5658" y="1628"/>
                </a:lnTo>
                <a:lnTo>
                  <a:pt x="5659" y="1516"/>
                </a:lnTo>
                <a:lnTo>
                  <a:pt x="5642" y="1391"/>
                </a:lnTo>
                <a:lnTo>
                  <a:pt x="5626" y="1324"/>
                </a:lnTo>
                <a:lnTo>
                  <a:pt x="5588" y="1165"/>
                </a:lnTo>
                <a:lnTo>
                  <a:pt x="5563" y="1043"/>
                </a:lnTo>
                <a:lnTo>
                  <a:pt x="5553" y="986"/>
                </a:lnTo>
                <a:lnTo>
                  <a:pt x="5518" y="878"/>
                </a:lnTo>
                <a:lnTo>
                  <a:pt x="5471" y="774"/>
                </a:lnTo>
                <a:lnTo>
                  <a:pt x="5409" y="677"/>
                </a:lnTo>
                <a:lnTo>
                  <a:pt x="5333" y="586"/>
                </a:lnTo>
                <a:lnTo>
                  <a:pt x="5243" y="501"/>
                </a:lnTo>
                <a:lnTo>
                  <a:pt x="5142" y="423"/>
                </a:lnTo>
                <a:lnTo>
                  <a:pt x="5028" y="352"/>
                </a:lnTo>
                <a:lnTo>
                  <a:pt x="4965" y="320"/>
                </a:lnTo>
                <a:lnTo>
                  <a:pt x="4919" y="297"/>
                </a:lnTo>
                <a:lnTo>
                  <a:pt x="4809" y="252"/>
                </a:lnTo>
                <a:lnTo>
                  <a:pt x="4681" y="206"/>
                </a:lnTo>
                <a:lnTo>
                  <a:pt x="4543" y="163"/>
                </a:lnTo>
                <a:lnTo>
                  <a:pt x="4400" y="123"/>
                </a:lnTo>
                <a:lnTo>
                  <a:pt x="4258" y="88"/>
                </a:lnTo>
                <a:lnTo>
                  <a:pt x="4124" y="61"/>
                </a:lnTo>
                <a:lnTo>
                  <a:pt x="4002" y="40"/>
                </a:lnTo>
                <a:lnTo>
                  <a:pt x="3948" y="35"/>
                </a:lnTo>
                <a:lnTo>
                  <a:pt x="3837" y="24"/>
                </a:lnTo>
                <a:lnTo>
                  <a:pt x="3732" y="11"/>
                </a:lnTo>
                <a:lnTo>
                  <a:pt x="3668" y="5"/>
                </a:lnTo>
                <a:lnTo>
                  <a:pt x="3459" y="0"/>
                </a:lnTo>
                <a:lnTo>
                  <a:pt x="3194" y="3"/>
                </a:lnTo>
                <a:lnTo>
                  <a:pt x="2922" y="14"/>
                </a:lnTo>
                <a:lnTo>
                  <a:pt x="2803" y="23"/>
                </a:lnTo>
                <a:close/>
                <a:moveTo>
                  <a:pt x="3859" y="137"/>
                </a:moveTo>
                <a:lnTo>
                  <a:pt x="4035" y="170"/>
                </a:lnTo>
                <a:lnTo>
                  <a:pt x="4173" y="198"/>
                </a:lnTo>
                <a:lnTo>
                  <a:pt x="4219" y="212"/>
                </a:lnTo>
                <a:lnTo>
                  <a:pt x="4291" y="235"/>
                </a:lnTo>
                <a:lnTo>
                  <a:pt x="4409" y="271"/>
                </a:lnTo>
                <a:lnTo>
                  <a:pt x="4481" y="294"/>
                </a:lnTo>
                <a:lnTo>
                  <a:pt x="4619" y="348"/>
                </a:lnTo>
                <a:lnTo>
                  <a:pt x="4749" y="412"/>
                </a:lnTo>
                <a:lnTo>
                  <a:pt x="4871" y="486"/>
                </a:lnTo>
                <a:lnTo>
                  <a:pt x="4984" y="570"/>
                </a:lnTo>
                <a:lnTo>
                  <a:pt x="5089" y="664"/>
                </a:lnTo>
                <a:lnTo>
                  <a:pt x="5189" y="769"/>
                </a:lnTo>
                <a:lnTo>
                  <a:pt x="5280" y="885"/>
                </a:lnTo>
                <a:lnTo>
                  <a:pt x="5324" y="948"/>
                </a:lnTo>
                <a:lnTo>
                  <a:pt x="5363" y="1003"/>
                </a:lnTo>
                <a:lnTo>
                  <a:pt x="5385" y="1033"/>
                </a:lnTo>
                <a:lnTo>
                  <a:pt x="5405" y="1052"/>
                </a:lnTo>
                <a:lnTo>
                  <a:pt x="5434" y="1103"/>
                </a:lnTo>
                <a:lnTo>
                  <a:pt x="5453" y="1168"/>
                </a:lnTo>
                <a:lnTo>
                  <a:pt x="5461" y="1242"/>
                </a:lnTo>
                <a:lnTo>
                  <a:pt x="5460" y="1282"/>
                </a:lnTo>
                <a:lnTo>
                  <a:pt x="5458" y="1325"/>
                </a:lnTo>
                <a:lnTo>
                  <a:pt x="5451" y="1371"/>
                </a:lnTo>
                <a:lnTo>
                  <a:pt x="5446" y="1385"/>
                </a:lnTo>
                <a:lnTo>
                  <a:pt x="5443" y="1385"/>
                </a:lnTo>
                <a:lnTo>
                  <a:pt x="5437" y="1380"/>
                </a:lnTo>
                <a:lnTo>
                  <a:pt x="5430" y="1360"/>
                </a:lnTo>
                <a:lnTo>
                  <a:pt x="5430" y="1347"/>
                </a:lnTo>
                <a:lnTo>
                  <a:pt x="5426" y="1329"/>
                </a:lnTo>
                <a:lnTo>
                  <a:pt x="5391" y="1244"/>
                </a:lnTo>
                <a:lnTo>
                  <a:pt x="5367" y="1193"/>
                </a:lnTo>
                <a:lnTo>
                  <a:pt x="5339" y="1139"/>
                </a:lnTo>
                <a:lnTo>
                  <a:pt x="5268" y="1036"/>
                </a:lnTo>
                <a:lnTo>
                  <a:pt x="5178" y="937"/>
                </a:lnTo>
                <a:lnTo>
                  <a:pt x="5069" y="843"/>
                </a:lnTo>
                <a:lnTo>
                  <a:pt x="4940" y="754"/>
                </a:lnTo>
                <a:lnTo>
                  <a:pt x="4791" y="668"/>
                </a:lnTo>
                <a:lnTo>
                  <a:pt x="4621" y="585"/>
                </a:lnTo>
                <a:lnTo>
                  <a:pt x="4429" y="505"/>
                </a:lnTo>
                <a:lnTo>
                  <a:pt x="4323" y="466"/>
                </a:lnTo>
                <a:lnTo>
                  <a:pt x="4188" y="417"/>
                </a:lnTo>
                <a:lnTo>
                  <a:pt x="3918" y="329"/>
                </a:lnTo>
                <a:lnTo>
                  <a:pt x="3653" y="254"/>
                </a:lnTo>
                <a:lnTo>
                  <a:pt x="3402" y="194"/>
                </a:lnTo>
                <a:lnTo>
                  <a:pt x="3284" y="172"/>
                </a:lnTo>
                <a:lnTo>
                  <a:pt x="3218" y="159"/>
                </a:lnTo>
                <a:lnTo>
                  <a:pt x="3117" y="134"/>
                </a:lnTo>
                <a:lnTo>
                  <a:pt x="3099" y="127"/>
                </a:lnTo>
                <a:lnTo>
                  <a:pt x="3099" y="124"/>
                </a:lnTo>
                <a:lnTo>
                  <a:pt x="3148" y="121"/>
                </a:lnTo>
                <a:lnTo>
                  <a:pt x="3298" y="118"/>
                </a:lnTo>
                <a:lnTo>
                  <a:pt x="3571" y="122"/>
                </a:lnTo>
                <a:lnTo>
                  <a:pt x="3805" y="131"/>
                </a:lnTo>
                <a:lnTo>
                  <a:pt x="3859" y="137"/>
                </a:lnTo>
                <a:close/>
                <a:moveTo>
                  <a:pt x="2938" y="223"/>
                </a:moveTo>
                <a:lnTo>
                  <a:pt x="3003" y="232"/>
                </a:lnTo>
                <a:lnTo>
                  <a:pt x="3056" y="239"/>
                </a:lnTo>
                <a:lnTo>
                  <a:pt x="3138" y="251"/>
                </a:lnTo>
                <a:lnTo>
                  <a:pt x="3354" y="293"/>
                </a:lnTo>
                <a:lnTo>
                  <a:pt x="3597" y="351"/>
                </a:lnTo>
                <a:lnTo>
                  <a:pt x="3834" y="414"/>
                </a:lnTo>
                <a:lnTo>
                  <a:pt x="3935" y="445"/>
                </a:lnTo>
                <a:lnTo>
                  <a:pt x="4052" y="481"/>
                </a:lnTo>
                <a:lnTo>
                  <a:pt x="4120" y="501"/>
                </a:lnTo>
                <a:lnTo>
                  <a:pt x="4178" y="516"/>
                </a:lnTo>
                <a:lnTo>
                  <a:pt x="4307" y="560"/>
                </a:lnTo>
                <a:lnTo>
                  <a:pt x="4444" y="613"/>
                </a:lnTo>
                <a:lnTo>
                  <a:pt x="4583" y="675"/>
                </a:lnTo>
                <a:lnTo>
                  <a:pt x="4719" y="742"/>
                </a:lnTo>
                <a:lnTo>
                  <a:pt x="4845" y="811"/>
                </a:lnTo>
                <a:lnTo>
                  <a:pt x="4957" y="879"/>
                </a:lnTo>
                <a:lnTo>
                  <a:pt x="5047" y="942"/>
                </a:lnTo>
                <a:lnTo>
                  <a:pt x="5080" y="972"/>
                </a:lnTo>
                <a:lnTo>
                  <a:pt x="5124" y="1018"/>
                </a:lnTo>
                <a:lnTo>
                  <a:pt x="5210" y="1127"/>
                </a:lnTo>
                <a:lnTo>
                  <a:pt x="5249" y="1181"/>
                </a:lnTo>
                <a:lnTo>
                  <a:pt x="5253" y="1193"/>
                </a:lnTo>
                <a:lnTo>
                  <a:pt x="5259" y="1209"/>
                </a:lnTo>
                <a:lnTo>
                  <a:pt x="5278" y="1243"/>
                </a:lnTo>
                <a:lnTo>
                  <a:pt x="5295" y="1275"/>
                </a:lnTo>
                <a:lnTo>
                  <a:pt x="5316" y="1339"/>
                </a:lnTo>
                <a:lnTo>
                  <a:pt x="5335" y="1420"/>
                </a:lnTo>
                <a:lnTo>
                  <a:pt x="5342" y="1453"/>
                </a:lnTo>
                <a:lnTo>
                  <a:pt x="5351" y="1509"/>
                </a:lnTo>
                <a:lnTo>
                  <a:pt x="5351" y="1557"/>
                </a:lnTo>
                <a:lnTo>
                  <a:pt x="5341" y="1601"/>
                </a:lnTo>
                <a:lnTo>
                  <a:pt x="5321" y="1642"/>
                </a:lnTo>
                <a:lnTo>
                  <a:pt x="5287" y="1684"/>
                </a:lnTo>
                <a:lnTo>
                  <a:pt x="5212" y="1753"/>
                </a:lnTo>
                <a:lnTo>
                  <a:pt x="5137" y="1812"/>
                </a:lnTo>
                <a:lnTo>
                  <a:pt x="5107" y="1834"/>
                </a:lnTo>
                <a:lnTo>
                  <a:pt x="5029" y="1883"/>
                </a:lnTo>
                <a:lnTo>
                  <a:pt x="4937" y="1932"/>
                </a:lnTo>
                <a:lnTo>
                  <a:pt x="4836" y="1979"/>
                </a:lnTo>
                <a:lnTo>
                  <a:pt x="4730" y="2024"/>
                </a:lnTo>
                <a:lnTo>
                  <a:pt x="4620" y="2063"/>
                </a:lnTo>
                <a:lnTo>
                  <a:pt x="4515" y="2097"/>
                </a:lnTo>
                <a:lnTo>
                  <a:pt x="4415" y="2122"/>
                </a:lnTo>
                <a:lnTo>
                  <a:pt x="4371" y="2131"/>
                </a:lnTo>
                <a:lnTo>
                  <a:pt x="4311" y="2142"/>
                </a:lnTo>
                <a:lnTo>
                  <a:pt x="4220" y="2163"/>
                </a:lnTo>
                <a:lnTo>
                  <a:pt x="4140" y="2180"/>
                </a:lnTo>
                <a:lnTo>
                  <a:pt x="3918" y="2217"/>
                </a:lnTo>
                <a:lnTo>
                  <a:pt x="3498" y="2274"/>
                </a:lnTo>
                <a:lnTo>
                  <a:pt x="3039" y="2324"/>
                </a:lnTo>
                <a:lnTo>
                  <a:pt x="2755" y="2349"/>
                </a:lnTo>
                <a:lnTo>
                  <a:pt x="2516" y="2366"/>
                </a:lnTo>
                <a:lnTo>
                  <a:pt x="2345" y="2370"/>
                </a:lnTo>
                <a:lnTo>
                  <a:pt x="2296" y="2367"/>
                </a:lnTo>
                <a:lnTo>
                  <a:pt x="2219" y="2356"/>
                </a:lnTo>
                <a:lnTo>
                  <a:pt x="2025" y="2316"/>
                </a:lnTo>
                <a:lnTo>
                  <a:pt x="1810" y="2261"/>
                </a:lnTo>
                <a:lnTo>
                  <a:pt x="1594" y="2197"/>
                </a:lnTo>
                <a:lnTo>
                  <a:pt x="1495" y="2163"/>
                </a:lnTo>
                <a:lnTo>
                  <a:pt x="1419" y="2135"/>
                </a:lnTo>
                <a:lnTo>
                  <a:pt x="1285" y="2080"/>
                </a:lnTo>
                <a:lnTo>
                  <a:pt x="1166" y="2022"/>
                </a:lnTo>
                <a:lnTo>
                  <a:pt x="1065" y="1960"/>
                </a:lnTo>
                <a:lnTo>
                  <a:pt x="976" y="1893"/>
                </a:lnTo>
                <a:lnTo>
                  <a:pt x="901" y="1821"/>
                </a:lnTo>
                <a:lnTo>
                  <a:pt x="837" y="1741"/>
                </a:lnTo>
                <a:lnTo>
                  <a:pt x="782" y="1652"/>
                </a:lnTo>
                <a:lnTo>
                  <a:pt x="758" y="1605"/>
                </a:lnTo>
                <a:lnTo>
                  <a:pt x="740" y="1567"/>
                </a:lnTo>
                <a:lnTo>
                  <a:pt x="716" y="1505"/>
                </a:lnTo>
                <a:lnTo>
                  <a:pt x="701" y="1445"/>
                </a:lnTo>
                <a:lnTo>
                  <a:pt x="692" y="1375"/>
                </a:lnTo>
                <a:lnTo>
                  <a:pt x="688" y="1331"/>
                </a:lnTo>
                <a:lnTo>
                  <a:pt x="685" y="1251"/>
                </a:lnTo>
                <a:lnTo>
                  <a:pt x="688" y="1147"/>
                </a:lnTo>
                <a:lnTo>
                  <a:pt x="695" y="1085"/>
                </a:lnTo>
                <a:lnTo>
                  <a:pt x="706" y="1029"/>
                </a:lnTo>
                <a:lnTo>
                  <a:pt x="722" y="978"/>
                </a:lnTo>
                <a:lnTo>
                  <a:pt x="742" y="932"/>
                </a:lnTo>
                <a:lnTo>
                  <a:pt x="767" y="892"/>
                </a:lnTo>
                <a:lnTo>
                  <a:pt x="781" y="874"/>
                </a:lnTo>
                <a:lnTo>
                  <a:pt x="800" y="851"/>
                </a:lnTo>
                <a:lnTo>
                  <a:pt x="846" y="811"/>
                </a:lnTo>
                <a:lnTo>
                  <a:pt x="916" y="767"/>
                </a:lnTo>
                <a:lnTo>
                  <a:pt x="1024" y="712"/>
                </a:lnTo>
                <a:lnTo>
                  <a:pt x="1100" y="674"/>
                </a:lnTo>
                <a:lnTo>
                  <a:pt x="1302" y="579"/>
                </a:lnTo>
                <a:lnTo>
                  <a:pt x="1367" y="552"/>
                </a:lnTo>
                <a:lnTo>
                  <a:pt x="1391" y="544"/>
                </a:lnTo>
                <a:lnTo>
                  <a:pt x="1448" y="519"/>
                </a:lnTo>
                <a:lnTo>
                  <a:pt x="1518" y="490"/>
                </a:lnTo>
                <a:lnTo>
                  <a:pt x="1736" y="412"/>
                </a:lnTo>
                <a:lnTo>
                  <a:pt x="1986" y="330"/>
                </a:lnTo>
                <a:lnTo>
                  <a:pt x="2199" y="268"/>
                </a:lnTo>
                <a:lnTo>
                  <a:pt x="2263" y="254"/>
                </a:lnTo>
                <a:lnTo>
                  <a:pt x="2317" y="244"/>
                </a:lnTo>
                <a:lnTo>
                  <a:pt x="2423" y="224"/>
                </a:lnTo>
                <a:lnTo>
                  <a:pt x="2494" y="210"/>
                </a:lnTo>
                <a:lnTo>
                  <a:pt x="2608" y="195"/>
                </a:lnTo>
                <a:lnTo>
                  <a:pt x="2717" y="194"/>
                </a:lnTo>
                <a:lnTo>
                  <a:pt x="2849" y="208"/>
                </a:lnTo>
                <a:lnTo>
                  <a:pt x="2938" y="223"/>
                </a:lnTo>
                <a:close/>
                <a:moveTo>
                  <a:pt x="1620" y="229"/>
                </a:moveTo>
                <a:lnTo>
                  <a:pt x="1608" y="237"/>
                </a:lnTo>
                <a:lnTo>
                  <a:pt x="1546" y="264"/>
                </a:lnTo>
                <a:lnTo>
                  <a:pt x="1508" y="279"/>
                </a:lnTo>
                <a:lnTo>
                  <a:pt x="1454" y="299"/>
                </a:lnTo>
                <a:lnTo>
                  <a:pt x="1321" y="360"/>
                </a:lnTo>
                <a:lnTo>
                  <a:pt x="1180" y="432"/>
                </a:lnTo>
                <a:lnTo>
                  <a:pt x="1060" y="501"/>
                </a:lnTo>
                <a:lnTo>
                  <a:pt x="1017" y="529"/>
                </a:lnTo>
                <a:lnTo>
                  <a:pt x="983" y="553"/>
                </a:lnTo>
                <a:lnTo>
                  <a:pt x="951" y="569"/>
                </a:lnTo>
                <a:lnTo>
                  <a:pt x="940" y="571"/>
                </a:lnTo>
                <a:lnTo>
                  <a:pt x="940" y="562"/>
                </a:lnTo>
                <a:lnTo>
                  <a:pt x="973" y="526"/>
                </a:lnTo>
                <a:lnTo>
                  <a:pt x="1006" y="499"/>
                </a:lnTo>
                <a:lnTo>
                  <a:pt x="1043" y="470"/>
                </a:lnTo>
                <a:lnTo>
                  <a:pt x="1140" y="408"/>
                </a:lnTo>
                <a:lnTo>
                  <a:pt x="1248" y="350"/>
                </a:lnTo>
                <a:lnTo>
                  <a:pt x="1359" y="303"/>
                </a:lnTo>
                <a:lnTo>
                  <a:pt x="1409" y="284"/>
                </a:lnTo>
                <a:lnTo>
                  <a:pt x="1507" y="254"/>
                </a:lnTo>
                <a:lnTo>
                  <a:pt x="1569" y="233"/>
                </a:lnTo>
                <a:lnTo>
                  <a:pt x="1611" y="219"/>
                </a:lnTo>
                <a:lnTo>
                  <a:pt x="1630" y="216"/>
                </a:lnTo>
                <a:lnTo>
                  <a:pt x="1627" y="223"/>
                </a:lnTo>
                <a:lnTo>
                  <a:pt x="1620" y="229"/>
                </a:lnTo>
                <a:close/>
                <a:moveTo>
                  <a:pt x="5088" y="501"/>
                </a:moveTo>
                <a:lnTo>
                  <a:pt x="5096" y="502"/>
                </a:lnTo>
                <a:lnTo>
                  <a:pt x="5119" y="519"/>
                </a:lnTo>
                <a:lnTo>
                  <a:pt x="5171" y="565"/>
                </a:lnTo>
                <a:lnTo>
                  <a:pt x="5253" y="651"/>
                </a:lnTo>
                <a:lnTo>
                  <a:pt x="5321" y="732"/>
                </a:lnTo>
                <a:lnTo>
                  <a:pt x="5337" y="759"/>
                </a:lnTo>
                <a:lnTo>
                  <a:pt x="5341" y="768"/>
                </a:lnTo>
                <a:lnTo>
                  <a:pt x="5336" y="771"/>
                </a:lnTo>
                <a:lnTo>
                  <a:pt x="5301" y="742"/>
                </a:lnTo>
                <a:lnTo>
                  <a:pt x="5254" y="691"/>
                </a:lnTo>
                <a:lnTo>
                  <a:pt x="5207" y="643"/>
                </a:lnTo>
                <a:lnTo>
                  <a:pt x="5111" y="553"/>
                </a:lnTo>
                <a:lnTo>
                  <a:pt x="5076" y="526"/>
                </a:lnTo>
                <a:lnTo>
                  <a:pt x="5049" y="504"/>
                </a:lnTo>
                <a:lnTo>
                  <a:pt x="5011" y="469"/>
                </a:lnTo>
                <a:lnTo>
                  <a:pt x="5007" y="460"/>
                </a:lnTo>
                <a:lnTo>
                  <a:pt x="5007" y="457"/>
                </a:lnTo>
                <a:lnTo>
                  <a:pt x="5012" y="456"/>
                </a:lnTo>
                <a:lnTo>
                  <a:pt x="5026" y="461"/>
                </a:lnTo>
                <a:lnTo>
                  <a:pt x="5038" y="472"/>
                </a:lnTo>
                <a:lnTo>
                  <a:pt x="5051" y="484"/>
                </a:lnTo>
                <a:lnTo>
                  <a:pt x="5079" y="499"/>
                </a:lnTo>
                <a:lnTo>
                  <a:pt x="5088" y="501"/>
                </a:lnTo>
                <a:close/>
                <a:moveTo>
                  <a:pt x="517" y="1069"/>
                </a:moveTo>
                <a:lnTo>
                  <a:pt x="488" y="1128"/>
                </a:lnTo>
                <a:lnTo>
                  <a:pt x="448" y="1228"/>
                </a:lnTo>
                <a:lnTo>
                  <a:pt x="427" y="1322"/>
                </a:lnTo>
                <a:lnTo>
                  <a:pt x="420" y="1428"/>
                </a:lnTo>
                <a:lnTo>
                  <a:pt x="421" y="1493"/>
                </a:lnTo>
                <a:lnTo>
                  <a:pt x="422" y="1543"/>
                </a:lnTo>
                <a:lnTo>
                  <a:pt x="428" y="1616"/>
                </a:lnTo>
                <a:lnTo>
                  <a:pt x="438" y="1669"/>
                </a:lnTo>
                <a:lnTo>
                  <a:pt x="457" y="1717"/>
                </a:lnTo>
                <a:lnTo>
                  <a:pt x="472" y="1744"/>
                </a:lnTo>
                <a:lnTo>
                  <a:pt x="495" y="1785"/>
                </a:lnTo>
                <a:lnTo>
                  <a:pt x="568" y="1881"/>
                </a:lnTo>
                <a:lnTo>
                  <a:pt x="652" y="1971"/>
                </a:lnTo>
                <a:lnTo>
                  <a:pt x="707" y="2019"/>
                </a:lnTo>
                <a:lnTo>
                  <a:pt x="733" y="2035"/>
                </a:lnTo>
                <a:lnTo>
                  <a:pt x="742" y="2036"/>
                </a:lnTo>
                <a:lnTo>
                  <a:pt x="763" y="2045"/>
                </a:lnTo>
                <a:lnTo>
                  <a:pt x="814" y="2078"/>
                </a:lnTo>
                <a:lnTo>
                  <a:pt x="856" y="2102"/>
                </a:lnTo>
                <a:lnTo>
                  <a:pt x="1028" y="2180"/>
                </a:lnTo>
                <a:lnTo>
                  <a:pt x="1249" y="2271"/>
                </a:lnTo>
                <a:lnTo>
                  <a:pt x="1455" y="2349"/>
                </a:lnTo>
                <a:lnTo>
                  <a:pt x="1528" y="2372"/>
                </a:lnTo>
                <a:lnTo>
                  <a:pt x="1588" y="2390"/>
                </a:lnTo>
                <a:lnTo>
                  <a:pt x="1655" y="2413"/>
                </a:lnTo>
                <a:lnTo>
                  <a:pt x="1665" y="2420"/>
                </a:lnTo>
                <a:lnTo>
                  <a:pt x="1655" y="2422"/>
                </a:lnTo>
                <a:lnTo>
                  <a:pt x="1616" y="2421"/>
                </a:lnTo>
                <a:lnTo>
                  <a:pt x="1569" y="2418"/>
                </a:lnTo>
                <a:lnTo>
                  <a:pt x="1514" y="2413"/>
                </a:lnTo>
                <a:lnTo>
                  <a:pt x="1376" y="2382"/>
                </a:lnTo>
                <a:lnTo>
                  <a:pt x="1213" y="2333"/>
                </a:lnTo>
                <a:lnTo>
                  <a:pt x="1036" y="2267"/>
                </a:lnTo>
                <a:lnTo>
                  <a:pt x="855" y="2190"/>
                </a:lnTo>
                <a:lnTo>
                  <a:pt x="678" y="2105"/>
                </a:lnTo>
                <a:lnTo>
                  <a:pt x="516" y="2017"/>
                </a:lnTo>
                <a:lnTo>
                  <a:pt x="378" y="1929"/>
                </a:lnTo>
                <a:lnTo>
                  <a:pt x="323" y="1886"/>
                </a:lnTo>
                <a:lnTo>
                  <a:pt x="267" y="1840"/>
                </a:lnTo>
                <a:lnTo>
                  <a:pt x="202" y="1776"/>
                </a:lnTo>
                <a:lnTo>
                  <a:pt x="170" y="1735"/>
                </a:lnTo>
                <a:lnTo>
                  <a:pt x="144" y="1695"/>
                </a:lnTo>
                <a:lnTo>
                  <a:pt x="126" y="1654"/>
                </a:lnTo>
                <a:lnTo>
                  <a:pt x="115" y="1613"/>
                </a:lnTo>
                <a:lnTo>
                  <a:pt x="109" y="1568"/>
                </a:lnTo>
                <a:lnTo>
                  <a:pt x="109" y="1545"/>
                </a:lnTo>
                <a:lnTo>
                  <a:pt x="109" y="1524"/>
                </a:lnTo>
                <a:lnTo>
                  <a:pt x="116" y="1478"/>
                </a:lnTo>
                <a:lnTo>
                  <a:pt x="130" y="1430"/>
                </a:lnTo>
                <a:lnTo>
                  <a:pt x="151" y="1381"/>
                </a:lnTo>
                <a:lnTo>
                  <a:pt x="178" y="1332"/>
                </a:lnTo>
                <a:lnTo>
                  <a:pt x="211" y="1283"/>
                </a:lnTo>
                <a:lnTo>
                  <a:pt x="250" y="1234"/>
                </a:lnTo>
                <a:lnTo>
                  <a:pt x="292" y="1187"/>
                </a:lnTo>
                <a:lnTo>
                  <a:pt x="317" y="1165"/>
                </a:lnTo>
                <a:lnTo>
                  <a:pt x="393" y="1096"/>
                </a:lnTo>
                <a:lnTo>
                  <a:pt x="501" y="1009"/>
                </a:lnTo>
                <a:lnTo>
                  <a:pt x="550" y="977"/>
                </a:lnTo>
                <a:lnTo>
                  <a:pt x="560" y="973"/>
                </a:lnTo>
                <a:lnTo>
                  <a:pt x="559" y="979"/>
                </a:lnTo>
                <a:lnTo>
                  <a:pt x="537" y="1032"/>
                </a:lnTo>
                <a:lnTo>
                  <a:pt x="517" y="1069"/>
                </a:lnTo>
                <a:close/>
                <a:moveTo>
                  <a:pt x="575" y="1347"/>
                </a:moveTo>
                <a:lnTo>
                  <a:pt x="577" y="1394"/>
                </a:lnTo>
                <a:lnTo>
                  <a:pt x="600" y="1502"/>
                </a:lnTo>
                <a:lnTo>
                  <a:pt x="637" y="1616"/>
                </a:lnTo>
                <a:lnTo>
                  <a:pt x="681" y="1712"/>
                </a:lnTo>
                <a:lnTo>
                  <a:pt x="705" y="1746"/>
                </a:lnTo>
                <a:lnTo>
                  <a:pt x="736" y="1785"/>
                </a:lnTo>
                <a:lnTo>
                  <a:pt x="822" y="1876"/>
                </a:lnTo>
                <a:lnTo>
                  <a:pt x="918" y="1965"/>
                </a:lnTo>
                <a:lnTo>
                  <a:pt x="1003" y="2035"/>
                </a:lnTo>
                <a:lnTo>
                  <a:pt x="1034" y="2055"/>
                </a:lnTo>
                <a:lnTo>
                  <a:pt x="1084" y="2085"/>
                </a:lnTo>
                <a:lnTo>
                  <a:pt x="1116" y="2109"/>
                </a:lnTo>
                <a:lnTo>
                  <a:pt x="1117" y="2114"/>
                </a:lnTo>
                <a:lnTo>
                  <a:pt x="1089" y="2107"/>
                </a:lnTo>
                <a:lnTo>
                  <a:pt x="999" y="2067"/>
                </a:lnTo>
                <a:lnTo>
                  <a:pt x="933" y="2035"/>
                </a:lnTo>
                <a:lnTo>
                  <a:pt x="859" y="1995"/>
                </a:lnTo>
                <a:lnTo>
                  <a:pt x="742" y="1923"/>
                </a:lnTo>
                <a:lnTo>
                  <a:pt x="677" y="1868"/>
                </a:lnTo>
                <a:lnTo>
                  <a:pt x="642" y="1829"/>
                </a:lnTo>
                <a:lnTo>
                  <a:pt x="611" y="1788"/>
                </a:lnTo>
                <a:lnTo>
                  <a:pt x="583" y="1744"/>
                </a:lnTo>
                <a:lnTo>
                  <a:pt x="571" y="1721"/>
                </a:lnTo>
                <a:lnTo>
                  <a:pt x="558" y="1692"/>
                </a:lnTo>
                <a:lnTo>
                  <a:pt x="540" y="1641"/>
                </a:lnTo>
                <a:lnTo>
                  <a:pt x="529" y="1589"/>
                </a:lnTo>
                <a:lnTo>
                  <a:pt x="526" y="1523"/>
                </a:lnTo>
                <a:lnTo>
                  <a:pt x="525" y="1478"/>
                </a:lnTo>
                <a:lnTo>
                  <a:pt x="527" y="1417"/>
                </a:lnTo>
                <a:lnTo>
                  <a:pt x="535" y="1328"/>
                </a:lnTo>
                <a:lnTo>
                  <a:pt x="540" y="1312"/>
                </a:lnTo>
                <a:lnTo>
                  <a:pt x="547" y="1301"/>
                </a:lnTo>
                <a:lnTo>
                  <a:pt x="559" y="1294"/>
                </a:lnTo>
                <a:lnTo>
                  <a:pt x="568" y="1303"/>
                </a:lnTo>
                <a:lnTo>
                  <a:pt x="574" y="1329"/>
                </a:lnTo>
                <a:lnTo>
                  <a:pt x="575" y="1347"/>
                </a:lnTo>
                <a:close/>
                <a:moveTo>
                  <a:pt x="5542" y="1670"/>
                </a:moveTo>
                <a:lnTo>
                  <a:pt x="5537" y="1684"/>
                </a:lnTo>
                <a:lnTo>
                  <a:pt x="5534" y="1714"/>
                </a:lnTo>
                <a:lnTo>
                  <a:pt x="5537" y="1726"/>
                </a:lnTo>
                <a:lnTo>
                  <a:pt x="5540" y="1735"/>
                </a:lnTo>
                <a:lnTo>
                  <a:pt x="5536" y="1748"/>
                </a:lnTo>
                <a:lnTo>
                  <a:pt x="5531" y="1749"/>
                </a:lnTo>
                <a:lnTo>
                  <a:pt x="5524" y="1750"/>
                </a:lnTo>
                <a:lnTo>
                  <a:pt x="5518" y="1760"/>
                </a:lnTo>
                <a:lnTo>
                  <a:pt x="5519" y="1767"/>
                </a:lnTo>
                <a:lnTo>
                  <a:pt x="5519" y="1775"/>
                </a:lnTo>
                <a:lnTo>
                  <a:pt x="5504" y="1804"/>
                </a:lnTo>
                <a:lnTo>
                  <a:pt x="5449" y="1875"/>
                </a:lnTo>
                <a:lnTo>
                  <a:pt x="5382" y="1949"/>
                </a:lnTo>
                <a:lnTo>
                  <a:pt x="5309" y="2028"/>
                </a:lnTo>
                <a:lnTo>
                  <a:pt x="5350" y="1960"/>
                </a:lnTo>
                <a:lnTo>
                  <a:pt x="5378" y="1907"/>
                </a:lnTo>
                <a:lnTo>
                  <a:pt x="5419" y="1811"/>
                </a:lnTo>
                <a:lnTo>
                  <a:pt x="5434" y="1762"/>
                </a:lnTo>
                <a:lnTo>
                  <a:pt x="5435" y="1749"/>
                </a:lnTo>
                <a:lnTo>
                  <a:pt x="5439" y="1723"/>
                </a:lnTo>
                <a:lnTo>
                  <a:pt x="5483" y="1595"/>
                </a:lnTo>
                <a:lnTo>
                  <a:pt x="5507" y="1539"/>
                </a:lnTo>
                <a:lnTo>
                  <a:pt x="5537" y="1471"/>
                </a:lnTo>
                <a:lnTo>
                  <a:pt x="5548" y="1555"/>
                </a:lnTo>
                <a:lnTo>
                  <a:pt x="5551" y="1590"/>
                </a:lnTo>
                <a:lnTo>
                  <a:pt x="5549" y="1653"/>
                </a:lnTo>
                <a:lnTo>
                  <a:pt x="5542" y="1670"/>
                </a:lnTo>
                <a:close/>
                <a:moveTo>
                  <a:pt x="5261" y="1896"/>
                </a:moveTo>
                <a:lnTo>
                  <a:pt x="5228" y="1946"/>
                </a:lnTo>
                <a:lnTo>
                  <a:pt x="5150" y="2042"/>
                </a:lnTo>
                <a:lnTo>
                  <a:pt x="5062" y="2127"/>
                </a:lnTo>
                <a:lnTo>
                  <a:pt x="4972" y="2195"/>
                </a:lnTo>
                <a:lnTo>
                  <a:pt x="4928" y="2218"/>
                </a:lnTo>
                <a:lnTo>
                  <a:pt x="4900" y="2231"/>
                </a:lnTo>
                <a:lnTo>
                  <a:pt x="4824" y="2258"/>
                </a:lnTo>
                <a:lnTo>
                  <a:pt x="4673" y="2298"/>
                </a:lnTo>
                <a:lnTo>
                  <a:pt x="4413" y="2350"/>
                </a:lnTo>
                <a:lnTo>
                  <a:pt x="4119" y="2392"/>
                </a:lnTo>
                <a:lnTo>
                  <a:pt x="3968" y="2408"/>
                </a:lnTo>
                <a:lnTo>
                  <a:pt x="3866" y="2416"/>
                </a:lnTo>
                <a:lnTo>
                  <a:pt x="3563" y="2430"/>
                </a:lnTo>
                <a:lnTo>
                  <a:pt x="3246" y="2439"/>
                </a:lnTo>
                <a:lnTo>
                  <a:pt x="3077" y="2440"/>
                </a:lnTo>
                <a:lnTo>
                  <a:pt x="3019" y="2437"/>
                </a:lnTo>
                <a:lnTo>
                  <a:pt x="3016" y="2435"/>
                </a:lnTo>
                <a:lnTo>
                  <a:pt x="3022" y="2430"/>
                </a:lnTo>
                <a:lnTo>
                  <a:pt x="3046" y="2422"/>
                </a:lnTo>
                <a:lnTo>
                  <a:pt x="3126" y="2410"/>
                </a:lnTo>
                <a:lnTo>
                  <a:pt x="3234" y="2399"/>
                </a:lnTo>
                <a:lnTo>
                  <a:pt x="3339" y="2388"/>
                </a:lnTo>
                <a:lnTo>
                  <a:pt x="3394" y="2380"/>
                </a:lnTo>
                <a:lnTo>
                  <a:pt x="3443" y="2374"/>
                </a:lnTo>
                <a:lnTo>
                  <a:pt x="3535" y="2365"/>
                </a:lnTo>
                <a:lnTo>
                  <a:pt x="3628" y="2356"/>
                </a:lnTo>
                <a:lnTo>
                  <a:pt x="3688" y="2349"/>
                </a:lnTo>
                <a:lnTo>
                  <a:pt x="3992" y="2299"/>
                </a:lnTo>
                <a:lnTo>
                  <a:pt x="4108" y="2283"/>
                </a:lnTo>
                <a:lnTo>
                  <a:pt x="4159" y="2274"/>
                </a:lnTo>
                <a:lnTo>
                  <a:pt x="4222" y="2259"/>
                </a:lnTo>
                <a:lnTo>
                  <a:pt x="4286" y="2243"/>
                </a:lnTo>
                <a:lnTo>
                  <a:pt x="4340" y="2233"/>
                </a:lnTo>
                <a:lnTo>
                  <a:pt x="4383" y="2226"/>
                </a:lnTo>
                <a:lnTo>
                  <a:pt x="4479" y="2203"/>
                </a:lnTo>
                <a:lnTo>
                  <a:pt x="4639" y="2154"/>
                </a:lnTo>
                <a:lnTo>
                  <a:pt x="4857" y="2070"/>
                </a:lnTo>
                <a:lnTo>
                  <a:pt x="5004" y="2002"/>
                </a:lnTo>
                <a:lnTo>
                  <a:pt x="5086" y="1955"/>
                </a:lnTo>
                <a:lnTo>
                  <a:pt x="5121" y="1934"/>
                </a:lnTo>
                <a:lnTo>
                  <a:pt x="5149" y="1913"/>
                </a:lnTo>
                <a:lnTo>
                  <a:pt x="5193" y="1887"/>
                </a:lnTo>
                <a:lnTo>
                  <a:pt x="5202" y="1884"/>
                </a:lnTo>
                <a:lnTo>
                  <a:pt x="5217" y="1877"/>
                </a:lnTo>
                <a:lnTo>
                  <a:pt x="5248" y="1851"/>
                </a:lnTo>
                <a:lnTo>
                  <a:pt x="5268" y="1832"/>
                </a:lnTo>
                <a:lnTo>
                  <a:pt x="5288" y="1819"/>
                </a:lnTo>
                <a:lnTo>
                  <a:pt x="5295" y="1818"/>
                </a:lnTo>
                <a:lnTo>
                  <a:pt x="5296" y="1829"/>
                </a:lnTo>
                <a:lnTo>
                  <a:pt x="5279" y="1867"/>
                </a:lnTo>
                <a:lnTo>
                  <a:pt x="5261" y="1896"/>
                </a:lnTo>
                <a:close/>
                <a:moveTo>
                  <a:pt x="4306" y="2478"/>
                </a:moveTo>
                <a:lnTo>
                  <a:pt x="4286" y="2488"/>
                </a:lnTo>
                <a:lnTo>
                  <a:pt x="4190" y="2512"/>
                </a:lnTo>
                <a:lnTo>
                  <a:pt x="3962" y="2556"/>
                </a:lnTo>
                <a:lnTo>
                  <a:pt x="3766" y="2587"/>
                </a:lnTo>
                <a:lnTo>
                  <a:pt x="3684" y="2596"/>
                </a:lnTo>
                <a:lnTo>
                  <a:pt x="3459" y="2610"/>
                </a:lnTo>
                <a:lnTo>
                  <a:pt x="3219" y="2616"/>
                </a:lnTo>
                <a:lnTo>
                  <a:pt x="3076" y="2614"/>
                </a:lnTo>
                <a:lnTo>
                  <a:pt x="3009" y="2609"/>
                </a:lnTo>
                <a:lnTo>
                  <a:pt x="2988" y="2605"/>
                </a:lnTo>
                <a:lnTo>
                  <a:pt x="2901" y="2588"/>
                </a:lnTo>
                <a:lnTo>
                  <a:pt x="2719" y="2557"/>
                </a:lnTo>
                <a:lnTo>
                  <a:pt x="2524" y="2526"/>
                </a:lnTo>
                <a:lnTo>
                  <a:pt x="2389" y="2501"/>
                </a:lnTo>
                <a:lnTo>
                  <a:pt x="2279" y="2478"/>
                </a:lnTo>
                <a:lnTo>
                  <a:pt x="2423" y="2487"/>
                </a:lnTo>
                <a:lnTo>
                  <a:pt x="2536" y="2496"/>
                </a:lnTo>
                <a:lnTo>
                  <a:pt x="2575" y="2501"/>
                </a:lnTo>
                <a:lnTo>
                  <a:pt x="2596" y="2506"/>
                </a:lnTo>
                <a:lnTo>
                  <a:pt x="2731" y="2517"/>
                </a:lnTo>
                <a:lnTo>
                  <a:pt x="3061" y="2529"/>
                </a:lnTo>
                <a:lnTo>
                  <a:pt x="3318" y="2531"/>
                </a:lnTo>
                <a:lnTo>
                  <a:pt x="3451" y="2529"/>
                </a:lnTo>
                <a:lnTo>
                  <a:pt x="3762" y="2516"/>
                </a:lnTo>
                <a:lnTo>
                  <a:pt x="4057" y="2496"/>
                </a:lnTo>
                <a:lnTo>
                  <a:pt x="4213" y="2479"/>
                </a:lnTo>
                <a:lnTo>
                  <a:pt x="4270" y="2469"/>
                </a:lnTo>
                <a:lnTo>
                  <a:pt x="4280" y="2465"/>
                </a:lnTo>
                <a:lnTo>
                  <a:pt x="4290" y="2460"/>
                </a:lnTo>
                <a:lnTo>
                  <a:pt x="4313" y="2458"/>
                </a:lnTo>
                <a:lnTo>
                  <a:pt x="4325" y="2459"/>
                </a:lnTo>
                <a:lnTo>
                  <a:pt x="4323" y="2468"/>
                </a:lnTo>
                <a:lnTo>
                  <a:pt x="4306" y="2478"/>
                </a:lnTo>
                <a:close/>
                <a:moveTo>
                  <a:pt x="2043" y="2526"/>
                </a:moveTo>
                <a:lnTo>
                  <a:pt x="2057" y="2530"/>
                </a:lnTo>
                <a:lnTo>
                  <a:pt x="2069" y="2536"/>
                </a:lnTo>
                <a:lnTo>
                  <a:pt x="2050" y="2537"/>
                </a:lnTo>
                <a:lnTo>
                  <a:pt x="2000" y="2532"/>
                </a:lnTo>
                <a:lnTo>
                  <a:pt x="1963" y="2528"/>
                </a:lnTo>
                <a:lnTo>
                  <a:pt x="1903" y="2514"/>
                </a:lnTo>
                <a:lnTo>
                  <a:pt x="1891" y="2507"/>
                </a:lnTo>
                <a:lnTo>
                  <a:pt x="1888" y="2504"/>
                </a:lnTo>
                <a:lnTo>
                  <a:pt x="1891" y="2500"/>
                </a:lnTo>
                <a:lnTo>
                  <a:pt x="1910" y="2498"/>
                </a:lnTo>
                <a:lnTo>
                  <a:pt x="1956" y="2503"/>
                </a:lnTo>
                <a:lnTo>
                  <a:pt x="2013" y="2516"/>
                </a:lnTo>
                <a:lnTo>
                  <a:pt x="2043" y="2526"/>
                </a:lnTo>
                <a:close/>
                <a:moveTo>
                  <a:pt x="2164" y="2552"/>
                </a:moveTo>
                <a:lnTo>
                  <a:pt x="2159" y="2556"/>
                </a:lnTo>
                <a:lnTo>
                  <a:pt x="2141" y="2557"/>
                </a:lnTo>
                <a:lnTo>
                  <a:pt x="2132" y="2554"/>
                </a:lnTo>
                <a:lnTo>
                  <a:pt x="2125" y="2550"/>
                </a:lnTo>
                <a:lnTo>
                  <a:pt x="2130" y="2545"/>
                </a:lnTo>
                <a:lnTo>
                  <a:pt x="2142" y="2544"/>
                </a:lnTo>
                <a:lnTo>
                  <a:pt x="2155" y="2544"/>
                </a:lnTo>
                <a:lnTo>
                  <a:pt x="2165" y="2547"/>
                </a:lnTo>
                <a:lnTo>
                  <a:pt x="2166" y="2550"/>
                </a:lnTo>
                <a:lnTo>
                  <a:pt x="2164" y="255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1" name="Freeform 72">
            <a:extLst>
              <a:ext uri="{FF2B5EF4-FFF2-40B4-BE49-F238E27FC236}">
                <a16:creationId xmlns:a16="http://schemas.microsoft.com/office/drawing/2014/main" id="{1D0E6270-9FA3-4CAF-9809-C9C6BE19D1A1}"/>
              </a:ext>
            </a:extLst>
          </p:cNvPr>
          <p:cNvSpPr>
            <a:spLocks noEditPoints="1"/>
          </p:cNvSpPr>
          <p:nvPr/>
        </p:nvSpPr>
        <p:spPr bwMode="auto">
          <a:xfrm>
            <a:off x="3005399" y="5251575"/>
            <a:ext cx="1680304" cy="995363"/>
          </a:xfrm>
          <a:custGeom>
            <a:avLst/>
            <a:gdLst>
              <a:gd name="T0" fmla="*/ 1466 w 6632"/>
              <a:gd name="T1" fmla="*/ 462 h 4392"/>
              <a:gd name="T2" fmla="*/ 532 w 6632"/>
              <a:gd name="T3" fmla="*/ 1437 h 4392"/>
              <a:gd name="T4" fmla="*/ 40 w 6632"/>
              <a:gd name="T5" fmla="*/ 2800 h 4392"/>
              <a:gd name="T6" fmla="*/ 262 w 6632"/>
              <a:gd name="T7" fmla="*/ 3414 h 4392"/>
              <a:gd name="T8" fmla="*/ 3 w 6632"/>
              <a:gd name="T9" fmla="*/ 3462 h 4392"/>
              <a:gd name="T10" fmla="*/ 754 w 6632"/>
              <a:gd name="T11" fmla="*/ 3944 h 4392"/>
              <a:gd name="T12" fmla="*/ 1929 w 6632"/>
              <a:gd name="T13" fmla="*/ 4221 h 4392"/>
              <a:gd name="T14" fmla="*/ 3552 w 6632"/>
              <a:gd name="T15" fmla="*/ 4356 h 4392"/>
              <a:gd name="T16" fmla="*/ 5344 w 6632"/>
              <a:gd name="T17" fmla="*/ 3581 h 4392"/>
              <a:gd name="T18" fmla="*/ 6330 w 6632"/>
              <a:gd name="T19" fmla="*/ 2545 h 4392"/>
              <a:gd name="T20" fmla="*/ 6613 w 6632"/>
              <a:gd name="T21" fmla="*/ 1439 h 4392"/>
              <a:gd name="T22" fmla="*/ 5719 w 6632"/>
              <a:gd name="T23" fmla="*/ 483 h 4392"/>
              <a:gd name="T24" fmla="*/ 3492 w 6632"/>
              <a:gd name="T25" fmla="*/ 0 h 4392"/>
              <a:gd name="T26" fmla="*/ 1716 w 6632"/>
              <a:gd name="T27" fmla="*/ 571 h 4392"/>
              <a:gd name="T28" fmla="*/ 907 w 6632"/>
              <a:gd name="T29" fmla="*/ 1288 h 4392"/>
              <a:gd name="T30" fmla="*/ 861 w 6632"/>
              <a:gd name="T31" fmla="*/ 1137 h 4392"/>
              <a:gd name="T32" fmla="*/ 1368 w 6632"/>
              <a:gd name="T33" fmla="*/ 650 h 4392"/>
              <a:gd name="T34" fmla="*/ 2304 w 6632"/>
              <a:gd name="T35" fmla="*/ 262 h 4392"/>
              <a:gd name="T36" fmla="*/ 3885 w 6632"/>
              <a:gd name="T37" fmla="*/ 375 h 4392"/>
              <a:gd name="T38" fmla="*/ 1666 w 6632"/>
              <a:gd name="T39" fmla="*/ 841 h 4392"/>
              <a:gd name="T40" fmla="*/ 1670 w 6632"/>
              <a:gd name="T41" fmla="*/ 790 h 4392"/>
              <a:gd name="T42" fmla="*/ 2880 w 6632"/>
              <a:gd name="T43" fmla="*/ 324 h 4392"/>
              <a:gd name="T44" fmla="*/ 5190 w 6632"/>
              <a:gd name="T45" fmla="*/ 613 h 4392"/>
              <a:gd name="T46" fmla="*/ 6180 w 6632"/>
              <a:gd name="T47" fmla="*/ 1129 h 4392"/>
              <a:gd name="T48" fmla="*/ 6207 w 6632"/>
              <a:gd name="T49" fmla="*/ 1978 h 4392"/>
              <a:gd name="T50" fmla="*/ 5205 w 6632"/>
              <a:gd name="T51" fmla="*/ 3173 h 4392"/>
              <a:gd name="T52" fmla="*/ 5117 w 6632"/>
              <a:gd name="T53" fmla="*/ 3173 h 4392"/>
              <a:gd name="T54" fmla="*/ 4287 w 6632"/>
              <a:gd name="T55" fmla="*/ 3514 h 4392"/>
              <a:gd name="T56" fmla="*/ 2462 w 6632"/>
              <a:gd name="T57" fmla="*/ 3607 h 4392"/>
              <a:gd name="T58" fmla="*/ 742 w 6632"/>
              <a:gd name="T59" fmla="*/ 3155 h 4392"/>
              <a:gd name="T60" fmla="*/ 960 w 6632"/>
              <a:gd name="T61" fmla="*/ 1499 h 4392"/>
              <a:gd name="T62" fmla="*/ 1691 w 6632"/>
              <a:gd name="T63" fmla="*/ 960 h 4392"/>
              <a:gd name="T64" fmla="*/ 3108 w 6632"/>
              <a:gd name="T65" fmla="*/ 581 h 4392"/>
              <a:gd name="T66" fmla="*/ 723 w 6632"/>
              <a:gd name="T67" fmla="*/ 1781 h 4392"/>
              <a:gd name="T68" fmla="*/ 470 w 6632"/>
              <a:gd name="T69" fmla="*/ 1956 h 4392"/>
              <a:gd name="T70" fmla="*/ 603 w 6632"/>
              <a:gd name="T71" fmla="*/ 2211 h 4392"/>
              <a:gd name="T72" fmla="*/ 628 w 6632"/>
              <a:gd name="T73" fmla="*/ 3172 h 4392"/>
              <a:gd name="T74" fmla="*/ 365 w 6632"/>
              <a:gd name="T75" fmla="*/ 2874 h 4392"/>
              <a:gd name="T76" fmla="*/ 683 w 6632"/>
              <a:gd name="T77" fmla="*/ 1815 h 4392"/>
              <a:gd name="T78" fmla="*/ 6013 w 6632"/>
              <a:gd name="T79" fmla="*/ 2773 h 4392"/>
              <a:gd name="T80" fmla="*/ 4591 w 6632"/>
              <a:gd name="T81" fmla="*/ 3774 h 4392"/>
              <a:gd name="T82" fmla="*/ 3995 w 6632"/>
              <a:gd name="T83" fmla="*/ 3848 h 4392"/>
              <a:gd name="T84" fmla="*/ 5093 w 6632"/>
              <a:gd name="T85" fmla="*/ 3448 h 4392"/>
              <a:gd name="T86" fmla="*/ 5755 w 6632"/>
              <a:gd name="T87" fmla="*/ 2955 h 4392"/>
              <a:gd name="T88" fmla="*/ 6395 w 6632"/>
              <a:gd name="T89" fmla="*/ 1978 h 4392"/>
              <a:gd name="T90" fmla="*/ 415 w 6632"/>
              <a:gd name="T91" fmla="*/ 2057 h 4392"/>
              <a:gd name="T92" fmla="*/ 557 w 6632"/>
              <a:gd name="T93" fmla="*/ 3427 h 4392"/>
              <a:gd name="T94" fmla="*/ 1047 w 6632"/>
              <a:gd name="T95" fmla="*/ 3802 h 4392"/>
              <a:gd name="T96" fmla="*/ 349 w 6632"/>
              <a:gd name="T97" fmla="*/ 3261 h 4392"/>
              <a:gd name="T98" fmla="*/ 2137 w 6632"/>
              <a:gd name="T99" fmla="*/ 3688 h 4392"/>
              <a:gd name="T100" fmla="*/ 2112 w 6632"/>
              <a:gd name="T101" fmla="*/ 3756 h 4392"/>
              <a:gd name="T102" fmla="*/ 905 w 6632"/>
              <a:gd name="T103" fmla="*/ 3432 h 4392"/>
              <a:gd name="T104" fmla="*/ 2350 w 6632"/>
              <a:gd name="T105" fmla="*/ 3904 h 4392"/>
              <a:gd name="T106" fmla="*/ 1402 w 6632"/>
              <a:gd name="T107" fmla="*/ 3869 h 4392"/>
              <a:gd name="T108" fmla="*/ 4658 w 6632"/>
              <a:gd name="T109" fmla="*/ 3914 h 4392"/>
              <a:gd name="T110" fmla="*/ 3484 w 6632"/>
              <a:gd name="T111" fmla="*/ 4254 h 4392"/>
              <a:gd name="T112" fmla="*/ 2245 w 6632"/>
              <a:gd name="T113" fmla="*/ 4153 h 4392"/>
              <a:gd name="T114" fmla="*/ 4279 w 6632"/>
              <a:gd name="T115" fmla="*/ 3978 h 4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6632" h="4392">
                <a:moveTo>
                  <a:pt x="3040" y="19"/>
                </a:moveTo>
                <a:lnTo>
                  <a:pt x="2837" y="45"/>
                </a:lnTo>
                <a:lnTo>
                  <a:pt x="2560" y="89"/>
                </a:lnTo>
                <a:lnTo>
                  <a:pt x="2397" y="120"/>
                </a:lnTo>
                <a:lnTo>
                  <a:pt x="2328" y="137"/>
                </a:lnTo>
                <a:lnTo>
                  <a:pt x="2252" y="156"/>
                </a:lnTo>
                <a:lnTo>
                  <a:pt x="2105" y="197"/>
                </a:lnTo>
                <a:lnTo>
                  <a:pt x="1965" y="242"/>
                </a:lnTo>
                <a:lnTo>
                  <a:pt x="1831" y="291"/>
                </a:lnTo>
                <a:lnTo>
                  <a:pt x="1703" y="343"/>
                </a:lnTo>
                <a:lnTo>
                  <a:pt x="1582" y="400"/>
                </a:lnTo>
                <a:lnTo>
                  <a:pt x="1466" y="462"/>
                </a:lnTo>
                <a:lnTo>
                  <a:pt x="1357" y="526"/>
                </a:lnTo>
                <a:lnTo>
                  <a:pt x="1251" y="596"/>
                </a:lnTo>
                <a:lnTo>
                  <a:pt x="1153" y="671"/>
                </a:lnTo>
                <a:lnTo>
                  <a:pt x="1059" y="750"/>
                </a:lnTo>
                <a:lnTo>
                  <a:pt x="969" y="833"/>
                </a:lnTo>
                <a:lnTo>
                  <a:pt x="885" y="922"/>
                </a:lnTo>
                <a:lnTo>
                  <a:pt x="806" y="1016"/>
                </a:lnTo>
                <a:lnTo>
                  <a:pt x="731" y="1115"/>
                </a:lnTo>
                <a:lnTo>
                  <a:pt x="660" y="1219"/>
                </a:lnTo>
                <a:lnTo>
                  <a:pt x="627" y="1273"/>
                </a:lnTo>
                <a:lnTo>
                  <a:pt x="553" y="1396"/>
                </a:lnTo>
                <a:lnTo>
                  <a:pt x="532" y="1437"/>
                </a:lnTo>
                <a:lnTo>
                  <a:pt x="519" y="1470"/>
                </a:lnTo>
                <a:lnTo>
                  <a:pt x="475" y="1566"/>
                </a:lnTo>
                <a:lnTo>
                  <a:pt x="416" y="1698"/>
                </a:lnTo>
                <a:lnTo>
                  <a:pt x="356" y="1850"/>
                </a:lnTo>
                <a:lnTo>
                  <a:pt x="297" y="1999"/>
                </a:lnTo>
                <a:lnTo>
                  <a:pt x="245" y="2120"/>
                </a:lnTo>
                <a:lnTo>
                  <a:pt x="211" y="2195"/>
                </a:lnTo>
                <a:lnTo>
                  <a:pt x="154" y="2337"/>
                </a:lnTo>
                <a:lnTo>
                  <a:pt x="109" y="2467"/>
                </a:lnTo>
                <a:lnTo>
                  <a:pt x="74" y="2588"/>
                </a:lnTo>
                <a:lnTo>
                  <a:pt x="52" y="2698"/>
                </a:lnTo>
                <a:lnTo>
                  <a:pt x="40" y="2800"/>
                </a:lnTo>
                <a:lnTo>
                  <a:pt x="39" y="2892"/>
                </a:lnTo>
                <a:lnTo>
                  <a:pt x="49" y="2976"/>
                </a:lnTo>
                <a:lnTo>
                  <a:pt x="59" y="3014"/>
                </a:lnTo>
                <a:lnTo>
                  <a:pt x="75" y="3077"/>
                </a:lnTo>
                <a:lnTo>
                  <a:pt x="83" y="3107"/>
                </a:lnTo>
                <a:lnTo>
                  <a:pt x="87" y="3122"/>
                </a:lnTo>
                <a:lnTo>
                  <a:pt x="109" y="3168"/>
                </a:lnTo>
                <a:lnTo>
                  <a:pt x="164" y="3258"/>
                </a:lnTo>
                <a:lnTo>
                  <a:pt x="206" y="3316"/>
                </a:lnTo>
                <a:lnTo>
                  <a:pt x="228" y="3347"/>
                </a:lnTo>
                <a:lnTo>
                  <a:pt x="259" y="3400"/>
                </a:lnTo>
                <a:lnTo>
                  <a:pt x="262" y="3414"/>
                </a:lnTo>
                <a:lnTo>
                  <a:pt x="263" y="3426"/>
                </a:lnTo>
                <a:lnTo>
                  <a:pt x="277" y="3467"/>
                </a:lnTo>
                <a:lnTo>
                  <a:pt x="287" y="3488"/>
                </a:lnTo>
                <a:lnTo>
                  <a:pt x="314" y="3539"/>
                </a:lnTo>
                <a:lnTo>
                  <a:pt x="194" y="3478"/>
                </a:lnTo>
                <a:lnTo>
                  <a:pt x="151" y="3458"/>
                </a:lnTo>
                <a:lnTo>
                  <a:pt x="85" y="3432"/>
                </a:lnTo>
                <a:lnTo>
                  <a:pt x="49" y="3428"/>
                </a:lnTo>
                <a:lnTo>
                  <a:pt x="31" y="3431"/>
                </a:lnTo>
                <a:lnTo>
                  <a:pt x="17" y="3440"/>
                </a:lnTo>
                <a:lnTo>
                  <a:pt x="6" y="3453"/>
                </a:lnTo>
                <a:lnTo>
                  <a:pt x="3" y="3462"/>
                </a:lnTo>
                <a:lnTo>
                  <a:pt x="0" y="3471"/>
                </a:lnTo>
                <a:lnTo>
                  <a:pt x="6" y="3492"/>
                </a:lnTo>
                <a:lnTo>
                  <a:pt x="14" y="3500"/>
                </a:lnTo>
                <a:lnTo>
                  <a:pt x="53" y="3526"/>
                </a:lnTo>
                <a:lnTo>
                  <a:pt x="238" y="3627"/>
                </a:lnTo>
                <a:lnTo>
                  <a:pt x="329" y="3674"/>
                </a:lnTo>
                <a:lnTo>
                  <a:pt x="371" y="3696"/>
                </a:lnTo>
                <a:lnTo>
                  <a:pt x="473" y="3762"/>
                </a:lnTo>
                <a:lnTo>
                  <a:pt x="515" y="3794"/>
                </a:lnTo>
                <a:lnTo>
                  <a:pt x="557" y="3827"/>
                </a:lnTo>
                <a:lnTo>
                  <a:pt x="650" y="3888"/>
                </a:lnTo>
                <a:lnTo>
                  <a:pt x="754" y="3944"/>
                </a:lnTo>
                <a:lnTo>
                  <a:pt x="869" y="3992"/>
                </a:lnTo>
                <a:lnTo>
                  <a:pt x="995" y="4036"/>
                </a:lnTo>
                <a:lnTo>
                  <a:pt x="1130" y="4073"/>
                </a:lnTo>
                <a:lnTo>
                  <a:pt x="1275" y="4104"/>
                </a:lnTo>
                <a:lnTo>
                  <a:pt x="1431" y="4128"/>
                </a:lnTo>
                <a:lnTo>
                  <a:pt x="1512" y="4138"/>
                </a:lnTo>
                <a:lnTo>
                  <a:pt x="1593" y="4147"/>
                </a:lnTo>
                <a:lnTo>
                  <a:pt x="1729" y="4165"/>
                </a:lnTo>
                <a:lnTo>
                  <a:pt x="1829" y="4185"/>
                </a:lnTo>
                <a:lnTo>
                  <a:pt x="1893" y="4203"/>
                </a:lnTo>
                <a:lnTo>
                  <a:pt x="1909" y="4212"/>
                </a:lnTo>
                <a:lnTo>
                  <a:pt x="1929" y="4221"/>
                </a:lnTo>
                <a:lnTo>
                  <a:pt x="2053" y="4257"/>
                </a:lnTo>
                <a:lnTo>
                  <a:pt x="2220" y="4299"/>
                </a:lnTo>
                <a:lnTo>
                  <a:pt x="2368" y="4333"/>
                </a:lnTo>
                <a:lnTo>
                  <a:pt x="2411" y="4339"/>
                </a:lnTo>
                <a:lnTo>
                  <a:pt x="2490" y="4350"/>
                </a:lnTo>
                <a:lnTo>
                  <a:pt x="2584" y="4364"/>
                </a:lnTo>
                <a:lnTo>
                  <a:pt x="2638" y="4372"/>
                </a:lnTo>
                <a:lnTo>
                  <a:pt x="2756" y="4383"/>
                </a:lnTo>
                <a:lnTo>
                  <a:pt x="2954" y="4392"/>
                </a:lnTo>
                <a:lnTo>
                  <a:pt x="3232" y="4387"/>
                </a:lnTo>
                <a:lnTo>
                  <a:pt x="3430" y="4371"/>
                </a:lnTo>
                <a:lnTo>
                  <a:pt x="3552" y="4356"/>
                </a:lnTo>
                <a:lnTo>
                  <a:pt x="3607" y="4346"/>
                </a:lnTo>
                <a:lnTo>
                  <a:pt x="3737" y="4319"/>
                </a:lnTo>
                <a:lnTo>
                  <a:pt x="3990" y="4261"/>
                </a:lnTo>
                <a:lnTo>
                  <a:pt x="4217" y="4197"/>
                </a:lnTo>
                <a:lnTo>
                  <a:pt x="4408" y="4131"/>
                </a:lnTo>
                <a:lnTo>
                  <a:pt x="4484" y="4100"/>
                </a:lnTo>
                <a:lnTo>
                  <a:pt x="4593" y="4050"/>
                </a:lnTo>
                <a:lnTo>
                  <a:pt x="4803" y="3944"/>
                </a:lnTo>
                <a:lnTo>
                  <a:pt x="4998" y="3829"/>
                </a:lnTo>
                <a:lnTo>
                  <a:pt x="5177" y="3710"/>
                </a:lnTo>
                <a:lnTo>
                  <a:pt x="5257" y="3649"/>
                </a:lnTo>
                <a:lnTo>
                  <a:pt x="5344" y="3581"/>
                </a:lnTo>
                <a:lnTo>
                  <a:pt x="5431" y="3521"/>
                </a:lnTo>
                <a:lnTo>
                  <a:pt x="5562" y="3430"/>
                </a:lnTo>
                <a:lnTo>
                  <a:pt x="5770" y="3277"/>
                </a:lnTo>
                <a:lnTo>
                  <a:pt x="5891" y="3172"/>
                </a:lnTo>
                <a:lnTo>
                  <a:pt x="5962" y="3103"/>
                </a:lnTo>
                <a:lnTo>
                  <a:pt x="6027" y="3033"/>
                </a:lnTo>
                <a:lnTo>
                  <a:pt x="6088" y="2961"/>
                </a:lnTo>
                <a:lnTo>
                  <a:pt x="6118" y="2921"/>
                </a:lnTo>
                <a:lnTo>
                  <a:pt x="6151" y="2879"/>
                </a:lnTo>
                <a:lnTo>
                  <a:pt x="6205" y="2794"/>
                </a:lnTo>
                <a:lnTo>
                  <a:pt x="6261" y="2690"/>
                </a:lnTo>
                <a:lnTo>
                  <a:pt x="6330" y="2545"/>
                </a:lnTo>
                <a:lnTo>
                  <a:pt x="6374" y="2449"/>
                </a:lnTo>
                <a:lnTo>
                  <a:pt x="6452" y="2273"/>
                </a:lnTo>
                <a:lnTo>
                  <a:pt x="6534" y="2079"/>
                </a:lnTo>
                <a:lnTo>
                  <a:pt x="6572" y="1975"/>
                </a:lnTo>
                <a:lnTo>
                  <a:pt x="6600" y="1888"/>
                </a:lnTo>
                <a:lnTo>
                  <a:pt x="6617" y="1811"/>
                </a:lnTo>
                <a:lnTo>
                  <a:pt x="6627" y="1739"/>
                </a:lnTo>
                <a:lnTo>
                  <a:pt x="6631" y="1667"/>
                </a:lnTo>
                <a:lnTo>
                  <a:pt x="6632" y="1627"/>
                </a:lnTo>
                <a:lnTo>
                  <a:pt x="6631" y="1584"/>
                </a:lnTo>
                <a:lnTo>
                  <a:pt x="6626" y="1510"/>
                </a:lnTo>
                <a:lnTo>
                  <a:pt x="6613" y="1439"/>
                </a:lnTo>
                <a:lnTo>
                  <a:pt x="6587" y="1354"/>
                </a:lnTo>
                <a:lnTo>
                  <a:pt x="6569" y="1300"/>
                </a:lnTo>
                <a:lnTo>
                  <a:pt x="6549" y="1238"/>
                </a:lnTo>
                <a:lnTo>
                  <a:pt x="6511" y="1138"/>
                </a:lnTo>
                <a:lnTo>
                  <a:pt x="6473" y="1055"/>
                </a:lnTo>
                <a:lnTo>
                  <a:pt x="6426" y="984"/>
                </a:lnTo>
                <a:lnTo>
                  <a:pt x="6362" y="915"/>
                </a:lnTo>
                <a:lnTo>
                  <a:pt x="6275" y="842"/>
                </a:lnTo>
                <a:lnTo>
                  <a:pt x="6090" y="710"/>
                </a:lnTo>
                <a:lnTo>
                  <a:pt x="5905" y="586"/>
                </a:lnTo>
                <a:lnTo>
                  <a:pt x="5864" y="560"/>
                </a:lnTo>
                <a:lnTo>
                  <a:pt x="5719" y="483"/>
                </a:lnTo>
                <a:lnTo>
                  <a:pt x="5534" y="393"/>
                </a:lnTo>
                <a:lnTo>
                  <a:pt x="5350" y="309"/>
                </a:lnTo>
                <a:lnTo>
                  <a:pt x="5272" y="277"/>
                </a:lnTo>
                <a:lnTo>
                  <a:pt x="5168" y="237"/>
                </a:lnTo>
                <a:lnTo>
                  <a:pt x="4948" y="165"/>
                </a:lnTo>
                <a:lnTo>
                  <a:pt x="4711" y="105"/>
                </a:lnTo>
                <a:lnTo>
                  <a:pt x="4455" y="56"/>
                </a:lnTo>
                <a:lnTo>
                  <a:pt x="4316" y="34"/>
                </a:lnTo>
                <a:lnTo>
                  <a:pt x="4264" y="27"/>
                </a:lnTo>
                <a:lnTo>
                  <a:pt x="4128" y="16"/>
                </a:lnTo>
                <a:lnTo>
                  <a:pt x="3873" y="4"/>
                </a:lnTo>
                <a:lnTo>
                  <a:pt x="3492" y="0"/>
                </a:lnTo>
                <a:lnTo>
                  <a:pt x="3234" y="6"/>
                </a:lnTo>
                <a:lnTo>
                  <a:pt x="3094" y="13"/>
                </a:lnTo>
                <a:lnTo>
                  <a:pt x="3040" y="19"/>
                </a:lnTo>
                <a:close/>
                <a:moveTo>
                  <a:pt x="2457" y="238"/>
                </a:moveTo>
                <a:lnTo>
                  <a:pt x="2453" y="242"/>
                </a:lnTo>
                <a:lnTo>
                  <a:pt x="2410" y="259"/>
                </a:lnTo>
                <a:lnTo>
                  <a:pt x="2378" y="268"/>
                </a:lnTo>
                <a:lnTo>
                  <a:pt x="2335" y="283"/>
                </a:lnTo>
                <a:lnTo>
                  <a:pt x="2170" y="353"/>
                </a:lnTo>
                <a:lnTo>
                  <a:pt x="1967" y="447"/>
                </a:lnTo>
                <a:lnTo>
                  <a:pt x="1780" y="537"/>
                </a:lnTo>
                <a:lnTo>
                  <a:pt x="1716" y="571"/>
                </a:lnTo>
                <a:lnTo>
                  <a:pt x="1669" y="596"/>
                </a:lnTo>
                <a:lnTo>
                  <a:pt x="1574" y="655"/>
                </a:lnTo>
                <a:lnTo>
                  <a:pt x="1481" y="721"/>
                </a:lnTo>
                <a:lnTo>
                  <a:pt x="1389" y="792"/>
                </a:lnTo>
                <a:lnTo>
                  <a:pt x="1301" y="867"/>
                </a:lnTo>
                <a:lnTo>
                  <a:pt x="1218" y="945"/>
                </a:lnTo>
                <a:lnTo>
                  <a:pt x="1141" y="1024"/>
                </a:lnTo>
                <a:lnTo>
                  <a:pt x="1071" y="1105"/>
                </a:lnTo>
                <a:lnTo>
                  <a:pt x="1040" y="1144"/>
                </a:lnTo>
                <a:lnTo>
                  <a:pt x="1009" y="1186"/>
                </a:lnTo>
                <a:lnTo>
                  <a:pt x="936" y="1263"/>
                </a:lnTo>
                <a:lnTo>
                  <a:pt x="907" y="1288"/>
                </a:lnTo>
                <a:lnTo>
                  <a:pt x="864" y="1320"/>
                </a:lnTo>
                <a:lnTo>
                  <a:pt x="762" y="1408"/>
                </a:lnTo>
                <a:lnTo>
                  <a:pt x="689" y="1473"/>
                </a:lnTo>
                <a:lnTo>
                  <a:pt x="669" y="1491"/>
                </a:lnTo>
                <a:lnTo>
                  <a:pt x="647" y="1509"/>
                </a:lnTo>
                <a:lnTo>
                  <a:pt x="641" y="1504"/>
                </a:lnTo>
                <a:lnTo>
                  <a:pt x="652" y="1474"/>
                </a:lnTo>
                <a:lnTo>
                  <a:pt x="663" y="1448"/>
                </a:lnTo>
                <a:lnTo>
                  <a:pt x="684" y="1408"/>
                </a:lnTo>
                <a:lnTo>
                  <a:pt x="731" y="1325"/>
                </a:lnTo>
                <a:lnTo>
                  <a:pt x="790" y="1235"/>
                </a:lnTo>
                <a:lnTo>
                  <a:pt x="861" y="1137"/>
                </a:lnTo>
                <a:lnTo>
                  <a:pt x="901" y="1083"/>
                </a:lnTo>
                <a:lnTo>
                  <a:pt x="942" y="1034"/>
                </a:lnTo>
                <a:lnTo>
                  <a:pt x="1041" y="923"/>
                </a:lnTo>
                <a:lnTo>
                  <a:pt x="1141" y="823"/>
                </a:lnTo>
                <a:lnTo>
                  <a:pt x="1196" y="773"/>
                </a:lnTo>
                <a:lnTo>
                  <a:pt x="1222" y="754"/>
                </a:lnTo>
                <a:lnTo>
                  <a:pt x="1228" y="753"/>
                </a:lnTo>
                <a:lnTo>
                  <a:pt x="1234" y="751"/>
                </a:lnTo>
                <a:lnTo>
                  <a:pt x="1255" y="735"/>
                </a:lnTo>
                <a:lnTo>
                  <a:pt x="1268" y="723"/>
                </a:lnTo>
                <a:lnTo>
                  <a:pt x="1292" y="702"/>
                </a:lnTo>
                <a:lnTo>
                  <a:pt x="1368" y="650"/>
                </a:lnTo>
                <a:lnTo>
                  <a:pt x="1470" y="590"/>
                </a:lnTo>
                <a:lnTo>
                  <a:pt x="1590" y="528"/>
                </a:lnTo>
                <a:lnTo>
                  <a:pt x="1717" y="466"/>
                </a:lnTo>
                <a:lnTo>
                  <a:pt x="1845" y="410"/>
                </a:lnTo>
                <a:lnTo>
                  <a:pt x="1964" y="363"/>
                </a:lnTo>
                <a:lnTo>
                  <a:pt x="2064" y="331"/>
                </a:lnTo>
                <a:lnTo>
                  <a:pt x="2103" y="323"/>
                </a:lnTo>
                <a:lnTo>
                  <a:pt x="2133" y="315"/>
                </a:lnTo>
                <a:lnTo>
                  <a:pt x="2157" y="304"/>
                </a:lnTo>
                <a:lnTo>
                  <a:pt x="2171" y="298"/>
                </a:lnTo>
                <a:lnTo>
                  <a:pt x="2252" y="274"/>
                </a:lnTo>
                <a:lnTo>
                  <a:pt x="2304" y="262"/>
                </a:lnTo>
                <a:lnTo>
                  <a:pt x="2397" y="241"/>
                </a:lnTo>
                <a:lnTo>
                  <a:pt x="2449" y="232"/>
                </a:lnTo>
                <a:lnTo>
                  <a:pt x="2457" y="235"/>
                </a:lnTo>
                <a:lnTo>
                  <a:pt x="2457" y="238"/>
                </a:lnTo>
                <a:close/>
                <a:moveTo>
                  <a:pt x="4078" y="324"/>
                </a:moveTo>
                <a:lnTo>
                  <a:pt x="4269" y="345"/>
                </a:lnTo>
                <a:lnTo>
                  <a:pt x="4331" y="356"/>
                </a:lnTo>
                <a:lnTo>
                  <a:pt x="4323" y="360"/>
                </a:lnTo>
                <a:lnTo>
                  <a:pt x="4227" y="365"/>
                </a:lnTo>
                <a:lnTo>
                  <a:pt x="4154" y="367"/>
                </a:lnTo>
                <a:lnTo>
                  <a:pt x="3992" y="369"/>
                </a:lnTo>
                <a:lnTo>
                  <a:pt x="3885" y="375"/>
                </a:lnTo>
                <a:lnTo>
                  <a:pt x="3754" y="386"/>
                </a:lnTo>
                <a:lnTo>
                  <a:pt x="3505" y="407"/>
                </a:lnTo>
                <a:lnTo>
                  <a:pt x="3268" y="427"/>
                </a:lnTo>
                <a:lnTo>
                  <a:pt x="2899" y="469"/>
                </a:lnTo>
                <a:lnTo>
                  <a:pt x="2675" y="505"/>
                </a:lnTo>
                <a:lnTo>
                  <a:pt x="2534" y="535"/>
                </a:lnTo>
                <a:lnTo>
                  <a:pt x="2324" y="586"/>
                </a:lnTo>
                <a:lnTo>
                  <a:pt x="2170" y="632"/>
                </a:lnTo>
                <a:lnTo>
                  <a:pt x="2102" y="653"/>
                </a:lnTo>
                <a:lnTo>
                  <a:pt x="1953" y="709"/>
                </a:lnTo>
                <a:lnTo>
                  <a:pt x="1803" y="774"/>
                </a:lnTo>
                <a:lnTo>
                  <a:pt x="1666" y="841"/>
                </a:lnTo>
                <a:lnTo>
                  <a:pt x="1608" y="875"/>
                </a:lnTo>
                <a:lnTo>
                  <a:pt x="1574" y="894"/>
                </a:lnTo>
                <a:lnTo>
                  <a:pt x="1524" y="915"/>
                </a:lnTo>
                <a:lnTo>
                  <a:pt x="1515" y="915"/>
                </a:lnTo>
                <a:lnTo>
                  <a:pt x="1514" y="912"/>
                </a:lnTo>
                <a:lnTo>
                  <a:pt x="1520" y="900"/>
                </a:lnTo>
                <a:lnTo>
                  <a:pt x="1542" y="875"/>
                </a:lnTo>
                <a:lnTo>
                  <a:pt x="1588" y="835"/>
                </a:lnTo>
                <a:lnTo>
                  <a:pt x="1629" y="807"/>
                </a:lnTo>
                <a:lnTo>
                  <a:pt x="1641" y="804"/>
                </a:lnTo>
                <a:lnTo>
                  <a:pt x="1650" y="802"/>
                </a:lnTo>
                <a:lnTo>
                  <a:pt x="1670" y="790"/>
                </a:lnTo>
                <a:lnTo>
                  <a:pt x="1676" y="780"/>
                </a:lnTo>
                <a:lnTo>
                  <a:pt x="1685" y="768"/>
                </a:lnTo>
                <a:lnTo>
                  <a:pt x="1746" y="723"/>
                </a:lnTo>
                <a:lnTo>
                  <a:pt x="1897" y="626"/>
                </a:lnTo>
                <a:lnTo>
                  <a:pt x="2020" y="554"/>
                </a:lnTo>
                <a:lnTo>
                  <a:pt x="2054" y="536"/>
                </a:lnTo>
                <a:lnTo>
                  <a:pt x="2138" y="499"/>
                </a:lnTo>
                <a:lnTo>
                  <a:pt x="2237" y="464"/>
                </a:lnTo>
                <a:lnTo>
                  <a:pt x="2352" y="430"/>
                </a:lnTo>
                <a:lnTo>
                  <a:pt x="2540" y="383"/>
                </a:lnTo>
                <a:lnTo>
                  <a:pt x="2743" y="344"/>
                </a:lnTo>
                <a:lnTo>
                  <a:pt x="2880" y="324"/>
                </a:lnTo>
                <a:lnTo>
                  <a:pt x="2948" y="316"/>
                </a:lnTo>
                <a:lnTo>
                  <a:pt x="3040" y="309"/>
                </a:lnTo>
                <a:lnTo>
                  <a:pt x="3326" y="302"/>
                </a:lnTo>
                <a:lnTo>
                  <a:pt x="3661" y="305"/>
                </a:lnTo>
                <a:lnTo>
                  <a:pt x="3967" y="316"/>
                </a:lnTo>
                <a:lnTo>
                  <a:pt x="4078" y="324"/>
                </a:lnTo>
                <a:close/>
                <a:moveTo>
                  <a:pt x="4570" y="525"/>
                </a:moveTo>
                <a:lnTo>
                  <a:pt x="4642" y="530"/>
                </a:lnTo>
                <a:lnTo>
                  <a:pt x="4787" y="544"/>
                </a:lnTo>
                <a:lnTo>
                  <a:pt x="4926" y="562"/>
                </a:lnTo>
                <a:lnTo>
                  <a:pt x="5061" y="585"/>
                </a:lnTo>
                <a:lnTo>
                  <a:pt x="5190" y="613"/>
                </a:lnTo>
                <a:lnTo>
                  <a:pt x="5312" y="645"/>
                </a:lnTo>
                <a:lnTo>
                  <a:pt x="5429" y="681"/>
                </a:lnTo>
                <a:lnTo>
                  <a:pt x="5539" y="722"/>
                </a:lnTo>
                <a:lnTo>
                  <a:pt x="5591" y="744"/>
                </a:lnTo>
                <a:lnTo>
                  <a:pt x="5659" y="775"/>
                </a:lnTo>
                <a:lnTo>
                  <a:pt x="5806" y="846"/>
                </a:lnTo>
                <a:lnTo>
                  <a:pt x="5943" y="918"/>
                </a:lnTo>
                <a:lnTo>
                  <a:pt x="6042" y="976"/>
                </a:lnTo>
                <a:lnTo>
                  <a:pt x="6066" y="994"/>
                </a:lnTo>
                <a:lnTo>
                  <a:pt x="6092" y="1018"/>
                </a:lnTo>
                <a:lnTo>
                  <a:pt x="6138" y="1070"/>
                </a:lnTo>
                <a:lnTo>
                  <a:pt x="6180" y="1129"/>
                </a:lnTo>
                <a:lnTo>
                  <a:pt x="6216" y="1194"/>
                </a:lnTo>
                <a:lnTo>
                  <a:pt x="6245" y="1263"/>
                </a:lnTo>
                <a:lnTo>
                  <a:pt x="6267" y="1337"/>
                </a:lnTo>
                <a:lnTo>
                  <a:pt x="6282" y="1412"/>
                </a:lnTo>
                <a:lnTo>
                  <a:pt x="6292" y="1491"/>
                </a:lnTo>
                <a:lnTo>
                  <a:pt x="6293" y="1531"/>
                </a:lnTo>
                <a:lnTo>
                  <a:pt x="6293" y="1571"/>
                </a:lnTo>
                <a:lnTo>
                  <a:pt x="6291" y="1636"/>
                </a:lnTo>
                <a:lnTo>
                  <a:pt x="6275" y="1734"/>
                </a:lnTo>
                <a:lnTo>
                  <a:pt x="6250" y="1835"/>
                </a:lnTo>
                <a:lnTo>
                  <a:pt x="6237" y="1883"/>
                </a:lnTo>
                <a:lnTo>
                  <a:pt x="6207" y="1978"/>
                </a:lnTo>
                <a:lnTo>
                  <a:pt x="6173" y="2073"/>
                </a:lnTo>
                <a:lnTo>
                  <a:pt x="6133" y="2165"/>
                </a:lnTo>
                <a:lnTo>
                  <a:pt x="6067" y="2300"/>
                </a:lnTo>
                <a:lnTo>
                  <a:pt x="5963" y="2474"/>
                </a:lnTo>
                <a:lnTo>
                  <a:pt x="5843" y="2637"/>
                </a:lnTo>
                <a:lnTo>
                  <a:pt x="5708" y="2787"/>
                </a:lnTo>
                <a:lnTo>
                  <a:pt x="5597" y="2893"/>
                </a:lnTo>
                <a:lnTo>
                  <a:pt x="5520" y="2959"/>
                </a:lnTo>
                <a:lnTo>
                  <a:pt x="5439" y="3021"/>
                </a:lnTo>
                <a:lnTo>
                  <a:pt x="5355" y="3079"/>
                </a:lnTo>
                <a:lnTo>
                  <a:pt x="5312" y="3107"/>
                </a:lnTo>
                <a:lnTo>
                  <a:pt x="5205" y="3173"/>
                </a:lnTo>
                <a:lnTo>
                  <a:pt x="5087" y="3237"/>
                </a:lnTo>
                <a:lnTo>
                  <a:pt x="5054" y="3251"/>
                </a:lnTo>
                <a:lnTo>
                  <a:pt x="5043" y="3253"/>
                </a:lnTo>
                <a:lnTo>
                  <a:pt x="5042" y="3250"/>
                </a:lnTo>
                <a:lnTo>
                  <a:pt x="5044" y="3244"/>
                </a:lnTo>
                <a:lnTo>
                  <a:pt x="5062" y="3231"/>
                </a:lnTo>
                <a:lnTo>
                  <a:pt x="5074" y="3225"/>
                </a:lnTo>
                <a:lnTo>
                  <a:pt x="5088" y="3220"/>
                </a:lnTo>
                <a:lnTo>
                  <a:pt x="5111" y="3202"/>
                </a:lnTo>
                <a:lnTo>
                  <a:pt x="5117" y="3191"/>
                </a:lnTo>
                <a:lnTo>
                  <a:pt x="5119" y="3183"/>
                </a:lnTo>
                <a:lnTo>
                  <a:pt x="5117" y="3173"/>
                </a:lnTo>
                <a:lnTo>
                  <a:pt x="5108" y="3167"/>
                </a:lnTo>
                <a:lnTo>
                  <a:pt x="5090" y="3167"/>
                </a:lnTo>
                <a:lnTo>
                  <a:pt x="5053" y="3176"/>
                </a:lnTo>
                <a:lnTo>
                  <a:pt x="4977" y="3208"/>
                </a:lnTo>
                <a:lnTo>
                  <a:pt x="4927" y="3232"/>
                </a:lnTo>
                <a:lnTo>
                  <a:pt x="4874" y="3258"/>
                </a:lnTo>
                <a:lnTo>
                  <a:pt x="4779" y="3301"/>
                </a:lnTo>
                <a:lnTo>
                  <a:pt x="4755" y="3310"/>
                </a:lnTo>
                <a:lnTo>
                  <a:pt x="4693" y="3332"/>
                </a:lnTo>
                <a:lnTo>
                  <a:pt x="4586" y="3381"/>
                </a:lnTo>
                <a:lnTo>
                  <a:pt x="4442" y="3448"/>
                </a:lnTo>
                <a:lnTo>
                  <a:pt x="4287" y="3514"/>
                </a:lnTo>
                <a:lnTo>
                  <a:pt x="4203" y="3547"/>
                </a:lnTo>
                <a:lnTo>
                  <a:pt x="4125" y="3571"/>
                </a:lnTo>
                <a:lnTo>
                  <a:pt x="4042" y="3589"/>
                </a:lnTo>
                <a:lnTo>
                  <a:pt x="3900" y="3614"/>
                </a:lnTo>
                <a:lnTo>
                  <a:pt x="3767" y="3632"/>
                </a:lnTo>
                <a:lnTo>
                  <a:pt x="3678" y="3642"/>
                </a:lnTo>
                <a:lnTo>
                  <a:pt x="3430" y="3655"/>
                </a:lnTo>
                <a:lnTo>
                  <a:pt x="3155" y="3660"/>
                </a:lnTo>
                <a:lnTo>
                  <a:pt x="2909" y="3655"/>
                </a:lnTo>
                <a:lnTo>
                  <a:pt x="2821" y="3649"/>
                </a:lnTo>
                <a:lnTo>
                  <a:pt x="2707" y="3637"/>
                </a:lnTo>
                <a:lnTo>
                  <a:pt x="2462" y="3607"/>
                </a:lnTo>
                <a:lnTo>
                  <a:pt x="2078" y="3551"/>
                </a:lnTo>
                <a:lnTo>
                  <a:pt x="1696" y="3483"/>
                </a:lnTo>
                <a:lnTo>
                  <a:pt x="1456" y="3435"/>
                </a:lnTo>
                <a:lnTo>
                  <a:pt x="1235" y="3387"/>
                </a:lnTo>
                <a:lnTo>
                  <a:pt x="1041" y="3338"/>
                </a:lnTo>
                <a:lnTo>
                  <a:pt x="959" y="3315"/>
                </a:lnTo>
                <a:lnTo>
                  <a:pt x="903" y="3298"/>
                </a:lnTo>
                <a:lnTo>
                  <a:pt x="831" y="3272"/>
                </a:lnTo>
                <a:lnTo>
                  <a:pt x="792" y="3250"/>
                </a:lnTo>
                <a:lnTo>
                  <a:pt x="771" y="3222"/>
                </a:lnTo>
                <a:lnTo>
                  <a:pt x="762" y="3202"/>
                </a:lnTo>
                <a:lnTo>
                  <a:pt x="742" y="3155"/>
                </a:lnTo>
                <a:lnTo>
                  <a:pt x="714" y="3043"/>
                </a:lnTo>
                <a:lnTo>
                  <a:pt x="694" y="2910"/>
                </a:lnTo>
                <a:lnTo>
                  <a:pt x="685" y="2762"/>
                </a:lnTo>
                <a:lnTo>
                  <a:pt x="686" y="2602"/>
                </a:lnTo>
                <a:lnTo>
                  <a:pt x="696" y="2437"/>
                </a:lnTo>
                <a:lnTo>
                  <a:pt x="717" y="2269"/>
                </a:lnTo>
                <a:lnTo>
                  <a:pt x="747" y="2104"/>
                </a:lnTo>
                <a:lnTo>
                  <a:pt x="767" y="2024"/>
                </a:lnTo>
                <a:lnTo>
                  <a:pt x="798" y="1908"/>
                </a:lnTo>
                <a:lnTo>
                  <a:pt x="868" y="1700"/>
                </a:lnTo>
                <a:lnTo>
                  <a:pt x="924" y="1570"/>
                </a:lnTo>
                <a:lnTo>
                  <a:pt x="960" y="1499"/>
                </a:lnTo>
                <a:lnTo>
                  <a:pt x="998" y="1439"/>
                </a:lnTo>
                <a:lnTo>
                  <a:pt x="1033" y="1394"/>
                </a:lnTo>
                <a:lnTo>
                  <a:pt x="1050" y="1379"/>
                </a:lnTo>
                <a:lnTo>
                  <a:pt x="1109" y="1328"/>
                </a:lnTo>
                <a:lnTo>
                  <a:pt x="1157" y="1286"/>
                </a:lnTo>
                <a:lnTo>
                  <a:pt x="1197" y="1252"/>
                </a:lnTo>
                <a:lnTo>
                  <a:pt x="1306" y="1176"/>
                </a:lnTo>
                <a:lnTo>
                  <a:pt x="1351" y="1148"/>
                </a:lnTo>
                <a:lnTo>
                  <a:pt x="1412" y="1113"/>
                </a:lnTo>
                <a:lnTo>
                  <a:pt x="1537" y="1042"/>
                </a:lnTo>
                <a:lnTo>
                  <a:pt x="1599" y="1007"/>
                </a:lnTo>
                <a:lnTo>
                  <a:pt x="1691" y="960"/>
                </a:lnTo>
                <a:lnTo>
                  <a:pt x="1706" y="956"/>
                </a:lnTo>
                <a:lnTo>
                  <a:pt x="1720" y="953"/>
                </a:lnTo>
                <a:lnTo>
                  <a:pt x="1798" y="924"/>
                </a:lnTo>
                <a:lnTo>
                  <a:pt x="1849" y="903"/>
                </a:lnTo>
                <a:lnTo>
                  <a:pt x="1949" y="865"/>
                </a:lnTo>
                <a:lnTo>
                  <a:pt x="2212" y="783"/>
                </a:lnTo>
                <a:lnTo>
                  <a:pt x="2513" y="703"/>
                </a:lnTo>
                <a:lnTo>
                  <a:pt x="2817" y="636"/>
                </a:lnTo>
                <a:lnTo>
                  <a:pt x="2956" y="612"/>
                </a:lnTo>
                <a:lnTo>
                  <a:pt x="3005" y="602"/>
                </a:lnTo>
                <a:lnTo>
                  <a:pt x="3049" y="592"/>
                </a:lnTo>
                <a:lnTo>
                  <a:pt x="3108" y="581"/>
                </a:lnTo>
                <a:lnTo>
                  <a:pt x="3272" y="558"/>
                </a:lnTo>
                <a:lnTo>
                  <a:pt x="3476" y="540"/>
                </a:lnTo>
                <a:lnTo>
                  <a:pt x="3702" y="525"/>
                </a:lnTo>
                <a:lnTo>
                  <a:pt x="3817" y="521"/>
                </a:lnTo>
                <a:lnTo>
                  <a:pt x="4093" y="513"/>
                </a:lnTo>
                <a:lnTo>
                  <a:pt x="4175" y="508"/>
                </a:lnTo>
                <a:lnTo>
                  <a:pt x="4201" y="507"/>
                </a:lnTo>
                <a:lnTo>
                  <a:pt x="4411" y="515"/>
                </a:lnTo>
                <a:lnTo>
                  <a:pt x="4570" y="525"/>
                </a:lnTo>
                <a:close/>
                <a:moveTo>
                  <a:pt x="734" y="1766"/>
                </a:moveTo>
                <a:lnTo>
                  <a:pt x="733" y="1772"/>
                </a:lnTo>
                <a:lnTo>
                  <a:pt x="723" y="1781"/>
                </a:lnTo>
                <a:lnTo>
                  <a:pt x="716" y="1782"/>
                </a:lnTo>
                <a:lnTo>
                  <a:pt x="710" y="1781"/>
                </a:lnTo>
                <a:lnTo>
                  <a:pt x="707" y="1772"/>
                </a:lnTo>
                <a:lnTo>
                  <a:pt x="709" y="1766"/>
                </a:lnTo>
                <a:lnTo>
                  <a:pt x="713" y="1759"/>
                </a:lnTo>
                <a:lnTo>
                  <a:pt x="723" y="1750"/>
                </a:lnTo>
                <a:lnTo>
                  <a:pt x="728" y="1749"/>
                </a:lnTo>
                <a:lnTo>
                  <a:pt x="730" y="1750"/>
                </a:lnTo>
                <a:lnTo>
                  <a:pt x="734" y="1759"/>
                </a:lnTo>
                <a:lnTo>
                  <a:pt x="734" y="1766"/>
                </a:lnTo>
                <a:close/>
                <a:moveTo>
                  <a:pt x="513" y="1883"/>
                </a:moveTo>
                <a:lnTo>
                  <a:pt x="470" y="1956"/>
                </a:lnTo>
                <a:lnTo>
                  <a:pt x="433" y="2004"/>
                </a:lnTo>
                <a:lnTo>
                  <a:pt x="429" y="1998"/>
                </a:lnTo>
                <a:lnTo>
                  <a:pt x="435" y="1979"/>
                </a:lnTo>
                <a:lnTo>
                  <a:pt x="458" y="1937"/>
                </a:lnTo>
                <a:lnTo>
                  <a:pt x="554" y="1788"/>
                </a:lnTo>
                <a:lnTo>
                  <a:pt x="574" y="1766"/>
                </a:lnTo>
                <a:lnTo>
                  <a:pt x="564" y="1791"/>
                </a:lnTo>
                <a:lnTo>
                  <a:pt x="513" y="1883"/>
                </a:lnTo>
                <a:close/>
                <a:moveTo>
                  <a:pt x="681" y="1895"/>
                </a:moveTo>
                <a:lnTo>
                  <a:pt x="662" y="1952"/>
                </a:lnTo>
                <a:lnTo>
                  <a:pt x="631" y="2077"/>
                </a:lnTo>
                <a:lnTo>
                  <a:pt x="603" y="2211"/>
                </a:lnTo>
                <a:lnTo>
                  <a:pt x="581" y="2351"/>
                </a:lnTo>
                <a:lnTo>
                  <a:pt x="565" y="2490"/>
                </a:lnTo>
                <a:lnTo>
                  <a:pt x="555" y="2623"/>
                </a:lnTo>
                <a:lnTo>
                  <a:pt x="553" y="2746"/>
                </a:lnTo>
                <a:lnTo>
                  <a:pt x="558" y="2851"/>
                </a:lnTo>
                <a:lnTo>
                  <a:pt x="564" y="2896"/>
                </a:lnTo>
                <a:lnTo>
                  <a:pt x="580" y="2994"/>
                </a:lnTo>
                <a:lnTo>
                  <a:pt x="591" y="3063"/>
                </a:lnTo>
                <a:lnTo>
                  <a:pt x="595" y="3087"/>
                </a:lnTo>
                <a:lnTo>
                  <a:pt x="611" y="3136"/>
                </a:lnTo>
                <a:lnTo>
                  <a:pt x="618" y="3153"/>
                </a:lnTo>
                <a:lnTo>
                  <a:pt x="628" y="3172"/>
                </a:lnTo>
                <a:lnTo>
                  <a:pt x="630" y="3188"/>
                </a:lnTo>
                <a:lnTo>
                  <a:pt x="625" y="3193"/>
                </a:lnTo>
                <a:lnTo>
                  <a:pt x="609" y="3190"/>
                </a:lnTo>
                <a:lnTo>
                  <a:pt x="567" y="3168"/>
                </a:lnTo>
                <a:lnTo>
                  <a:pt x="537" y="3148"/>
                </a:lnTo>
                <a:lnTo>
                  <a:pt x="517" y="3133"/>
                </a:lnTo>
                <a:lnTo>
                  <a:pt x="481" y="3099"/>
                </a:lnTo>
                <a:lnTo>
                  <a:pt x="449" y="3062"/>
                </a:lnTo>
                <a:lnTo>
                  <a:pt x="421" y="3020"/>
                </a:lnTo>
                <a:lnTo>
                  <a:pt x="398" y="2975"/>
                </a:lnTo>
                <a:lnTo>
                  <a:pt x="379" y="2926"/>
                </a:lnTo>
                <a:lnTo>
                  <a:pt x="365" y="2874"/>
                </a:lnTo>
                <a:lnTo>
                  <a:pt x="355" y="2819"/>
                </a:lnTo>
                <a:lnTo>
                  <a:pt x="353" y="2789"/>
                </a:lnTo>
                <a:lnTo>
                  <a:pt x="350" y="2748"/>
                </a:lnTo>
                <a:lnTo>
                  <a:pt x="358" y="2649"/>
                </a:lnTo>
                <a:lnTo>
                  <a:pt x="379" y="2534"/>
                </a:lnTo>
                <a:lnTo>
                  <a:pt x="412" y="2411"/>
                </a:lnTo>
                <a:lnTo>
                  <a:pt x="456" y="2280"/>
                </a:lnTo>
                <a:lnTo>
                  <a:pt x="507" y="2149"/>
                </a:lnTo>
                <a:lnTo>
                  <a:pt x="567" y="2018"/>
                </a:lnTo>
                <a:lnTo>
                  <a:pt x="634" y="1894"/>
                </a:lnTo>
                <a:lnTo>
                  <a:pt x="668" y="1837"/>
                </a:lnTo>
                <a:lnTo>
                  <a:pt x="683" y="1815"/>
                </a:lnTo>
                <a:lnTo>
                  <a:pt x="697" y="1801"/>
                </a:lnTo>
                <a:lnTo>
                  <a:pt x="702" y="1801"/>
                </a:lnTo>
                <a:lnTo>
                  <a:pt x="703" y="1814"/>
                </a:lnTo>
                <a:lnTo>
                  <a:pt x="692" y="1860"/>
                </a:lnTo>
                <a:lnTo>
                  <a:pt x="681" y="1895"/>
                </a:lnTo>
                <a:close/>
                <a:moveTo>
                  <a:pt x="6374" y="2106"/>
                </a:moveTo>
                <a:lnTo>
                  <a:pt x="6358" y="2166"/>
                </a:lnTo>
                <a:lnTo>
                  <a:pt x="6321" y="2281"/>
                </a:lnTo>
                <a:lnTo>
                  <a:pt x="6269" y="2397"/>
                </a:lnTo>
                <a:lnTo>
                  <a:pt x="6202" y="2514"/>
                </a:lnTo>
                <a:lnTo>
                  <a:pt x="6117" y="2639"/>
                </a:lnTo>
                <a:lnTo>
                  <a:pt x="6013" y="2773"/>
                </a:lnTo>
                <a:lnTo>
                  <a:pt x="5887" y="2920"/>
                </a:lnTo>
                <a:lnTo>
                  <a:pt x="5736" y="3082"/>
                </a:lnTo>
                <a:lnTo>
                  <a:pt x="5650" y="3171"/>
                </a:lnTo>
                <a:lnTo>
                  <a:pt x="5574" y="3248"/>
                </a:lnTo>
                <a:lnTo>
                  <a:pt x="5459" y="3352"/>
                </a:lnTo>
                <a:lnTo>
                  <a:pt x="5398" y="3404"/>
                </a:lnTo>
                <a:lnTo>
                  <a:pt x="5375" y="3419"/>
                </a:lnTo>
                <a:lnTo>
                  <a:pt x="5307" y="3462"/>
                </a:lnTo>
                <a:lnTo>
                  <a:pt x="5131" y="3556"/>
                </a:lnTo>
                <a:lnTo>
                  <a:pt x="4921" y="3650"/>
                </a:lnTo>
                <a:lnTo>
                  <a:pt x="4699" y="3737"/>
                </a:lnTo>
                <a:lnTo>
                  <a:pt x="4591" y="3774"/>
                </a:lnTo>
                <a:lnTo>
                  <a:pt x="4485" y="3805"/>
                </a:lnTo>
                <a:lnTo>
                  <a:pt x="4216" y="3871"/>
                </a:lnTo>
                <a:lnTo>
                  <a:pt x="3918" y="3930"/>
                </a:lnTo>
                <a:lnTo>
                  <a:pt x="3642" y="3972"/>
                </a:lnTo>
                <a:lnTo>
                  <a:pt x="3531" y="3983"/>
                </a:lnTo>
                <a:lnTo>
                  <a:pt x="3495" y="3985"/>
                </a:lnTo>
                <a:lnTo>
                  <a:pt x="3472" y="3985"/>
                </a:lnTo>
                <a:lnTo>
                  <a:pt x="3474" y="3982"/>
                </a:lnTo>
                <a:lnTo>
                  <a:pt x="3536" y="3963"/>
                </a:lnTo>
                <a:lnTo>
                  <a:pt x="3691" y="3926"/>
                </a:lnTo>
                <a:lnTo>
                  <a:pt x="3806" y="3897"/>
                </a:lnTo>
                <a:lnTo>
                  <a:pt x="3995" y="3848"/>
                </a:lnTo>
                <a:lnTo>
                  <a:pt x="4037" y="3834"/>
                </a:lnTo>
                <a:lnTo>
                  <a:pt x="4103" y="3813"/>
                </a:lnTo>
                <a:lnTo>
                  <a:pt x="4164" y="3794"/>
                </a:lnTo>
                <a:lnTo>
                  <a:pt x="4282" y="3754"/>
                </a:lnTo>
                <a:lnTo>
                  <a:pt x="4544" y="3664"/>
                </a:lnTo>
                <a:lnTo>
                  <a:pt x="4798" y="3575"/>
                </a:lnTo>
                <a:lnTo>
                  <a:pt x="4884" y="3548"/>
                </a:lnTo>
                <a:lnTo>
                  <a:pt x="4907" y="3539"/>
                </a:lnTo>
                <a:lnTo>
                  <a:pt x="4942" y="3518"/>
                </a:lnTo>
                <a:lnTo>
                  <a:pt x="4990" y="3492"/>
                </a:lnTo>
                <a:lnTo>
                  <a:pt x="5059" y="3462"/>
                </a:lnTo>
                <a:lnTo>
                  <a:pt x="5093" y="3448"/>
                </a:lnTo>
                <a:lnTo>
                  <a:pt x="5158" y="3413"/>
                </a:lnTo>
                <a:lnTo>
                  <a:pt x="5181" y="3399"/>
                </a:lnTo>
                <a:lnTo>
                  <a:pt x="5199" y="3387"/>
                </a:lnTo>
                <a:lnTo>
                  <a:pt x="5229" y="3371"/>
                </a:lnTo>
                <a:lnTo>
                  <a:pt x="5236" y="3369"/>
                </a:lnTo>
                <a:lnTo>
                  <a:pt x="5246" y="3367"/>
                </a:lnTo>
                <a:lnTo>
                  <a:pt x="5282" y="3345"/>
                </a:lnTo>
                <a:lnTo>
                  <a:pt x="5368" y="3287"/>
                </a:lnTo>
                <a:lnTo>
                  <a:pt x="5516" y="3172"/>
                </a:lnTo>
                <a:lnTo>
                  <a:pt x="5656" y="3054"/>
                </a:lnTo>
                <a:lnTo>
                  <a:pt x="5706" y="3006"/>
                </a:lnTo>
                <a:lnTo>
                  <a:pt x="5755" y="2955"/>
                </a:lnTo>
                <a:lnTo>
                  <a:pt x="5855" y="2841"/>
                </a:lnTo>
                <a:lnTo>
                  <a:pt x="5952" y="2717"/>
                </a:lnTo>
                <a:lnTo>
                  <a:pt x="6046" y="2585"/>
                </a:lnTo>
                <a:lnTo>
                  <a:pt x="6134" y="2449"/>
                </a:lnTo>
                <a:lnTo>
                  <a:pt x="6215" y="2314"/>
                </a:lnTo>
                <a:lnTo>
                  <a:pt x="6283" y="2182"/>
                </a:lnTo>
                <a:lnTo>
                  <a:pt x="6340" y="2056"/>
                </a:lnTo>
                <a:lnTo>
                  <a:pt x="6361" y="1999"/>
                </a:lnTo>
                <a:lnTo>
                  <a:pt x="6375" y="1963"/>
                </a:lnTo>
                <a:lnTo>
                  <a:pt x="6388" y="1946"/>
                </a:lnTo>
                <a:lnTo>
                  <a:pt x="6393" y="1950"/>
                </a:lnTo>
                <a:lnTo>
                  <a:pt x="6395" y="1978"/>
                </a:lnTo>
                <a:lnTo>
                  <a:pt x="6385" y="2054"/>
                </a:lnTo>
                <a:lnTo>
                  <a:pt x="6374" y="2106"/>
                </a:lnTo>
                <a:close/>
                <a:moveTo>
                  <a:pt x="415" y="2057"/>
                </a:moveTo>
                <a:lnTo>
                  <a:pt x="405" y="2067"/>
                </a:lnTo>
                <a:lnTo>
                  <a:pt x="401" y="2062"/>
                </a:lnTo>
                <a:lnTo>
                  <a:pt x="407" y="2047"/>
                </a:lnTo>
                <a:lnTo>
                  <a:pt x="411" y="2036"/>
                </a:lnTo>
                <a:lnTo>
                  <a:pt x="423" y="2025"/>
                </a:lnTo>
                <a:lnTo>
                  <a:pt x="427" y="2027"/>
                </a:lnTo>
                <a:lnTo>
                  <a:pt x="429" y="2032"/>
                </a:lnTo>
                <a:lnTo>
                  <a:pt x="423" y="2048"/>
                </a:lnTo>
                <a:lnTo>
                  <a:pt x="415" y="2057"/>
                </a:lnTo>
                <a:close/>
                <a:moveTo>
                  <a:pt x="172" y="2748"/>
                </a:moveTo>
                <a:lnTo>
                  <a:pt x="169" y="2755"/>
                </a:lnTo>
                <a:lnTo>
                  <a:pt x="163" y="2750"/>
                </a:lnTo>
                <a:lnTo>
                  <a:pt x="162" y="2738"/>
                </a:lnTo>
                <a:lnTo>
                  <a:pt x="162" y="2725"/>
                </a:lnTo>
                <a:lnTo>
                  <a:pt x="165" y="2715"/>
                </a:lnTo>
                <a:lnTo>
                  <a:pt x="169" y="2714"/>
                </a:lnTo>
                <a:lnTo>
                  <a:pt x="171" y="2716"/>
                </a:lnTo>
                <a:lnTo>
                  <a:pt x="174" y="2721"/>
                </a:lnTo>
                <a:lnTo>
                  <a:pt x="175" y="2738"/>
                </a:lnTo>
                <a:lnTo>
                  <a:pt x="172" y="2748"/>
                </a:lnTo>
                <a:close/>
                <a:moveTo>
                  <a:pt x="557" y="3427"/>
                </a:moveTo>
                <a:lnTo>
                  <a:pt x="610" y="3460"/>
                </a:lnTo>
                <a:lnTo>
                  <a:pt x="692" y="3503"/>
                </a:lnTo>
                <a:lnTo>
                  <a:pt x="718" y="3512"/>
                </a:lnTo>
                <a:lnTo>
                  <a:pt x="738" y="3520"/>
                </a:lnTo>
                <a:lnTo>
                  <a:pt x="785" y="3544"/>
                </a:lnTo>
                <a:lnTo>
                  <a:pt x="812" y="3562"/>
                </a:lnTo>
                <a:lnTo>
                  <a:pt x="905" y="3640"/>
                </a:lnTo>
                <a:lnTo>
                  <a:pt x="1004" y="3733"/>
                </a:lnTo>
                <a:lnTo>
                  <a:pt x="1055" y="3786"/>
                </a:lnTo>
                <a:lnTo>
                  <a:pt x="1069" y="3806"/>
                </a:lnTo>
                <a:lnTo>
                  <a:pt x="1066" y="3807"/>
                </a:lnTo>
                <a:lnTo>
                  <a:pt x="1047" y="3802"/>
                </a:lnTo>
                <a:lnTo>
                  <a:pt x="952" y="3754"/>
                </a:lnTo>
                <a:lnTo>
                  <a:pt x="823" y="3683"/>
                </a:lnTo>
                <a:lnTo>
                  <a:pt x="703" y="3610"/>
                </a:lnTo>
                <a:lnTo>
                  <a:pt x="662" y="3581"/>
                </a:lnTo>
                <a:lnTo>
                  <a:pt x="607" y="3540"/>
                </a:lnTo>
                <a:lnTo>
                  <a:pt x="501" y="3453"/>
                </a:lnTo>
                <a:lnTo>
                  <a:pt x="416" y="3371"/>
                </a:lnTo>
                <a:lnTo>
                  <a:pt x="373" y="3320"/>
                </a:lnTo>
                <a:lnTo>
                  <a:pt x="356" y="3294"/>
                </a:lnTo>
                <a:lnTo>
                  <a:pt x="353" y="3285"/>
                </a:lnTo>
                <a:lnTo>
                  <a:pt x="349" y="3271"/>
                </a:lnTo>
                <a:lnTo>
                  <a:pt x="349" y="3261"/>
                </a:lnTo>
                <a:lnTo>
                  <a:pt x="351" y="3259"/>
                </a:lnTo>
                <a:lnTo>
                  <a:pt x="369" y="3270"/>
                </a:lnTo>
                <a:lnTo>
                  <a:pt x="407" y="3308"/>
                </a:lnTo>
                <a:lnTo>
                  <a:pt x="437" y="3338"/>
                </a:lnTo>
                <a:lnTo>
                  <a:pt x="520" y="3403"/>
                </a:lnTo>
                <a:lnTo>
                  <a:pt x="557" y="3427"/>
                </a:lnTo>
                <a:close/>
                <a:moveTo>
                  <a:pt x="1088" y="3480"/>
                </a:moveTo>
                <a:lnTo>
                  <a:pt x="1242" y="3515"/>
                </a:lnTo>
                <a:lnTo>
                  <a:pt x="1515" y="3575"/>
                </a:lnTo>
                <a:lnTo>
                  <a:pt x="1763" y="3625"/>
                </a:lnTo>
                <a:lnTo>
                  <a:pt x="2007" y="3667"/>
                </a:lnTo>
                <a:lnTo>
                  <a:pt x="2137" y="3688"/>
                </a:lnTo>
                <a:lnTo>
                  <a:pt x="2273" y="3709"/>
                </a:lnTo>
                <a:lnTo>
                  <a:pt x="2488" y="3736"/>
                </a:lnTo>
                <a:lnTo>
                  <a:pt x="2675" y="3756"/>
                </a:lnTo>
                <a:lnTo>
                  <a:pt x="2740" y="3765"/>
                </a:lnTo>
                <a:lnTo>
                  <a:pt x="2831" y="3780"/>
                </a:lnTo>
                <a:lnTo>
                  <a:pt x="2844" y="3786"/>
                </a:lnTo>
                <a:lnTo>
                  <a:pt x="2842" y="3788"/>
                </a:lnTo>
                <a:lnTo>
                  <a:pt x="2801" y="3790"/>
                </a:lnTo>
                <a:lnTo>
                  <a:pt x="2675" y="3789"/>
                </a:lnTo>
                <a:lnTo>
                  <a:pt x="2435" y="3780"/>
                </a:lnTo>
                <a:lnTo>
                  <a:pt x="2198" y="3765"/>
                </a:lnTo>
                <a:lnTo>
                  <a:pt x="2112" y="3756"/>
                </a:lnTo>
                <a:lnTo>
                  <a:pt x="2029" y="3747"/>
                </a:lnTo>
                <a:lnTo>
                  <a:pt x="1846" y="3718"/>
                </a:lnTo>
                <a:lnTo>
                  <a:pt x="1650" y="3678"/>
                </a:lnTo>
                <a:lnTo>
                  <a:pt x="1455" y="3634"/>
                </a:lnTo>
                <a:lnTo>
                  <a:pt x="1271" y="3585"/>
                </a:lnTo>
                <a:lnTo>
                  <a:pt x="1112" y="3538"/>
                </a:lnTo>
                <a:lnTo>
                  <a:pt x="988" y="3492"/>
                </a:lnTo>
                <a:lnTo>
                  <a:pt x="927" y="3463"/>
                </a:lnTo>
                <a:lnTo>
                  <a:pt x="902" y="3446"/>
                </a:lnTo>
                <a:lnTo>
                  <a:pt x="896" y="3437"/>
                </a:lnTo>
                <a:lnTo>
                  <a:pt x="895" y="3434"/>
                </a:lnTo>
                <a:lnTo>
                  <a:pt x="905" y="3432"/>
                </a:lnTo>
                <a:lnTo>
                  <a:pt x="938" y="3437"/>
                </a:lnTo>
                <a:lnTo>
                  <a:pt x="972" y="3447"/>
                </a:lnTo>
                <a:lnTo>
                  <a:pt x="1047" y="3468"/>
                </a:lnTo>
                <a:lnTo>
                  <a:pt x="1088" y="3480"/>
                </a:lnTo>
                <a:close/>
                <a:moveTo>
                  <a:pt x="1360" y="3738"/>
                </a:moveTo>
                <a:lnTo>
                  <a:pt x="1466" y="3767"/>
                </a:lnTo>
                <a:lnTo>
                  <a:pt x="1676" y="3815"/>
                </a:lnTo>
                <a:lnTo>
                  <a:pt x="1883" y="3852"/>
                </a:lnTo>
                <a:lnTo>
                  <a:pt x="2083" y="3877"/>
                </a:lnTo>
                <a:lnTo>
                  <a:pt x="2181" y="3885"/>
                </a:lnTo>
                <a:lnTo>
                  <a:pt x="2259" y="3891"/>
                </a:lnTo>
                <a:lnTo>
                  <a:pt x="2350" y="3904"/>
                </a:lnTo>
                <a:lnTo>
                  <a:pt x="2364" y="3913"/>
                </a:lnTo>
                <a:lnTo>
                  <a:pt x="2349" y="3918"/>
                </a:lnTo>
                <a:lnTo>
                  <a:pt x="2291" y="3924"/>
                </a:lnTo>
                <a:lnTo>
                  <a:pt x="2221" y="3926"/>
                </a:lnTo>
                <a:lnTo>
                  <a:pt x="2053" y="3929"/>
                </a:lnTo>
                <a:lnTo>
                  <a:pt x="1909" y="3934"/>
                </a:lnTo>
                <a:lnTo>
                  <a:pt x="1846" y="3936"/>
                </a:lnTo>
                <a:lnTo>
                  <a:pt x="1708" y="3930"/>
                </a:lnTo>
                <a:lnTo>
                  <a:pt x="1573" y="3914"/>
                </a:lnTo>
                <a:lnTo>
                  <a:pt x="1465" y="3893"/>
                </a:lnTo>
                <a:lnTo>
                  <a:pt x="1431" y="3882"/>
                </a:lnTo>
                <a:lnTo>
                  <a:pt x="1402" y="3869"/>
                </a:lnTo>
                <a:lnTo>
                  <a:pt x="1312" y="3815"/>
                </a:lnTo>
                <a:lnTo>
                  <a:pt x="1214" y="3750"/>
                </a:lnTo>
                <a:lnTo>
                  <a:pt x="1141" y="3698"/>
                </a:lnTo>
                <a:lnTo>
                  <a:pt x="1128" y="3685"/>
                </a:lnTo>
                <a:lnTo>
                  <a:pt x="1126" y="3682"/>
                </a:lnTo>
                <a:lnTo>
                  <a:pt x="1128" y="3677"/>
                </a:lnTo>
                <a:lnTo>
                  <a:pt x="1139" y="3675"/>
                </a:lnTo>
                <a:lnTo>
                  <a:pt x="1150" y="3679"/>
                </a:lnTo>
                <a:lnTo>
                  <a:pt x="1215" y="3698"/>
                </a:lnTo>
                <a:lnTo>
                  <a:pt x="1360" y="3738"/>
                </a:lnTo>
                <a:close/>
                <a:moveTo>
                  <a:pt x="4712" y="3883"/>
                </a:moveTo>
                <a:lnTo>
                  <a:pt x="4658" y="3914"/>
                </a:lnTo>
                <a:lnTo>
                  <a:pt x="4576" y="3955"/>
                </a:lnTo>
                <a:lnTo>
                  <a:pt x="4560" y="3959"/>
                </a:lnTo>
                <a:lnTo>
                  <a:pt x="4539" y="3964"/>
                </a:lnTo>
                <a:lnTo>
                  <a:pt x="4502" y="3981"/>
                </a:lnTo>
                <a:lnTo>
                  <a:pt x="4474" y="3995"/>
                </a:lnTo>
                <a:lnTo>
                  <a:pt x="4398" y="4026"/>
                </a:lnTo>
                <a:lnTo>
                  <a:pt x="4249" y="4077"/>
                </a:lnTo>
                <a:lnTo>
                  <a:pt x="4007" y="4147"/>
                </a:lnTo>
                <a:lnTo>
                  <a:pt x="3756" y="4210"/>
                </a:lnTo>
                <a:lnTo>
                  <a:pt x="3642" y="4232"/>
                </a:lnTo>
                <a:lnTo>
                  <a:pt x="3596" y="4240"/>
                </a:lnTo>
                <a:lnTo>
                  <a:pt x="3484" y="4254"/>
                </a:lnTo>
                <a:lnTo>
                  <a:pt x="3286" y="4268"/>
                </a:lnTo>
                <a:lnTo>
                  <a:pt x="2999" y="4275"/>
                </a:lnTo>
                <a:lnTo>
                  <a:pt x="2801" y="4270"/>
                </a:lnTo>
                <a:lnTo>
                  <a:pt x="2689" y="4262"/>
                </a:lnTo>
                <a:lnTo>
                  <a:pt x="2644" y="4257"/>
                </a:lnTo>
                <a:lnTo>
                  <a:pt x="2546" y="4242"/>
                </a:lnTo>
                <a:lnTo>
                  <a:pt x="2385" y="4215"/>
                </a:lnTo>
                <a:lnTo>
                  <a:pt x="2272" y="4189"/>
                </a:lnTo>
                <a:lnTo>
                  <a:pt x="2225" y="4173"/>
                </a:lnTo>
                <a:lnTo>
                  <a:pt x="2213" y="4162"/>
                </a:lnTo>
                <a:lnTo>
                  <a:pt x="2214" y="4158"/>
                </a:lnTo>
                <a:lnTo>
                  <a:pt x="2245" y="4153"/>
                </a:lnTo>
                <a:lnTo>
                  <a:pt x="2518" y="4145"/>
                </a:lnTo>
                <a:lnTo>
                  <a:pt x="2716" y="4143"/>
                </a:lnTo>
                <a:lnTo>
                  <a:pt x="3112" y="4141"/>
                </a:lnTo>
                <a:lnTo>
                  <a:pt x="3268" y="4138"/>
                </a:lnTo>
                <a:lnTo>
                  <a:pt x="3344" y="4130"/>
                </a:lnTo>
                <a:lnTo>
                  <a:pt x="3463" y="4120"/>
                </a:lnTo>
                <a:lnTo>
                  <a:pt x="3535" y="4113"/>
                </a:lnTo>
                <a:lnTo>
                  <a:pt x="3690" y="4094"/>
                </a:lnTo>
                <a:lnTo>
                  <a:pt x="3856" y="4066"/>
                </a:lnTo>
                <a:lnTo>
                  <a:pt x="4027" y="4034"/>
                </a:lnTo>
                <a:lnTo>
                  <a:pt x="4113" y="4015"/>
                </a:lnTo>
                <a:lnTo>
                  <a:pt x="4279" y="3978"/>
                </a:lnTo>
                <a:lnTo>
                  <a:pt x="4375" y="3958"/>
                </a:lnTo>
                <a:lnTo>
                  <a:pt x="4412" y="3948"/>
                </a:lnTo>
                <a:lnTo>
                  <a:pt x="4550" y="3905"/>
                </a:lnTo>
                <a:lnTo>
                  <a:pt x="4628" y="3878"/>
                </a:lnTo>
                <a:lnTo>
                  <a:pt x="4777" y="3826"/>
                </a:lnTo>
                <a:lnTo>
                  <a:pt x="4831" y="3811"/>
                </a:lnTo>
                <a:lnTo>
                  <a:pt x="4831" y="3814"/>
                </a:lnTo>
                <a:lnTo>
                  <a:pt x="4766" y="3854"/>
                </a:lnTo>
                <a:lnTo>
                  <a:pt x="4712" y="388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2" name="Freeform 73">
            <a:extLst>
              <a:ext uri="{FF2B5EF4-FFF2-40B4-BE49-F238E27FC236}">
                <a16:creationId xmlns:a16="http://schemas.microsoft.com/office/drawing/2014/main" id="{9E8B3234-A2F9-419B-9DAC-ED2A055A3979}"/>
              </a:ext>
            </a:extLst>
          </p:cNvPr>
          <p:cNvSpPr>
            <a:spLocks noEditPoints="1"/>
          </p:cNvSpPr>
          <p:nvPr/>
        </p:nvSpPr>
        <p:spPr bwMode="auto">
          <a:xfrm>
            <a:off x="2970221" y="2068510"/>
            <a:ext cx="1674207" cy="845185"/>
          </a:xfrm>
          <a:custGeom>
            <a:avLst/>
            <a:gdLst>
              <a:gd name="T0" fmla="*/ 1097 w 5064"/>
              <a:gd name="T1" fmla="*/ 416 h 3393"/>
              <a:gd name="T2" fmla="*/ 436 w 5064"/>
              <a:gd name="T3" fmla="*/ 1091 h 3393"/>
              <a:gd name="T4" fmla="*/ 109 w 5064"/>
              <a:gd name="T5" fmla="*/ 1910 h 3393"/>
              <a:gd name="T6" fmla="*/ 17 w 5064"/>
              <a:gd name="T7" fmla="*/ 2355 h 3393"/>
              <a:gd name="T8" fmla="*/ 183 w 5064"/>
              <a:gd name="T9" fmla="*/ 2822 h 3393"/>
              <a:gd name="T10" fmla="*/ 348 w 5064"/>
              <a:gd name="T11" fmla="*/ 2921 h 3393"/>
              <a:gd name="T12" fmla="*/ 688 w 5064"/>
              <a:gd name="T13" fmla="*/ 3058 h 3393"/>
              <a:gd name="T14" fmla="*/ 1118 w 5064"/>
              <a:gd name="T15" fmla="*/ 3270 h 3393"/>
              <a:gd name="T16" fmla="*/ 2779 w 5064"/>
              <a:gd name="T17" fmla="*/ 3335 h 3393"/>
              <a:gd name="T18" fmla="*/ 4017 w 5064"/>
              <a:gd name="T19" fmla="*/ 2968 h 3393"/>
              <a:gd name="T20" fmla="*/ 4752 w 5064"/>
              <a:gd name="T21" fmla="*/ 2502 h 3393"/>
              <a:gd name="T22" fmla="*/ 5049 w 5064"/>
              <a:gd name="T23" fmla="*/ 1912 h 3393"/>
              <a:gd name="T24" fmla="*/ 4695 w 5064"/>
              <a:gd name="T25" fmla="*/ 878 h 3393"/>
              <a:gd name="T26" fmla="*/ 3651 w 5064"/>
              <a:gd name="T27" fmla="*/ 281 h 3393"/>
              <a:gd name="T28" fmla="*/ 2164 w 5064"/>
              <a:gd name="T29" fmla="*/ 19 h 3393"/>
              <a:gd name="T30" fmla="*/ 2635 w 5064"/>
              <a:gd name="T31" fmla="*/ 95 h 3393"/>
              <a:gd name="T32" fmla="*/ 2944 w 5064"/>
              <a:gd name="T33" fmla="*/ 204 h 3393"/>
              <a:gd name="T34" fmla="*/ 1191 w 5064"/>
              <a:gd name="T35" fmla="*/ 593 h 3393"/>
              <a:gd name="T36" fmla="*/ 812 w 5064"/>
              <a:gd name="T37" fmla="*/ 813 h 3393"/>
              <a:gd name="T38" fmla="*/ 1911 w 5064"/>
              <a:gd name="T39" fmla="*/ 170 h 3393"/>
              <a:gd name="T40" fmla="*/ 3980 w 5064"/>
              <a:gd name="T41" fmla="*/ 554 h 3393"/>
              <a:gd name="T42" fmla="*/ 4805 w 5064"/>
              <a:gd name="T43" fmla="*/ 1286 h 3393"/>
              <a:gd name="T44" fmla="*/ 4853 w 5064"/>
              <a:gd name="T45" fmla="*/ 1955 h 3393"/>
              <a:gd name="T46" fmla="*/ 3250 w 5064"/>
              <a:gd name="T47" fmla="*/ 3095 h 3393"/>
              <a:gd name="T48" fmla="*/ 1848 w 5064"/>
              <a:gd name="T49" fmla="*/ 3162 h 3393"/>
              <a:gd name="T50" fmla="*/ 1348 w 5064"/>
              <a:gd name="T51" fmla="*/ 3076 h 3393"/>
              <a:gd name="T52" fmla="*/ 535 w 5064"/>
              <a:gd name="T53" fmla="*/ 2462 h 3393"/>
              <a:gd name="T54" fmla="*/ 474 w 5064"/>
              <a:gd name="T55" fmla="*/ 2305 h 3393"/>
              <a:gd name="T56" fmla="*/ 483 w 5064"/>
              <a:gd name="T57" fmla="*/ 1783 h 3393"/>
              <a:gd name="T58" fmla="*/ 675 w 5064"/>
              <a:gd name="T59" fmla="*/ 1219 h 3393"/>
              <a:gd name="T60" fmla="*/ 1138 w 5064"/>
              <a:gd name="T61" fmla="*/ 759 h 3393"/>
              <a:gd name="T62" fmla="*/ 2366 w 5064"/>
              <a:gd name="T63" fmla="*/ 321 h 3393"/>
              <a:gd name="T64" fmla="*/ 912 w 5064"/>
              <a:gd name="T65" fmla="*/ 887 h 3393"/>
              <a:gd name="T66" fmla="*/ 668 w 5064"/>
              <a:gd name="T67" fmla="*/ 1172 h 3393"/>
              <a:gd name="T68" fmla="*/ 547 w 5064"/>
              <a:gd name="T69" fmla="*/ 1394 h 3393"/>
              <a:gd name="T70" fmla="*/ 429 w 5064"/>
              <a:gd name="T71" fmla="*/ 1784 h 3393"/>
              <a:gd name="T72" fmla="*/ 302 w 5064"/>
              <a:gd name="T73" fmla="*/ 1766 h 3393"/>
              <a:gd name="T74" fmla="*/ 869 w 5064"/>
              <a:gd name="T75" fmla="*/ 885 h 3393"/>
              <a:gd name="T76" fmla="*/ 383 w 5064"/>
              <a:gd name="T77" fmla="*/ 1310 h 3393"/>
              <a:gd name="T78" fmla="*/ 536 w 5064"/>
              <a:gd name="T79" fmla="*/ 1027 h 3393"/>
              <a:gd name="T80" fmla="*/ 4801 w 5064"/>
              <a:gd name="T81" fmla="*/ 1179 h 3393"/>
              <a:gd name="T82" fmla="*/ 316 w 5064"/>
              <a:gd name="T83" fmla="*/ 1991 h 3393"/>
              <a:gd name="T84" fmla="*/ 383 w 5064"/>
              <a:gd name="T85" fmla="*/ 2305 h 3393"/>
              <a:gd name="T86" fmla="*/ 426 w 5064"/>
              <a:gd name="T87" fmla="*/ 2616 h 3393"/>
              <a:gd name="T88" fmla="*/ 188 w 5064"/>
              <a:gd name="T89" fmla="*/ 2231 h 3393"/>
              <a:gd name="T90" fmla="*/ 4865 w 5064"/>
              <a:gd name="T91" fmla="*/ 2269 h 3393"/>
              <a:gd name="T92" fmla="*/ 4718 w 5064"/>
              <a:gd name="T93" fmla="*/ 2436 h 3393"/>
              <a:gd name="T94" fmla="*/ 4893 w 5064"/>
              <a:gd name="T95" fmla="*/ 2212 h 3393"/>
              <a:gd name="T96" fmla="*/ 257 w 5064"/>
              <a:gd name="T97" fmla="*/ 2544 h 3393"/>
              <a:gd name="T98" fmla="*/ 720 w 5064"/>
              <a:gd name="T99" fmla="*/ 2998 h 3393"/>
              <a:gd name="T100" fmla="*/ 96 w 5064"/>
              <a:gd name="T101" fmla="*/ 2647 h 3393"/>
              <a:gd name="T102" fmla="*/ 85 w 5064"/>
              <a:gd name="T103" fmla="*/ 2170 h 3393"/>
              <a:gd name="T104" fmla="*/ 487 w 5064"/>
              <a:gd name="T105" fmla="*/ 2629 h 3393"/>
              <a:gd name="T106" fmla="*/ 813 w 5064"/>
              <a:gd name="T107" fmla="*/ 2941 h 3393"/>
              <a:gd name="T108" fmla="*/ 1366 w 5064"/>
              <a:gd name="T109" fmla="*/ 3161 h 3393"/>
              <a:gd name="T110" fmla="*/ 738 w 5064"/>
              <a:gd name="T111" fmla="*/ 2920 h 3393"/>
              <a:gd name="T112" fmla="*/ 1457 w 5064"/>
              <a:gd name="T113" fmla="*/ 3095 h 3393"/>
              <a:gd name="T114" fmla="*/ 1892 w 5064"/>
              <a:gd name="T115" fmla="*/ 3326 h 3393"/>
              <a:gd name="T116" fmla="*/ 1161 w 5064"/>
              <a:gd name="T117" fmla="*/ 3205 h 33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5064" h="3393">
                <a:moveTo>
                  <a:pt x="2164" y="19"/>
                </a:moveTo>
                <a:lnTo>
                  <a:pt x="2103" y="30"/>
                </a:lnTo>
                <a:lnTo>
                  <a:pt x="1975" y="58"/>
                </a:lnTo>
                <a:lnTo>
                  <a:pt x="1841" y="93"/>
                </a:lnTo>
                <a:lnTo>
                  <a:pt x="1707" y="135"/>
                </a:lnTo>
                <a:lnTo>
                  <a:pt x="1574" y="181"/>
                </a:lnTo>
                <a:lnTo>
                  <a:pt x="1449" y="231"/>
                </a:lnTo>
                <a:lnTo>
                  <a:pt x="1336" y="282"/>
                </a:lnTo>
                <a:lnTo>
                  <a:pt x="1237" y="333"/>
                </a:lnTo>
                <a:lnTo>
                  <a:pt x="1196" y="359"/>
                </a:lnTo>
                <a:lnTo>
                  <a:pt x="1125" y="403"/>
                </a:lnTo>
                <a:lnTo>
                  <a:pt x="1097" y="416"/>
                </a:lnTo>
                <a:lnTo>
                  <a:pt x="1064" y="437"/>
                </a:lnTo>
                <a:lnTo>
                  <a:pt x="968" y="507"/>
                </a:lnTo>
                <a:lnTo>
                  <a:pt x="925" y="540"/>
                </a:lnTo>
                <a:lnTo>
                  <a:pt x="836" y="615"/>
                </a:lnTo>
                <a:lnTo>
                  <a:pt x="703" y="738"/>
                </a:lnTo>
                <a:lnTo>
                  <a:pt x="587" y="861"/>
                </a:lnTo>
                <a:lnTo>
                  <a:pt x="523" y="936"/>
                </a:lnTo>
                <a:lnTo>
                  <a:pt x="477" y="1000"/>
                </a:lnTo>
                <a:lnTo>
                  <a:pt x="452" y="1047"/>
                </a:lnTo>
                <a:lnTo>
                  <a:pt x="449" y="1062"/>
                </a:lnTo>
                <a:lnTo>
                  <a:pt x="448" y="1072"/>
                </a:lnTo>
                <a:lnTo>
                  <a:pt x="436" y="1091"/>
                </a:lnTo>
                <a:lnTo>
                  <a:pt x="427" y="1096"/>
                </a:lnTo>
                <a:lnTo>
                  <a:pt x="418" y="1101"/>
                </a:lnTo>
                <a:lnTo>
                  <a:pt x="395" y="1129"/>
                </a:lnTo>
                <a:lnTo>
                  <a:pt x="354" y="1201"/>
                </a:lnTo>
                <a:lnTo>
                  <a:pt x="297" y="1336"/>
                </a:lnTo>
                <a:lnTo>
                  <a:pt x="251" y="1477"/>
                </a:lnTo>
                <a:lnTo>
                  <a:pt x="238" y="1538"/>
                </a:lnTo>
                <a:lnTo>
                  <a:pt x="231" y="1578"/>
                </a:lnTo>
                <a:lnTo>
                  <a:pt x="206" y="1667"/>
                </a:lnTo>
                <a:lnTo>
                  <a:pt x="173" y="1764"/>
                </a:lnTo>
                <a:lnTo>
                  <a:pt x="133" y="1862"/>
                </a:lnTo>
                <a:lnTo>
                  <a:pt x="109" y="1910"/>
                </a:lnTo>
                <a:lnTo>
                  <a:pt x="95" y="1942"/>
                </a:lnTo>
                <a:lnTo>
                  <a:pt x="88" y="1969"/>
                </a:lnTo>
                <a:lnTo>
                  <a:pt x="81" y="1994"/>
                </a:lnTo>
                <a:lnTo>
                  <a:pt x="73" y="2019"/>
                </a:lnTo>
                <a:lnTo>
                  <a:pt x="61" y="2057"/>
                </a:lnTo>
                <a:lnTo>
                  <a:pt x="25" y="2206"/>
                </a:lnTo>
                <a:lnTo>
                  <a:pt x="10" y="2277"/>
                </a:lnTo>
                <a:lnTo>
                  <a:pt x="6" y="2303"/>
                </a:lnTo>
                <a:lnTo>
                  <a:pt x="6" y="2334"/>
                </a:lnTo>
                <a:lnTo>
                  <a:pt x="9" y="2347"/>
                </a:lnTo>
                <a:lnTo>
                  <a:pt x="12" y="2350"/>
                </a:lnTo>
                <a:lnTo>
                  <a:pt x="17" y="2355"/>
                </a:lnTo>
                <a:lnTo>
                  <a:pt x="14" y="2376"/>
                </a:lnTo>
                <a:lnTo>
                  <a:pt x="7" y="2389"/>
                </a:lnTo>
                <a:lnTo>
                  <a:pt x="3" y="2398"/>
                </a:lnTo>
                <a:lnTo>
                  <a:pt x="0" y="2428"/>
                </a:lnTo>
                <a:lnTo>
                  <a:pt x="5" y="2493"/>
                </a:lnTo>
                <a:lnTo>
                  <a:pt x="26" y="2597"/>
                </a:lnTo>
                <a:lnTo>
                  <a:pt x="48" y="2665"/>
                </a:lnTo>
                <a:lnTo>
                  <a:pt x="65" y="2700"/>
                </a:lnTo>
                <a:lnTo>
                  <a:pt x="73" y="2711"/>
                </a:lnTo>
                <a:lnTo>
                  <a:pt x="94" y="2736"/>
                </a:lnTo>
                <a:lnTo>
                  <a:pt x="140" y="2784"/>
                </a:lnTo>
                <a:lnTo>
                  <a:pt x="183" y="2822"/>
                </a:lnTo>
                <a:lnTo>
                  <a:pt x="217" y="2844"/>
                </a:lnTo>
                <a:lnTo>
                  <a:pt x="226" y="2846"/>
                </a:lnTo>
                <a:lnTo>
                  <a:pt x="234" y="2846"/>
                </a:lnTo>
                <a:lnTo>
                  <a:pt x="245" y="2855"/>
                </a:lnTo>
                <a:lnTo>
                  <a:pt x="246" y="2862"/>
                </a:lnTo>
                <a:lnTo>
                  <a:pt x="249" y="2868"/>
                </a:lnTo>
                <a:lnTo>
                  <a:pt x="277" y="2883"/>
                </a:lnTo>
                <a:lnTo>
                  <a:pt x="297" y="2888"/>
                </a:lnTo>
                <a:lnTo>
                  <a:pt x="318" y="2894"/>
                </a:lnTo>
                <a:lnTo>
                  <a:pt x="345" y="2908"/>
                </a:lnTo>
                <a:lnTo>
                  <a:pt x="347" y="2915"/>
                </a:lnTo>
                <a:lnTo>
                  <a:pt x="348" y="2921"/>
                </a:lnTo>
                <a:lnTo>
                  <a:pt x="359" y="2929"/>
                </a:lnTo>
                <a:lnTo>
                  <a:pt x="365" y="2930"/>
                </a:lnTo>
                <a:lnTo>
                  <a:pt x="377" y="2932"/>
                </a:lnTo>
                <a:lnTo>
                  <a:pt x="433" y="2956"/>
                </a:lnTo>
                <a:lnTo>
                  <a:pt x="469" y="2973"/>
                </a:lnTo>
                <a:lnTo>
                  <a:pt x="505" y="2990"/>
                </a:lnTo>
                <a:lnTo>
                  <a:pt x="565" y="3012"/>
                </a:lnTo>
                <a:lnTo>
                  <a:pt x="579" y="3014"/>
                </a:lnTo>
                <a:lnTo>
                  <a:pt x="590" y="3015"/>
                </a:lnTo>
                <a:lnTo>
                  <a:pt x="618" y="3024"/>
                </a:lnTo>
                <a:lnTo>
                  <a:pt x="631" y="3030"/>
                </a:lnTo>
                <a:lnTo>
                  <a:pt x="688" y="3058"/>
                </a:lnTo>
                <a:lnTo>
                  <a:pt x="813" y="3116"/>
                </a:lnTo>
                <a:lnTo>
                  <a:pt x="873" y="3146"/>
                </a:lnTo>
                <a:lnTo>
                  <a:pt x="959" y="3193"/>
                </a:lnTo>
                <a:lnTo>
                  <a:pt x="970" y="3202"/>
                </a:lnTo>
                <a:lnTo>
                  <a:pt x="975" y="3209"/>
                </a:lnTo>
                <a:lnTo>
                  <a:pt x="1010" y="3222"/>
                </a:lnTo>
                <a:lnTo>
                  <a:pt x="1034" y="3227"/>
                </a:lnTo>
                <a:lnTo>
                  <a:pt x="1057" y="3232"/>
                </a:lnTo>
                <a:lnTo>
                  <a:pt x="1088" y="3245"/>
                </a:lnTo>
                <a:lnTo>
                  <a:pt x="1091" y="3251"/>
                </a:lnTo>
                <a:lnTo>
                  <a:pt x="1093" y="3255"/>
                </a:lnTo>
                <a:lnTo>
                  <a:pt x="1118" y="3270"/>
                </a:lnTo>
                <a:lnTo>
                  <a:pt x="1190" y="3296"/>
                </a:lnTo>
                <a:lnTo>
                  <a:pt x="1327" y="3334"/>
                </a:lnTo>
                <a:lnTo>
                  <a:pt x="1475" y="3368"/>
                </a:lnTo>
                <a:lnTo>
                  <a:pt x="1538" y="3378"/>
                </a:lnTo>
                <a:lnTo>
                  <a:pt x="1578" y="3382"/>
                </a:lnTo>
                <a:lnTo>
                  <a:pt x="1682" y="3389"/>
                </a:lnTo>
                <a:lnTo>
                  <a:pt x="1881" y="3393"/>
                </a:lnTo>
                <a:lnTo>
                  <a:pt x="2182" y="3388"/>
                </a:lnTo>
                <a:lnTo>
                  <a:pt x="2459" y="3372"/>
                </a:lnTo>
                <a:lnTo>
                  <a:pt x="2561" y="3359"/>
                </a:lnTo>
                <a:lnTo>
                  <a:pt x="2708" y="3340"/>
                </a:lnTo>
                <a:lnTo>
                  <a:pt x="2779" y="3335"/>
                </a:lnTo>
                <a:lnTo>
                  <a:pt x="2801" y="3334"/>
                </a:lnTo>
                <a:lnTo>
                  <a:pt x="2879" y="3321"/>
                </a:lnTo>
                <a:lnTo>
                  <a:pt x="2922" y="3312"/>
                </a:lnTo>
                <a:lnTo>
                  <a:pt x="3025" y="3289"/>
                </a:lnTo>
                <a:lnTo>
                  <a:pt x="3127" y="3268"/>
                </a:lnTo>
                <a:lnTo>
                  <a:pt x="3190" y="3254"/>
                </a:lnTo>
                <a:lnTo>
                  <a:pt x="3341" y="3216"/>
                </a:lnTo>
                <a:lnTo>
                  <a:pt x="3505" y="3168"/>
                </a:lnTo>
                <a:lnTo>
                  <a:pt x="3664" y="3117"/>
                </a:lnTo>
                <a:lnTo>
                  <a:pt x="3735" y="3090"/>
                </a:lnTo>
                <a:lnTo>
                  <a:pt x="3814" y="3060"/>
                </a:lnTo>
                <a:lnTo>
                  <a:pt x="4017" y="2968"/>
                </a:lnTo>
                <a:lnTo>
                  <a:pt x="4225" y="2864"/>
                </a:lnTo>
                <a:lnTo>
                  <a:pt x="4348" y="2796"/>
                </a:lnTo>
                <a:lnTo>
                  <a:pt x="4405" y="2760"/>
                </a:lnTo>
                <a:lnTo>
                  <a:pt x="4421" y="2748"/>
                </a:lnTo>
                <a:lnTo>
                  <a:pt x="4460" y="2720"/>
                </a:lnTo>
                <a:lnTo>
                  <a:pt x="4478" y="2711"/>
                </a:lnTo>
                <a:lnTo>
                  <a:pt x="4490" y="2711"/>
                </a:lnTo>
                <a:lnTo>
                  <a:pt x="4533" y="2686"/>
                </a:lnTo>
                <a:lnTo>
                  <a:pt x="4597" y="2641"/>
                </a:lnTo>
                <a:lnTo>
                  <a:pt x="4672" y="2579"/>
                </a:lnTo>
                <a:lnTo>
                  <a:pt x="4711" y="2544"/>
                </a:lnTo>
                <a:lnTo>
                  <a:pt x="4752" y="2502"/>
                </a:lnTo>
                <a:lnTo>
                  <a:pt x="4837" y="2402"/>
                </a:lnTo>
                <a:lnTo>
                  <a:pt x="4910" y="2301"/>
                </a:lnTo>
                <a:lnTo>
                  <a:pt x="4946" y="2239"/>
                </a:lnTo>
                <a:lnTo>
                  <a:pt x="4958" y="2208"/>
                </a:lnTo>
                <a:lnTo>
                  <a:pt x="4959" y="2198"/>
                </a:lnTo>
                <a:lnTo>
                  <a:pt x="4960" y="2187"/>
                </a:lnTo>
                <a:lnTo>
                  <a:pt x="4968" y="2169"/>
                </a:lnTo>
                <a:lnTo>
                  <a:pt x="4974" y="2164"/>
                </a:lnTo>
                <a:lnTo>
                  <a:pt x="4982" y="2155"/>
                </a:lnTo>
                <a:lnTo>
                  <a:pt x="5005" y="2096"/>
                </a:lnTo>
                <a:lnTo>
                  <a:pt x="5028" y="2008"/>
                </a:lnTo>
                <a:lnTo>
                  <a:pt x="5049" y="1912"/>
                </a:lnTo>
                <a:lnTo>
                  <a:pt x="5055" y="1867"/>
                </a:lnTo>
                <a:lnTo>
                  <a:pt x="5062" y="1811"/>
                </a:lnTo>
                <a:lnTo>
                  <a:pt x="5064" y="1697"/>
                </a:lnTo>
                <a:lnTo>
                  <a:pt x="5055" y="1585"/>
                </a:lnTo>
                <a:lnTo>
                  <a:pt x="5035" y="1474"/>
                </a:lnTo>
                <a:lnTo>
                  <a:pt x="5004" y="1365"/>
                </a:lnTo>
                <a:lnTo>
                  <a:pt x="4960" y="1258"/>
                </a:lnTo>
                <a:lnTo>
                  <a:pt x="4905" y="1151"/>
                </a:lnTo>
                <a:lnTo>
                  <a:pt x="4839" y="1049"/>
                </a:lnTo>
                <a:lnTo>
                  <a:pt x="4802" y="999"/>
                </a:lnTo>
                <a:lnTo>
                  <a:pt x="4775" y="963"/>
                </a:lnTo>
                <a:lnTo>
                  <a:pt x="4695" y="878"/>
                </a:lnTo>
                <a:lnTo>
                  <a:pt x="4601" y="789"/>
                </a:lnTo>
                <a:lnTo>
                  <a:pt x="4513" y="713"/>
                </a:lnTo>
                <a:lnTo>
                  <a:pt x="4478" y="688"/>
                </a:lnTo>
                <a:lnTo>
                  <a:pt x="4444" y="665"/>
                </a:lnTo>
                <a:lnTo>
                  <a:pt x="4332" y="601"/>
                </a:lnTo>
                <a:lnTo>
                  <a:pt x="4206" y="534"/>
                </a:lnTo>
                <a:lnTo>
                  <a:pt x="4112" y="488"/>
                </a:lnTo>
                <a:lnTo>
                  <a:pt x="4097" y="483"/>
                </a:lnTo>
                <a:lnTo>
                  <a:pt x="4047" y="465"/>
                </a:lnTo>
                <a:lnTo>
                  <a:pt x="3909" y="401"/>
                </a:lnTo>
                <a:lnTo>
                  <a:pt x="3756" y="328"/>
                </a:lnTo>
                <a:lnTo>
                  <a:pt x="3651" y="281"/>
                </a:lnTo>
                <a:lnTo>
                  <a:pt x="3562" y="242"/>
                </a:lnTo>
                <a:lnTo>
                  <a:pt x="3464" y="197"/>
                </a:lnTo>
                <a:lnTo>
                  <a:pt x="3406" y="172"/>
                </a:lnTo>
                <a:lnTo>
                  <a:pt x="3253" y="120"/>
                </a:lnTo>
                <a:lnTo>
                  <a:pt x="3079" y="71"/>
                </a:lnTo>
                <a:lnTo>
                  <a:pt x="2911" y="33"/>
                </a:lnTo>
                <a:lnTo>
                  <a:pt x="2840" y="21"/>
                </a:lnTo>
                <a:lnTo>
                  <a:pt x="2761" y="11"/>
                </a:lnTo>
                <a:lnTo>
                  <a:pt x="2581" y="0"/>
                </a:lnTo>
                <a:lnTo>
                  <a:pt x="2397" y="0"/>
                </a:lnTo>
                <a:lnTo>
                  <a:pt x="2231" y="10"/>
                </a:lnTo>
                <a:lnTo>
                  <a:pt x="2164" y="19"/>
                </a:lnTo>
                <a:close/>
                <a:moveTo>
                  <a:pt x="2805" y="80"/>
                </a:moveTo>
                <a:lnTo>
                  <a:pt x="2865" y="89"/>
                </a:lnTo>
                <a:lnTo>
                  <a:pt x="2994" y="114"/>
                </a:lnTo>
                <a:lnTo>
                  <a:pt x="3112" y="143"/>
                </a:lnTo>
                <a:lnTo>
                  <a:pt x="3191" y="167"/>
                </a:lnTo>
                <a:lnTo>
                  <a:pt x="3206" y="176"/>
                </a:lnTo>
                <a:lnTo>
                  <a:pt x="3207" y="179"/>
                </a:lnTo>
                <a:lnTo>
                  <a:pt x="3181" y="178"/>
                </a:lnTo>
                <a:lnTo>
                  <a:pt x="3101" y="167"/>
                </a:lnTo>
                <a:lnTo>
                  <a:pt x="3023" y="153"/>
                </a:lnTo>
                <a:lnTo>
                  <a:pt x="2880" y="128"/>
                </a:lnTo>
                <a:lnTo>
                  <a:pt x="2635" y="95"/>
                </a:lnTo>
                <a:lnTo>
                  <a:pt x="2470" y="79"/>
                </a:lnTo>
                <a:lnTo>
                  <a:pt x="2392" y="73"/>
                </a:lnTo>
                <a:lnTo>
                  <a:pt x="2379" y="72"/>
                </a:lnTo>
                <a:lnTo>
                  <a:pt x="2380" y="70"/>
                </a:lnTo>
                <a:lnTo>
                  <a:pt x="2432" y="66"/>
                </a:lnTo>
                <a:lnTo>
                  <a:pt x="2501" y="65"/>
                </a:lnTo>
                <a:lnTo>
                  <a:pt x="2583" y="65"/>
                </a:lnTo>
                <a:lnTo>
                  <a:pt x="2748" y="73"/>
                </a:lnTo>
                <a:lnTo>
                  <a:pt x="2805" y="80"/>
                </a:lnTo>
                <a:close/>
                <a:moveTo>
                  <a:pt x="2721" y="171"/>
                </a:moveTo>
                <a:lnTo>
                  <a:pt x="2890" y="194"/>
                </a:lnTo>
                <a:lnTo>
                  <a:pt x="2944" y="204"/>
                </a:lnTo>
                <a:lnTo>
                  <a:pt x="2895" y="206"/>
                </a:lnTo>
                <a:lnTo>
                  <a:pt x="2716" y="202"/>
                </a:lnTo>
                <a:lnTo>
                  <a:pt x="2614" y="200"/>
                </a:lnTo>
                <a:lnTo>
                  <a:pt x="2421" y="206"/>
                </a:lnTo>
                <a:lnTo>
                  <a:pt x="2240" y="224"/>
                </a:lnTo>
                <a:lnTo>
                  <a:pt x="2065" y="254"/>
                </a:lnTo>
                <a:lnTo>
                  <a:pt x="1981" y="275"/>
                </a:lnTo>
                <a:lnTo>
                  <a:pt x="1932" y="288"/>
                </a:lnTo>
                <a:lnTo>
                  <a:pt x="1816" y="324"/>
                </a:lnTo>
                <a:lnTo>
                  <a:pt x="1621" y="397"/>
                </a:lnTo>
                <a:lnTo>
                  <a:pt x="1357" y="510"/>
                </a:lnTo>
                <a:lnTo>
                  <a:pt x="1191" y="593"/>
                </a:lnTo>
                <a:lnTo>
                  <a:pt x="1108" y="642"/>
                </a:lnTo>
                <a:lnTo>
                  <a:pt x="1079" y="662"/>
                </a:lnTo>
                <a:lnTo>
                  <a:pt x="1036" y="694"/>
                </a:lnTo>
                <a:lnTo>
                  <a:pt x="1016" y="703"/>
                </a:lnTo>
                <a:lnTo>
                  <a:pt x="1006" y="707"/>
                </a:lnTo>
                <a:lnTo>
                  <a:pt x="944" y="748"/>
                </a:lnTo>
                <a:lnTo>
                  <a:pt x="902" y="779"/>
                </a:lnTo>
                <a:lnTo>
                  <a:pt x="859" y="809"/>
                </a:lnTo>
                <a:lnTo>
                  <a:pt x="798" y="846"/>
                </a:lnTo>
                <a:lnTo>
                  <a:pt x="790" y="847"/>
                </a:lnTo>
                <a:lnTo>
                  <a:pt x="790" y="842"/>
                </a:lnTo>
                <a:lnTo>
                  <a:pt x="812" y="813"/>
                </a:lnTo>
                <a:lnTo>
                  <a:pt x="878" y="742"/>
                </a:lnTo>
                <a:lnTo>
                  <a:pt x="1009" y="620"/>
                </a:lnTo>
                <a:lnTo>
                  <a:pt x="1136" y="511"/>
                </a:lnTo>
                <a:lnTo>
                  <a:pt x="1178" y="480"/>
                </a:lnTo>
                <a:lnTo>
                  <a:pt x="1227" y="449"/>
                </a:lnTo>
                <a:lnTo>
                  <a:pt x="1325" y="390"/>
                </a:lnTo>
                <a:lnTo>
                  <a:pt x="1426" y="336"/>
                </a:lnTo>
                <a:lnTo>
                  <a:pt x="1527" y="290"/>
                </a:lnTo>
                <a:lnTo>
                  <a:pt x="1627" y="249"/>
                </a:lnTo>
                <a:lnTo>
                  <a:pt x="1726" y="215"/>
                </a:lnTo>
                <a:lnTo>
                  <a:pt x="1821" y="188"/>
                </a:lnTo>
                <a:lnTo>
                  <a:pt x="1911" y="170"/>
                </a:lnTo>
                <a:lnTo>
                  <a:pt x="1954" y="164"/>
                </a:lnTo>
                <a:lnTo>
                  <a:pt x="2034" y="156"/>
                </a:lnTo>
                <a:lnTo>
                  <a:pt x="2223" y="149"/>
                </a:lnTo>
                <a:lnTo>
                  <a:pt x="2429" y="151"/>
                </a:lnTo>
                <a:lnTo>
                  <a:pt x="2630" y="162"/>
                </a:lnTo>
                <a:lnTo>
                  <a:pt x="2721" y="171"/>
                </a:lnTo>
                <a:close/>
                <a:moveTo>
                  <a:pt x="3261" y="338"/>
                </a:moveTo>
                <a:lnTo>
                  <a:pt x="3364" y="356"/>
                </a:lnTo>
                <a:lnTo>
                  <a:pt x="3549" y="396"/>
                </a:lnTo>
                <a:lnTo>
                  <a:pt x="3720" y="448"/>
                </a:lnTo>
                <a:lnTo>
                  <a:pt x="3891" y="514"/>
                </a:lnTo>
                <a:lnTo>
                  <a:pt x="3980" y="554"/>
                </a:lnTo>
                <a:lnTo>
                  <a:pt x="4038" y="581"/>
                </a:lnTo>
                <a:lnTo>
                  <a:pt x="4145" y="637"/>
                </a:lnTo>
                <a:lnTo>
                  <a:pt x="4243" y="693"/>
                </a:lnTo>
                <a:lnTo>
                  <a:pt x="4332" y="750"/>
                </a:lnTo>
                <a:lnTo>
                  <a:pt x="4414" y="811"/>
                </a:lnTo>
                <a:lnTo>
                  <a:pt x="4489" y="875"/>
                </a:lnTo>
                <a:lnTo>
                  <a:pt x="4559" y="944"/>
                </a:lnTo>
                <a:lnTo>
                  <a:pt x="4626" y="1018"/>
                </a:lnTo>
                <a:lnTo>
                  <a:pt x="4657" y="1057"/>
                </a:lnTo>
                <a:lnTo>
                  <a:pt x="4687" y="1097"/>
                </a:lnTo>
                <a:lnTo>
                  <a:pt x="4749" y="1190"/>
                </a:lnTo>
                <a:lnTo>
                  <a:pt x="4805" y="1286"/>
                </a:lnTo>
                <a:lnTo>
                  <a:pt x="4843" y="1365"/>
                </a:lnTo>
                <a:lnTo>
                  <a:pt x="4852" y="1391"/>
                </a:lnTo>
                <a:lnTo>
                  <a:pt x="4857" y="1411"/>
                </a:lnTo>
                <a:lnTo>
                  <a:pt x="4874" y="1448"/>
                </a:lnTo>
                <a:lnTo>
                  <a:pt x="4882" y="1460"/>
                </a:lnTo>
                <a:lnTo>
                  <a:pt x="4887" y="1469"/>
                </a:lnTo>
                <a:lnTo>
                  <a:pt x="4894" y="1503"/>
                </a:lnTo>
                <a:lnTo>
                  <a:pt x="4899" y="1582"/>
                </a:lnTo>
                <a:lnTo>
                  <a:pt x="4895" y="1717"/>
                </a:lnTo>
                <a:lnTo>
                  <a:pt x="4880" y="1850"/>
                </a:lnTo>
                <a:lnTo>
                  <a:pt x="4868" y="1901"/>
                </a:lnTo>
                <a:lnTo>
                  <a:pt x="4853" y="1955"/>
                </a:lnTo>
                <a:lnTo>
                  <a:pt x="4806" y="2080"/>
                </a:lnTo>
                <a:lnTo>
                  <a:pt x="4749" y="2202"/>
                </a:lnTo>
                <a:lnTo>
                  <a:pt x="4695" y="2301"/>
                </a:lnTo>
                <a:lnTo>
                  <a:pt x="4672" y="2331"/>
                </a:lnTo>
                <a:lnTo>
                  <a:pt x="4618" y="2392"/>
                </a:lnTo>
                <a:lnTo>
                  <a:pt x="4498" y="2506"/>
                </a:lnTo>
                <a:lnTo>
                  <a:pt x="4356" y="2613"/>
                </a:lnTo>
                <a:lnTo>
                  <a:pt x="4192" y="2716"/>
                </a:lnTo>
                <a:lnTo>
                  <a:pt x="4002" y="2814"/>
                </a:lnTo>
                <a:lnTo>
                  <a:pt x="3783" y="2908"/>
                </a:lnTo>
                <a:lnTo>
                  <a:pt x="3534" y="3002"/>
                </a:lnTo>
                <a:lnTo>
                  <a:pt x="3250" y="3095"/>
                </a:lnTo>
                <a:lnTo>
                  <a:pt x="3093" y="3143"/>
                </a:lnTo>
                <a:lnTo>
                  <a:pt x="3005" y="3168"/>
                </a:lnTo>
                <a:lnTo>
                  <a:pt x="2845" y="3204"/>
                </a:lnTo>
                <a:lnTo>
                  <a:pt x="2684" y="3225"/>
                </a:lnTo>
                <a:lnTo>
                  <a:pt x="2500" y="3234"/>
                </a:lnTo>
                <a:lnTo>
                  <a:pt x="2390" y="3236"/>
                </a:lnTo>
                <a:lnTo>
                  <a:pt x="2321" y="3235"/>
                </a:lnTo>
                <a:lnTo>
                  <a:pt x="2211" y="3232"/>
                </a:lnTo>
                <a:lnTo>
                  <a:pt x="2115" y="3221"/>
                </a:lnTo>
                <a:lnTo>
                  <a:pt x="2009" y="3201"/>
                </a:lnTo>
                <a:lnTo>
                  <a:pt x="1943" y="3186"/>
                </a:lnTo>
                <a:lnTo>
                  <a:pt x="1848" y="3162"/>
                </a:lnTo>
                <a:lnTo>
                  <a:pt x="1661" y="3113"/>
                </a:lnTo>
                <a:lnTo>
                  <a:pt x="1598" y="3094"/>
                </a:lnTo>
                <a:lnTo>
                  <a:pt x="1487" y="3059"/>
                </a:lnTo>
                <a:lnTo>
                  <a:pt x="1412" y="3040"/>
                </a:lnTo>
                <a:lnTo>
                  <a:pt x="1379" y="3033"/>
                </a:lnTo>
                <a:lnTo>
                  <a:pt x="1364" y="3036"/>
                </a:lnTo>
                <a:lnTo>
                  <a:pt x="1370" y="3047"/>
                </a:lnTo>
                <a:lnTo>
                  <a:pt x="1376" y="3055"/>
                </a:lnTo>
                <a:lnTo>
                  <a:pt x="1387" y="3069"/>
                </a:lnTo>
                <a:lnTo>
                  <a:pt x="1386" y="3080"/>
                </a:lnTo>
                <a:lnTo>
                  <a:pt x="1377" y="3081"/>
                </a:lnTo>
                <a:lnTo>
                  <a:pt x="1348" y="3076"/>
                </a:lnTo>
                <a:lnTo>
                  <a:pt x="1273" y="3051"/>
                </a:lnTo>
                <a:lnTo>
                  <a:pt x="1218" y="3030"/>
                </a:lnTo>
                <a:lnTo>
                  <a:pt x="1096" y="2984"/>
                </a:lnTo>
                <a:lnTo>
                  <a:pt x="1006" y="2954"/>
                </a:lnTo>
                <a:lnTo>
                  <a:pt x="969" y="2941"/>
                </a:lnTo>
                <a:lnTo>
                  <a:pt x="854" y="2888"/>
                </a:lnTo>
                <a:lnTo>
                  <a:pt x="797" y="2857"/>
                </a:lnTo>
                <a:lnTo>
                  <a:pt x="664" y="2787"/>
                </a:lnTo>
                <a:lnTo>
                  <a:pt x="600" y="2644"/>
                </a:lnTo>
                <a:lnTo>
                  <a:pt x="573" y="2583"/>
                </a:lnTo>
                <a:lnTo>
                  <a:pt x="539" y="2484"/>
                </a:lnTo>
                <a:lnTo>
                  <a:pt x="535" y="2462"/>
                </a:lnTo>
                <a:lnTo>
                  <a:pt x="533" y="2443"/>
                </a:lnTo>
                <a:lnTo>
                  <a:pt x="520" y="2423"/>
                </a:lnTo>
                <a:lnTo>
                  <a:pt x="507" y="2415"/>
                </a:lnTo>
                <a:lnTo>
                  <a:pt x="498" y="2412"/>
                </a:lnTo>
                <a:lnTo>
                  <a:pt x="484" y="2407"/>
                </a:lnTo>
                <a:lnTo>
                  <a:pt x="476" y="2399"/>
                </a:lnTo>
                <a:lnTo>
                  <a:pt x="478" y="2394"/>
                </a:lnTo>
                <a:lnTo>
                  <a:pt x="481" y="2391"/>
                </a:lnTo>
                <a:lnTo>
                  <a:pt x="486" y="2388"/>
                </a:lnTo>
                <a:lnTo>
                  <a:pt x="490" y="2375"/>
                </a:lnTo>
                <a:lnTo>
                  <a:pt x="486" y="2341"/>
                </a:lnTo>
                <a:lnTo>
                  <a:pt x="474" y="2305"/>
                </a:lnTo>
                <a:lnTo>
                  <a:pt x="464" y="2270"/>
                </a:lnTo>
                <a:lnTo>
                  <a:pt x="448" y="2174"/>
                </a:lnTo>
                <a:lnTo>
                  <a:pt x="439" y="2073"/>
                </a:lnTo>
                <a:lnTo>
                  <a:pt x="439" y="2012"/>
                </a:lnTo>
                <a:lnTo>
                  <a:pt x="443" y="1986"/>
                </a:lnTo>
                <a:lnTo>
                  <a:pt x="446" y="1979"/>
                </a:lnTo>
                <a:lnTo>
                  <a:pt x="450" y="1967"/>
                </a:lnTo>
                <a:lnTo>
                  <a:pt x="459" y="1917"/>
                </a:lnTo>
                <a:lnTo>
                  <a:pt x="461" y="1888"/>
                </a:lnTo>
                <a:lnTo>
                  <a:pt x="464" y="1856"/>
                </a:lnTo>
                <a:lnTo>
                  <a:pt x="476" y="1799"/>
                </a:lnTo>
                <a:lnTo>
                  <a:pt x="483" y="1783"/>
                </a:lnTo>
                <a:lnTo>
                  <a:pt x="490" y="1768"/>
                </a:lnTo>
                <a:lnTo>
                  <a:pt x="498" y="1733"/>
                </a:lnTo>
                <a:lnTo>
                  <a:pt x="499" y="1717"/>
                </a:lnTo>
                <a:lnTo>
                  <a:pt x="501" y="1691"/>
                </a:lnTo>
                <a:lnTo>
                  <a:pt x="524" y="1608"/>
                </a:lnTo>
                <a:lnTo>
                  <a:pt x="564" y="1501"/>
                </a:lnTo>
                <a:lnTo>
                  <a:pt x="617" y="1383"/>
                </a:lnTo>
                <a:lnTo>
                  <a:pt x="646" y="1324"/>
                </a:lnTo>
                <a:lnTo>
                  <a:pt x="663" y="1290"/>
                </a:lnTo>
                <a:lnTo>
                  <a:pt x="679" y="1237"/>
                </a:lnTo>
                <a:lnTo>
                  <a:pt x="677" y="1226"/>
                </a:lnTo>
                <a:lnTo>
                  <a:pt x="675" y="1219"/>
                </a:lnTo>
                <a:lnTo>
                  <a:pt x="683" y="1210"/>
                </a:lnTo>
                <a:lnTo>
                  <a:pt x="692" y="1209"/>
                </a:lnTo>
                <a:lnTo>
                  <a:pt x="703" y="1208"/>
                </a:lnTo>
                <a:lnTo>
                  <a:pt x="718" y="1200"/>
                </a:lnTo>
                <a:lnTo>
                  <a:pt x="719" y="1194"/>
                </a:lnTo>
                <a:lnTo>
                  <a:pt x="724" y="1180"/>
                </a:lnTo>
                <a:lnTo>
                  <a:pt x="773" y="1114"/>
                </a:lnTo>
                <a:lnTo>
                  <a:pt x="849" y="1023"/>
                </a:lnTo>
                <a:lnTo>
                  <a:pt x="935" y="932"/>
                </a:lnTo>
                <a:lnTo>
                  <a:pt x="975" y="893"/>
                </a:lnTo>
                <a:lnTo>
                  <a:pt x="1025" y="848"/>
                </a:lnTo>
                <a:lnTo>
                  <a:pt x="1138" y="759"/>
                </a:lnTo>
                <a:lnTo>
                  <a:pt x="1260" y="674"/>
                </a:lnTo>
                <a:lnTo>
                  <a:pt x="1389" y="599"/>
                </a:lnTo>
                <a:lnTo>
                  <a:pt x="1456" y="564"/>
                </a:lnTo>
                <a:lnTo>
                  <a:pt x="1504" y="541"/>
                </a:lnTo>
                <a:lnTo>
                  <a:pt x="1606" y="496"/>
                </a:lnTo>
                <a:lnTo>
                  <a:pt x="1715" y="457"/>
                </a:lnTo>
                <a:lnTo>
                  <a:pt x="1827" y="421"/>
                </a:lnTo>
                <a:lnTo>
                  <a:pt x="1944" y="390"/>
                </a:lnTo>
                <a:lnTo>
                  <a:pt x="2062" y="364"/>
                </a:lnTo>
                <a:lnTo>
                  <a:pt x="2184" y="342"/>
                </a:lnTo>
                <a:lnTo>
                  <a:pt x="2306" y="327"/>
                </a:lnTo>
                <a:lnTo>
                  <a:pt x="2366" y="321"/>
                </a:lnTo>
                <a:lnTo>
                  <a:pt x="2407" y="317"/>
                </a:lnTo>
                <a:lnTo>
                  <a:pt x="2467" y="308"/>
                </a:lnTo>
                <a:lnTo>
                  <a:pt x="2476" y="303"/>
                </a:lnTo>
                <a:lnTo>
                  <a:pt x="2484" y="300"/>
                </a:lnTo>
                <a:lnTo>
                  <a:pt x="2540" y="298"/>
                </a:lnTo>
                <a:lnTo>
                  <a:pt x="2687" y="300"/>
                </a:lnTo>
                <a:lnTo>
                  <a:pt x="2949" y="311"/>
                </a:lnTo>
                <a:lnTo>
                  <a:pt x="3188" y="329"/>
                </a:lnTo>
                <a:lnTo>
                  <a:pt x="3261" y="338"/>
                </a:lnTo>
                <a:close/>
                <a:moveTo>
                  <a:pt x="922" y="872"/>
                </a:moveTo>
                <a:lnTo>
                  <a:pt x="921" y="878"/>
                </a:lnTo>
                <a:lnTo>
                  <a:pt x="912" y="887"/>
                </a:lnTo>
                <a:lnTo>
                  <a:pt x="905" y="888"/>
                </a:lnTo>
                <a:lnTo>
                  <a:pt x="899" y="890"/>
                </a:lnTo>
                <a:lnTo>
                  <a:pt x="890" y="902"/>
                </a:lnTo>
                <a:lnTo>
                  <a:pt x="889" y="912"/>
                </a:lnTo>
                <a:lnTo>
                  <a:pt x="887" y="923"/>
                </a:lnTo>
                <a:lnTo>
                  <a:pt x="870" y="941"/>
                </a:lnTo>
                <a:lnTo>
                  <a:pt x="858" y="946"/>
                </a:lnTo>
                <a:lnTo>
                  <a:pt x="850" y="950"/>
                </a:lnTo>
                <a:lnTo>
                  <a:pt x="827" y="971"/>
                </a:lnTo>
                <a:lnTo>
                  <a:pt x="778" y="1025"/>
                </a:lnTo>
                <a:lnTo>
                  <a:pt x="707" y="1114"/>
                </a:lnTo>
                <a:lnTo>
                  <a:pt x="668" y="1172"/>
                </a:lnTo>
                <a:lnTo>
                  <a:pt x="653" y="1199"/>
                </a:lnTo>
                <a:lnTo>
                  <a:pt x="651" y="1206"/>
                </a:lnTo>
                <a:lnTo>
                  <a:pt x="650" y="1214"/>
                </a:lnTo>
                <a:lnTo>
                  <a:pt x="642" y="1225"/>
                </a:lnTo>
                <a:lnTo>
                  <a:pt x="636" y="1226"/>
                </a:lnTo>
                <a:lnTo>
                  <a:pt x="631" y="1228"/>
                </a:lnTo>
                <a:lnTo>
                  <a:pt x="613" y="1256"/>
                </a:lnTo>
                <a:lnTo>
                  <a:pt x="593" y="1294"/>
                </a:lnTo>
                <a:lnTo>
                  <a:pt x="577" y="1332"/>
                </a:lnTo>
                <a:lnTo>
                  <a:pt x="575" y="1344"/>
                </a:lnTo>
                <a:lnTo>
                  <a:pt x="569" y="1360"/>
                </a:lnTo>
                <a:lnTo>
                  <a:pt x="547" y="1394"/>
                </a:lnTo>
                <a:lnTo>
                  <a:pt x="536" y="1415"/>
                </a:lnTo>
                <a:lnTo>
                  <a:pt x="515" y="1464"/>
                </a:lnTo>
                <a:lnTo>
                  <a:pt x="509" y="1488"/>
                </a:lnTo>
                <a:lnTo>
                  <a:pt x="497" y="1534"/>
                </a:lnTo>
                <a:lnTo>
                  <a:pt x="488" y="1572"/>
                </a:lnTo>
                <a:lnTo>
                  <a:pt x="480" y="1606"/>
                </a:lnTo>
                <a:lnTo>
                  <a:pt x="476" y="1639"/>
                </a:lnTo>
                <a:lnTo>
                  <a:pt x="474" y="1655"/>
                </a:lnTo>
                <a:lnTo>
                  <a:pt x="462" y="1691"/>
                </a:lnTo>
                <a:lnTo>
                  <a:pt x="454" y="1707"/>
                </a:lnTo>
                <a:lnTo>
                  <a:pt x="446" y="1724"/>
                </a:lnTo>
                <a:lnTo>
                  <a:pt x="429" y="1784"/>
                </a:lnTo>
                <a:lnTo>
                  <a:pt x="422" y="1817"/>
                </a:lnTo>
                <a:lnTo>
                  <a:pt x="411" y="1878"/>
                </a:lnTo>
                <a:lnTo>
                  <a:pt x="405" y="1905"/>
                </a:lnTo>
                <a:lnTo>
                  <a:pt x="402" y="1925"/>
                </a:lnTo>
                <a:lnTo>
                  <a:pt x="400" y="1961"/>
                </a:lnTo>
                <a:lnTo>
                  <a:pt x="399" y="1980"/>
                </a:lnTo>
                <a:lnTo>
                  <a:pt x="391" y="1997"/>
                </a:lnTo>
                <a:lnTo>
                  <a:pt x="379" y="1994"/>
                </a:lnTo>
                <a:lnTo>
                  <a:pt x="364" y="1975"/>
                </a:lnTo>
                <a:lnTo>
                  <a:pt x="339" y="1923"/>
                </a:lnTo>
                <a:lnTo>
                  <a:pt x="310" y="1822"/>
                </a:lnTo>
                <a:lnTo>
                  <a:pt x="302" y="1766"/>
                </a:lnTo>
                <a:lnTo>
                  <a:pt x="300" y="1736"/>
                </a:lnTo>
                <a:lnTo>
                  <a:pt x="301" y="1687"/>
                </a:lnTo>
                <a:lnTo>
                  <a:pt x="314" y="1637"/>
                </a:lnTo>
                <a:lnTo>
                  <a:pt x="345" y="1568"/>
                </a:lnTo>
                <a:lnTo>
                  <a:pt x="370" y="1518"/>
                </a:lnTo>
                <a:lnTo>
                  <a:pt x="413" y="1433"/>
                </a:lnTo>
                <a:lnTo>
                  <a:pt x="505" y="1280"/>
                </a:lnTo>
                <a:lnTo>
                  <a:pt x="602" y="1147"/>
                </a:lnTo>
                <a:lnTo>
                  <a:pt x="702" y="1036"/>
                </a:lnTo>
                <a:lnTo>
                  <a:pt x="755" y="989"/>
                </a:lnTo>
                <a:lnTo>
                  <a:pt x="830" y="924"/>
                </a:lnTo>
                <a:lnTo>
                  <a:pt x="869" y="885"/>
                </a:lnTo>
                <a:lnTo>
                  <a:pt x="881" y="874"/>
                </a:lnTo>
                <a:lnTo>
                  <a:pt x="900" y="860"/>
                </a:lnTo>
                <a:lnTo>
                  <a:pt x="914" y="857"/>
                </a:lnTo>
                <a:lnTo>
                  <a:pt x="921" y="864"/>
                </a:lnTo>
                <a:lnTo>
                  <a:pt x="922" y="872"/>
                </a:lnTo>
                <a:close/>
                <a:moveTo>
                  <a:pt x="569" y="1027"/>
                </a:moveTo>
                <a:lnTo>
                  <a:pt x="540" y="1065"/>
                </a:lnTo>
                <a:lnTo>
                  <a:pt x="484" y="1150"/>
                </a:lnTo>
                <a:lnTo>
                  <a:pt x="466" y="1182"/>
                </a:lnTo>
                <a:lnTo>
                  <a:pt x="449" y="1215"/>
                </a:lnTo>
                <a:lnTo>
                  <a:pt x="412" y="1273"/>
                </a:lnTo>
                <a:lnTo>
                  <a:pt x="383" y="1310"/>
                </a:lnTo>
                <a:lnTo>
                  <a:pt x="372" y="1317"/>
                </a:lnTo>
                <a:lnTo>
                  <a:pt x="371" y="1310"/>
                </a:lnTo>
                <a:lnTo>
                  <a:pt x="373" y="1302"/>
                </a:lnTo>
                <a:lnTo>
                  <a:pt x="384" y="1275"/>
                </a:lnTo>
                <a:lnTo>
                  <a:pt x="423" y="1198"/>
                </a:lnTo>
                <a:lnTo>
                  <a:pt x="470" y="1118"/>
                </a:lnTo>
                <a:lnTo>
                  <a:pt x="509" y="1063"/>
                </a:lnTo>
                <a:lnTo>
                  <a:pt x="517" y="1057"/>
                </a:lnTo>
                <a:lnTo>
                  <a:pt x="524" y="1056"/>
                </a:lnTo>
                <a:lnTo>
                  <a:pt x="533" y="1045"/>
                </a:lnTo>
                <a:lnTo>
                  <a:pt x="534" y="1037"/>
                </a:lnTo>
                <a:lnTo>
                  <a:pt x="536" y="1027"/>
                </a:lnTo>
                <a:lnTo>
                  <a:pt x="555" y="996"/>
                </a:lnTo>
                <a:lnTo>
                  <a:pt x="584" y="964"/>
                </a:lnTo>
                <a:lnTo>
                  <a:pt x="612" y="942"/>
                </a:lnTo>
                <a:lnTo>
                  <a:pt x="621" y="939"/>
                </a:lnTo>
                <a:lnTo>
                  <a:pt x="623" y="944"/>
                </a:lnTo>
                <a:lnTo>
                  <a:pt x="594" y="991"/>
                </a:lnTo>
                <a:lnTo>
                  <a:pt x="569" y="1027"/>
                </a:lnTo>
                <a:close/>
                <a:moveTo>
                  <a:pt x="4824" y="1177"/>
                </a:moveTo>
                <a:lnTo>
                  <a:pt x="4823" y="1184"/>
                </a:lnTo>
                <a:lnTo>
                  <a:pt x="4814" y="1187"/>
                </a:lnTo>
                <a:lnTo>
                  <a:pt x="4807" y="1184"/>
                </a:lnTo>
                <a:lnTo>
                  <a:pt x="4801" y="1179"/>
                </a:lnTo>
                <a:lnTo>
                  <a:pt x="4792" y="1164"/>
                </a:lnTo>
                <a:lnTo>
                  <a:pt x="4791" y="1156"/>
                </a:lnTo>
                <a:lnTo>
                  <a:pt x="4792" y="1150"/>
                </a:lnTo>
                <a:lnTo>
                  <a:pt x="4801" y="1147"/>
                </a:lnTo>
                <a:lnTo>
                  <a:pt x="4807" y="1150"/>
                </a:lnTo>
                <a:lnTo>
                  <a:pt x="4814" y="1154"/>
                </a:lnTo>
                <a:lnTo>
                  <a:pt x="4823" y="1170"/>
                </a:lnTo>
                <a:lnTo>
                  <a:pt x="4824" y="1177"/>
                </a:lnTo>
                <a:close/>
                <a:moveTo>
                  <a:pt x="280" y="1888"/>
                </a:moveTo>
                <a:lnTo>
                  <a:pt x="289" y="1919"/>
                </a:lnTo>
                <a:lnTo>
                  <a:pt x="308" y="1975"/>
                </a:lnTo>
                <a:lnTo>
                  <a:pt x="316" y="1991"/>
                </a:lnTo>
                <a:lnTo>
                  <a:pt x="322" y="2004"/>
                </a:lnTo>
                <a:lnTo>
                  <a:pt x="327" y="2025"/>
                </a:lnTo>
                <a:lnTo>
                  <a:pt x="324" y="2031"/>
                </a:lnTo>
                <a:lnTo>
                  <a:pt x="321" y="2036"/>
                </a:lnTo>
                <a:lnTo>
                  <a:pt x="326" y="2060"/>
                </a:lnTo>
                <a:lnTo>
                  <a:pt x="332" y="2073"/>
                </a:lnTo>
                <a:lnTo>
                  <a:pt x="340" y="2091"/>
                </a:lnTo>
                <a:lnTo>
                  <a:pt x="354" y="2161"/>
                </a:lnTo>
                <a:lnTo>
                  <a:pt x="360" y="2201"/>
                </a:lnTo>
                <a:lnTo>
                  <a:pt x="365" y="2240"/>
                </a:lnTo>
                <a:lnTo>
                  <a:pt x="375" y="2286"/>
                </a:lnTo>
                <a:lnTo>
                  <a:pt x="383" y="2305"/>
                </a:lnTo>
                <a:lnTo>
                  <a:pt x="387" y="2308"/>
                </a:lnTo>
                <a:lnTo>
                  <a:pt x="393" y="2314"/>
                </a:lnTo>
                <a:lnTo>
                  <a:pt x="395" y="2337"/>
                </a:lnTo>
                <a:lnTo>
                  <a:pt x="390" y="2350"/>
                </a:lnTo>
                <a:lnTo>
                  <a:pt x="384" y="2364"/>
                </a:lnTo>
                <a:lnTo>
                  <a:pt x="378" y="2388"/>
                </a:lnTo>
                <a:lnTo>
                  <a:pt x="380" y="2435"/>
                </a:lnTo>
                <a:lnTo>
                  <a:pt x="390" y="2500"/>
                </a:lnTo>
                <a:lnTo>
                  <a:pt x="396" y="2535"/>
                </a:lnTo>
                <a:lnTo>
                  <a:pt x="412" y="2593"/>
                </a:lnTo>
                <a:lnTo>
                  <a:pt x="420" y="2606"/>
                </a:lnTo>
                <a:lnTo>
                  <a:pt x="426" y="2616"/>
                </a:lnTo>
                <a:lnTo>
                  <a:pt x="429" y="2634"/>
                </a:lnTo>
                <a:lnTo>
                  <a:pt x="425" y="2639"/>
                </a:lnTo>
                <a:lnTo>
                  <a:pt x="421" y="2641"/>
                </a:lnTo>
                <a:lnTo>
                  <a:pt x="407" y="2634"/>
                </a:lnTo>
                <a:lnTo>
                  <a:pt x="374" y="2606"/>
                </a:lnTo>
                <a:lnTo>
                  <a:pt x="318" y="2542"/>
                </a:lnTo>
                <a:lnTo>
                  <a:pt x="262" y="2464"/>
                </a:lnTo>
                <a:lnTo>
                  <a:pt x="240" y="2426"/>
                </a:lnTo>
                <a:lnTo>
                  <a:pt x="226" y="2400"/>
                </a:lnTo>
                <a:lnTo>
                  <a:pt x="206" y="2351"/>
                </a:lnTo>
                <a:lnTo>
                  <a:pt x="195" y="2300"/>
                </a:lnTo>
                <a:lnTo>
                  <a:pt x="188" y="2231"/>
                </a:lnTo>
                <a:lnTo>
                  <a:pt x="185" y="2186"/>
                </a:lnTo>
                <a:lnTo>
                  <a:pt x="184" y="2117"/>
                </a:lnTo>
                <a:lnTo>
                  <a:pt x="192" y="1988"/>
                </a:lnTo>
                <a:lnTo>
                  <a:pt x="206" y="1907"/>
                </a:lnTo>
                <a:lnTo>
                  <a:pt x="219" y="1865"/>
                </a:lnTo>
                <a:lnTo>
                  <a:pt x="233" y="1835"/>
                </a:lnTo>
                <a:lnTo>
                  <a:pt x="248" y="1818"/>
                </a:lnTo>
                <a:lnTo>
                  <a:pt x="256" y="1817"/>
                </a:lnTo>
                <a:lnTo>
                  <a:pt x="265" y="1833"/>
                </a:lnTo>
                <a:lnTo>
                  <a:pt x="280" y="1888"/>
                </a:lnTo>
                <a:close/>
                <a:moveTo>
                  <a:pt x="4893" y="2212"/>
                </a:moveTo>
                <a:lnTo>
                  <a:pt x="4865" y="2269"/>
                </a:lnTo>
                <a:lnTo>
                  <a:pt x="4829" y="2332"/>
                </a:lnTo>
                <a:lnTo>
                  <a:pt x="4813" y="2354"/>
                </a:lnTo>
                <a:lnTo>
                  <a:pt x="4809" y="2356"/>
                </a:lnTo>
                <a:lnTo>
                  <a:pt x="4802" y="2359"/>
                </a:lnTo>
                <a:lnTo>
                  <a:pt x="4783" y="2386"/>
                </a:lnTo>
                <a:lnTo>
                  <a:pt x="4774" y="2406"/>
                </a:lnTo>
                <a:lnTo>
                  <a:pt x="4764" y="2425"/>
                </a:lnTo>
                <a:lnTo>
                  <a:pt x="4734" y="2457"/>
                </a:lnTo>
                <a:lnTo>
                  <a:pt x="4720" y="2463"/>
                </a:lnTo>
                <a:lnTo>
                  <a:pt x="4699" y="2469"/>
                </a:lnTo>
                <a:lnTo>
                  <a:pt x="4698" y="2459"/>
                </a:lnTo>
                <a:lnTo>
                  <a:pt x="4718" y="2436"/>
                </a:lnTo>
                <a:lnTo>
                  <a:pt x="4743" y="2405"/>
                </a:lnTo>
                <a:lnTo>
                  <a:pt x="4794" y="2332"/>
                </a:lnTo>
                <a:lnTo>
                  <a:pt x="4845" y="2247"/>
                </a:lnTo>
                <a:lnTo>
                  <a:pt x="4894" y="2150"/>
                </a:lnTo>
                <a:lnTo>
                  <a:pt x="4918" y="2097"/>
                </a:lnTo>
                <a:lnTo>
                  <a:pt x="4932" y="2071"/>
                </a:lnTo>
                <a:lnTo>
                  <a:pt x="4946" y="2048"/>
                </a:lnTo>
                <a:lnTo>
                  <a:pt x="4953" y="2045"/>
                </a:lnTo>
                <a:lnTo>
                  <a:pt x="4954" y="2047"/>
                </a:lnTo>
                <a:lnTo>
                  <a:pt x="4953" y="2064"/>
                </a:lnTo>
                <a:lnTo>
                  <a:pt x="4921" y="2152"/>
                </a:lnTo>
                <a:lnTo>
                  <a:pt x="4893" y="2212"/>
                </a:lnTo>
                <a:close/>
                <a:moveTo>
                  <a:pt x="135" y="2212"/>
                </a:moveTo>
                <a:lnTo>
                  <a:pt x="147" y="2232"/>
                </a:lnTo>
                <a:lnTo>
                  <a:pt x="150" y="2251"/>
                </a:lnTo>
                <a:lnTo>
                  <a:pt x="145" y="2258"/>
                </a:lnTo>
                <a:lnTo>
                  <a:pt x="140" y="2260"/>
                </a:lnTo>
                <a:lnTo>
                  <a:pt x="136" y="2263"/>
                </a:lnTo>
                <a:lnTo>
                  <a:pt x="130" y="2274"/>
                </a:lnTo>
                <a:lnTo>
                  <a:pt x="134" y="2305"/>
                </a:lnTo>
                <a:lnTo>
                  <a:pt x="159" y="2370"/>
                </a:lnTo>
                <a:lnTo>
                  <a:pt x="204" y="2459"/>
                </a:lnTo>
                <a:lnTo>
                  <a:pt x="236" y="2510"/>
                </a:lnTo>
                <a:lnTo>
                  <a:pt x="257" y="2544"/>
                </a:lnTo>
                <a:lnTo>
                  <a:pt x="301" y="2601"/>
                </a:lnTo>
                <a:lnTo>
                  <a:pt x="355" y="2656"/>
                </a:lnTo>
                <a:lnTo>
                  <a:pt x="432" y="2719"/>
                </a:lnTo>
                <a:lnTo>
                  <a:pt x="483" y="2758"/>
                </a:lnTo>
                <a:lnTo>
                  <a:pt x="541" y="2803"/>
                </a:lnTo>
                <a:lnTo>
                  <a:pt x="635" y="2879"/>
                </a:lnTo>
                <a:lnTo>
                  <a:pt x="700" y="2938"/>
                </a:lnTo>
                <a:lnTo>
                  <a:pt x="727" y="2970"/>
                </a:lnTo>
                <a:lnTo>
                  <a:pt x="736" y="2986"/>
                </a:lnTo>
                <a:lnTo>
                  <a:pt x="737" y="2991"/>
                </a:lnTo>
                <a:lnTo>
                  <a:pt x="735" y="2995"/>
                </a:lnTo>
                <a:lnTo>
                  <a:pt x="720" y="2998"/>
                </a:lnTo>
                <a:lnTo>
                  <a:pt x="677" y="2990"/>
                </a:lnTo>
                <a:lnTo>
                  <a:pt x="585" y="2962"/>
                </a:lnTo>
                <a:lnTo>
                  <a:pt x="471" y="2916"/>
                </a:lnTo>
                <a:lnTo>
                  <a:pt x="412" y="2888"/>
                </a:lnTo>
                <a:lnTo>
                  <a:pt x="341" y="2855"/>
                </a:lnTo>
                <a:lnTo>
                  <a:pt x="311" y="2846"/>
                </a:lnTo>
                <a:lnTo>
                  <a:pt x="302" y="2845"/>
                </a:lnTo>
                <a:lnTo>
                  <a:pt x="279" y="2834"/>
                </a:lnTo>
                <a:lnTo>
                  <a:pt x="235" y="2803"/>
                </a:lnTo>
                <a:lnTo>
                  <a:pt x="168" y="2741"/>
                </a:lnTo>
                <a:lnTo>
                  <a:pt x="112" y="2675"/>
                </a:lnTo>
                <a:lnTo>
                  <a:pt x="96" y="2647"/>
                </a:lnTo>
                <a:lnTo>
                  <a:pt x="88" y="2629"/>
                </a:lnTo>
                <a:lnTo>
                  <a:pt x="73" y="2588"/>
                </a:lnTo>
                <a:lnTo>
                  <a:pt x="58" y="2520"/>
                </a:lnTo>
                <a:lnTo>
                  <a:pt x="49" y="2422"/>
                </a:lnTo>
                <a:lnTo>
                  <a:pt x="54" y="2350"/>
                </a:lnTo>
                <a:lnTo>
                  <a:pt x="63" y="2305"/>
                </a:lnTo>
                <a:lnTo>
                  <a:pt x="69" y="2284"/>
                </a:lnTo>
                <a:lnTo>
                  <a:pt x="76" y="2254"/>
                </a:lnTo>
                <a:lnTo>
                  <a:pt x="84" y="2203"/>
                </a:lnTo>
                <a:lnTo>
                  <a:pt x="83" y="2191"/>
                </a:lnTo>
                <a:lnTo>
                  <a:pt x="79" y="2179"/>
                </a:lnTo>
                <a:lnTo>
                  <a:pt x="85" y="2170"/>
                </a:lnTo>
                <a:lnTo>
                  <a:pt x="102" y="2177"/>
                </a:lnTo>
                <a:lnTo>
                  <a:pt x="123" y="2196"/>
                </a:lnTo>
                <a:lnTo>
                  <a:pt x="135" y="2212"/>
                </a:lnTo>
                <a:close/>
                <a:moveTo>
                  <a:pt x="507" y="2571"/>
                </a:moveTo>
                <a:lnTo>
                  <a:pt x="521" y="2617"/>
                </a:lnTo>
                <a:lnTo>
                  <a:pt x="539" y="2682"/>
                </a:lnTo>
                <a:lnTo>
                  <a:pt x="541" y="2708"/>
                </a:lnTo>
                <a:lnTo>
                  <a:pt x="539" y="2713"/>
                </a:lnTo>
                <a:lnTo>
                  <a:pt x="528" y="2699"/>
                </a:lnTo>
                <a:lnTo>
                  <a:pt x="515" y="2670"/>
                </a:lnTo>
                <a:lnTo>
                  <a:pt x="505" y="2653"/>
                </a:lnTo>
                <a:lnTo>
                  <a:pt x="487" y="2629"/>
                </a:lnTo>
                <a:lnTo>
                  <a:pt x="481" y="2627"/>
                </a:lnTo>
                <a:lnTo>
                  <a:pt x="477" y="2626"/>
                </a:lnTo>
                <a:lnTo>
                  <a:pt x="468" y="2610"/>
                </a:lnTo>
                <a:lnTo>
                  <a:pt x="454" y="2557"/>
                </a:lnTo>
                <a:lnTo>
                  <a:pt x="441" y="2487"/>
                </a:lnTo>
                <a:lnTo>
                  <a:pt x="437" y="2457"/>
                </a:lnTo>
                <a:lnTo>
                  <a:pt x="440" y="2439"/>
                </a:lnTo>
                <a:lnTo>
                  <a:pt x="447" y="2441"/>
                </a:lnTo>
                <a:lnTo>
                  <a:pt x="462" y="2463"/>
                </a:lnTo>
                <a:lnTo>
                  <a:pt x="490" y="2525"/>
                </a:lnTo>
                <a:lnTo>
                  <a:pt x="507" y="2571"/>
                </a:lnTo>
                <a:close/>
                <a:moveTo>
                  <a:pt x="813" y="2941"/>
                </a:moveTo>
                <a:lnTo>
                  <a:pt x="842" y="2956"/>
                </a:lnTo>
                <a:lnTo>
                  <a:pt x="962" y="3006"/>
                </a:lnTo>
                <a:lnTo>
                  <a:pt x="1032" y="3034"/>
                </a:lnTo>
                <a:lnTo>
                  <a:pt x="1175" y="3090"/>
                </a:lnTo>
                <a:lnTo>
                  <a:pt x="1257" y="3125"/>
                </a:lnTo>
                <a:lnTo>
                  <a:pt x="1281" y="3134"/>
                </a:lnTo>
                <a:lnTo>
                  <a:pt x="1332" y="3149"/>
                </a:lnTo>
                <a:lnTo>
                  <a:pt x="1350" y="3151"/>
                </a:lnTo>
                <a:lnTo>
                  <a:pt x="1363" y="3152"/>
                </a:lnTo>
                <a:lnTo>
                  <a:pt x="1371" y="3156"/>
                </a:lnTo>
                <a:lnTo>
                  <a:pt x="1370" y="3159"/>
                </a:lnTo>
                <a:lnTo>
                  <a:pt x="1366" y="3161"/>
                </a:lnTo>
                <a:lnTo>
                  <a:pt x="1348" y="3164"/>
                </a:lnTo>
                <a:lnTo>
                  <a:pt x="1253" y="3152"/>
                </a:lnTo>
                <a:lnTo>
                  <a:pt x="1127" y="3126"/>
                </a:lnTo>
                <a:lnTo>
                  <a:pt x="1002" y="3094"/>
                </a:lnTo>
                <a:lnTo>
                  <a:pt x="956" y="3079"/>
                </a:lnTo>
                <a:lnTo>
                  <a:pt x="915" y="3062"/>
                </a:lnTo>
                <a:lnTo>
                  <a:pt x="846" y="3023"/>
                </a:lnTo>
                <a:lnTo>
                  <a:pt x="804" y="2993"/>
                </a:lnTo>
                <a:lnTo>
                  <a:pt x="788" y="2979"/>
                </a:lnTo>
                <a:lnTo>
                  <a:pt x="763" y="2956"/>
                </a:lnTo>
                <a:lnTo>
                  <a:pt x="742" y="2930"/>
                </a:lnTo>
                <a:lnTo>
                  <a:pt x="738" y="2920"/>
                </a:lnTo>
                <a:lnTo>
                  <a:pt x="741" y="2914"/>
                </a:lnTo>
                <a:lnTo>
                  <a:pt x="752" y="2915"/>
                </a:lnTo>
                <a:lnTo>
                  <a:pt x="781" y="2925"/>
                </a:lnTo>
                <a:lnTo>
                  <a:pt x="813" y="2941"/>
                </a:lnTo>
                <a:close/>
                <a:moveTo>
                  <a:pt x="1472" y="3113"/>
                </a:moveTo>
                <a:lnTo>
                  <a:pt x="1459" y="3115"/>
                </a:lnTo>
                <a:lnTo>
                  <a:pt x="1434" y="3110"/>
                </a:lnTo>
                <a:lnTo>
                  <a:pt x="1426" y="3103"/>
                </a:lnTo>
                <a:lnTo>
                  <a:pt x="1423" y="3099"/>
                </a:lnTo>
                <a:lnTo>
                  <a:pt x="1423" y="3094"/>
                </a:lnTo>
                <a:lnTo>
                  <a:pt x="1436" y="3092"/>
                </a:lnTo>
                <a:lnTo>
                  <a:pt x="1457" y="3095"/>
                </a:lnTo>
                <a:lnTo>
                  <a:pt x="1481" y="3102"/>
                </a:lnTo>
                <a:lnTo>
                  <a:pt x="1487" y="3109"/>
                </a:lnTo>
                <a:lnTo>
                  <a:pt x="1472" y="3113"/>
                </a:lnTo>
                <a:close/>
                <a:moveTo>
                  <a:pt x="1294" y="3224"/>
                </a:moveTo>
                <a:lnTo>
                  <a:pt x="1330" y="3231"/>
                </a:lnTo>
                <a:lnTo>
                  <a:pt x="1395" y="3241"/>
                </a:lnTo>
                <a:lnTo>
                  <a:pt x="1489" y="3252"/>
                </a:lnTo>
                <a:lnTo>
                  <a:pt x="1623" y="3277"/>
                </a:lnTo>
                <a:lnTo>
                  <a:pt x="1760" y="3302"/>
                </a:lnTo>
                <a:lnTo>
                  <a:pt x="1860" y="3318"/>
                </a:lnTo>
                <a:lnTo>
                  <a:pt x="1880" y="3322"/>
                </a:lnTo>
                <a:lnTo>
                  <a:pt x="1892" y="3326"/>
                </a:lnTo>
                <a:lnTo>
                  <a:pt x="1889" y="3328"/>
                </a:lnTo>
                <a:lnTo>
                  <a:pt x="1848" y="3330"/>
                </a:lnTo>
                <a:lnTo>
                  <a:pt x="1758" y="3327"/>
                </a:lnTo>
                <a:lnTo>
                  <a:pt x="1661" y="3321"/>
                </a:lnTo>
                <a:lnTo>
                  <a:pt x="1460" y="3298"/>
                </a:lnTo>
                <a:lnTo>
                  <a:pt x="1282" y="3266"/>
                </a:lnTo>
                <a:lnTo>
                  <a:pt x="1185" y="3239"/>
                </a:lnTo>
                <a:lnTo>
                  <a:pt x="1144" y="3222"/>
                </a:lnTo>
                <a:lnTo>
                  <a:pt x="1133" y="3214"/>
                </a:lnTo>
                <a:lnTo>
                  <a:pt x="1131" y="3211"/>
                </a:lnTo>
                <a:lnTo>
                  <a:pt x="1137" y="3207"/>
                </a:lnTo>
                <a:lnTo>
                  <a:pt x="1161" y="3205"/>
                </a:lnTo>
                <a:lnTo>
                  <a:pt x="1215" y="3208"/>
                </a:lnTo>
                <a:lnTo>
                  <a:pt x="1272" y="3217"/>
                </a:lnTo>
                <a:lnTo>
                  <a:pt x="1294" y="322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3" name="Freeform 77">
            <a:extLst>
              <a:ext uri="{FF2B5EF4-FFF2-40B4-BE49-F238E27FC236}">
                <a16:creationId xmlns:a16="http://schemas.microsoft.com/office/drawing/2014/main" id="{969D789F-F0B6-4E8E-837F-05ED93058E01}"/>
              </a:ext>
            </a:extLst>
          </p:cNvPr>
          <p:cNvSpPr>
            <a:spLocks/>
          </p:cNvSpPr>
          <p:nvPr/>
        </p:nvSpPr>
        <p:spPr bwMode="auto">
          <a:xfrm>
            <a:off x="5397293" y="3681966"/>
            <a:ext cx="1027787" cy="989438"/>
          </a:xfrm>
          <a:custGeom>
            <a:avLst/>
            <a:gdLst>
              <a:gd name="T0" fmla="*/ 877 w 2811"/>
              <a:gd name="T1" fmla="*/ 102 h 2711"/>
              <a:gd name="T2" fmla="*/ 751 w 2811"/>
              <a:gd name="T3" fmla="*/ 151 h 2711"/>
              <a:gd name="T4" fmla="*/ 561 w 2811"/>
              <a:gd name="T5" fmla="*/ 246 h 2711"/>
              <a:gd name="T6" fmla="*/ 204 w 2811"/>
              <a:gd name="T7" fmla="*/ 550 h 2711"/>
              <a:gd name="T8" fmla="*/ 31 w 2811"/>
              <a:gd name="T9" fmla="*/ 863 h 2711"/>
              <a:gd name="T10" fmla="*/ 0 w 2811"/>
              <a:gd name="T11" fmla="*/ 1223 h 2711"/>
              <a:gd name="T12" fmla="*/ 53 w 2811"/>
              <a:gd name="T13" fmla="*/ 1521 h 2711"/>
              <a:gd name="T14" fmla="*/ 157 w 2811"/>
              <a:gd name="T15" fmla="*/ 1768 h 2711"/>
              <a:gd name="T16" fmla="*/ 380 w 2811"/>
              <a:gd name="T17" fmla="*/ 2056 h 2711"/>
              <a:gd name="T18" fmla="*/ 618 w 2811"/>
              <a:gd name="T19" fmla="*/ 2199 h 2711"/>
              <a:gd name="T20" fmla="*/ 662 w 2811"/>
              <a:gd name="T21" fmla="*/ 2208 h 2711"/>
              <a:gd name="T22" fmla="*/ 1080 w 2811"/>
              <a:gd name="T23" fmla="*/ 2226 h 2711"/>
              <a:gd name="T24" fmla="*/ 1298 w 2811"/>
              <a:gd name="T25" fmla="*/ 2191 h 2711"/>
              <a:gd name="T26" fmla="*/ 1271 w 2811"/>
              <a:gd name="T27" fmla="*/ 2131 h 2711"/>
              <a:gd name="T28" fmla="*/ 900 w 2811"/>
              <a:gd name="T29" fmla="*/ 2115 h 2711"/>
              <a:gd name="T30" fmla="*/ 613 w 2811"/>
              <a:gd name="T31" fmla="*/ 2075 h 2711"/>
              <a:gd name="T32" fmla="*/ 416 w 2811"/>
              <a:gd name="T33" fmla="*/ 1925 h 2711"/>
              <a:gd name="T34" fmla="*/ 240 w 2811"/>
              <a:gd name="T35" fmla="*/ 1633 h 2711"/>
              <a:gd name="T36" fmla="*/ 139 w 2811"/>
              <a:gd name="T37" fmla="*/ 1251 h 2711"/>
              <a:gd name="T38" fmla="*/ 219 w 2811"/>
              <a:gd name="T39" fmla="*/ 781 h 2711"/>
              <a:gd name="T40" fmla="*/ 412 w 2811"/>
              <a:gd name="T41" fmla="*/ 525 h 2711"/>
              <a:gd name="T42" fmla="*/ 764 w 2811"/>
              <a:gd name="T43" fmla="*/ 289 h 2711"/>
              <a:gd name="T44" fmla="*/ 1099 w 2811"/>
              <a:gd name="T45" fmla="*/ 164 h 2711"/>
              <a:gd name="T46" fmla="*/ 1569 w 2811"/>
              <a:gd name="T47" fmla="*/ 119 h 2711"/>
              <a:gd name="T48" fmla="*/ 1841 w 2811"/>
              <a:gd name="T49" fmla="*/ 165 h 2711"/>
              <a:gd name="T50" fmla="*/ 1904 w 2811"/>
              <a:gd name="T51" fmla="*/ 183 h 2711"/>
              <a:gd name="T52" fmla="*/ 2157 w 2811"/>
              <a:gd name="T53" fmla="*/ 298 h 2711"/>
              <a:gd name="T54" fmla="*/ 2280 w 2811"/>
              <a:gd name="T55" fmla="*/ 405 h 2711"/>
              <a:gd name="T56" fmla="*/ 2399 w 2811"/>
              <a:gd name="T57" fmla="*/ 511 h 2711"/>
              <a:gd name="T58" fmla="*/ 2493 w 2811"/>
              <a:gd name="T59" fmla="*/ 635 h 2711"/>
              <a:gd name="T60" fmla="*/ 2537 w 2811"/>
              <a:gd name="T61" fmla="*/ 727 h 2711"/>
              <a:gd name="T62" fmla="*/ 2574 w 2811"/>
              <a:gd name="T63" fmla="*/ 767 h 2711"/>
              <a:gd name="T64" fmla="*/ 2613 w 2811"/>
              <a:gd name="T65" fmla="*/ 884 h 2711"/>
              <a:gd name="T66" fmla="*/ 2668 w 2811"/>
              <a:gd name="T67" fmla="*/ 1209 h 2711"/>
              <a:gd name="T68" fmla="*/ 2620 w 2811"/>
              <a:gd name="T69" fmla="*/ 1490 h 2711"/>
              <a:gd name="T70" fmla="*/ 2478 w 2811"/>
              <a:gd name="T71" fmla="*/ 1741 h 2711"/>
              <a:gd name="T72" fmla="*/ 2221 w 2811"/>
              <a:gd name="T73" fmla="*/ 2028 h 2711"/>
              <a:gd name="T74" fmla="*/ 1841 w 2811"/>
              <a:gd name="T75" fmla="*/ 2255 h 2711"/>
              <a:gd name="T76" fmla="*/ 1066 w 2811"/>
              <a:gd name="T77" fmla="*/ 2517 h 2711"/>
              <a:gd name="T78" fmla="*/ 750 w 2811"/>
              <a:gd name="T79" fmla="*/ 2610 h 2711"/>
              <a:gd name="T80" fmla="*/ 745 w 2811"/>
              <a:gd name="T81" fmla="*/ 2640 h 2711"/>
              <a:gd name="T82" fmla="*/ 778 w 2811"/>
              <a:gd name="T83" fmla="*/ 2693 h 2711"/>
              <a:gd name="T84" fmla="*/ 982 w 2811"/>
              <a:gd name="T85" fmla="*/ 2672 h 2711"/>
              <a:gd name="T86" fmla="*/ 1474 w 2811"/>
              <a:gd name="T87" fmla="*/ 2522 h 2711"/>
              <a:gd name="T88" fmla="*/ 2039 w 2811"/>
              <a:gd name="T89" fmla="*/ 2299 h 2711"/>
              <a:gd name="T90" fmla="*/ 2241 w 2811"/>
              <a:gd name="T91" fmla="*/ 2168 h 2711"/>
              <a:gd name="T92" fmla="*/ 2333 w 2811"/>
              <a:gd name="T93" fmla="*/ 2105 h 2711"/>
              <a:gd name="T94" fmla="*/ 2641 w 2811"/>
              <a:gd name="T95" fmla="*/ 1748 h 2711"/>
              <a:gd name="T96" fmla="*/ 2666 w 2811"/>
              <a:gd name="T97" fmla="*/ 1701 h 2711"/>
              <a:gd name="T98" fmla="*/ 2782 w 2811"/>
              <a:gd name="T99" fmla="*/ 1417 h 2711"/>
              <a:gd name="T100" fmla="*/ 2801 w 2811"/>
              <a:gd name="T101" fmla="*/ 1092 h 2711"/>
              <a:gd name="T102" fmla="*/ 2610 w 2811"/>
              <a:gd name="T103" fmla="*/ 602 h 2711"/>
              <a:gd name="T104" fmla="*/ 2392 w 2811"/>
              <a:gd name="T105" fmla="*/ 333 h 2711"/>
              <a:gd name="T106" fmla="*/ 2070 w 2811"/>
              <a:gd name="T107" fmla="*/ 118 h 2711"/>
              <a:gd name="T108" fmla="*/ 1801 w 2811"/>
              <a:gd name="T109" fmla="*/ 26 h 2711"/>
              <a:gd name="T110" fmla="*/ 1242 w 2811"/>
              <a:gd name="T111" fmla="*/ 5 h 27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811" h="2711">
                <a:moveTo>
                  <a:pt x="1242" y="5"/>
                </a:moveTo>
                <a:lnTo>
                  <a:pt x="1132" y="28"/>
                </a:lnTo>
                <a:lnTo>
                  <a:pt x="962" y="75"/>
                </a:lnTo>
                <a:lnTo>
                  <a:pt x="877" y="102"/>
                </a:lnTo>
                <a:lnTo>
                  <a:pt x="852" y="112"/>
                </a:lnTo>
                <a:lnTo>
                  <a:pt x="827" y="124"/>
                </a:lnTo>
                <a:lnTo>
                  <a:pt x="772" y="145"/>
                </a:lnTo>
                <a:lnTo>
                  <a:pt x="751" y="151"/>
                </a:lnTo>
                <a:lnTo>
                  <a:pt x="729" y="158"/>
                </a:lnTo>
                <a:lnTo>
                  <a:pt x="656" y="192"/>
                </a:lnTo>
                <a:lnTo>
                  <a:pt x="616" y="213"/>
                </a:lnTo>
                <a:lnTo>
                  <a:pt x="561" y="246"/>
                </a:lnTo>
                <a:lnTo>
                  <a:pt x="457" y="314"/>
                </a:lnTo>
                <a:lnTo>
                  <a:pt x="363" y="388"/>
                </a:lnTo>
                <a:lnTo>
                  <a:pt x="278" y="467"/>
                </a:lnTo>
                <a:lnTo>
                  <a:pt x="204" y="550"/>
                </a:lnTo>
                <a:lnTo>
                  <a:pt x="140" y="636"/>
                </a:lnTo>
                <a:lnTo>
                  <a:pt x="87" y="726"/>
                </a:lnTo>
                <a:lnTo>
                  <a:pt x="47" y="817"/>
                </a:lnTo>
                <a:lnTo>
                  <a:pt x="31" y="863"/>
                </a:lnTo>
                <a:lnTo>
                  <a:pt x="24" y="889"/>
                </a:lnTo>
                <a:lnTo>
                  <a:pt x="13" y="950"/>
                </a:lnTo>
                <a:lnTo>
                  <a:pt x="2" y="1061"/>
                </a:lnTo>
                <a:lnTo>
                  <a:pt x="0" y="1223"/>
                </a:lnTo>
                <a:lnTo>
                  <a:pt x="7" y="1333"/>
                </a:lnTo>
                <a:lnTo>
                  <a:pt x="17" y="1395"/>
                </a:lnTo>
                <a:lnTo>
                  <a:pt x="23" y="1420"/>
                </a:lnTo>
                <a:lnTo>
                  <a:pt x="53" y="1521"/>
                </a:lnTo>
                <a:lnTo>
                  <a:pt x="99" y="1657"/>
                </a:lnTo>
                <a:lnTo>
                  <a:pt x="125" y="1718"/>
                </a:lnTo>
                <a:lnTo>
                  <a:pt x="133" y="1732"/>
                </a:lnTo>
                <a:lnTo>
                  <a:pt x="157" y="1768"/>
                </a:lnTo>
                <a:lnTo>
                  <a:pt x="193" y="1833"/>
                </a:lnTo>
                <a:lnTo>
                  <a:pt x="217" y="1876"/>
                </a:lnTo>
                <a:lnTo>
                  <a:pt x="291" y="1967"/>
                </a:lnTo>
                <a:lnTo>
                  <a:pt x="380" y="2056"/>
                </a:lnTo>
                <a:lnTo>
                  <a:pt x="474" y="2129"/>
                </a:lnTo>
                <a:lnTo>
                  <a:pt x="518" y="2154"/>
                </a:lnTo>
                <a:lnTo>
                  <a:pt x="560" y="2176"/>
                </a:lnTo>
                <a:lnTo>
                  <a:pt x="618" y="2199"/>
                </a:lnTo>
                <a:lnTo>
                  <a:pt x="628" y="2198"/>
                </a:lnTo>
                <a:lnTo>
                  <a:pt x="635" y="2196"/>
                </a:lnTo>
                <a:lnTo>
                  <a:pt x="653" y="2201"/>
                </a:lnTo>
                <a:lnTo>
                  <a:pt x="662" y="2208"/>
                </a:lnTo>
                <a:lnTo>
                  <a:pt x="674" y="2215"/>
                </a:lnTo>
                <a:lnTo>
                  <a:pt x="730" y="2224"/>
                </a:lnTo>
                <a:lnTo>
                  <a:pt x="863" y="2230"/>
                </a:lnTo>
                <a:lnTo>
                  <a:pt x="1080" y="2226"/>
                </a:lnTo>
                <a:lnTo>
                  <a:pt x="1217" y="2214"/>
                </a:lnTo>
                <a:lnTo>
                  <a:pt x="1278" y="2203"/>
                </a:lnTo>
                <a:lnTo>
                  <a:pt x="1293" y="2197"/>
                </a:lnTo>
                <a:lnTo>
                  <a:pt x="1298" y="2191"/>
                </a:lnTo>
                <a:lnTo>
                  <a:pt x="1300" y="2168"/>
                </a:lnTo>
                <a:lnTo>
                  <a:pt x="1297" y="2156"/>
                </a:lnTo>
                <a:lnTo>
                  <a:pt x="1293" y="2145"/>
                </a:lnTo>
                <a:lnTo>
                  <a:pt x="1271" y="2131"/>
                </a:lnTo>
                <a:lnTo>
                  <a:pt x="1210" y="2124"/>
                </a:lnTo>
                <a:lnTo>
                  <a:pt x="1088" y="2119"/>
                </a:lnTo>
                <a:lnTo>
                  <a:pt x="991" y="2117"/>
                </a:lnTo>
                <a:lnTo>
                  <a:pt x="900" y="2115"/>
                </a:lnTo>
                <a:lnTo>
                  <a:pt x="772" y="2110"/>
                </a:lnTo>
                <a:lnTo>
                  <a:pt x="693" y="2101"/>
                </a:lnTo>
                <a:lnTo>
                  <a:pt x="639" y="2085"/>
                </a:lnTo>
                <a:lnTo>
                  <a:pt x="613" y="2075"/>
                </a:lnTo>
                <a:lnTo>
                  <a:pt x="583" y="2060"/>
                </a:lnTo>
                <a:lnTo>
                  <a:pt x="524" y="2024"/>
                </a:lnTo>
                <a:lnTo>
                  <a:pt x="468" y="1978"/>
                </a:lnTo>
                <a:lnTo>
                  <a:pt x="416" y="1925"/>
                </a:lnTo>
                <a:lnTo>
                  <a:pt x="367" y="1864"/>
                </a:lnTo>
                <a:lnTo>
                  <a:pt x="321" y="1795"/>
                </a:lnTo>
                <a:lnTo>
                  <a:pt x="279" y="1718"/>
                </a:lnTo>
                <a:lnTo>
                  <a:pt x="240" y="1633"/>
                </a:lnTo>
                <a:lnTo>
                  <a:pt x="223" y="1587"/>
                </a:lnTo>
                <a:lnTo>
                  <a:pt x="197" y="1517"/>
                </a:lnTo>
                <a:lnTo>
                  <a:pt x="160" y="1383"/>
                </a:lnTo>
                <a:lnTo>
                  <a:pt x="139" y="1251"/>
                </a:lnTo>
                <a:lnTo>
                  <a:pt x="134" y="1126"/>
                </a:lnTo>
                <a:lnTo>
                  <a:pt x="146" y="1005"/>
                </a:lnTo>
                <a:lnTo>
                  <a:pt x="174" y="890"/>
                </a:lnTo>
                <a:lnTo>
                  <a:pt x="219" y="781"/>
                </a:lnTo>
                <a:lnTo>
                  <a:pt x="280" y="678"/>
                </a:lnTo>
                <a:lnTo>
                  <a:pt x="317" y="628"/>
                </a:lnTo>
                <a:lnTo>
                  <a:pt x="346" y="594"/>
                </a:lnTo>
                <a:lnTo>
                  <a:pt x="412" y="525"/>
                </a:lnTo>
                <a:lnTo>
                  <a:pt x="487" y="460"/>
                </a:lnTo>
                <a:lnTo>
                  <a:pt x="571" y="400"/>
                </a:lnTo>
                <a:lnTo>
                  <a:pt x="664" y="342"/>
                </a:lnTo>
                <a:lnTo>
                  <a:pt x="764" y="289"/>
                </a:lnTo>
                <a:lnTo>
                  <a:pt x="872" y="241"/>
                </a:lnTo>
                <a:lnTo>
                  <a:pt x="985" y="198"/>
                </a:lnTo>
                <a:lnTo>
                  <a:pt x="1045" y="178"/>
                </a:lnTo>
                <a:lnTo>
                  <a:pt x="1099" y="164"/>
                </a:lnTo>
                <a:lnTo>
                  <a:pt x="1238" y="137"/>
                </a:lnTo>
                <a:lnTo>
                  <a:pt x="1388" y="121"/>
                </a:lnTo>
                <a:lnTo>
                  <a:pt x="1520" y="115"/>
                </a:lnTo>
                <a:lnTo>
                  <a:pt x="1569" y="119"/>
                </a:lnTo>
                <a:lnTo>
                  <a:pt x="1711" y="134"/>
                </a:lnTo>
                <a:lnTo>
                  <a:pt x="1807" y="149"/>
                </a:lnTo>
                <a:lnTo>
                  <a:pt x="1835" y="160"/>
                </a:lnTo>
                <a:lnTo>
                  <a:pt x="1841" y="165"/>
                </a:lnTo>
                <a:lnTo>
                  <a:pt x="1849" y="171"/>
                </a:lnTo>
                <a:lnTo>
                  <a:pt x="1873" y="179"/>
                </a:lnTo>
                <a:lnTo>
                  <a:pt x="1885" y="180"/>
                </a:lnTo>
                <a:lnTo>
                  <a:pt x="1904" y="183"/>
                </a:lnTo>
                <a:lnTo>
                  <a:pt x="1982" y="215"/>
                </a:lnTo>
                <a:lnTo>
                  <a:pt x="2030" y="239"/>
                </a:lnTo>
                <a:lnTo>
                  <a:pt x="2121" y="284"/>
                </a:lnTo>
                <a:lnTo>
                  <a:pt x="2157" y="298"/>
                </a:lnTo>
                <a:lnTo>
                  <a:pt x="2167" y="302"/>
                </a:lnTo>
                <a:lnTo>
                  <a:pt x="2216" y="343"/>
                </a:lnTo>
                <a:lnTo>
                  <a:pt x="2248" y="374"/>
                </a:lnTo>
                <a:lnTo>
                  <a:pt x="2280" y="405"/>
                </a:lnTo>
                <a:lnTo>
                  <a:pt x="2325" y="445"/>
                </a:lnTo>
                <a:lnTo>
                  <a:pt x="2332" y="450"/>
                </a:lnTo>
                <a:lnTo>
                  <a:pt x="2346" y="458"/>
                </a:lnTo>
                <a:lnTo>
                  <a:pt x="2399" y="511"/>
                </a:lnTo>
                <a:lnTo>
                  <a:pt x="2407" y="526"/>
                </a:lnTo>
                <a:lnTo>
                  <a:pt x="2412" y="538"/>
                </a:lnTo>
                <a:lnTo>
                  <a:pt x="2461" y="600"/>
                </a:lnTo>
                <a:lnTo>
                  <a:pt x="2493" y="635"/>
                </a:lnTo>
                <a:lnTo>
                  <a:pt x="2505" y="650"/>
                </a:lnTo>
                <a:lnTo>
                  <a:pt x="2526" y="690"/>
                </a:lnTo>
                <a:lnTo>
                  <a:pt x="2532" y="709"/>
                </a:lnTo>
                <a:lnTo>
                  <a:pt x="2537" y="727"/>
                </a:lnTo>
                <a:lnTo>
                  <a:pt x="2552" y="751"/>
                </a:lnTo>
                <a:lnTo>
                  <a:pt x="2559" y="754"/>
                </a:lnTo>
                <a:lnTo>
                  <a:pt x="2566" y="755"/>
                </a:lnTo>
                <a:lnTo>
                  <a:pt x="2574" y="767"/>
                </a:lnTo>
                <a:lnTo>
                  <a:pt x="2576" y="777"/>
                </a:lnTo>
                <a:lnTo>
                  <a:pt x="2578" y="791"/>
                </a:lnTo>
                <a:lnTo>
                  <a:pt x="2598" y="849"/>
                </a:lnTo>
                <a:lnTo>
                  <a:pt x="2613" y="884"/>
                </a:lnTo>
                <a:lnTo>
                  <a:pt x="2640" y="949"/>
                </a:lnTo>
                <a:lnTo>
                  <a:pt x="2651" y="982"/>
                </a:lnTo>
                <a:lnTo>
                  <a:pt x="2662" y="1082"/>
                </a:lnTo>
                <a:lnTo>
                  <a:pt x="2668" y="1209"/>
                </a:lnTo>
                <a:lnTo>
                  <a:pt x="2665" y="1284"/>
                </a:lnTo>
                <a:lnTo>
                  <a:pt x="2656" y="1355"/>
                </a:lnTo>
                <a:lnTo>
                  <a:pt x="2641" y="1423"/>
                </a:lnTo>
                <a:lnTo>
                  <a:pt x="2620" y="1490"/>
                </a:lnTo>
                <a:lnTo>
                  <a:pt x="2592" y="1557"/>
                </a:lnTo>
                <a:lnTo>
                  <a:pt x="2574" y="1592"/>
                </a:lnTo>
                <a:lnTo>
                  <a:pt x="2552" y="1633"/>
                </a:lnTo>
                <a:lnTo>
                  <a:pt x="2478" y="1741"/>
                </a:lnTo>
                <a:lnTo>
                  <a:pt x="2385" y="1859"/>
                </a:lnTo>
                <a:lnTo>
                  <a:pt x="2294" y="1963"/>
                </a:lnTo>
                <a:lnTo>
                  <a:pt x="2255" y="1999"/>
                </a:lnTo>
                <a:lnTo>
                  <a:pt x="2221" y="2028"/>
                </a:lnTo>
                <a:lnTo>
                  <a:pt x="2124" y="2096"/>
                </a:lnTo>
                <a:lnTo>
                  <a:pt x="2010" y="2167"/>
                </a:lnTo>
                <a:lnTo>
                  <a:pt x="1893" y="2231"/>
                </a:lnTo>
                <a:lnTo>
                  <a:pt x="1841" y="2255"/>
                </a:lnTo>
                <a:lnTo>
                  <a:pt x="1768" y="2287"/>
                </a:lnTo>
                <a:lnTo>
                  <a:pt x="1568" y="2361"/>
                </a:lnTo>
                <a:lnTo>
                  <a:pt x="1327" y="2440"/>
                </a:lnTo>
                <a:lnTo>
                  <a:pt x="1066" y="2517"/>
                </a:lnTo>
                <a:lnTo>
                  <a:pt x="938" y="2551"/>
                </a:lnTo>
                <a:lnTo>
                  <a:pt x="874" y="2567"/>
                </a:lnTo>
                <a:lnTo>
                  <a:pt x="787" y="2595"/>
                </a:lnTo>
                <a:lnTo>
                  <a:pt x="750" y="2610"/>
                </a:lnTo>
                <a:lnTo>
                  <a:pt x="738" y="2619"/>
                </a:lnTo>
                <a:lnTo>
                  <a:pt x="734" y="2628"/>
                </a:lnTo>
                <a:lnTo>
                  <a:pt x="739" y="2636"/>
                </a:lnTo>
                <a:lnTo>
                  <a:pt x="745" y="2640"/>
                </a:lnTo>
                <a:lnTo>
                  <a:pt x="752" y="2646"/>
                </a:lnTo>
                <a:lnTo>
                  <a:pt x="767" y="2669"/>
                </a:lnTo>
                <a:lnTo>
                  <a:pt x="773" y="2681"/>
                </a:lnTo>
                <a:lnTo>
                  <a:pt x="778" y="2693"/>
                </a:lnTo>
                <a:lnTo>
                  <a:pt x="801" y="2709"/>
                </a:lnTo>
                <a:lnTo>
                  <a:pt x="812" y="2711"/>
                </a:lnTo>
                <a:lnTo>
                  <a:pt x="839" y="2707"/>
                </a:lnTo>
                <a:lnTo>
                  <a:pt x="982" y="2672"/>
                </a:lnTo>
                <a:lnTo>
                  <a:pt x="1172" y="2619"/>
                </a:lnTo>
                <a:lnTo>
                  <a:pt x="1342" y="2567"/>
                </a:lnTo>
                <a:lnTo>
                  <a:pt x="1394" y="2549"/>
                </a:lnTo>
                <a:lnTo>
                  <a:pt x="1474" y="2522"/>
                </a:lnTo>
                <a:lnTo>
                  <a:pt x="1605" y="2483"/>
                </a:lnTo>
                <a:lnTo>
                  <a:pt x="1679" y="2459"/>
                </a:lnTo>
                <a:lnTo>
                  <a:pt x="1858" y="2386"/>
                </a:lnTo>
                <a:lnTo>
                  <a:pt x="2039" y="2299"/>
                </a:lnTo>
                <a:lnTo>
                  <a:pt x="2149" y="2237"/>
                </a:lnTo>
                <a:lnTo>
                  <a:pt x="2202" y="2203"/>
                </a:lnTo>
                <a:lnTo>
                  <a:pt x="2218" y="2188"/>
                </a:lnTo>
                <a:lnTo>
                  <a:pt x="2241" y="2168"/>
                </a:lnTo>
                <a:lnTo>
                  <a:pt x="2279" y="2140"/>
                </a:lnTo>
                <a:lnTo>
                  <a:pt x="2287" y="2137"/>
                </a:lnTo>
                <a:lnTo>
                  <a:pt x="2297" y="2135"/>
                </a:lnTo>
                <a:lnTo>
                  <a:pt x="2333" y="2105"/>
                </a:lnTo>
                <a:lnTo>
                  <a:pt x="2416" y="2024"/>
                </a:lnTo>
                <a:lnTo>
                  <a:pt x="2542" y="1882"/>
                </a:lnTo>
                <a:lnTo>
                  <a:pt x="2615" y="1790"/>
                </a:lnTo>
                <a:lnTo>
                  <a:pt x="2641" y="1748"/>
                </a:lnTo>
                <a:lnTo>
                  <a:pt x="2643" y="1737"/>
                </a:lnTo>
                <a:lnTo>
                  <a:pt x="2644" y="1729"/>
                </a:lnTo>
                <a:lnTo>
                  <a:pt x="2657" y="1709"/>
                </a:lnTo>
                <a:lnTo>
                  <a:pt x="2666" y="1701"/>
                </a:lnTo>
                <a:lnTo>
                  <a:pt x="2677" y="1686"/>
                </a:lnTo>
                <a:lnTo>
                  <a:pt x="2710" y="1619"/>
                </a:lnTo>
                <a:lnTo>
                  <a:pt x="2749" y="1521"/>
                </a:lnTo>
                <a:lnTo>
                  <a:pt x="2782" y="1417"/>
                </a:lnTo>
                <a:lnTo>
                  <a:pt x="2793" y="1370"/>
                </a:lnTo>
                <a:lnTo>
                  <a:pt x="2804" y="1318"/>
                </a:lnTo>
                <a:lnTo>
                  <a:pt x="2811" y="1209"/>
                </a:lnTo>
                <a:lnTo>
                  <a:pt x="2801" y="1092"/>
                </a:lnTo>
                <a:lnTo>
                  <a:pt x="2774" y="971"/>
                </a:lnTo>
                <a:lnTo>
                  <a:pt x="2734" y="848"/>
                </a:lnTo>
                <a:lnTo>
                  <a:pt x="2679" y="725"/>
                </a:lnTo>
                <a:lnTo>
                  <a:pt x="2610" y="602"/>
                </a:lnTo>
                <a:lnTo>
                  <a:pt x="2529" y="485"/>
                </a:lnTo>
                <a:lnTo>
                  <a:pt x="2483" y="428"/>
                </a:lnTo>
                <a:lnTo>
                  <a:pt x="2455" y="395"/>
                </a:lnTo>
                <a:lnTo>
                  <a:pt x="2392" y="333"/>
                </a:lnTo>
                <a:lnTo>
                  <a:pt x="2320" y="273"/>
                </a:lnTo>
                <a:lnTo>
                  <a:pt x="2241" y="216"/>
                </a:lnTo>
                <a:lnTo>
                  <a:pt x="2157" y="165"/>
                </a:lnTo>
                <a:lnTo>
                  <a:pt x="2070" y="118"/>
                </a:lnTo>
                <a:lnTo>
                  <a:pt x="1982" y="80"/>
                </a:lnTo>
                <a:lnTo>
                  <a:pt x="1894" y="48"/>
                </a:lnTo>
                <a:lnTo>
                  <a:pt x="1851" y="36"/>
                </a:lnTo>
                <a:lnTo>
                  <a:pt x="1801" y="26"/>
                </a:lnTo>
                <a:lnTo>
                  <a:pt x="1635" y="10"/>
                </a:lnTo>
                <a:lnTo>
                  <a:pt x="1442" y="0"/>
                </a:lnTo>
                <a:lnTo>
                  <a:pt x="1284" y="0"/>
                </a:lnTo>
                <a:lnTo>
                  <a:pt x="1242" y="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4" name="Freeform 78">
            <a:extLst>
              <a:ext uri="{FF2B5EF4-FFF2-40B4-BE49-F238E27FC236}">
                <a16:creationId xmlns:a16="http://schemas.microsoft.com/office/drawing/2014/main" id="{A8D0E77E-EFA5-439D-9EE5-13215E35E8D1}"/>
              </a:ext>
            </a:extLst>
          </p:cNvPr>
          <p:cNvSpPr>
            <a:spLocks/>
          </p:cNvSpPr>
          <p:nvPr/>
        </p:nvSpPr>
        <p:spPr bwMode="auto">
          <a:xfrm>
            <a:off x="5423391" y="5273712"/>
            <a:ext cx="1005356" cy="951088"/>
          </a:xfrm>
          <a:custGeom>
            <a:avLst/>
            <a:gdLst>
              <a:gd name="T0" fmla="*/ 669 w 2712"/>
              <a:gd name="T1" fmla="*/ 163 h 2606"/>
              <a:gd name="T2" fmla="*/ 452 w 2712"/>
              <a:gd name="T3" fmla="*/ 302 h 2606"/>
              <a:gd name="T4" fmla="*/ 145 w 2712"/>
              <a:gd name="T5" fmla="*/ 645 h 2606"/>
              <a:gd name="T6" fmla="*/ 121 w 2712"/>
              <a:gd name="T7" fmla="*/ 698 h 2606"/>
              <a:gd name="T8" fmla="*/ 91 w 2712"/>
              <a:gd name="T9" fmla="*/ 792 h 2606"/>
              <a:gd name="T10" fmla="*/ 34 w 2712"/>
              <a:gd name="T11" fmla="*/ 902 h 2606"/>
              <a:gd name="T12" fmla="*/ 16 w 2712"/>
              <a:gd name="T13" fmla="*/ 1095 h 2606"/>
              <a:gd name="T14" fmla="*/ 10 w 2712"/>
              <a:gd name="T15" fmla="*/ 1106 h 2606"/>
              <a:gd name="T16" fmla="*/ 8 w 2712"/>
              <a:gd name="T17" fmla="*/ 1362 h 2606"/>
              <a:gd name="T18" fmla="*/ 33 w 2712"/>
              <a:gd name="T19" fmla="*/ 1401 h 2606"/>
              <a:gd name="T20" fmla="*/ 66 w 2712"/>
              <a:gd name="T21" fmla="*/ 1345 h 2606"/>
              <a:gd name="T22" fmla="*/ 55 w 2712"/>
              <a:gd name="T23" fmla="*/ 1167 h 2606"/>
              <a:gd name="T24" fmla="*/ 105 w 2712"/>
              <a:gd name="T25" fmla="*/ 884 h 2606"/>
              <a:gd name="T26" fmla="*/ 264 w 2712"/>
              <a:gd name="T27" fmla="*/ 582 h 2606"/>
              <a:gd name="T28" fmla="*/ 461 w 2712"/>
              <a:gd name="T29" fmla="*/ 365 h 2606"/>
              <a:gd name="T30" fmla="*/ 690 w 2712"/>
              <a:gd name="T31" fmla="*/ 217 h 2606"/>
              <a:gd name="T32" fmla="*/ 1037 w 2712"/>
              <a:gd name="T33" fmla="*/ 96 h 2606"/>
              <a:gd name="T34" fmla="*/ 1336 w 2712"/>
              <a:gd name="T35" fmla="*/ 61 h 2606"/>
              <a:gd name="T36" fmla="*/ 1785 w 2712"/>
              <a:gd name="T37" fmla="*/ 151 h 2606"/>
              <a:gd name="T38" fmla="*/ 2188 w 2712"/>
              <a:gd name="T39" fmla="*/ 386 h 2606"/>
              <a:gd name="T40" fmla="*/ 2493 w 2712"/>
              <a:gd name="T41" fmla="*/ 730 h 2606"/>
              <a:gd name="T42" fmla="*/ 2630 w 2712"/>
              <a:gd name="T43" fmla="*/ 1045 h 2606"/>
              <a:gd name="T44" fmla="*/ 2649 w 2712"/>
              <a:gd name="T45" fmla="*/ 1254 h 2606"/>
              <a:gd name="T46" fmla="*/ 2554 w 2712"/>
              <a:gd name="T47" fmla="*/ 1621 h 2606"/>
              <a:gd name="T48" fmla="*/ 2228 w 2712"/>
              <a:gd name="T49" fmla="*/ 1984 h 2606"/>
              <a:gd name="T50" fmla="*/ 1931 w 2712"/>
              <a:gd name="T51" fmla="*/ 2167 h 2606"/>
              <a:gd name="T52" fmla="*/ 1437 w 2712"/>
              <a:gd name="T53" fmla="*/ 2360 h 2606"/>
              <a:gd name="T54" fmla="*/ 1124 w 2712"/>
              <a:gd name="T55" fmla="*/ 2437 h 2606"/>
              <a:gd name="T56" fmla="*/ 972 w 2712"/>
              <a:gd name="T57" fmla="*/ 2404 h 2606"/>
              <a:gd name="T58" fmla="*/ 654 w 2712"/>
              <a:gd name="T59" fmla="*/ 2234 h 2606"/>
              <a:gd name="T60" fmla="*/ 599 w 2712"/>
              <a:gd name="T61" fmla="*/ 2187 h 2606"/>
              <a:gd name="T62" fmla="*/ 321 w 2712"/>
              <a:gd name="T63" fmla="*/ 1930 h 2606"/>
              <a:gd name="T64" fmla="*/ 231 w 2712"/>
              <a:gd name="T65" fmla="*/ 1798 h 2606"/>
              <a:gd name="T66" fmla="*/ 182 w 2712"/>
              <a:gd name="T67" fmla="*/ 1700 h 2606"/>
              <a:gd name="T68" fmla="*/ 130 w 2712"/>
              <a:gd name="T69" fmla="*/ 1603 h 2606"/>
              <a:gd name="T70" fmla="*/ 70 w 2712"/>
              <a:gd name="T71" fmla="*/ 1448 h 2606"/>
              <a:gd name="T72" fmla="*/ 28 w 2712"/>
              <a:gd name="T73" fmla="*/ 1431 h 2606"/>
              <a:gd name="T74" fmla="*/ 47 w 2712"/>
              <a:gd name="T75" fmla="*/ 1509 h 2606"/>
              <a:gd name="T76" fmla="*/ 60 w 2712"/>
              <a:gd name="T77" fmla="*/ 1575 h 2606"/>
              <a:gd name="T78" fmla="*/ 242 w 2712"/>
              <a:gd name="T79" fmla="*/ 1899 h 2606"/>
              <a:gd name="T80" fmla="*/ 469 w 2712"/>
              <a:gd name="T81" fmla="*/ 2150 h 2606"/>
              <a:gd name="T82" fmla="*/ 792 w 2712"/>
              <a:gd name="T83" fmla="*/ 2373 h 2606"/>
              <a:gd name="T84" fmla="*/ 958 w 2712"/>
              <a:gd name="T85" fmla="*/ 2472 h 2606"/>
              <a:gd name="T86" fmla="*/ 789 w 2712"/>
              <a:gd name="T87" fmla="*/ 2523 h 2606"/>
              <a:gd name="T88" fmla="*/ 636 w 2712"/>
              <a:gd name="T89" fmla="*/ 2583 h 2606"/>
              <a:gd name="T90" fmla="*/ 670 w 2712"/>
              <a:gd name="T91" fmla="*/ 2606 h 2606"/>
              <a:gd name="T92" fmla="*/ 989 w 2712"/>
              <a:gd name="T93" fmla="*/ 2536 h 2606"/>
              <a:gd name="T94" fmla="*/ 1345 w 2712"/>
              <a:gd name="T95" fmla="*/ 2497 h 2606"/>
              <a:gd name="T96" fmla="*/ 1360 w 2712"/>
              <a:gd name="T97" fmla="*/ 2464 h 2606"/>
              <a:gd name="T98" fmla="*/ 1390 w 2712"/>
              <a:gd name="T99" fmla="*/ 2431 h 2606"/>
              <a:gd name="T100" fmla="*/ 1876 w 2712"/>
              <a:gd name="T101" fmla="*/ 2253 h 2606"/>
              <a:gd name="T102" fmla="*/ 2278 w 2712"/>
              <a:gd name="T103" fmla="*/ 2016 h 2606"/>
              <a:gd name="T104" fmla="*/ 2423 w 2712"/>
              <a:gd name="T105" fmla="*/ 1888 h 2606"/>
              <a:gd name="T106" fmla="*/ 2638 w 2712"/>
              <a:gd name="T107" fmla="*/ 1563 h 2606"/>
              <a:gd name="T108" fmla="*/ 2712 w 2712"/>
              <a:gd name="T109" fmla="*/ 1257 h 2606"/>
              <a:gd name="T110" fmla="*/ 2655 w 2712"/>
              <a:gd name="T111" fmla="*/ 935 h 2606"/>
              <a:gd name="T112" fmla="*/ 2611 w 2712"/>
              <a:gd name="T113" fmla="*/ 819 h 2606"/>
              <a:gd name="T114" fmla="*/ 2540 w 2712"/>
              <a:gd name="T115" fmla="*/ 706 h 2606"/>
              <a:gd name="T116" fmla="*/ 2489 w 2712"/>
              <a:gd name="T117" fmla="*/ 616 h 2606"/>
              <a:gd name="T118" fmla="*/ 2324 w 2712"/>
              <a:gd name="T119" fmla="*/ 436 h 2606"/>
              <a:gd name="T120" fmla="*/ 1940 w 2712"/>
              <a:gd name="T121" fmla="*/ 158 h 2606"/>
              <a:gd name="T122" fmla="*/ 1512 w 2712"/>
              <a:gd name="T123" fmla="*/ 19 h 2606"/>
              <a:gd name="T124" fmla="*/ 1075 w 2712"/>
              <a:gd name="T125" fmla="*/ 24 h 26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712" h="2606">
                <a:moveTo>
                  <a:pt x="1017" y="36"/>
                </a:moveTo>
                <a:lnTo>
                  <a:pt x="961" y="49"/>
                </a:lnTo>
                <a:lnTo>
                  <a:pt x="818" y="100"/>
                </a:lnTo>
                <a:lnTo>
                  <a:pt x="669" y="163"/>
                </a:lnTo>
                <a:lnTo>
                  <a:pt x="576" y="211"/>
                </a:lnTo>
                <a:lnTo>
                  <a:pt x="529" y="239"/>
                </a:lnTo>
                <a:lnTo>
                  <a:pt x="513" y="252"/>
                </a:lnTo>
                <a:lnTo>
                  <a:pt x="452" y="302"/>
                </a:lnTo>
                <a:lnTo>
                  <a:pt x="328" y="421"/>
                </a:lnTo>
                <a:lnTo>
                  <a:pt x="221" y="538"/>
                </a:lnTo>
                <a:lnTo>
                  <a:pt x="166" y="610"/>
                </a:lnTo>
                <a:lnTo>
                  <a:pt x="145" y="645"/>
                </a:lnTo>
                <a:lnTo>
                  <a:pt x="141" y="659"/>
                </a:lnTo>
                <a:lnTo>
                  <a:pt x="135" y="679"/>
                </a:lnTo>
                <a:lnTo>
                  <a:pt x="126" y="692"/>
                </a:lnTo>
                <a:lnTo>
                  <a:pt x="121" y="698"/>
                </a:lnTo>
                <a:lnTo>
                  <a:pt x="111" y="725"/>
                </a:lnTo>
                <a:lnTo>
                  <a:pt x="109" y="743"/>
                </a:lnTo>
                <a:lnTo>
                  <a:pt x="105" y="761"/>
                </a:lnTo>
                <a:lnTo>
                  <a:pt x="91" y="792"/>
                </a:lnTo>
                <a:lnTo>
                  <a:pt x="84" y="801"/>
                </a:lnTo>
                <a:lnTo>
                  <a:pt x="75" y="811"/>
                </a:lnTo>
                <a:lnTo>
                  <a:pt x="58" y="841"/>
                </a:lnTo>
                <a:lnTo>
                  <a:pt x="34" y="902"/>
                </a:lnTo>
                <a:lnTo>
                  <a:pt x="12" y="996"/>
                </a:lnTo>
                <a:lnTo>
                  <a:pt x="8" y="1056"/>
                </a:lnTo>
                <a:lnTo>
                  <a:pt x="12" y="1086"/>
                </a:lnTo>
                <a:lnTo>
                  <a:pt x="16" y="1095"/>
                </a:lnTo>
                <a:lnTo>
                  <a:pt x="22" y="1105"/>
                </a:lnTo>
                <a:lnTo>
                  <a:pt x="20" y="1112"/>
                </a:lnTo>
                <a:lnTo>
                  <a:pt x="13" y="1107"/>
                </a:lnTo>
                <a:lnTo>
                  <a:pt x="10" y="1106"/>
                </a:lnTo>
                <a:lnTo>
                  <a:pt x="5" y="1109"/>
                </a:lnTo>
                <a:lnTo>
                  <a:pt x="0" y="1127"/>
                </a:lnTo>
                <a:lnTo>
                  <a:pt x="0" y="1226"/>
                </a:lnTo>
                <a:lnTo>
                  <a:pt x="8" y="1362"/>
                </a:lnTo>
                <a:lnTo>
                  <a:pt x="9" y="1377"/>
                </a:lnTo>
                <a:lnTo>
                  <a:pt x="19" y="1395"/>
                </a:lnTo>
                <a:lnTo>
                  <a:pt x="28" y="1400"/>
                </a:lnTo>
                <a:lnTo>
                  <a:pt x="33" y="1401"/>
                </a:lnTo>
                <a:lnTo>
                  <a:pt x="44" y="1400"/>
                </a:lnTo>
                <a:lnTo>
                  <a:pt x="60" y="1388"/>
                </a:lnTo>
                <a:lnTo>
                  <a:pt x="68" y="1367"/>
                </a:lnTo>
                <a:lnTo>
                  <a:pt x="66" y="1345"/>
                </a:lnTo>
                <a:lnTo>
                  <a:pt x="60" y="1335"/>
                </a:lnTo>
                <a:lnTo>
                  <a:pt x="56" y="1322"/>
                </a:lnTo>
                <a:lnTo>
                  <a:pt x="52" y="1258"/>
                </a:lnTo>
                <a:lnTo>
                  <a:pt x="55" y="1167"/>
                </a:lnTo>
                <a:lnTo>
                  <a:pt x="62" y="1071"/>
                </a:lnTo>
                <a:lnTo>
                  <a:pt x="67" y="1028"/>
                </a:lnTo>
                <a:lnTo>
                  <a:pt x="75" y="987"/>
                </a:lnTo>
                <a:lnTo>
                  <a:pt x="105" y="884"/>
                </a:lnTo>
                <a:lnTo>
                  <a:pt x="148" y="777"/>
                </a:lnTo>
                <a:lnTo>
                  <a:pt x="195" y="682"/>
                </a:lnTo>
                <a:lnTo>
                  <a:pt x="217" y="648"/>
                </a:lnTo>
                <a:lnTo>
                  <a:pt x="264" y="582"/>
                </a:lnTo>
                <a:lnTo>
                  <a:pt x="288" y="545"/>
                </a:lnTo>
                <a:lnTo>
                  <a:pt x="302" y="526"/>
                </a:lnTo>
                <a:lnTo>
                  <a:pt x="356" y="467"/>
                </a:lnTo>
                <a:lnTo>
                  <a:pt x="461" y="365"/>
                </a:lnTo>
                <a:lnTo>
                  <a:pt x="518" y="317"/>
                </a:lnTo>
                <a:lnTo>
                  <a:pt x="547" y="296"/>
                </a:lnTo>
                <a:lnTo>
                  <a:pt x="614" y="256"/>
                </a:lnTo>
                <a:lnTo>
                  <a:pt x="690" y="217"/>
                </a:lnTo>
                <a:lnTo>
                  <a:pt x="772" y="181"/>
                </a:lnTo>
                <a:lnTo>
                  <a:pt x="858" y="147"/>
                </a:lnTo>
                <a:lnTo>
                  <a:pt x="948" y="119"/>
                </a:lnTo>
                <a:lnTo>
                  <a:pt x="1037" y="96"/>
                </a:lnTo>
                <a:lnTo>
                  <a:pt x="1124" y="77"/>
                </a:lnTo>
                <a:lnTo>
                  <a:pt x="1167" y="71"/>
                </a:lnTo>
                <a:lnTo>
                  <a:pt x="1222" y="64"/>
                </a:lnTo>
                <a:lnTo>
                  <a:pt x="1336" y="61"/>
                </a:lnTo>
                <a:lnTo>
                  <a:pt x="1449" y="68"/>
                </a:lnTo>
                <a:lnTo>
                  <a:pt x="1563" y="86"/>
                </a:lnTo>
                <a:lnTo>
                  <a:pt x="1675" y="114"/>
                </a:lnTo>
                <a:lnTo>
                  <a:pt x="1785" y="151"/>
                </a:lnTo>
                <a:lnTo>
                  <a:pt x="1892" y="198"/>
                </a:lnTo>
                <a:lnTo>
                  <a:pt x="1996" y="253"/>
                </a:lnTo>
                <a:lnTo>
                  <a:pt x="2095" y="315"/>
                </a:lnTo>
                <a:lnTo>
                  <a:pt x="2188" y="386"/>
                </a:lnTo>
                <a:lnTo>
                  <a:pt x="2276" y="463"/>
                </a:lnTo>
                <a:lnTo>
                  <a:pt x="2356" y="546"/>
                </a:lnTo>
                <a:lnTo>
                  <a:pt x="2429" y="636"/>
                </a:lnTo>
                <a:lnTo>
                  <a:pt x="2493" y="730"/>
                </a:lnTo>
                <a:lnTo>
                  <a:pt x="2548" y="830"/>
                </a:lnTo>
                <a:lnTo>
                  <a:pt x="2593" y="934"/>
                </a:lnTo>
                <a:lnTo>
                  <a:pt x="2611" y="988"/>
                </a:lnTo>
                <a:lnTo>
                  <a:pt x="2630" y="1045"/>
                </a:lnTo>
                <a:lnTo>
                  <a:pt x="2644" y="1080"/>
                </a:lnTo>
                <a:lnTo>
                  <a:pt x="2648" y="1098"/>
                </a:lnTo>
                <a:lnTo>
                  <a:pt x="2651" y="1193"/>
                </a:lnTo>
                <a:lnTo>
                  <a:pt x="2649" y="1254"/>
                </a:lnTo>
                <a:lnTo>
                  <a:pt x="2646" y="1311"/>
                </a:lnTo>
                <a:lnTo>
                  <a:pt x="2630" y="1419"/>
                </a:lnTo>
                <a:lnTo>
                  <a:pt x="2599" y="1522"/>
                </a:lnTo>
                <a:lnTo>
                  <a:pt x="2554" y="1621"/>
                </a:lnTo>
                <a:lnTo>
                  <a:pt x="2495" y="1716"/>
                </a:lnTo>
                <a:lnTo>
                  <a:pt x="2421" y="1808"/>
                </a:lnTo>
                <a:lnTo>
                  <a:pt x="2332" y="1897"/>
                </a:lnTo>
                <a:lnTo>
                  <a:pt x="2228" y="1984"/>
                </a:lnTo>
                <a:lnTo>
                  <a:pt x="2168" y="2026"/>
                </a:lnTo>
                <a:lnTo>
                  <a:pt x="2126" y="2056"/>
                </a:lnTo>
                <a:lnTo>
                  <a:pt x="2034" y="2113"/>
                </a:lnTo>
                <a:lnTo>
                  <a:pt x="1931" y="2167"/>
                </a:lnTo>
                <a:lnTo>
                  <a:pt x="1818" y="2221"/>
                </a:lnTo>
                <a:lnTo>
                  <a:pt x="1698" y="2270"/>
                </a:lnTo>
                <a:lnTo>
                  <a:pt x="1570" y="2317"/>
                </a:lnTo>
                <a:lnTo>
                  <a:pt x="1437" y="2360"/>
                </a:lnTo>
                <a:lnTo>
                  <a:pt x="1300" y="2398"/>
                </a:lnTo>
                <a:lnTo>
                  <a:pt x="1230" y="2415"/>
                </a:lnTo>
                <a:lnTo>
                  <a:pt x="1186" y="2425"/>
                </a:lnTo>
                <a:lnTo>
                  <a:pt x="1124" y="2437"/>
                </a:lnTo>
                <a:lnTo>
                  <a:pt x="1080" y="2438"/>
                </a:lnTo>
                <a:lnTo>
                  <a:pt x="1039" y="2428"/>
                </a:lnTo>
                <a:lnTo>
                  <a:pt x="1013" y="2420"/>
                </a:lnTo>
                <a:lnTo>
                  <a:pt x="972" y="2404"/>
                </a:lnTo>
                <a:lnTo>
                  <a:pt x="857" y="2350"/>
                </a:lnTo>
                <a:lnTo>
                  <a:pt x="739" y="2289"/>
                </a:lnTo>
                <a:lnTo>
                  <a:pt x="676" y="2251"/>
                </a:lnTo>
                <a:lnTo>
                  <a:pt x="654" y="2234"/>
                </a:lnTo>
                <a:lnTo>
                  <a:pt x="652" y="2229"/>
                </a:lnTo>
                <a:lnTo>
                  <a:pt x="649" y="2223"/>
                </a:lnTo>
                <a:lnTo>
                  <a:pt x="620" y="2200"/>
                </a:lnTo>
                <a:lnTo>
                  <a:pt x="599" y="2187"/>
                </a:lnTo>
                <a:lnTo>
                  <a:pt x="574" y="2170"/>
                </a:lnTo>
                <a:lnTo>
                  <a:pt x="486" y="2094"/>
                </a:lnTo>
                <a:lnTo>
                  <a:pt x="389" y="2002"/>
                </a:lnTo>
                <a:lnTo>
                  <a:pt x="321" y="1930"/>
                </a:lnTo>
                <a:lnTo>
                  <a:pt x="313" y="1917"/>
                </a:lnTo>
                <a:lnTo>
                  <a:pt x="300" y="1893"/>
                </a:lnTo>
                <a:lnTo>
                  <a:pt x="254" y="1829"/>
                </a:lnTo>
                <a:lnTo>
                  <a:pt x="231" y="1798"/>
                </a:lnTo>
                <a:lnTo>
                  <a:pt x="199" y="1746"/>
                </a:lnTo>
                <a:lnTo>
                  <a:pt x="196" y="1735"/>
                </a:lnTo>
                <a:lnTo>
                  <a:pt x="194" y="1726"/>
                </a:lnTo>
                <a:lnTo>
                  <a:pt x="182" y="1700"/>
                </a:lnTo>
                <a:lnTo>
                  <a:pt x="173" y="1689"/>
                </a:lnTo>
                <a:lnTo>
                  <a:pt x="162" y="1675"/>
                </a:lnTo>
                <a:lnTo>
                  <a:pt x="139" y="1629"/>
                </a:lnTo>
                <a:lnTo>
                  <a:pt x="130" y="1603"/>
                </a:lnTo>
                <a:lnTo>
                  <a:pt x="109" y="1550"/>
                </a:lnTo>
                <a:lnTo>
                  <a:pt x="94" y="1510"/>
                </a:lnTo>
                <a:lnTo>
                  <a:pt x="80" y="1478"/>
                </a:lnTo>
                <a:lnTo>
                  <a:pt x="70" y="1448"/>
                </a:lnTo>
                <a:lnTo>
                  <a:pt x="66" y="1435"/>
                </a:lnTo>
                <a:lnTo>
                  <a:pt x="48" y="1425"/>
                </a:lnTo>
                <a:lnTo>
                  <a:pt x="36" y="1428"/>
                </a:lnTo>
                <a:lnTo>
                  <a:pt x="28" y="1431"/>
                </a:lnTo>
                <a:lnTo>
                  <a:pt x="19" y="1438"/>
                </a:lnTo>
                <a:lnTo>
                  <a:pt x="21" y="1459"/>
                </a:lnTo>
                <a:lnTo>
                  <a:pt x="36" y="1489"/>
                </a:lnTo>
                <a:lnTo>
                  <a:pt x="47" y="1509"/>
                </a:lnTo>
                <a:lnTo>
                  <a:pt x="56" y="1541"/>
                </a:lnTo>
                <a:lnTo>
                  <a:pt x="54" y="1548"/>
                </a:lnTo>
                <a:lnTo>
                  <a:pt x="53" y="1552"/>
                </a:lnTo>
                <a:lnTo>
                  <a:pt x="60" y="1575"/>
                </a:lnTo>
                <a:lnTo>
                  <a:pt x="87" y="1636"/>
                </a:lnTo>
                <a:lnTo>
                  <a:pt x="147" y="1745"/>
                </a:lnTo>
                <a:lnTo>
                  <a:pt x="213" y="1855"/>
                </a:lnTo>
                <a:lnTo>
                  <a:pt x="242" y="1899"/>
                </a:lnTo>
                <a:lnTo>
                  <a:pt x="272" y="1938"/>
                </a:lnTo>
                <a:lnTo>
                  <a:pt x="333" y="2013"/>
                </a:lnTo>
                <a:lnTo>
                  <a:pt x="399" y="2083"/>
                </a:lnTo>
                <a:lnTo>
                  <a:pt x="469" y="2150"/>
                </a:lnTo>
                <a:lnTo>
                  <a:pt x="543" y="2212"/>
                </a:lnTo>
                <a:lnTo>
                  <a:pt x="621" y="2269"/>
                </a:lnTo>
                <a:lnTo>
                  <a:pt x="703" y="2323"/>
                </a:lnTo>
                <a:lnTo>
                  <a:pt x="792" y="2373"/>
                </a:lnTo>
                <a:lnTo>
                  <a:pt x="837" y="2396"/>
                </a:lnTo>
                <a:lnTo>
                  <a:pt x="898" y="2427"/>
                </a:lnTo>
                <a:lnTo>
                  <a:pt x="949" y="2462"/>
                </a:lnTo>
                <a:lnTo>
                  <a:pt x="958" y="2472"/>
                </a:lnTo>
                <a:lnTo>
                  <a:pt x="958" y="2476"/>
                </a:lnTo>
                <a:lnTo>
                  <a:pt x="956" y="2477"/>
                </a:lnTo>
                <a:lnTo>
                  <a:pt x="904" y="2492"/>
                </a:lnTo>
                <a:lnTo>
                  <a:pt x="789" y="2523"/>
                </a:lnTo>
                <a:lnTo>
                  <a:pt x="740" y="2536"/>
                </a:lnTo>
                <a:lnTo>
                  <a:pt x="672" y="2558"/>
                </a:lnTo>
                <a:lnTo>
                  <a:pt x="645" y="2573"/>
                </a:lnTo>
                <a:lnTo>
                  <a:pt x="636" y="2583"/>
                </a:lnTo>
                <a:lnTo>
                  <a:pt x="638" y="2591"/>
                </a:lnTo>
                <a:lnTo>
                  <a:pt x="648" y="2601"/>
                </a:lnTo>
                <a:lnTo>
                  <a:pt x="657" y="2604"/>
                </a:lnTo>
                <a:lnTo>
                  <a:pt x="670" y="2606"/>
                </a:lnTo>
                <a:lnTo>
                  <a:pt x="733" y="2597"/>
                </a:lnTo>
                <a:lnTo>
                  <a:pt x="771" y="2587"/>
                </a:lnTo>
                <a:lnTo>
                  <a:pt x="844" y="2567"/>
                </a:lnTo>
                <a:lnTo>
                  <a:pt x="989" y="2536"/>
                </a:lnTo>
                <a:lnTo>
                  <a:pt x="1130" y="2513"/>
                </a:lnTo>
                <a:lnTo>
                  <a:pt x="1262" y="2501"/>
                </a:lnTo>
                <a:lnTo>
                  <a:pt x="1324" y="2499"/>
                </a:lnTo>
                <a:lnTo>
                  <a:pt x="1345" y="2497"/>
                </a:lnTo>
                <a:lnTo>
                  <a:pt x="1372" y="2487"/>
                </a:lnTo>
                <a:lnTo>
                  <a:pt x="1378" y="2477"/>
                </a:lnTo>
                <a:lnTo>
                  <a:pt x="1375" y="2471"/>
                </a:lnTo>
                <a:lnTo>
                  <a:pt x="1360" y="2464"/>
                </a:lnTo>
                <a:lnTo>
                  <a:pt x="1341" y="2462"/>
                </a:lnTo>
                <a:lnTo>
                  <a:pt x="1325" y="2462"/>
                </a:lnTo>
                <a:lnTo>
                  <a:pt x="1316" y="2458"/>
                </a:lnTo>
                <a:lnTo>
                  <a:pt x="1390" y="2431"/>
                </a:lnTo>
                <a:lnTo>
                  <a:pt x="1555" y="2380"/>
                </a:lnTo>
                <a:lnTo>
                  <a:pt x="1607" y="2363"/>
                </a:lnTo>
                <a:lnTo>
                  <a:pt x="1714" y="2323"/>
                </a:lnTo>
                <a:lnTo>
                  <a:pt x="1876" y="2253"/>
                </a:lnTo>
                <a:lnTo>
                  <a:pt x="2030" y="2175"/>
                </a:lnTo>
                <a:lnTo>
                  <a:pt x="2124" y="2122"/>
                </a:lnTo>
                <a:lnTo>
                  <a:pt x="2207" y="2068"/>
                </a:lnTo>
                <a:lnTo>
                  <a:pt x="2278" y="2016"/>
                </a:lnTo>
                <a:lnTo>
                  <a:pt x="2307" y="1991"/>
                </a:lnTo>
                <a:lnTo>
                  <a:pt x="2349" y="1955"/>
                </a:lnTo>
                <a:lnTo>
                  <a:pt x="2391" y="1917"/>
                </a:lnTo>
                <a:lnTo>
                  <a:pt x="2423" y="1888"/>
                </a:lnTo>
                <a:lnTo>
                  <a:pt x="2485" y="1818"/>
                </a:lnTo>
                <a:lnTo>
                  <a:pt x="2543" y="1739"/>
                </a:lnTo>
                <a:lnTo>
                  <a:pt x="2595" y="1653"/>
                </a:lnTo>
                <a:lnTo>
                  <a:pt x="2638" y="1563"/>
                </a:lnTo>
                <a:lnTo>
                  <a:pt x="2674" y="1472"/>
                </a:lnTo>
                <a:lnTo>
                  <a:pt x="2698" y="1383"/>
                </a:lnTo>
                <a:lnTo>
                  <a:pt x="2711" y="1296"/>
                </a:lnTo>
                <a:lnTo>
                  <a:pt x="2712" y="1257"/>
                </a:lnTo>
                <a:lnTo>
                  <a:pt x="2711" y="1216"/>
                </a:lnTo>
                <a:lnTo>
                  <a:pt x="2699" y="1119"/>
                </a:lnTo>
                <a:lnTo>
                  <a:pt x="2680" y="1020"/>
                </a:lnTo>
                <a:lnTo>
                  <a:pt x="2655" y="935"/>
                </a:lnTo>
                <a:lnTo>
                  <a:pt x="2643" y="905"/>
                </a:lnTo>
                <a:lnTo>
                  <a:pt x="2630" y="876"/>
                </a:lnTo>
                <a:lnTo>
                  <a:pt x="2613" y="830"/>
                </a:lnTo>
                <a:lnTo>
                  <a:pt x="2611" y="819"/>
                </a:lnTo>
                <a:lnTo>
                  <a:pt x="2608" y="807"/>
                </a:lnTo>
                <a:lnTo>
                  <a:pt x="2580" y="761"/>
                </a:lnTo>
                <a:lnTo>
                  <a:pt x="2560" y="732"/>
                </a:lnTo>
                <a:lnTo>
                  <a:pt x="2540" y="706"/>
                </a:lnTo>
                <a:lnTo>
                  <a:pt x="2513" y="662"/>
                </a:lnTo>
                <a:lnTo>
                  <a:pt x="2510" y="651"/>
                </a:lnTo>
                <a:lnTo>
                  <a:pt x="2508" y="643"/>
                </a:lnTo>
                <a:lnTo>
                  <a:pt x="2489" y="616"/>
                </a:lnTo>
                <a:lnTo>
                  <a:pt x="2476" y="601"/>
                </a:lnTo>
                <a:lnTo>
                  <a:pt x="2430" y="552"/>
                </a:lnTo>
                <a:lnTo>
                  <a:pt x="2361" y="474"/>
                </a:lnTo>
                <a:lnTo>
                  <a:pt x="2324" y="436"/>
                </a:lnTo>
                <a:lnTo>
                  <a:pt x="2218" y="345"/>
                </a:lnTo>
                <a:lnTo>
                  <a:pt x="2096" y="253"/>
                </a:lnTo>
                <a:lnTo>
                  <a:pt x="1982" y="180"/>
                </a:lnTo>
                <a:lnTo>
                  <a:pt x="1940" y="158"/>
                </a:lnTo>
                <a:lnTo>
                  <a:pt x="1871" y="129"/>
                </a:lnTo>
                <a:lnTo>
                  <a:pt x="1743" y="80"/>
                </a:lnTo>
                <a:lnTo>
                  <a:pt x="1624" y="44"/>
                </a:lnTo>
                <a:lnTo>
                  <a:pt x="1512" y="19"/>
                </a:lnTo>
                <a:lnTo>
                  <a:pt x="1404" y="4"/>
                </a:lnTo>
                <a:lnTo>
                  <a:pt x="1297" y="0"/>
                </a:lnTo>
                <a:lnTo>
                  <a:pt x="1189" y="6"/>
                </a:lnTo>
                <a:lnTo>
                  <a:pt x="1075" y="24"/>
                </a:lnTo>
                <a:lnTo>
                  <a:pt x="1017" y="3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5" name="Freeform 79">
            <a:extLst>
              <a:ext uri="{FF2B5EF4-FFF2-40B4-BE49-F238E27FC236}">
                <a16:creationId xmlns:a16="http://schemas.microsoft.com/office/drawing/2014/main" id="{9BD27D95-3FBD-4DCC-B50A-0B21CCDD13FE}"/>
              </a:ext>
            </a:extLst>
          </p:cNvPr>
          <p:cNvSpPr>
            <a:spLocks noEditPoints="1"/>
          </p:cNvSpPr>
          <p:nvPr/>
        </p:nvSpPr>
        <p:spPr bwMode="auto">
          <a:xfrm>
            <a:off x="7149673" y="3690910"/>
            <a:ext cx="984250" cy="971550"/>
          </a:xfrm>
          <a:custGeom>
            <a:avLst/>
            <a:gdLst>
              <a:gd name="T0" fmla="*/ 1275 w 4339"/>
              <a:gd name="T1" fmla="*/ 205 h 4285"/>
              <a:gd name="T2" fmla="*/ 605 w 4339"/>
              <a:gd name="T3" fmla="*/ 666 h 4285"/>
              <a:gd name="T4" fmla="*/ 196 w 4339"/>
              <a:gd name="T5" fmla="*/ 1341 h 4285"/>
              <a:gd name="T6" fmla="*/ 37 w 4339"/>
              <a:gd name="T7" fmla="*/ 1823 h 4285"/>
              <a:gd name="T8" fmla="*/ 76 w 4339"/>
              <a:gd name="T9" fmla="*/ 2761 h 4285"/>
              <a:gd name="T10" fmla="*/ 331 w 4339"/>
              <a:gd name="T11" fmla="*/ 3332 h 4285"/>
              <a:gd name="T12" fmla="*/ 660 w 4339"/>
              <a:gd name="T13" fmla="*/ 3741 h 4285"/>
              <a:gd name="T14" fmla="*/ 954 w 4339"/>
              <a:gd name="T15" fmla="*/ 3939 h 4285"/>
              <a:gd name="T16" fmla="*/ 1524 w 4339"/>
              <a:gd name="T17" fmla="*/ 4208 h 4285"/>
              <a:gd name="T18" fmla="*/ 2274 w 4339"/>
              <a:gd name="T19" fmla="*/ 4261 h 4285"/>
              <a:gd name="T20" fmla="*/ 3186 w 4339"/>
              <a:gd name="T21" fmla="*/ 3975 h 4285"/>
              <a:gd name="T22" fmla="*/ 3896 w 4339"/>
              <a:gd name="T23" fmla="*/ 3432 h 4285"/>
              <a:gd name="T24" fmla="*/ 4283 w 4339"/>
              <a:gd name="T25" fmla="*/ 2718 h 4285"/>
              <a:gd name="T26" fmla="*/ 4326 w 4339"/>
              <a:gd name="T27" fmla="*/ 1723 h 4285"/>
              <a:gd name="T28" fmla="*/ 4111 w 4339"/>
              <a:gd name="T29" fmla="*/ 884 h 4285"/>
              <a:gd name="T30" fmla="*/ 3614 w 4339"/>
              <a:gd name="T31" fmla="*/ 266 h 4285"/>
              <a:gd name="T32" fmla="*/ 2880 w 4339"/>
              <a:gd name="T33" fmla="*/ 23 h 4285"/>
              <a:gd name="T34" fmla="*/ 3208 w 4339"/>
              <a:gd name="T35" fmla="*/ 321 h 4285"/>
              <a:gd name="T36" fmla="*/ 3778 w 4339"/>
              <a:gd name="T37" fmla="*/ 923 h 4285"/>
              <a:gd name="T38" fmla="*/ 4114 w 4339"/>
              <a:gd name="T39" fmla="*/ 1806 h 4285"/>
              <a:gd name="T40" fmla="*/ 3990 w 4339"/>
              <a:gd name="T41" fmla="*/ 2720 h 4285"/>
              <a:gd name="T42" fmla="*/ 3317 w 4339"/>
              <a:gd name="T43" fmla="*/ 3560 h 4285"/>
              <a:gd name="T44" fmla="*/ 2345 w 4339"/>
              <a:gd name="T45" fmla="*/ 3963 h 4285"/>
              <a:gd name="T46" fmla="*/ 1357 w 4339"/>
              <a:gd name="T47" fmla="*/ 3964 h 4285"/>
              <a:gd name="T48" fmla="*/ 1870 w 4339"/>
              <a:gd name="T49" fmla="*/ 3945 h 4285"/>
              <a:gd name="T50" fmla="*/ 2004 w 4339"/>
              <a:gd name="T51" fmla="*/ 3841 h 4285"/>
              <a:gd name="T52" fmla="*/ 1121 w 4339"/>
              <a:gd name="T53" fmla="*/ 3734 h 4285"/>
              <a:gd name="T54" fmla="*/ 514 w 4339"/>
              <a:gd name="T55" fmla="*/ 3144 h 4285"/>
              <a:gd name="T56" fmla="*/ 245 w 4339"/>
              <a:gd name="T57" fmla="*/ 2498 h 4285"/>
              <a:gd name="T58" fmla="*/ 295 w 4339"/>
              <a:gd name="T59" fmla="*/ 1586 h 4285"/>
              <a:gd name="T60" fmla="*/ 463 w 4339"/>
              <a:gd name="T61" fmla="*/ 1232 h 4285"/>
              <a:gd name="T62" fmla="*/ 1082 w 4339"/>
              <a:gd name="T63" fmla="*/ 589 h 4285"/>
              <a:gd name="T64" fmla="*/ 1344 w 4339"/>
              <a:gd name="T65" fmla="*/ 413 h 4285"/>
              <a:gd name="T66" fmla="*/ 1982 w 4339"/>
              <a:gd name="T67" fmla="*/ 174 h 4285"/>
              <a:gd name="T68" fmla="*/ 3383 w 4339"/>
              <a:gd name="T69" fmla="*/ 238 h 4285"/>
              <a:gd name="T70" fmla="*/ 3862 w 4339"/>
              <a:gd name="T71" fmla="*/ 661 h 4285"/>
              <a:gd name="T72" fmla="*/ 3970 w 4339"/>
              <a:gd name="T73" fmla="*/ 841 h 4285"/>
              <a:gd name="T74" fmla="*/ 4152 w 4339"/>
              <a:gd name="T75" fmla="*/ 1406 h 4285"/>
              <a:gd name="T76" fmla="*/ 3929 w 4339"/>
              <a:gd name="T77" fmla="*/ 943 h 4285"/>
              <a:gd name="T78" fmla="*/ 3204 w 4339"/>
              <a:gd name="T79" fmla="*/ 178 h 4285"/>
              <a:gd name="T80" fmla="*/ 1100 w 4339"/>
              <a:gd name="T81" fmla="*/ 430 h 4285"/>
              <a:gd name="T82" fmla="*/ 791 w 4339"/>
              <a:gd name="T83" fmla="*/ 672 h 4285"/>
              <a:gd name="T84" fmla="*/ 1021 w 4339"/>
              <a:gd name="T85" fmla="*/ 442 h 4285"/>
              <a:gd name="T86" fmla="*/ 4128 w 4339"/>
              <a:gd name="T87" fmla="*/ 2807 h 4285"/>
              <a:gd name="T88" fmla="*/ 3887 w 4339"/>
              <a:gd name="T89" fmla="*/ 3256 h 4285"/>
              <a:gd name="T90" fmla="*/ 3611 w 4339"/>
              <a:gd name="T91" fmla="*/ 3571 h 4285"/>
              <a:gd name="T92" fmla="*/ 2869 w 4339"/>
              <a:gd name="T93" fmla="*/ 3979 h 4285"/>
              <a:gd name="T94" fmla="*/ 1879 w 4339"/>
              <a:gd name="T95" fmla="*/ 4185 h 4285"/>
              <a:gd name="T96" fmla="*/ 2013 w 4339"/>
              <a:gd name="T97" fmla="*/ 4112 h 4285"/>
              <a:gd name="T98" fmla="*/ 2992 w 4339"/>
              <a:gd name="T99" fmla="*/ 3886 h 4285"/>
              <a:gd name="T100" fmla="*/ 3543 w 4339"/>
              <a:gd name="T101" fmla="*/ 3530 h 4285"/>
              <a:gd name="T102" fmla="*/ 4131 w 4339"/>
              <a:gd name="T103" fmla="*/ 2700 h 4285"/>
              <a:gd name="T104" fmla="*/ 388 w 4339"/>
              <a:gd name="T105" fmla="*/ 3154 h 4285"/>
              <a:gd name="T106" fmla="*/ 819 w 4339"/>
              <a:gd name="T107" fmla="*/ 3665 h 4285"/>
              <a:gd name="T108" fmla="*/ 1147 w 4339"/>
              <a:gd name="T109" fmla="*/ 3889 h 4285"/>
              <a:gd name="T110" fmla="*/ 933 w 4339"/>
              <a:gd name="T111" fmla="*/ 3822 h 4285"/>
              <a:gd name="T112" fmla="*/ 489 w 4339"/>
              <a:gd name="T113" fmla="*/ 3400 h 4285"/>
              <a:gd name="T114" fmla="*/ 277 w 4339"/>
              <a:gd name="T115" fmla="*/ 2994 h 4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4339" h="4285">
                <a:moveTo>
                  <a:pt x="2220" y="8"/>
                </a:moveTo>
                <a:lnTo>
                  <a:pt x="2119" y="24"/>
                </a:lnTo>
                <a:lnTo>
                  <a:pt x="2035" y="42"/>
                </a:lnTo>
                <a:lnTo>
                  <a:pt x="1918" y="64"/>
                </a:lnTo>
                <a:lnTo>
                  <a:pt x="1705" y="101"/>
                </a:lnTo>
                <a:lnTo>
                  <a:pt x="1633" y="114"/>
                </a:lnTo>
                <a:lnTo>
                  <a:pt x="1503" y="141"/>
                </a:lnTo>
                <a:lnTo>
                  <a:pt x="1383" y="172"/>
                </a:lnTo>
                <a:lnTo>
                  <a:pt x="1275" y="205"/>
                </a:lnTo>
                <a:lnTo>
                  <a:pt x="1174" y="244"/>
                </a:lnTo>
                <a:lnTo>
                  <a:pt x="1081" y="286"/>
                </a:lnTo>
                <a:lnTo>
                  <a:pt x="994" y="334"/>
                </a:lnTo>
                <a:lnTo>
                  <a:pt x="910" y="389"/>
                </a:lnTo>
                <a:lnTo>
                  <a:pt x="869" y="418"/>
                </a:lnTo>
                <a:lnTo>
                  <a:pt x="834" y="446"/>
                </a:lnTo>
                <a:lnTo>
                  <a:pt x="747" y="523"/>
                </a:lnTo>
                <a:lnTo>
                  <a:pt x="660" y="605"/>
                </a:lnTo>
                <a:lnTo>
                  <a:pt x="605" y="666"/>
                </a:lnTo>
                <a:lnTo>
                  <a:pt x="599" y="678"/>
                </a:lnTo>
                <a:lnTo>
                  <a:pt x="586" y="695"/>
                </a:lnTo>
                <a:lnTo>
                  <a:pt x="548" y="739"/>
                </a:lnTo>
                <a:lnTo>
                  <a:pt x="528" y="760"/>
                </a:lnTo>
                <a:lnTo>
                  <a:pt x="484" y="817"/>
                </a:lnTo>
                <a:lnTo>
                  <a:pt x="412" y="923"/>
                </a:lnTo>
                <a:lnTo>
                  <a:pt x="314" y="1091"/>
                </a:lnTo>
                <a:lnTo>
                  <a:pt x="228" y="1263"/>
                </a:lnTo>
                <a:lnTo>
                  <a:pt x="196" y="1341"/>
                </a:lnTo>
                <a:lnTo>
                  <a:pt x="160" y="1440"/>
                </a:lnTo>
                <a:lnTo>
                  <a:pt x="117" y="1549"/>
                </a:lnTo>
                <a:lnTo>
                  <a:pt x="99" y="1599"/>
                </a:lnTo>
                <a:lnTo>
                  <a:pt x="72" y="1687"/>
                </a:lnTo>
                <a:lnTo>
                  <a:pt x="66" y="1713"/>
                </a:lnTo>
                <a:lnTo>
                  <a:pt x="59" y="1754"/>
                </a:lnTo>
                <a:lnTo>
                  <a:pt x="51" y="1779"/>
                </a:lnTo>
                <a:lnTo>
                  <a:pt x="46" y="1788"/>
                </a:lnTo>
                <a:lnTo>
                  <a:pt x="37" y="1823"/>
                </a:lnTo>
                <a:lnTo>
                  <a:pt x="21" y="1927"/>
                </a:lnTo>
                <a:lnTo>
                  <a:pt x="8" y="2050"/>
                </a:lnTo>
                <a:lnTo>
                  <a:pt x="3" y="2098"/>
                </a:lnTo>
                <a:lnTo>
                  <a:pt x="0" y="2197"/>
                </a:lnTo>
                <a:lnTo>
                  <a:pt x="2" y="2301"/>
                </a:lnTo>
                <a:lnTo>
                  <a:pt x="11" y="2411"/>
                </a:lnTo>
                <a:lnTo>
                  <a:pt x="26" y="2524"/>
                </a:lnTo>
                <a:lnTo>
                  <a:pt x="48" y="2640"/>
                </a:lnTo>
                <a:lnTo>
                  <a:pt x="76" y="2761"/>
                </a:lnTo>
                <a:lnTo>
                  <a:pt x="109" y="2882"/>
                </a:lnTo>
                <a:lnTo>
                  <a:pt x="129" y="2944"/>
                </a:lnTo>
                <a:lnTo>
                  <a:pt x="145" y="2990"/>
                </a:lnTo>
                <a:lnTo>
                  <a:pt x="198" y="3109"/>
                </a:lnTo>
                <a:lnTo>
                  <a:pt x="259" y="3232"/>
                </a:lnTo>
                <a:lnTo>
                  <a:pt x="298" y="3299"/>
                </a:lnTo>
                <a:lnTo>
                  <a:pt x="316" y="3324"/>
                </a:lnTo>
                <a:lnTo>
                  <a:pt x="322" y="3328"/>
                </a:lnTo>
                <a:lnTo>
                  <a:pt x="331" y="3332"/>
                </a:lnTo>
                <a:lnTo>
                  <a:pt x="344" y="3349"/>
                </a:lnTo>
                <a:lnTo>
                  <a:pt x="345" y="3358"/>
                </a:lnTo>
                <a:lnTo>
                  <a:pt x="346" y="3366"/>
                </a:lnTo>
                <a:lnTo>
                  <a:pt x="360" y="3394"/>
                </a:lnTo>
                <a:lnTo>
                  <a:pt x="400" y="3454"/>
                </a:lnTo>
                <a:lnTo>
                  <a:pt x="481" y="3557"/>
                </a:lnTo>
                <a:lnTo>
                  <a:pt x="571" y="3658"/>
                </a:lnTo>
                <a:lnTo>
                  <a:pt x="614" y="3698"/>
                </a:lnTo>
                <a:lnTo>
                  <a:pt x="660" y="3741"/>
                </a:lnTo>
                <a:lnTo>
                  <a:pt x="758" y="3819"/>
                </a:lnTo>
                <a:lnTo>
                  <a:pt x="847" y="3883"/>
                </a:lnTo>
                <a:lnTo>
                  <a:pt x="898" y="3912"/>
                </a:lnTo>
                <a:lnTo>
                  <a:pt x="922" y="3922"/>
                </a:lnTo>
                <a:lnTo>
                  <a:pt x="930" y="3923"/>
                </a:lnTo>
                <a:lnTo>
                  <a:pt x="939" y="3924"/>
                </a:lnTo>
                <a:lnTo>
                  <a:pt x="952" y="3930"/>
                </a:lnTo>
                <a:lnTo>
                  <a:pt x="953" y="3935"/>
                </a:lnTo>
                <a:lnTo>
                  <a:pt x="954" y="3939"/>
                </a:lnTo>
                <a:lnTo>
                  <a:pt x="972" y="3953"/>
                </a:lnTo>
                <a:lnTo>
                  <a:pt x="1070" y="3993"/>
                </a:lnTo>
                <a:lnTo>
                  <a:pt x="1240" y="4058"/>
                </a:lnTo>
                <a:lnTo>
                  <a:pt x="1302" y="4082"/>
                </a:lnTo>
                <a:lnTo>
                  <a:pt x="1386" y="4124"/>
                </a:lnTo>
                <a:lnTo>
                  <a:pt x="1430" y="4149"/>
                </a:lnTo>
                <a:lnTo>
                  <a:pt x="1443" y="4159"/>
                </a:lnTo>
                <a:lnTo>
                  <a:pt x="1469" y="4178"/>
                </a:lnTo>
                <a:lnTo>
                  <a:pt x="1524" y="4208"/>
                </a:lnTo>
                <a:lnTo>
                  <a:pt x="1544" y="4215"/>
                </a:lnTo>
                <a:lnTo>
                  <a:pt x="1594" y="4229"/>
                </a:lnTo>
                <a:lnTo>
                  <a:pt x="1663" y="4254"/>
                </a:lnTo>
                <a:lnTo>
                  <a:pt x="1685" y="4261"/>
                </a:lnTo>
                <a:lnTo>
                  <a:pt x="1749" y="4274"/>
                </a:lnTo>
                <a:lnTo>
                  <a:pt x="1873" y="4285"/>
                </a:lnTo>
                <a:lnTo>
                  <a:pt x="2064" y="4285"/>
                </a:lnTo>
                <a:lnTo>
                  <a:pt x="2199" y="4274"/>
                </a:lnTo>
                <a:lnTo>
                  <a:pt x="2274" y="4261"/>
                </a:lnTo>
                <a:lnTo>
                  <a:pt x="2304" y="4254"/>
                </a:lnTo>
                <a:lnTo>
                  <a:pt x="2416" y="4224"/>
                </a:lnTo>
                <a:lnTo>
                  <a:pt x="2531" y="4199"/>
                </a:lnTo>
                <a:lnTo>
                  <a:pt x="2580" y="4187"/>
                </a:lnTo>
                <a:lnTo>
                  <a:pt x="2730" y="4141"/>
                </a:lnTo>
                <a:lnTo>
                  <a:pt x="2909" y="4081"/>
                </a:lnTo>
                <a:lnTo>
                  <a:pt x="3078" y="4019"/>
                </a:lnTo>
                <a:lnTo>
                  <a:pt x="3141" y="3994"/>
                </a:lnTo>
                <a:lnTo>
                  <a:pt x="3186" y="3975"/>
                </a:lnTo>
                <a:lnTo>
                  <a:pt x="3276" y="3931"/>
                </a:lnTo>
                <a:lnTo>
                  <a:pt x="3364" y="3883"/>
                </a:lnTo>
                <a:lnTo>
                  <a:pt x="3449" y="3830"/>
                </a:lnTo>
                <a:lnTo>
                  <a:pt x="3531" y="3773"/>
                </a:lnTo>
                <a:lnTo>
                  <a:pt x="3610" y="3713"/>
                </a:lnTo>
                <a:lnTo>
                  <a:pt x="3687" y="3648"/>
                </a:lnTo>
                <a:lnTo>
                  <a:pt x="3760" y="3580"/>
                </a:lnTo>
                <a:lnTo>
                  <a:pt x="3830" y="3508"/>
                </a:lnTo>
                <a:lnTo>
                  <a:pt x="3896" y="3432"/>
                </a:lnTo>
                <a:lnTo>
                  <a:pt x="3959" y="3354"/>
                </a:lnTo>
                <a:lnTo>
                  <a:pt x="4017" y="3272"/>
                </a:lnTo>
                <a:lnTo>
                  <a:pt x="4072" y="3188"/>
                </a:lnTo>
                <a:lnTo>
                  <a:pt x="4123" y="3101"/>
                </a:lnTo>
                <a:lnTo>
                  <a:pt x="4168" y="3012"/>
                </a:lnTo>
                <a:lnTo>
                  <a:pt x="4210" y="2920"/>
                </a:lnTo>
                <a:lnTo>
                  <a:pt x="4229" y="2873"/>
                </a:lnTo>
                <a:lnTo>
                  <a:pt x="4250" y="2819"/>
                </a:lnTo>
                <a:lnTo>
                  <a:pt x="4283" y="2718"/>
                </a:lnTo>
                <a:lnTo>
                  <a:pt x="4290" y="2688"/>
                </a:lnTo>
                <a:lnTo>
                  <a:pt x="4300" y="2628"/>
                </a:lnTo>
                <a:lnTo>
                  <a:pt x="4316" y="2556"/>
                </a:lnTo>
                <a:lnTo>
                  <a:pt x="4321" y="2536"/>
                </a:lnTo>
                <a:lnTo>
                  <a:pt x="4328" y="2465"/>
                </a:lnTo>
                <a:lnTo>
                  <a:pt x="4336" y="2309"/>
                </a:lnTo>
                <a:lnTo>
                  <a:pt x="4339" y="2050"/>
                </a:lnTo>
                <a:lnTo>
                  <a:pt x="4334" y="1808"/>
                </a:lnTo>
                <a:lnTo>
                  <a:pt x="4326" y="1723"/>
                </a:lnTo>
                <a:lnTo>
                  <a:pt x="4320" y="1656"/>
                </a:lnTo>
                <a:lnTo>
                  <a:pt x="4302" y="1524"/>
                </a:lnTo>
                <a:lnTo>
                  <a:pt x="4280" y="1396"/>
                </a:lnTo>
                <a:lnTo>
                  <a:pt x="4253" y="1274"/>
                </a:lnTo>
                <a:lnTo>
                  <a:pt x="4225" y="1163"/>
                </a:lnTo>
                <a:lnTo>
                  <a:pt x="4194" y="1063"/>
                </a:lnTo>
                <a:lnTo>
                  <a:pt x="4161" y="978"/>
                </a:lnTo>
                <a:lnTo>
                  <a:pt x="4128" y="910"/>
                </a:lnTo>
                <a:lnTo>
                  <a:pt x="4111" y="884"/>
                </a:lnTo>
                <a:lnTo>
                  <a:pt x="4082" y="839"/>
                </a:lnTo>
                <a:lnTo>
                  <a:pt x="4062" y="795"/>
                </a:lnTo>
                <a:lnTo>
                  <a:pt x="4048" y="762"/>
                </a:lnTo>
                <a:lnTo>
                  <a:pt x="3996" y="677"/>
                </a:lnTo>
                <a:lnTo>
                  <a:pt x="3924" y="579"/>
                </a:lnTo>
                <a:lnTo>
                  <a:pt x="3839" y="480"/>
                </a:lnTo>
                <a:lnTo>
                  <a:pt x="3794" y="433"/>
                </a:lnTo>
                <a:lnTo>
                  <a:pt x="3718" y="357"/>
                </a:lnTo>
                <a:lnTo>
                  <a:pt x="3614" y="266"/>
                </a:lnTo>
                <a:lnTo>
                  <a:pt x="3548" y="215"/>
                </a:lnTo>
                <a:lnTo>
                  <a:pt x="3484" y="174"/>
                </a:lnTo>
                <a:lnTo>
                  <a:pt x="3419" y="138"/>
                </a:lnTo>
                <a:lnTo>
                  <a:pt x="3352" y="110"/>
                </a:lnTo>
                <a:lnTo>
                  <a:pt x="3283" y="87"/>
                </a:lnTo>
                <a:lnTo>
                  <a:pt x="3247" y="78"/>
                </a:lnTo>
                <a:lnTo>
                  <a:pt x="3202" y="67"/>
                </a:lnTo>
                <a:lnTo>
                  <a:pt x="3088" y="47"/>
                </a:lnTo>
                <a:lnTo>
                  <a:pt x="2880" y="23"/>
                </a:lnTo>
                <a:lnTo>
                  <a:pt x="2575" y="3"/>
                </a:lnTo>
                <a:lnTo>
                  <a:pt x="2371" y="0"/>
                </a:lnTo>
                <a:lnTo>
                  <a:pt x="2262" y="4"/>
                </a:lnTo>
                <a:lnTo>
                  <a:pt x="2220" y="8"/>
                </a:lnTo>
                <a:close/>
                <a:moveTo>
                  <a:pt x="2930" y="172"/>
                </a:moveTo>
                <a:lnTo>
                  <a:pt x="2969" y="186"/>
                </a:lnTo>
                <a:lnTo>
                  <a:pt x="3042" y="216"/>
                </a:lnTo>
                <a:lnTo>
                  <a:pt x="3065" y="230"/>
                </a:lnTo>
                <a:lnTo>
                  <a:pt x="3208" y="321"/>
                </a:lnTo>
                <a:lnTo>
                  <a:pt x="3336" y="411"/>
                </a:lnTo>
                <a:lnTo>
                  <a:pt x="3400" y="465"/>
                </a:lnTo>
                <a:lnTo>
                  <a:pt x="3431" y="496"/>
                </a:lnTo>
                <a:lnTo>
                  <a:pt x="3474" y="538"/>
                </a:lnTo>
                <a:lnTo>
                  <a:pt x="3553" y="623"/>
                </a:lnTo>
                <a:lnTo>
                  <a:pt x="3626" y="710"/>
                </a:lnTo>
                <a:lnTo>
                  <a:pt x="3693" y="797"/>
                </a:lnTo>
                <a:lnTo>
                  <a:pt x="3723" y="842"/>
                </a:lnTo>
                <a:lnTo>
                  <a:pt x="3778" y="923"/>
                </a:lnTo>
                <a:lnTo>
                  <a:pt x="3879" y="1087"/>
                </a:lnTo>
                <a:lnTo>
                  <a:pt x="3893" y="1114"/>
                </a:lnTo>
                <a:lnTo>
                  <a:pt x="3902" y="1140"/>
                </a:lnTo>
                <a:lnTo>
                  <a:pt x="3933" y="1210"/>
                </a:lnTo>
                <a:lnTo>
                  <a:pt x="3962" y="1273"/>
                </a:lnTo>
                <a:lnTo>
                  <a:pt x="4011" y="1404"/>
                </a:lnTo>
                <a:lnTo>
                  <a:pt x="4054" y="1538"/>
                </a:lnTo>
                <a:lnTo>
                  <a:pt x="4088" y="1672"/>
                </a:lnTo>
                <a:lnTo>
                  <a:pt x="4114" y="1806"/>
                </a:lnTo>
                <a:lnTo>
                  <a:pt x="4130" y="1936"/>
                </a:lnTo>
                <a:lnTo>
                  <a:pt x="4137" y="2060"/>
                </a:lnTo>
                <a:lnTo>
                  <a:pt x="4135" y="2177"/>
                </a:lnTo>
                <a:lnTo>
                  <a:pt x="4129" y="2230"/>
                </a:lnTo>
                <a:lnTo>
                  <a:pt x="4122" y="2286"/>
                </a:lnTo>
                <a:lnTo>
                  <a:pt x="4100" y="2395"/>
                </a:lnTo>
                <a:lnTo>
                  <a:pt x="4071" y="2505"/>
                </a:lnTo>
                <a:lnTo>
                  <a:pt x="4034" y="2613"/>
                </a:lnTo>
                <a:lnTo>
                  <a:pt x="3990" y="2720"/>
                </a:lnTo>
                <a:lnTo>
                  <a:pt x="3938" y="2826"/>
                </a:lnTo>
                <a:lnTo>
                  <a:pt x="3881" y="2929"/>
                </a:lnTo>
                <a:lnTo>
                  <a:pt x="3817" y="3030"/>
                </a:lnTo>
                <a:lnTo>
                  <a:pt x="3747" y="3127"/>
                </a:lnTo>
                <a:lnTo>
                  <a:pt x="3672" y="3223"/>
                </a:lnTo>
                <a:lnTo>
                  <a:pt x="3591" y="3314"/>
                </a:lnTo>
                <a:lnTo>
                  <a:pt x="3504" y="3400"/>
                </a:lnTo>
                <a:lnTo>
                  <a:pt x="3413" y="3482"/>
                </a:lnTo>
                <a:lnTo>
                  <a:pt x="3317" y="3560"/>
                </a:lnTo>
                <a:lnTo>
                  <a:pt x="3218" y="3631"/>
                </a:lnTo>
                <a:lnTo>
                  <a:pt x="3113" y="3697"/>
                </a:lnTo>
                <a:lnTo>
                  <a:pt x="3059" y="3728"/>
                </a:lnTo>
                <a:lnTo>
                  <a:pt x="3022" y="3748"/>
                </a:lnTo>
                <a:lnTo>
                  <a:pt x="2938" y="3789"/>
                </a:lnTo>
                <a:lnTo>
                  <a:pt x="2846" y="3826"/>
                </a:lnTo>
                <a:lnTo>
                  <a:pt x="2744" y="3861"/>
                </a:lnTo>
                <a:lnTo>
                  <a:pt x="2582" y="3910"/>
                </a:lnTo>
                <a:lnTo>
                  <a:pt x="2345" y="3963"/>
                </a:lnTo>
                <a:lnTo>
                  <a:pt x="2220" y="3984"/>
                </a:lnTo>
                <a:lnTo>
                  <a:pt x="2171" y="3991"/>
                </a:lnTo>
                <a:lnTo>
                  <a:pt x="2059" y="4002"/>
                </a:lnTo>
                <a:lnTo>
                  <a:pt x="1880" y="4010"/>
                </a:lnTo>
                <a:lnTo>
                  <a:pt x="1642" y="4007"/>
                </a:lnTo>
                <a:lnTo>
                  <a:pt x="1491" y="3994"/>
                </a:lnTo>
                <a:lnTo>
                  <a:pt x="1410" y="3980"/>
                </a:lnTo>
                <a:lnTo>
                  <a:pt x="1381" y="3972"/>
                </a:lnTo>
                <a:lnTo>
                  <a:pt x="1357" y="3964"/>
                </a:lnTo>
                <a:lnTo>
                  <a:pt x="1329" y="3946"/>
                </a:lnTo>
                <a:lnTo>
                  <a:pt x="1325" y="3934"/>
                </a:lnTo>
                <a:lnTo>
                  <a:pt x="1330" y="3929"/>
                </a:lnTo>
                <a:lnTo>
                  <a:pt x="1350" y="3927"/>
                </a:lnTo>
                <a:lnTo>
                  <a:pt x="1372" y="3931"/>
                </a:lnTo>
                <a:lnTo>
                  <a:pt x="1398" y="3937"/>
                </a:lnTo>
                <a:lnTo>
                  <a:pt x="1477" y="3946"/>
                </a:lnTo>
                <a:lnTo>
                  <a:pt x="1635" y="3951"/>
                </a:lnTo>
                <a:lnTo>
                  <a:pt x="1870" y="3945"/>
                </a:lnTo>
                <a:lnTo>
                  <a:pt x="2011" y="3931"/>
                </a:lnTo>
                <a:lnTo>
                  <a:pt x="2072" y="3920"/>
                </a:lnTo>
                <a:lnTo>
                  <a:pt x="2086" y="3913"/>
                </a:lnTo>
                <a:lnTo>
                  <a:pt x="2092" y="3909"/>
                </a:lnTo>
                <a:lnTo>
                  <a:pt x="2094" y="3887"/>
                </a:lnTo>
                <a:lnTo>
                  <a:pt x="2091" y="3873"/>
                </a:lnTo>
                <a:lnTo>
                  <a:pt x="2086" y="3861"/>
                </a:lnTo>
                <a:lnTo>
                  <a:pt x="2066" y="3847"/>
                </a:lnTo>
                <a:lnTo>
                  <a:pt x="2004" y="3841"/>
                </a:lnTo>
                <a:lnTo>
                  <a:pt x="1876" y="3841"/>
                </a:lnTo>
                <a:lnTo>
                  <a:pt x="1774" y="3842"/>
                </a:lnTo>
                <a:lnTo>
                  <a:pt x="1659" y="3842"/>
                </a:lnTo>
                <a:lnTo>
                  <a:pt x="1477" y="3834"/>
                </a:lnTo>
                <a:lnTo>
                  <a:pt x="1371" y="3820"/>
                </a:lnTo>
                <a:lnTo>
                  <a:pt x="1308" y="3806"/>
                </a:lnTo>
                <a:lnTo>
                  <a:pt x="1219" y="3778"/>
                </a:lnTo>
                <a:lnTo>
                  <a:pt x="1159" y="3753"/>
                </a:lnTo>
                <a:lnTo>
                  <a:pt x="1121" y="3734"/>
                </a:lnTo>
                <a:lnTo>
                  <a:pt x="1033" y="3683"/>
                </a:lnTo>
                <a:lnTo>
                  <a:pt x="945" y="3623"/>
                </a:lnTo>
                <a:lnTo>
                  <a:pt x="866" y="3561"/>
                </a:lnTo>
                <a:lnTo>
                  <a:pt x="835" y="3531"/>
                </a:lnTo>
                <a:lnTo>
                  <a:pt x="791" y="3487"/>
                </a:lnTo>
                <a:lnTo>
                  <a:pt x="691" y="3375"/>
                </a:lnTo>
                <a:lnTo>
                  <a:pt x="596" y="3261"/>
                </a:lnTo>
                <a:lnTo>
                  <a:pt x="528" y="3170"/>
                </a:lnTo>
                <a:lnTo>
                  <a:pt x="514" y="3144"/>
                </a:lnTo>
                <a:lnTo>
                  <a:pt x="493" y="3101"/>
                </a:lnTo>
                <a:lnTo>
                  <a:pt x="464" y="3055"/>
                </a:lnTo>
                <a:lnTo>
                  <a:pt x="434" y="3009"/>
                </a:lnTo>
                <a:lnTo>
                  <a:pt x="419" y="2979"/>
                </a:lnTo>
                <a:lnTo>
                  <a:pt x="403" y="2939"/>
                </a:lnTo>
                <a:lnTo>
                  <a:pt x="373" y="2868"/>
                </a:lnTo>
                <a:lnTo>
                  <a:pt x="345" y="2805"/>
                </a:lnTo>
                <a:lnTo>
                  <a:pt x="291" y="2657"/>
                </a:lnTo>
                <a:lnTo>
                  <a:pt x="245" y="2498"/>
                </a:lnTo>
                <a:lnTo>
                  <a:pt x="208" y="2349"/>
                </a:lnTo>
                <a:lnTo>
                  <a:pt x="198" y="2286"/>
                </a:lnTo>
                <a:lnTo>
                  <a:pt x="194" y="2254"/>
                </a:lnTo>
                <a:lnTo>
                  <a:pt x="192" y="2175"/>
                </a:lnTo>
                <a:lnTo>
                  <a:pt x="199" y="2036"/>
                </a:lnTo>
                <a:lnTo>
                  <a:pt x="227" y="1833"/>
                </a:lnTo>
                <a:lnTo>
                  <a:pt x="258" y="1695"/>
                </a:lnTo>
                <a:lnTo>
                  <a:pt x="281" y="1618"/>
                </a:lnTo>
                <a:lnTo>
                  <a:pt x="295" y="1586"/>
                </a:lnTo>
                <a:lnTo>
                  <a:pt x="331" y="1504"/>
                </a:lnTo>
                <a:lnTo>
                  <a:pt x="395" y="1377"/>
                </a:lnTo>
                <a:lnTo>
                  <a:pt x="426" y="1322"/>
                </a:lnTo>
                <a:lnTo>
                  <a:pt x="433" y="1314"/>
                </a:lnTo>
                <a:lnTo>
                  <a:pt x="438" y="1309"/>
                </a:lnTo>
                <a:lnTo>
                  <a:pt x="446" y="1288"/>
                </a:lnTo>
                <a:lnTo>
                  <a:pt x="447" y="1276"/>
                </a:lnTo>
                <a:lnTo>
                  <a:pt x="448" y="1261"/>
                </a:lnTo>
                <a:lnTo>
                  <a:pt x="463" y="1232"/>
                </a:lnTo>
                <a:lnTo>
                  <a:pt x="474" y="1222"/>
                </a:lnTo>
                <a:lnTo>
                  <a:pt x="488" y="1209"/>
                </a:lnTo>
                <a:lnTo>
                  <a:pt x="532" y="1152"/>
                </a:lnTo>
                <a:lnTo>
                  <a:pt x="555" y="1119"/>
                </a:lnTo>
                <a:lnTo>
                  <a:pt x="604" y="1049"/>
                </a:lnTo>
                <a:lnTo>
                  <a:pt x="726" y="904"/>
                </a:lnTo>
                <a:lnTo>
                  <a:pt x="866" y="763"/>
                </a:lnTo>
                <a:lnTo>
                  <a:pt x="1011" y="639"/>
                </a:lnTo>
                <a:lnTo>
                  <a:pt x="1082" y="589"/>
                </a:lnTo>
                <a:lnTo>
                  <a:pt x="1119" y="563"/>
                </a:lnTo>
                <a:lnTo>
                  <a:pt x="1168" y="520"/>
                </a:lnTo>
                <a:lnTo>
                  <a:pt x="1173" y="511"/>
                </a:lnTo>
                <a:lnTo>
                  <a:pt x="1174" y="506"/>
                </a:lnTo>
                <a:lnTo>
                  <a:pt x="1184" y="498"/>
                </a:lnTo>
                <a:lnTo>
                  <a:pt x="1194" y="498"/>
                </a:lnTo>
                <a:lnTo>
                  <a:pt x="1208" y="493"/>
                </a:lnTo>
                <a:lnTo>
                  <a:pt x="1290" y="446"/>
                </a:lnTo>
                <a:lnTo>
                  <a:pt x="1344" y="413"/>
                </a:lnTo>
                <a:lnTo>
                  <a:pt x="1397" y="379"/>
                </a:lnTo>
                <a:lnTo>
                  <a:pt x="1477" y="334"/>
                </a:lnTo>
                <a:lnTo>
                  <a:pt x="1493" y="329"/>
                </a:lnTo>
                <a:lnTo>
                  <a:pt x="1535" y="316"/>
                </a:lnTo>
                <a:lnTo>
                  <a:pt x="1646" y="270"/>
                </a:lnTo>
                <a:lnTo>
                  <a:pt x="1688" y="252"/>
                </a:lnTo>
                <a:lnTo>
                  <a:pt x="1779" y="221"/>
                </a:lnTo>
                <a:lnTo>
                  <a:pt x="1877" y="195"/>
                </a:lnTo>
                <a:lnTo>
                  <a:pt x="1982" y="174"/>
                </a:lnTo>
                <a:lnTo>
                  <a:pt x="2096" y="158"/>
                </a:lnTo>
                <a:lnTo>
                  <a:pt x="2217" y="146"/>
                </a:lnTo>
                <a:lnTo>
                  <a:pt x="2418" y="136"/>
                </a:lnTo>
                <a:lnTo>
                  <a:pt x="2567" y="136"/>
                </a:lnTo>
                <a:lnTo>
                  <a:pt x="2709" y="139"/>
                </a:lnTo>
                <a:lnTo>
                  <a:pt x="2840" y="151"/>
                </a:lnTo>
                <a:lnTo>
                  <a:pt x="2902" y="163"/>
                </a:lnTo>
                <a:lnTo>
                  <a:pt x="2930" y="172"/>
                </a:lnTo>
                <a:close/>
                <a:moveTo>
                  <a:pt x="3383" y="238"/>
                </a:moveTo>
                <a:lnTo>
                  <a:pt x="3433" y="266"/>
                </a:lnTo>
                <a:lnTo>
                  <a:pt x="3547" y="346"/>
                </a:lnTo>
                <a:lnTo>
                  <a:pt x="3657" y="438"/>
                </a:lnTo>
                <a:lnTo>
                  <a:pt x="3749" y="529"/>
                </a:lnTo>
                <a:lnTo>
                  <a:pt x="3779" y="569"/>
                </a:lnTo>
                <a:lnTo>
                  <a:pt x="3801" y="598"/>
                </a:lnTo>
                <a:lnTo>
                  <a:pt x="3842" y="645"/>
                </a:lnTo>
                <a:lnTo>
                  <a:pt x="3854" y="655"/>
                </a:lnTo>
                <a:lnTo>
                  <a:pt x="3862" y="661"/>
                </a:lnTo>
                <a:lnTo>
                  <a:pt x="3874" y="678"/>
                </a:lnTo>
                <a:lnTo>
                  <a:pt x="3875" y="686"/>
                </a:lnTo>
                <a:lnTo>
                  <a:pt x="3878" y="696"/>
                </a:lnTo>
                <a:lnTo>
                  <a:pt x="3907" y="742"/>
                </a:lnTo>
                <a:lnTo>
                  <a:pt x="3928" y="769"/>
                </a:lnTo>
                <a:lnTo>
                  <a:pt x="3948" y="796"/>
                </a:lnTo>
                <a:lnTo>
                  <a:pt x="3971" y="831"/>
                </a:lnTo>
                <a:lnTo>
                  <a:pt x="3971" y="835"/>
                </a:lnTo>
                <a:lnTo>
                  <a:pt x="3970" y="841"/>
                </a:lnTo>
                <a:lnTo>
                  <a:pt x="3994" y="898"/>
                </a:lnTo>
                <a:lnTo>
                  <a:pt x="4014" y="939"/>
                </a:lnTo>
                <a:lnTo>
                  <a:pt x="4037" y="988"/>
                </a:lnTo>
                <a:lnTo>
                  <a:pt x="4087" y="1130"/>
                </a:lnTo>
                <a:lnTo>
                  <a:pt x="4133" y="1281"/>
                </a:lnTo>
                <a:lnTo>
                  <a:pt x="4154" y="1367"/>
                </a:lnTo>
                <a:lnTo>
                  <a:pt x="4158" y="1400"/>
                </a:lnTo>
                <a:lnTo>
                  <a:pt x="4156" y="1405"/>
                </a:lnTo>
                <a:lnTo>
                  <a:pt x="4152" y="1406"/>
                </a:lnTo>
                <a:lnTo>
                  <a:pt x="4138" y="1386"/>
                </a:lnTo>
                <a:lnTo>
                  <a:pt x="4124" y="1352"/>
                </a:lnTo>
                <a:lnTo>
                  <a:pt x="4114" y="1318"/>
                </a:lnTo>
                <a:lnTo>
                  <a:pt x="4113" y="1306"/>
                </a:lnTo>
                <a:lnTo>
                  <a:pt x="4109" y="1293"/>
                </a:lnTo>
                <a:lnTo>
                  <a:pt x="4074" y="1213"/>
                </a:lnTo>
                <a:lnTo>
                  <a:pt x="4048" y="1159"/>
                </a:lnTo>
                <a:lnTo>
                  <a:pt x="4011" y="1086"/>
                </a:lnTo>
                <a:lnTo>
                  <a:pt x="3929" y="943"/>
                </a:lnTo>
                <a:lnTo>
                  <a:pt x="3840" y="806"/>
                </a:lnTo>
                <a:lnTo>
                  <a:pt x="3745" y="676"/>
                </a:lnTo>
                <a:lnTo>
                  <a:pt x="3646" y="555"/>
                </a:lnTo>
                <a:lnTo>
                  <a:pt x="3545" y="446"/>
                </a:lnTo>
                <a:lnTo>
                  <a:pt x="3444" y="352"/>
                </a:lnTo>
                <a:lnTo>
                  <a:pt x="3344" y="275"/>
                </a:lnTo>
                <a:lnTo>
                  <a:pt x="3297" y="245"/>
                </a:lnTo>
                <a:lnTo>
                  <a:pt x="3242" y="209"/>
                </a:lnTo>
                <a:lnTo>
                  <a:pt x="3204" y="178"/>
                </a:lnTo>
                <a:lnTo>
                  <a:pt x="3201" y="168"/>
                </a:lnTo>
                <a:lnTo>
                  <a:pt x="3216" y="167"/>
                </a:lnTo>
                <a:lnTo>
                  <a:pt x="3245" y="175"/>
                </a:lnTo>
                <a:lnTo>
                  <a:pt x="3316" y="204"/>
                </a:lnTo>
                <a:lnTo>
                  <a:pt x="3383" y="238"/>
                </a:lnTo>
                <a:close/>
                <a:moveTo>
                  <a:pt x="1139" y="405"/>
                </a:moveTo>
                <a:lnTo>
                  <a:pt x="1130" y="415"/>
                </a:lnTo>
                <a:lnTo>
                  <a:pt x="1108" y="429"/>
                </a:lnTo>
                <a:lnTo>
                  <a:pt x="1100" y="430"/>
                </a:lnTo>
                <a:lnTo>
                  <a:pt x="1088" y="434"/>
                </a:lnTo>
                <a:lnTo>
                  <a:pt x="1035" y="471"/>
                </a:lnTo>
                <a:lnTo>
                  <a:pt x="1002" y="498"/>
                </a:lnTo>
                <a:lnTo>
                  <a:pt x="938" y="550"/>
                </a:lnTo>
                <a:lnTo>
                  <a:pt x="913" y="565"/>
                </a:lnTo>
                <a:lnTo>
                  <a:pt x="904" y="569"/>
                </a:lnTo>
                <a:lnTo>
                  <a:pt x="856" y="610"/>
                </a:lnTo>
                <a:lnTo>
                  <a:pt x="824" y="641"/>
                </a:lnTo>
                <a:lnTo>
                  <a:pt x="791" y="672"/>
                </a:lnTo>
                <a:lnTo>
                  <a:pt x="738" y="713"/>
                </a:lnTo>
                <a:lnTo>
                  <a:pt x="727" y="717"/>
                </a:lnTo>
                <a:lnTo>
                  <a:pt x="725" y="717"/>
                </a:lnTo>
                <a:lnTo>
                  <a:pt x="725" y="713"/>
                </a:lnTo>
                <a:lnTo>
                  <a:pt x="734" y="698"/>
                </a:lnTo>
                <a:lnTo>
                  <a:pt x="778" y="651"/>
                </a:lnTo>
                <a:lnTo>
                  <a:pt x="873" y="563"/>
                </a:lnTo>
                <a:lnTo>
                  <a:pt x="977" y="475"/>
                </a:lnTo>
                <a:lnTo>
                  <a:pt x="1021" y="442"/>
                </a:lnTo>
                <a:lnTo>
                  <a:pt x="1056" y="419"/>
                </a:lnTo>
                <a:lnTo>
                  <a:pt x="1111" y="388"/>
                </a:lnTo>
                <a:lnTo>
                  <a:pt x="1139" y="378"/>
                </a:lnTo>
                <a:lnTo>
                  <a:pt x="1149" y="378"/>
                </a:lnTo>
                <a:lnTo>
                  <a:pt x="1152" y="384"/>
                </a:lnTo>
                <a:lnTo>
                  <a:pt x="1146" y="396"/>
                </a:lnTo>
                <a:lnTo>
                  <a:pt x="1139" y="405"/>
                </a:lnTo>
                <a:close/>
                <a:moveTo>
                  <a:pt x="4139" y="2784"/>
                </a:moveTo>
                <a:lnTo>
                  <a:pt x="4128" y="2807"/>
                </a:lnTo>
                <a:lnTo>
                  <a:pt x="4114" y="2851"/>
                </a:lnTo>
                <a:lnTo>
                  <a:pt x="4113" y="2863"/>
                </a:lnTo>
                <a:lnTo>
                  <a:pt x="4112" y="2874"/>
                </a:lnTo>
                <a:lnTo>
                  <a:pt x="4103" y="2895"/>
                </a:lnTo>
                <a:lnTo>
                  <a:pt x="4097" y="2903"/>
                </a:lnTo>
                <a:lnTo>
                  <a:pt x="4070" y="2947"/>
                </a:lnTo>
                <a:lnTo>
                  <a:pt x="4009" y="3060"/>
                </a:lnTo>
                <a:lnTo>
                  <a:pt x="3976" y="3120"/>
                </a:lnTo>
                <a:lnTo>
                  <a:pt x="3887" y="3256"/>
                </a:lnTo>
                <a:lnTo>
                  <a:pt x="3847" y="3308"/>
                </a:lnTo>
                <a:lnTo>
                  <a:pt x="3812" y="3351"/>
                </a:lnTo>
                <a:lnTo>
                  <a:pt x="3763" y="3420"/>
                </a:lnTo>
                <a:lnTo>
                  <a:pt x="3758" y="3432"/>
                </a:lnTo>
                <a:lnTo>
                  <a:pt x="3756" y="3440"/>
                </a:lnTo>
                <a:lnTo>
                  <a:pt x="3738" y="3463"/>
                </a:lnTo>
                <a:lnTo>
                  <a:pt x="3723" y="3473"/>
                </a:lnTo>
                <a:lnTo>
                  <a:pt x="3679" y="3508"/>
                </a:lnTo>
                <a:lnTo>
                  <a:pt x="3611" y="3571"/>
                </a:lnTo>
                <a:lnTo>
                  <a:pt x="3560" y="3616"/>
                </a:lnTo>
                <a:lnTo>
                  <a:pt x="3439" y="3707"/>
                </a:lnTo>
                <a:lnTo>
                  <a:pt x="3337" y="3774"/>
                </a:lnTo>
                <a:lnTo>
                  <a:pt x="3306" y="3794"/>
                </a:lnTo>
                <a:lnTo>
                  <a:pt x="3218" y="3839"/>
                </a:lnTo>
                <a:lnTo>
                  <a:pt x="3114" y="3887"/>
                </a:lnTo>
                <a:lnTo>
                  <a:pt x="3014" y="3928"/>
                </a:lnTo>
                <a:lnTo>
                  <a:pt x="2972" y="3944"/>
                </a:lnTo>
                <a:lnTo>
                  <a:pt x="2869" y="3979"/>
                </a:lnTo>
                <a:lnTo>
                  <a:pt x="2760" y="4017"/>
                </a:lnTo>
                <a:lnTo>
                  <a:pt x="2697" y="4041"/>
                </a:lnTo>
                <a:lnTo>
                  <a:pt x="2533" y="4088"/>
                </a:lnTo>
                <a:lnTo>
                  <a:pt x="2353" y="4134"/>
                </a:lnTo>
                <a:lnTo>
                  <a:pt x="2186" y="4168"/>
                </a:lnTo>
                <a:lnTo>
                  <a:pt x="2119" y="4178"/>
                </a:lnTo>
                <a:lnTo>
                  <a:pt x="2082" y="4182"/>
                </a:lnTo>
                <a:lnTo>
                  <a:pt x="2003" y="4187"/>
                </a:lnTo>
                <a:lnTo>
                  <a:pt x="1879" y="4185"/>
                </a:lnTo>
                <a:lnTo>
                  <a:pt x="1728" y="4170"/>
                </a:lnTo>
                <a:lnTo>
                  <a:pt x="1646" y="4151"/>
                </a:lnTo>
                <a:lnTo>
                  <a:pt x="1612" y="4136"/>
                </a:lnTo>
                <a:lnTo>
                  <a:pt x="1605" y="4128"/>
                </a:lnTo>
                <a:lnTo>
                  <a:pt x="1607" y="4125"/>
                </a:lnTo>
                <a:lnTo>
                  <a:pt x="1646" y="4119"/>
                </a:lnTo>
                <a:lnTo>
                  <a:pt x="1761" y="4113"/>
                </a:lnTo>
                <a:lnTo>
                  <a:pt x="1871" y="4113"/>
                </a:lnTo>
                <a:lnTo>
                  <a:pt x="2013" y="4112"/>
                </a:lnTo>
                <a:lnTo>
                  <a:pt x="2172" y="4101"/>
                </a:lnTo>
                <a:lnTo>
                  <a:pt x="2266" y="4088"/>
                </a:lnTo>
                <a:lnTo>
                  <a:pt x="2314" y="4078"/>
                </a:lnTo>
                <a:lnTo>
                  <a:pt x="2457" y="4050"/>
                </a:lnTo>
                <a:lnTo>
                  <a:pt x="2542" y="4035"/>
                </a:lnTo>
                <a:lnTo>
                  <a:pt x="2585" y="4026"/>
                </a:lnTo>
                <a:lnTo>
                  <a:pt x="2708" y="3990"/>
                </a:lnTo>
                <a:lnTo>
                  <a:pt x="2851" y="3940"/>
                </a:lnTo>
                <a:lnTo>
                  <a:pt x="2992" y="3886"/>
                </a:lnTo>
                <a:lnTo>
                  <a:pt x="3051" y="3859"/>
                </a:lnTo>
                <a:lnTo>
                  <a:pt x="3107" y="3832"/>
                </a:lnTo>
                <a:lnTo>
                  <a:pt x="3238" y="3758"/>
                </a:lnTo>
                <a:lnTo>
                  <a:pt x="3363" y="3679"/>
                </a:lnTo>
                <a:lnTo>
                  <a:pt x="3450" y="3614"/>
                </a:lnTo>
                <a:lnTo>
                  <a:pt x="3467" y="3596"/>
                </a:lnTo>
                <a:lnTo>
                  <a:pt x="3475" y="3586"/>
                </a:lnTo>
                <a:lnTo>
                  <a:pt x="3517" y="3550"/>
                </a:lnTo>
                <a:lnTo>
                  <a:pt x="3543" y="3530"/>
                </a:lnTo>
                <a:lnTo>
                  <a:pt x="3581" y="3500"/>
                </a:lnTo>
                <a:lnTo>
                  <a:pt x="3661" y="3426"/>
                </a:lnTo>
                <a:lnTo>
                  <a:pt x="3742" y="3336"/>
                </a:lnTo>
                <a:lnTo>
                  <a:pt x="3823" y="3235"/>
                </a:lnTo>
                <a:lnTo>
                  <a:pt x="3902" y="3123"/>
                </a:lnTo>
                <a:lnTo>
                  <a:pt x="3976" y="3005"/>
                </a:lnTo>
                <a:lnTo>
                  <a:pt x="4045" y="2883"/>
                </a:lnTo>
                <a:lnTo>
                  <a:pt x="4104" y="2761"/>
                </a:lnTo>
                <a:lnTo>
                  <a:pt x="4131" y="2700"/>
                </a:lnTo>
                <a:lnTo>
                  <a:pt x="4144" y="2669"/>
                </a:lnTo>
                <a:lnTo>
                  <a:pt x="4153" y="2662"/>
                </a:lnTo>
                <a:lnTo>
                  <a:pt x="4157" y="2675"/>
                </a:lnTo>
                <a:lnTo>
                  <a:pt x="4159" y="2688"/>
                </a:lnTo>
                <a:lnTo>
                  <a:pt x="4160" y="2707"/>
                </a:lnTo>
                <a:lnTo>
                  <a:pt x="4149" y="2759"/>
                </a:lnTo>
                <a:lnTo>
                  <a:pt x="4139" y="2784"/>
                </a:lnTo>
                <a:close/>
                <a:moveTo>
                  <a:pt x="345" y="3075"/>
                </a:moveTo>
                <a:lnTo>
                  <a:pt x="388" y="3154"/>
                </a:lnTo>
                <a:lnTo>
                  <a:pt x="438" y="3237"/>
                </a:lnTo>
                <a:lnTo>
                  <a:pt x="457" y="3257"/>
                </a:lnTo>
                <a:lnTo>
                  <a:pt x="468" y="3267"/>
                </a:lnTo>
                <a:lnTo>
                  <a:pt x="502" y="3316"/>
                </a:lnTo>
                <a:lnTo>
                  <a:pt x="521" y="3346"/>
                </a:lnTo>
                <a:lnTo>
                  <a:pt x="544" y="3380"/>
                </a:lnTo>
                <a:lnTo>
                  <a:pt x="627" y="3476"/>
                </a:lnTo>
                <a:lnTo>
                  <a:pt x="728" y="3581"/>
                </a:lnTo>
                <a:lnTo>
                  <a:pt x="819" y="3665"/>
                </a:lnTo>
                <a:lnTo>
                  <a:pt x="849" y="3687"/>
                </a:lnTo>
                <a:lnTo>
                  <a:pt x="888" y="3713"/>
                </a:lnTo>
                <a:lnTo>
                  <a:pt x="925" y="3743"/>
                </a:lnTo>
                <a:lnTo>
                  <a:pt x="944" y="3758"/>
                </a:lnTo>
                <a:lnTo>
                  <a:pt x="1006" y="3796"/>
                </a:lnTo>
                <a:lnTo>
                  <a:pt x="1039" y="3814"/>
                </a:lnTo>
                <a:lnTo>
                  <a:pt x="1071" y="3830"/>
                </a:lnTo>
                <a:lnTo>
                  <a:pt x="1120" y="3863"/>
                </a:lnTo>
                <a:lnTo>
                  <a:pt x="1147" y="3889"/>
                </a:lnTo>
                <a:lnTo>
                  <a:pt x="1151" y="3902"/>
                </a:lnTo>
                <a:lnTo>
                  <a:pt x="1144" y="3906"/>
                </a:lnTo>
                <a:lnTo>
                  <a:pt x="1138" y="3906"/>
                </a:lnTo>
                <a:lnTo>
                  <a:pt x="1123" y="3904"/>
                </a:lnTo>
                <a:lnTo>
                  <a:pt x="1066" y="3882"/>
                </a:lnTo>
                <a:lnTo>
                  <a:pt x="1031" y="3865"/>
                </a:lnTo>
                <a:lnTo>
                  <a:pt x="997" y="3847"/>
                </a:lnTo>
                <a:lnTo>
                  <a:pt x="944" y="3824"/>
                </a:lnTo>
                <a:lnTo>
                  <a:pt x="933" y="3822"/>
                </a:lnTo>
                <a:lnTo>
                  <a:pt x="917" y="3815"/>
                </a:lnTo>
                <a:lnTo>
                  <a:pt x="827" y="3747"/>
                </a:lnTo>
                <a:lnTo>
                  <a:pt x="712" y="3651"/>
                </a:lnTo>
                <a:lnTo>
                  <a:pt x="620" y="3568"/>
                </a:lnTo>
                <a:lnTo>
                  <a:pt x="602" y="3547"/>
                </a:lnTo>
                <a:lnTo>
                  <a:pt x="578" y="3514"/>
                </a:lnTo>
                <a:lnTo>
                  <a:pt x="556" y="3493"/>
                </a:lnTo>
                <a:lnTo>
                  <a:pt x="531" y="3463"/>
                </a:lnTo>
                <a:lnTo>
                  <a:pt x="489" y="3400"/>
                </a:lnTo>
                <a:lnTo>
                  <a:pt x="450" y="3339"/>
                </a:lnTo>
                <a:lnTo>
                  <a:pt x="431" y="3316"/>
                </a:lnTo>
                <a:lnTo>
                  <a:pt x="413" y="3289"/>
                </a:lnTo>
                <a:lnTo>
                  <a:pt x="379" y="3223"/>
                </a:lnTo>
                <a:lnTo>
                  <a:pt x="344" y="3156"/>
                </a:lnTo>
                <a:lnTo>
                  <a:pt x="327" y="3130"/>
                </a:lnTo>
                <a:lnTo>
                  <a:pt x="316" y="3110"/>
                </a:lnTo>
                <a:lnTo>
                  <a:pt x="282" y="3020"/>
                </a:lnTo>
                <a:lnTo>
                  <a:pt x="277" y="2994"/>
                </a:lnTo>
                <a:lnTo>
                  <a:pt x="278" y="2983"/>
                </a:lnTo>
                <a:lnTo>
                  <a:pt x="285" y="2980"/>
                </a:lnTo>
                <a:lnTo>
                  <a:pt x="312" y="3014"/>
                </a:lnTo>
                <a:lnTo>
                  <a:pt x="345" y="307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6" name="Freeform 80">
            <a:extLst>
              <a:ext uri="{FF2B5EF4-FFF2-40B4-BE49-F238E27FC236}">
                <a16:creationId xmlns:a16="http://schemas.microsoft.com/office/drawing/2014/main" id="{8C3F4849-E897-47F5-A371-7188C5AB4915}"/>
              </a:ext>
            </a:extLst>
          </p:cNvPr>
          <p:cNvSpPr>
            <a:spLocks noEditPoints="1"/>
          </p:cNvSpPr>
          <p:nvPr/>
        </p:nvSpPr>
        <p:spPr bwMode="auto">
          <a:xfrm>
            <a:off x="7166289" y="2008502"/>
            <a:ext cx="993775" cy="965200"/>
          </a:xfrm>
          <a:custGeom>
            <a:avLst/>
            <a:gdLst>
              <a:gd name="T0" fmla="*/ 1088 w 4383"/>
              <a:gd name="T1" fmla="*/ 488 h 4256"/>
              <a:gd name="T2" fmla="*/ 443 w 4383"/>
              <a:gd name="T3" fmla="*/ 1069 h 4256"/>
              <a:gd name="T4" fmla="*/ 55 w 4383"/>
              <a:gd name="T5" fmla="*/ 1853 h 4256"/>
              <a:gd name="T6" fmla="*/ 4 w 4383"/>
              <a:gd name="T7" fmla="*/ 2248 h 4256"/>
              <a:gd name="T8" fmla="*/ 198 w 4383"/>
              <a:gd name="T9" fmla="*/ 2916 h 4256"/>
              <a:gd name="T10" fmla="*/ 367 w 4383"/>
              <a:gd name="T11" fmla="*/ 3241 h 4256"/>
              <a:gd name="T12" fmla="*/ 749 w 4383"/>
              <a:gd name="T13" fmla="*/ 3736 h 4256"/>
              <a:gd name="T14" fmla="*/ 1351 w 4383"/>
              <a:gd name="T15" fmla="*/ 4082 h 4256"/>
              <a:gd name="T16" fmla="*/ 2599 w 4383"/>
              <a:gd name="T17" fmla="*/ 4226 h 4256"/>
              <a:gd name="T18" fmla="*/ 3585 w 4383"/>
              <a:gd name="T19" fmla="*/ 3858 h 4256"/>
              <a:gd name="T20" fmla="*/ 4172 w 4383"/>
              <a:gd name="T21" fmla="*/ 3024 h 4256"/>
              <a:gd name="T22" fmla="*/ 4352 w 4383"/>
              <a:gd name="T23" fmla="*/ 1770 h 4256"/>
              <a:gd name="T24" fmla="*/ 3922 w 4383"/>
              <a:gd name="T25" fmla="*/ 626 h 4256"/>
              <a:gd name="T26" fmla="*/ 3114 w 4383"/>
              <a:gd name="T27" fmla="*/ 47 h 4256"/>
              <a:gd name="T28" fmla="*/ 3177 w 4383"/>
              <a:gd name="T29" fmla="*/ 175 h 4256"/>
              <a:gd name="T30" fmla="*/ 3398 w 4383"/>
              <a:gd name="T31" fmla="*/ 281 h 4256"/>
              <a:gd name="T32" fmla="*/ 3866 w 4383"/>
              <a:gd name="T33" fmla="*/ 740 h 4256"/>
              <a:gd name="T34" fmla="*/ 3275 w 4383"/>
              <a:gd name="T35" fmla="*/ 269 h 4256"/>
              <a:gd name="T36" fmla="*/ 2952 w 4383"/>
              <a:gd name="T37" fmla="*/ 243 h 4256"/>
              <a:gd name="T38" fmla="*/ 3433 w 4383"/>
              <a:gd name="T39" fmla="*/ 497 h 4256"/>
              <a:gd name="T40" fmla="*/ 3770 w 4383"/>
              <a:gd name="T41" fmla="*/ 839 h 4256"/>
              <a:gd name="T42" fmla="*/ 3739 w 4383"/>
              <a:gd name="T43" fmla="*/ 893 h 4256"/>
              <a:gd name="T44" fmla="*/ 3217 w 4383"/>
              <a:gd name="T45" fmla="*/ 476 h 4256"/>
              <a:gd name="T46" fmla="*/ 2391 w 4383"/>
              <a:gd name="T47" fmla="*/ 208 h 4256"/>
              <a:gd name="T48" fmla="*/ 2447 w 4383"/>
              <a:gd name="T49" fmla="*/ 329 h 4256"/>
              <a:gd name="T50" fmla="*/ 2999 w 4383"/>
              <a:gd name="T51" fmla="*/ 498 h 4256"/>
              <a:gd name="T52" fmla="*/ 3444 w 4383"/>
              <a:gd name="T53" fmla="*/ 775 h 4256"/>
              <a:gd name="T54" fmla="*/ 3800 w 4383"/>
              <a:gd name="T55" fmla="*/ 1171 h 4256"/>
              <a:gd name="T56" fmla="*/ 4100 w 4383"/>
              <a:gd name="T57" fmla="*/ 2214 h 4256"/>
              <a:gd name="T58" fmla="*/ 3528 w 4383"/>
              <a:gd name="T59" fmla="*/ 3283 h 4256"/>
              <a:gd name="T60" fmla="*/ 2881 w 4383"/>
              <a:gd name="T61" fmla="*/ 3684 h 4256"/>
              <a:gd name="T62" fmla="*/ 1980 w 4383"/>
              <a:gd name="T63" fmla="*/ 3887 h 4256"/>
              <a:gd name="T64" fmla="*/ 2232 w 4383"/>
              <a:gd name="T65" fmla="*/ 3777 h 4256"/>
              <a:gd name="T66" fmla="*/ 1624 w 4383"/>
              <a:gd name="T67" fmla="*/ 3786 h 4256"/>
              <a:gd name="T68" fmla="*/ 887 w 4383"/>
              <a:gd name="T69" fmla="*/ 3317 h 4256"/>
              <a:gd name="T70" fmla="*/ 598 w 4383"/>
              <a:gd name="T71" fmla="*/ 2955 h 4256"/>
              <a:gd name="T72" fmla="*/ 302 w 4383"/>
              <a:gd name="T73" fmla="*/ 1859 h 4256"/>
              <a:gd name="T74" fmla="*/ 712 w 4383"/>
              <a:gd name="T75" fmla="*/ 1084 h 4256"/>
              <a:gd name="T76" fmla="*/ 1812 w 4383"/>
              <a:gd name="T77" fmla="*/ 350 h 4256"/>
              <a:gd name="T78" fmla="*/ 501 w 4383"/>
              <a:gd name="T79" fmla="*/ 3021 h 4256"/>
              <a:gd name="T80" fmla="*/ 1114 w 4383"/>
              <a:gd name="T81" fmla="*/ 3684 h 4256"/>
              <a:gd name="T82" fmla="*/ 1241 w 4383"/>
              <a:gd name="T83" fmla="*/ 3784 h 4256"/>
              <a:gd name="T84" fmla="*/ 622 w 4383"/>
              <a:gd name="T85" fmla="*/ 3281 h 4256"/>
              <a:gd name="T86" fmla="*/ 395 w 4383"/>
              <a:gd name="T87" fmla="*/ 2983 h 4256"/>
              <a:gd name="T88" fmla="*/ 256 w 4383"/>
              <a:gd name="T89" fmla="*/ 2512 h 4256"/>
              <a:gd name="T90" fmla="*/ 3952 w 4383"/>
              <a:gd name="T91" fmla="*/ 3140 h 4256"/>
              <a:gd name="T92" fmla="*/ 3034 w 4383"/>
              <a:gd name="T93" fmla="*/ 3788 h 4256"/>
              <a:gd name="T94" fmla="*/ 2961 w 4383"/>
              <a:gd name="T95" fmla="*/ 3769 h 4256"/>
              <a:gd name="T96" fmla="*/ 3878 w 4383"/>
              <a:gd name="T97" fmla="*/ 3105 h 4256"/>
              <a:gd name="T98" fmla="*/ 3621 w 4383"/>
              <a:gd name="T99" fmla="*/ 3689 h 4256"/>
              <a:gd name="T100" fmla="*/ 2207 w 4383"/>
              <a:gd name="T101" fmla="*/ 4148 h 4256"/>
              <a:gd name="T102" fmla="*/ 2114 w 4383"/>
              <a:gd name="T103" fmla="*/ 4106 h 4256"/>
              <a:gd name="T104" fmla="*/ 3530 w 4383"/>
              <a:gd name="T105" fmla="*/ 3677 h 4256"/>
              <a:gd name="T106" fmla="*/ 3761 w 4383"/>
              <a:gd name="T107" fmla="*/ 3518 h 4256"/>
              <a:gd name="T108" fmla="*/ 2671 w 4383"/>
              <a:gd name="T109" fmla="*/ 3896 h 4256"/>
              <a:gd name="T110" fmla="*/ 1745 w 4383"/>
              <a:gd name="T111" fmla="*/ 3979 h 4256"/>
              <a:gd name="T112" fmla="*/ 1482 w 4383"/>
              <a:gd name="T113" fmla="*/ 3922 h 4256"/>
              <a:gd name="T114" fmla="*/ 1889 w 4383"/>
              <a:gd name="T115" fmla="*/ 3993 h 4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4383" h="4256">
                <a:moveTo>
                  <a:pt x="2565" y="11"/>
                </a:moveTo>
                <a:lnTo>
                  <a:pt x="2516" y="17"/>
                </a:lnTo>
                <a:lnTo>
                  <a:pt x="2401" y="37"/>
                </a:lnTo>
                <a:lnTo>
                  <a:pt x="2197" y="83"/>
                </a:lnTo>
                <a:lnTo>
                  <a:pt x="1883" y="174"/>
                </a:lnTo>
                <a:lnTo>
                  <a:pt x="1554" y="285"/>
                </a:lnTo>
                <a:lnTo>
                  <a:pt x="1395" y="346"/>
                </a:lnTo>
                <a:lnTo>
                  <a:pt x="1335" y="370"/>
                </a:lnTo>
                <a:lnTo>
                  <a:pt x="1206" y="429"/>
                </a:lnTo>
                <a:lnTo>
                  <a:pt x="1088" y="488"/>
                </a:lnTo>
                <a:lnTo>
                  <a:pt x="1009" y="534"/>
                </a:lnTo>
                <a:lnTo>
                  <a:pt x="994" y="547"/>
                </a:lnTo>
                <a:lnTo>
                  <a:pt x="957" y="575"/>
                </a:lnTo>
                <a:lnTo>
                  <a:pt x="850" y="651"/>
                </a:lnTo>
                <a:lnTo>
                  <a:pt x="800" y="689"/>
                </a:lnTo>
                <a:lnTo>
                  <a:pt x="692" y="782"/>
                </a:lnTo>
                <a:lnTo>
                  <a:pt x="587" y="886"/>
                </a:lnTo>
                <a:lnTo>
                  <a:pt x="497" y="993"/>
                </a:lnTo>
                <a:lnTo>
                  <a:pt x="462" y="1041"/>
                </a:lnTo>
                <a:lnTo>
                  <a:pt x="443" y="1069"/>
                </a:lnTo>
                <a:lnTo>
                  <a:pt x="401" y="1124"/>
                </a:lnTo>
                <a:lnTo>
                  <a:pt x="384" y="1143"/>
                </a:lnTo>
                <a:lnTo>
                  <a:pt x="368" y="1162"/>
                </a:lnTo>
                <a:lnTo>
                  <a:pt x="323" y="1229"/>
                </a:lnTo>
                <a:lnTo>
                  <a:pt x="301" y="1264"/>
                </a:lnTo>
                <a:lnTo>
                  <a:pt x="266" y="1330"/>
                </a:lnTo>
                <a:lnTo>
                  <a:pt x="181" y="1514"/>
                </a:lnTo>
                <a:lnTo>
                  <a:pt x="102" y="1706"/>
                </a:lnTo>
                <a:lnTo>
                  <a:pt x="65" y="1813"/>
                </a:lnTo>
                <a:lnTo>
                  <a:pt x="55" y="1853"/>
                </a:lnTo>
                <a:lnTo>
                  <a:pt x="57" y="1859"/>
                </a:lnTo>
                <a:lnTo>
                  <a:pt x="59" y="1864"/>
                </a:lnTo>
                <a:lnTo>
                  <a:pt x="56" y="1879"/>
                </a:lnTo>
                <a:lnTo>
                  <a:pt x="50" y="1887"/>
                </a:lnTo>
                <a:lnTo>
                  <a:pt x="44" y="1897"/>
                </a:lnTo>
                <a:lnTo>
                  <a:pt x="33" y="1934"/>
                </a:lnTo>
                <a:lnTo>
                  <a:pt x="16" y="2019"/>
                </a:lnTo>
                <a:lnTo>
                  <a:pt x="1" y="2148"/>
                </a:lnTo>
                <a:lnTo>
                  <a:pt x="0" y="2222"/>
                </a:lnTo>
                <a:lnTo>
                  <a:pt x="4" y="2248"/>
                </a:lnTo>
                <a:lnTo>
                  <a:pt x="9" y="2251"/>
                </a:lnTo>
                <a:lnTo>
                  <a:pt x="14" y="2255"/>
                </a:lnTo>
                <a:lnTo>
                  <a:pt x="20" y="2299"/>
                </a:lnTo>
                <a:lnTo>
                  <a:pt x="21" y="2330"/>
                </a:lnTo>
                <a:lnTo>
                  <a:pt x="20" y="2358"/>
                </a:lnTo>
                <a:lnTo>
                  <a:pt x="27" y="2421"/>
                </a:lnTo>
                <a:lnTo>
                  <a:pt x="43" y="2495"/>
                </a:lnTo>
                <a:lnTo>
                  <a:pt x="66" y="2578"/>
                </a:lnTo>
                <a:lnTo>
                  <a:pt x="113" y="2716"/>
                </a:lnTo>
                <a:lnTo>
                  <a:pt x="198" y="2916"/>
                </a:lnTo>
                <a:lnTo>
                  <a:pt x="249" y="3021"/>
                </a:lnTo>
                <a:lnTo>
                  <a:pt x="277" y="3075"/>
                </a:lnTo>
                <a:lnTo>
                  <a:pt x="314" y="3159"/>
                </a:lnTo>
                <a:lnTo>
                  <a:pt x="318" y="3175"/>
                </a:lnTo>
                <a:lnTo>
                  <a:pt x="319" y="3183"/>
                </a:lnTo>
                <a:lnTo>
                  <a:pt x="326" y="3195"/>
                </a:lnTo>
                <a:lnTo>
                  <a:pt x="332" y="3196"/>
                </a:lnTo>
                <a:lnTo>
                  <a:pt x="339" y="3199"/>
                </a:lnTo>
                <a:lnTo>
                  <a:pt x="358" y="3223"/>
                </a:lnTo>
                <a:lnTo>
                  <a:pt x="367" y="3241"/>
                </a:lnTo>
                <a:lnTo>
                  <a:pt x="383" y="3274"/>
                </a:lnTo>
                <a:lnTo>
                  <a:pt x="441" y="3361"/>
                </a:lnTo>
                <a:lnTo>
                  <a:pt x="517" y="3461"/>
                </a:lnTo>
                <a:lnTo>
                  <a:pt x="598" y="3556"/>
                </a:lnTo>
                <a:lnTo>
                  <a:pt x="636" y="3595"/>
                </a:lnTo>
                <a:lnTo>
                  <a:pt x="670" y="3630"/>
                </a:lnTo>
                <a:lnTo>
                  <a:pt x="719" y="3686"/>
                </a:lnTo>
                <a:lnTo>
                  <a:pt x="724" y="3697"/>
                </a:lnTo>
                <a:lnTo>
                  <a:pt x="726" y="3704"/>
                </a:lnTo>
                <a:lnTo>
                  <a:pt x="749" y="3736"/>
                </a:lnTo>
                <a:lnTo>
                  <a:pt x="807" y="3797"/>
                </a:lnTo>
                <a:lnTo>
                  <a:pt x="847" y="3833"/>
                </a:lnTo>
                <a:lnTo>
                  <a:pt x="879" y="3856"/>
                </a:lnTo>
                <a:lnTo>
                  <a:pt x="992" y="3921"/>
                </a:lnTo>
                <a:lnTo>
                  <a:pt x="1126" y="3989"/>
                </a:lnTo>
                <a:lnTo>
                  <a:pt x="1241" y="4039"/>
                </a:lnTo>
                <a:lnTo>
                  <a:pt x="1274" y="4050"/>
                </a:lnTo>
                <a:lnTo>
                  <a:pt x="1317" y="4063"/>
                </a:lnTo>
                <a:lnTo>
                  <a:pt x="1342" y="4076"/>
                </a:lnTo>
                <a:lnTo>
                  <a:pt x="1351" y="4082"/>
                </a:lnTo>
                <a:lnTo>
                  <a:pt x="1390" y="4098"/>
                </a:lnTo>
                <a:lnTo>
                  <a:pt x="1481" y="4129"/>
                </a:lnTo>
                <a:lnTo>
                  <a:pt x="1652" y="4177"/>
                </a:lnTo>
                <a:lnTo>
                  <a:pt x="1846" y="4223"/>
                </a:lnTo>
                <a:lnTo>
                  <a:pt x="1940" y="4243"/>
                </a:lnTo>
                <a:lnTo>
                  <a:pt x="1968" y="4247"/>
                </a:lnTo>
                <a:lnTo>
                  <a:pt x="2041" y="4253"/>
                </a:lnTo>
                <a:lnTo>
                  <a:pt x="2179" y="4256"/>
                </a:lnTo>
                <a:lnTo>
                  <a:pt x="2393" y="4247"/>
                </a:lnTo>
                <a:lnTo>
                  <a:pt x="2599" y="4226"/>
                </a:lnTo>
                <a:lnTo>
                  <a:pt x="2683" y="4210"/>
                </a:lnTo>
                <a:lnTo>
                  <a:pt x="2749" y="4197"/>
                </a:lnTo>
                <a:lnTo>
                  <a:pt x="2874" y="4168"/>
                </a:lnTo>
                <a:lnTo>
                  <a:pt x="2992" y="4135"/>
                </a:lnTo>
                <a:lnTo>
                  <a:pt x="3106" y="4098"/>
                </a:lnTo>
                <a:lnTo>
                  <a:pt x="3213" y="4058"/>
                </a:lnTo>
                <a:lnTo>
                  <a:pt x="3314" y="4013"/>
                </a:lnTo>
                <a:lnTo>
                  <a:pt x="3411" y="3965"/>
                </a:lnTo>
                <a:lnTo>
                  <a:pt x="3501" y="3914"/>
                </a:lnTo>
                <a:lnTo>
                  <a:pt x="3585" y="3858"/>
                </a:lnTo>
                <a:lnTo>
                  <a:pt x="3664" y="3798"/>
                </a:lnTo>
                <a:lnTo>
                  <a:pt x="3738" y="3735"/>
                </a:lnTo>
                <a:lnTo>
                  <a:pt x="3806" y="3668"/>
                </a:lnTo>
                <a:lnTo>
                  <a:pt x="3869" y="3596"/>
                </a:lnTo>
                <a:lnTo>
                  <a:pt x="3927" y="3521"/>
                </a:lnTo>
                <a:lnTo>
                  <a:pt x="3978" y="3441"/>
                </a:lnTo>
                <a:lnTo>
                  <a:pt x="4025" y="3358"/>
                </a:lnTo>
                <a:lnTo>
                  <a:pt x="4046" y="3314"/>
                </a:lnTo>
                <a:lnTo>
                  <a:pt x="4086" y="3229"/>
                </a:lnTo>
                <a:lnTo>
                  <a:pt x="4172" y="3024"/>
                </a:lnTo>
                <a:lnTo>
                  <a:pt x="4253" y="2811"/>
                </a:lnTo>
                <a:lnTo>
                  <a:pt x="4315" y="2629"/>
                </a:lnTo>
                <a:lnTo>
                  <a:pt x="4332" y="2565"/>
                </a:lnTo>
                <a:lnTo>
                  <a:pt x="4345" y="2510"/>
                </a:lnTo>
                <a:lnTo>
                  <a:pt x="4365" y="2397"/>
                </a:lnTo>
                <a:lnTo>
                  <a:pt x="4378" y="2279"/>
                </a:lnTo>
                <a:lnTo>
                  <a:pt x="4383" y="2157"/>
                </a:lnTo>
                <a:lnTo>
                  <a:pt x="4380" y="2031"/>
                </a:lnTo>
                <a:lnTo>
                  <a:pt x="4370" y="1902"/>
                </a:lnTo>
                <a:lnTo>
                  <a:pt x="4352" y="1770"/>
                </a:lnTo>
                <a:lnTo>
                  <a:pt x="4327" y="1636"/>
                </a:lnTo>
                <a:lnTo>
                  <a:pt x="4312" y="1568"/>
                </a:lnTo>
                <a:lnTo>
                  <a:pt x="4293" y="1491"/>
                </a:lnTo>
                <a:lnTo>
                  <a:pt x="4252" y="1344"/>
                </a:lnTo>
                <a:lnTo>
                  <a:pt x="4207" y="1204"/>
                </a:lnTo>
                <a:lnTo>
                  <a:pt x="4159" y="1073"/>
                </a:lnTo>
                <a:lnTo>
                  <a:pt x="4105" y="949"/>
                </a:lnTo>
                <a:lnTo>
                  <a:pt x="4048" y="834"/>
                </a:lnTo>
                <a:lnTo>
                  <a:pt x="3987" y="726"/>
                </a:lnTo>
                <a:lnTo>
                  <a:pt x="3922" y="626"/>
                </a:lnTo>
                <a:lnTo>
                  <a:pt x="3852" y="533"/>
                </a:lnTo>
                <a:lnTo>
                  <a:pt x="3778" y="448"/>
                </a:lnTo>
                <a:lnTo>
                  <a:pt x="3700" y="370"/>
                </a:lnTo>
                <a:lnTo>
                  <a:pt x="3616" y="299"/>
                </a:lnTo>
                <a:lnTo>
                  <a:pt x="3528" y="235"/>
                </a:lnTo>
                <a:lnTo>
                  <a:pt x="3436" y="180"/>
                </a:lnTo>
                <a:lnTo>
                  <a:pt x="3340" y="130"/>
                </a:lnTo>
                <a:lnTo>
                  <a:pt x="3237" y="87"/>
                </a:lnTo>
                <a:lnTo>
                  <a:pt x="3185" y="69"/>
                </a:lnTo>
                <a:lnTo>
                  <a:pt x="3114" y="47"/>
                </a:lnTo>
                <a:lnTo>
                  <a:pt x="2966" y="16"/>
                </a:lnTo>
                <a:lnTo>
                  <a:pt x="2812" y="0"/>
                </a:lnTo>
                <a:lnTo>
                  <a:pt x="2650" y="2"/>
                </a:lnTo>
                <a:lnTo>
                  <a:pt x="2565" y="11"/>
                </a:lnTo>
                <a:close/>
                <a:moveTo>
                  <a:pt x="3119" y="150"/>
                </a:moveTo>
                <a:lnTo>
                  <a:pt x="3134" y="151"/>
                </a:lnTo>
                <a:lnTo>
                  <a:pt x="3154" y="157"/>
                </a:lnTo>
                <a:lnTo>
                  <a:pt x="3156" y="162"/>
                </a:lnTo>
                <a:lnTo>
                  <a:pt x="3158" y="167"/>
                </a:lnTo>
                <a:lnTo>
                  <a:pt x="3177" y="175"/>
                </a:lnTo>
                <a:lnTo>
                  <a:pt x="3190" y="176"/>
                </a:lnTo>
                <a:lnTo>
                  <a:pt x="3204" y="177"/>
                </a:lnTo>
                <a:lnTo>
                  <a:pt x="3222" y="186"/>
                </a:lnTo>
                <a:lnTo>
                  <a:pt x="3224" y="193"/>
                </a:lnTo>
                <a:lnTo>
                  <a:pt x="3226" y="200"/>
                </a:lnTo>
                <a:lnTo>
                  <a:pt x="3252" y="215"/>
                </a:lnTo>
                <a:lnTo>
                  <a:pt x="3271" y="219"/>
                </a:lnTo>
                <a:lnTo>
                  <a:pt x="3288" y="224"/>
                </a:lnTo>
                <a:lnTo>
                  <a:pt x="3328" y="241"/>
                </a:lnTo>
                <a:lnTo>
                  <a:pt x="3398" y="281"/>
                </a:lnTo>
                <a:lnTo>
                  <a:pt x="3504" y="355"/>
                </a:lnTo>
                <a:lnTo>
                  <a:pt x="3611" y="443"/>
                </a:lnTo>
                <a:lnTo>
                  <a:pt x="3660" y="489"/>
                </a:lnTo>
                <a:lnTo>
                  <a:pt x="3753" y="588"/>
                </a:lnTo>
                <a:lnTo>
                  <a:pt x="3782" y="621"/>
                </a:lnTo>
                <a:lnTo>
                  <a:pt x="3791" y="638"/>
                </a:lnTo>
                <a:lnTo>
                  <a:pt x="3823" y="675"/>
                </a:lnTo>
                <a:lnTo>
                  <a:pt x="3840" y="694"/>
                </a:lnTo>
                <a:lnTo>
                  <a:pt x="3864" y="729"/>
                </a:lnTo>
                <a:lnTo>
                  <a:pt x="3866" y="740"/>
                </a:lnTo>
                <a:lnTo>
                  <a:pt x="3865" y="742"/>
                </a:lnTo>
                <a:lnTo>
                  <a:pt x="3849" y="730"/>
                </a:lnTo>
                <a:lnTo>
                  <a:pt x="3802" y="690"/>
                </a:lnTo>
                <a:lnTo>
                  <a:pt x="3759" y="646"/>
                </a:lnTo>
                <a:lnTo>
                  <a:pt x="3721" y="607"/>
                </a:lnTo>
                <a:lnTo>
                  <a:pt x="3640" y="532"/>
                </a:lnTo>
                <a:lnTo>
                  <a:pt x="3555" y="459"/>
                </a:lnTo>
                <a:lnTo>
                  <a:pt x="3464" y="391"/>
                </a:lnTo>
                <a:lnTo>
                  <a:pt x="3371" y="328"/>
                </a:lnTo>
                <a:lnTo>
                  <a:pt x="3275" y="269"/>
                </a:lnTo>
                <a:lnTo>
                  <a:pt x="3175" y="215"/>
                </a:lnTo>
                <a:lnTo>
                  <a:pt x="3073" y="165"/>
                </a:lnTo>
                <a:lnTo>
                  <a:pt x="3022" y="143"/>
                </a:lnTo>
                <a:lnTo>
                  <a:pt x="2997" y="133"/>
                </a:lnTo>
                <a:lnTo>
                  <a:pt x="3000" y="130"/>
                </a:lnTo>
                <a:lnTo>
                  <a:pt x="3030" y="137"/>
                </a:lnTo>
                <a:lnTo>
                  <a:pt x="3077" y="146"/>
                </a:lnTo>
                <a:lnTo>
                  <a:pt x="3119" y="150"/>
                </a:lnTo>
                <a:close/>
                <a:moveTo>
                  <a:pt x="2852" y="216"/>
                </a:moveTo>
                <a:lnTo>
                  <a:pt x="2952" y="243"/>
                </a:lnTo>
                <a:lnTo>
                  <a:pt x="3046" y="276"/>
                </a:lnTo>
                <a:lnTo>
                  <a:pt x="3105" y="304"/>
                </a:lnTo>
                <a:lnTo>
                  <a:pt x="3139" y="322"/>
                </a:lnTo>
                <a:lnTo>
                  <a:pt x="3179" y="344"/>
                </a:lnTo>
                <a:lnTo>
                  <a:pt x="3253" y="379"/>
                </a:lnTo>
                <a:lnTo>
                  <a:pt x="3275" y="386"/>
                </a:lnTo>
                <a:lnTo>
                  <a:pt x="3294" y="394"/>
                </a:lnTo>
                <a:lnTo>
                  <a:pt x="3346" y="425"/>
                </a:lnTo>
                <a:lnTo>
                  <a:pt x="3369" y="444"/>
                </a:lnTo>
                <a:lnTo>
                  <a:pt x="3433" y="497"/>
                </a:lnTo>
                <a:lnTo>
                  <a:pt x="3494" y="544"/>
                </a:lnTo>
                <a:lnTo>
                  <a:pt x="3503" y="547"/>
                </a:lnTo>
                <a:lnTo>
                  <a:pt x="3515" y="554"/>
                </a:lnTo>
                <a:lnTo>
                  <a:pt x="3587" y="624"/>
                </a:lnTo>
                <a:lnTo>
                  <a:pt x="3675" y="719"/>
                </a:lnTo>
                <a:lnTo>
                  <a:pt x="3740" y="796"/>
                </a:lnTo>
                <a:lnTo>
                  <a:pt x="3747" y="810"/>
                </a:lnTo>
                <a:lnTo>
                  <a:pt x="3749" y="818"/>
                </a:lnTo>
                <a:lnTo>
                  <a:pt x="3760" y="834"/>
                </a:lnTo>
                <a:lnTo>
                  <a:pt x="3770" y="839"/>
                </a:lnTo>
                <a:lnTo>
                  <a:pt x="3781" y="849"/>
                </a:lnTo>
                <a:lnTo>
                  <a:pt x="3831" y="930"/>
                </a:lnTo>
                <a:lnTo>
                  <a:pt x="3863" y="988"/>
                </a:lnTo>
                <a:lnTo>
                  <a:pt x="3891" y="1043"/>
                </a:lnTo>
                <a:lnTo>
                  <a:pt x="3908" y="1088"/>
                </a:lnTo>
                <a:lnTo>
                  <a:pt x="3906" y="1094"/>
                </a:lnTo>
                <a:lnTo>
                  <a:pt x="3899" y="1087"/>
                </a:lnTo>
                <a:lnTo>
                  <a:pt x="3850" y="1028"/>
                </a:lnTo>
                <a:lnTo>
                  <a:pt x="3767" y="928"/>
                </a:lnTo>
                <a:lnTo>
                  <a:pt x="3739" y="893"/>
                </a:lnTo>
                <a:lnTo>
                  <a:pt x="3671" y="822"/>
                </a:lnTo>
                <a:lnTo>
                  <a:pt x="3556" y="711"/>
                </a:lnTo>
                <a:lnTo>
                  <a:pt x="3402" y="584"/>
                </a:lnTo>
                <a:lnTo>
                  <a:pt x="3307" y="520"/>
                </a:lnTo>
                <a:lnTo>
                  <a:pt x="3262" y="499"/>
                </a:lnTo>
                <a:lnTo>
                  <a:pt x="3248" y="497"/>
                </a:lnTo>
                <a:lnTo>
                  <a:pt x="3238" y="496"/>
                </a:lnTo>
                <a:lnTo>
                  <a:pt x="3224" y="488"/>
                </a:lnTo>
                <a:lnTo>
                  <a:pt x="3220" y="482"/>
                </a:lnTo>
                <a:lnTo>
                  <a:pt x="3217" y="476"/>
                </a:lnTo>
                <a:lnTo>
                  <a:pt x="3199" y="461"/>
                </a:lnTo>
                <a:lnTo>
                  <a:pt x="3151" y="434"/>
                </a:lnTo>
                <a:lnTo>
                  <a:pt x="3056" y="390"/>
                </a:lnTo>
                <a:lnTo>
                  <a:pt x="2936" y="344"/>
                </a:lnTo>
                <a:lnTo>
                  <a:pt x="2804" y="299"/>
                </a:lnTo>
                <a:lnTo>
                  <a:pt x="2671" y="259"/>
                </a:lnTo>
                <a:lnTo>
                  <a:pt x="2549" y="228"/>
                </a:lnTo>
                <a:lnTo>
                  <a:pt x="2451" y="211"/>
                </a:lnTo>
                <a:lnTo>
                  <a:pt x="2416" y="209"/>
                </a:lnTo>
                <a:lnTo>
                  <a:pt x="2391" y="208"/>
                </a:lnTo>
                <a:lnTo>
                  <a:pt x="2373" y="202"/>
                </a:lnTo>
                <a:lnTo>
                  <a:pt x="2370" y="195"/>
                </a:lnTo>
                <a:lnTo>
                  <a:pt x="2373" y="191"/>
                </a:lnTo>
                <a:lnTo>
                  <a:pt x="2378" y="187"/>
                </a:lnTo>
                <a:lnTo>
                  <a:pt x="2410" y="181"/>
                </a:lnTo>
                <a:lnTo>
                  <a:pt x="2495" y="179"/>
                </a:lnTo>
                <a:lnTo>
                  <a:pt x="2649" y="186"/>
                </a:lnTo>
                <a:lnTo>
                  <a:pt x="2799" y="204"/>
                </a:lnTo>
                <a:lnTo>
                  <a:pt x="2852" y="216"/>
                </a:lnTo>
                <a:close/>
                <a:moveTo>
                  <a:pt x="2447" y="329"/>
                </a:moveTo>
                <a:lnTo>
                  <a:pt x="2500" y="340"/>
                </a:lnTo>
                <a:lnTo>
                  <a:pt x="2648" y="376"/>
                </a:lnTo>
                <a:lnTo>
                  <a:pt x="2718" y="396"/>
                </a:lnTo>
                <a:lnTo>
                  <a:pt x="2785" y="417"/>
                </a:lnTo>
                <a:lnTo>
                  <a:pt x="2888" y="443"/>
                </a:lnTo>
                <a:lnTo>
                  <a:pt x="2908" y="446"/>
                </a:lnTo>
                <a:lnTo>
                  <a:pt x="2920" y="448"/>
                </a:lnTo>
                <a:lnTo>
                  <a:pt x="2959" y="468"/>
                </a:lnTo>
                <a:lnTo>
                  <a:pt x="2979" y="482"/>
                </a:lnTo>
                <a:lnTo>
                  <a:pt x="2999" y="498"/>
                </a:lnTo>
                <a:lnTo>
                  <a:pt x="3040" y="519"/>
                </a:lnTo>
                <a:lnTo>
                  <a:pt x="3053" y="522"/>
                </a:lnTo>
                <a:lnTo>
                  <a:pt x="3064" y="524"/>
                </a:lnTo>
                <a:lnTo>
                  <a:pt x="3107" y="543"/>
                </a:lnTo>
                <a:lnTo>
                  <a:pt x="3197" y="594"/>
                </a:lnTo>
                <a:lnTo>
                  <a:pt x="3334" y="681"/>
                </a:lnTo>
                <a:lnTo>
                  <a:pt x="3413" y="737"/>
                </a:lnTo>
                <a:lnTo>
                  <a:pt x="3441" y="763"/>
                </a:lnTo>
                <a:lnTo>
                  <a:pt x="3443" y="770"/>
                </a:lnTo>
                <a:lnTo>
                  <a:pt x="3444" y="775"/>
                </a:lnTo>
                <a:lnTo>
                  <a:pt x="3454" y="782"/>
                </a:lnTo>
                <a:lnTo>
                  <a:pt x="3460" y="783"/>
                </a:lnTo>
                <a:lnTo>
                  <a:pt x="3466" y="784"/>
                </a:lnTo>
                <a:lnTo>
                  <a:pt x="3489" y="799"/>
                </a:lnTo>
                <a:lnTo>
                  <a:pt x="3536" y="842"/>
                </a:lnTo>
                <a:lnTo>
                  <a:pt x="3615" y="927"/>
                </a:lnTo>
                <a:lnTo>
                  <a:pt x="3692" y="1021"/>
                </a:lnTo>
                <a:lnTo>
                  <a:pt x="3722" y="1064"/>
                </a:lnTo>
                <a:lnTo>
                  <a:pt x="3777" y="1143"/>
                </a:lnTo>
                <a:lnTo>
                  <a:pt x="3800" y="1171"/>
                </a:lnTo>
                <a:lnTo>
                  <a:pt x="3812" y="1188"/>
                </a:lnTo>
                <a:lnTo>
                  <a:pt x="3862" y="1288"/>
                </a:lnTo>
                <a:lnTo>
                  <a:pt x="3925" y="1431"/>
                </a:lnTo>
                <a:lnTo>
                  <a:pt x="3982" y="1576"/>
                </a:lnTo>
                <a:lnTo>
                  <a:pt x="4003" y="1632"/>
                </a:lnTo>
                <a:lnTo>
                  <a:pt x="4025" y="1700"/>
                </a:lnTo>
                <a:lnTo>
                  <a:pt x="4059" y="1834"/>
                </a:lnTo>
                <a:lnTo>
                  <a:pt x="4084" y="1964"/>
                </a:lnTo>
                <a:lnTo>
                  <a:pt x="4097" y="2090"/>
                </a:lnTo>
                <a:lnTo>
                  <a:pt x="4100" y="2214"/>
                </a:lnTo>
                <a:lnTo>
                  <a:pt x="4092" y="2334"/>
                </a:lnTo>
                <a:lnTo>
                  <a:pt x="4074" y="2451"/>
                </a:lnTo>
                <a:lnTo>
                  <a:pt x="4043" y="2565"/>
                </a:lnTo>
                <a:lnTo>
                  <a:pt x="4003" y="2675"/>
                </a:lnTo>
                <a:lnTo>
                  <a:pt x="3951" y="2784"/>
                </a:lnTo>
                <a:lnTo>
                  <a:pt x="3889" y="2889"/>
                </a:lnTo>
                <a:lnTo>
                  <a:pt x="3815" y="2991"/>
                </a:lnTo>
                <a:lnTo>
                  <a:pt x="3731" y="3092"/>
                </a:lnTo>
                <a:lnTo>
                  <a:pt x="3635" y="3189"/>
                </a:lnTo>
                <a:lnTo>
                  <a:pt x="3528" y="3283"/>
                </a:lnTo>
                <a:lnTo>
                  <a:pt x="3411" y="3375"/>
                </a:lnTo>
                <a:lnTo>
                  <a:pt x="3347" y="3421"/>
                </a:lnTo>
                <a:lnTo>
                  <a:pt x="3237" y="3495"/>
                </a:lnTo>
                <a:lnTo>
                  <a:pt x="3199" y="3517"/>
                </a:lnTo>
                <a:lnTo>
                  <a:pt x="3169" y="3530"/>
                </a:lnTo>
                <a:lnTo>
                  <a:pt x="3095" y="3576"/>
                </a:lnTo>
                <a:lnTo>
                  <a:pt x="3022" y="3621"/>
                </a:lnTo>
                <a:lnTo>
                  <a:pt x="2994" y="3635"/>
                </a:lnTo>
                <a:lnTo>
                  <a:pt x="2965" y="3645"/>
                </a:lnTo>
                <a:lnTo>
                  <a:pt x="2881" y="3684"/>
                </a:lnTo>
                <a:lnTo>
                  <a:pt x="2830" y="3707"/>
                </a:lnTo>
                <a:lnTo>
                  <a:pt x="2725" y="3750"/>
                </a:lnTo>
                <a:lnTo>
                  <a:pt x="2616" y="3787"/>
                </a:lnTo>
                <a:lnTo>
                  <a:pt x="2507" y="3819"/>
                </a:lnTo>
                <a:lnTo>
                  <a:pt x="2398" y="3846"/>
                </a:lnTo>
                <a:lnTo>
                  <a:pt x="2292" y="3866"/>
                </a:lnTo>
                <a:lnTo>
                  <a:pt x="2188" y="3880"/>
                </a:lnTo>
                <a:lnTo>
                  <a:pt x="2090" y="3887"/>
                </a:lnTo>
                <a:lnTo>
                  <a:pt x="2043" y="3888"/>
                </a:lnTo>
                <a:lnTo>
                  <a:pt x="1980" y="3887"/>
                </a:lnTo>
                <a:lnTo>
                  <a:pt x="1916" y="3883"/>
                </a:lnTo>
                <a:lnTo>
                  <a:pt x="1894" y="3878"/>
                </a:lnTo>
                <a:lnTo>
                  <a:pt x="1894" y="3876"/>
                </a:lnTo>
                <a:lnTo>
                  <a:pt x="1908" y="3871"/>
                </a:lnTo>
                <a:lnTo>
                  <a:pt x="1998" y="3849"/>
                </a:lnTo>
                <a:lnTo>
                  <a:pt x="2060" y="3836"/>
                </a:lnTo>
                <a:lnTo>
                  <a:pt x="2112" y="3826"/>
                </a:lnTo>
                <a:lnTo>
                  <a:pt x="2185" y="3805"/>
                </a:lnTo>
                <a:lnTo>
                  <a:pt x="2218" y="3789"/>
                </a:lnTo>
                <a:lnTo>
                  <a:pt x="2232" y="3777"/>
                </a:lnTo>
                <a:lnTo>
                  <a:pt x="2243" y="3756"/>
                </a:lnTo>
                <a:lnTo>
                  <a:pt x="2244" y="3738"/>
                </a:lnTo>
                <a:lnTo>
                  <a:pt x="2243" y="3734"/>
                </a:lnTo>
                <a:lnTo>
                  <a:pt x="2232" y="3727"/>
                </a:lnTo>
                <a:lnTo>
                  <a:pt x="2194" y="3722"/>
                </a:lnTo>
                <a:lnTo>
                  <a:pt x="2097" y="3728"/>
                </a:lnTo>
                <a:lnTo>
                  <a:pt x="1940" y="3748"/>
                </a:lnTo>
                <a:lnTo>
                  <a:pt x="1836" y="3763"/>
                </a:lnTo>
                <a:lnTo>
                  <a:pt x="1747" y="3775"/>
                </a:lnTo>
                <a:lnTo>
                  <a:pt x="1624" y="3786"/>
                </a:lnTo>
                <a:lnTo>
                  <a:pt x="1555" y="3781"/>
                </a:lnTo>
                <a:lnTo>
                  <a:pt x="1514" y="3773"/>
                </a:lnTo>
                <a:lnTo>
                  <a:pt x="1454" y="3750"/>
                </a:lnTo>
                <a:lnTo>
                  <a:pt x="1406" y="3726"/>
                </a:lnTo>
                <a:lnTo>
                  <a:pt x="1353" y="3697"/>
                </a:lnTo>
                <a:lnTo>
                  <a:pt x="1225" y="3615"/>
                </a:lnTo>
                <a:lnTo>
                  <a:pt x="1172" y="3576"/>
                </a:lnTo>
                <a:lnTo>
                  <a:pt x="1124" y="3539"/>
                </a:lnTo>
                <a:lnTo>
                  <a:pt x="1008" y="3434"/>
                </a:lnTo>
                <a:lnTo>
                  <a:pt x="887" y="3317"/>
                </a:lnTo>
                <a:lnTo>
                  <a:pt x="791" y="3216"/>
                </a:lnTo>
                <a:lnTo>
                  <a:pt x="762" y="3181"/>
                </a:lnTo>
                <a:lnTo>
                  <a:pt x="732" y="3143"/>
                </a:lnTo>
                <a:lnTo>
                  <a:pt x="704" y="3110"/>
                </a:lnTo>
                <a:lnTo>
                  <a:pt x="691" y="3097"/>
                </a:lnTo>
                <a:lnTo>
                  <a:pt x="675" y="3072"/>
                </a:lnTo>
                <a:lnTo>
                  <a:pt x="673" y="3066"/>
                </a:lnTo>
                <a:lnTo>
                  <a:pt x="665" y="3047"/>
                </a:lnTo>
                <a:lnTo>
                  <a:pt x="635" y="3004"/>
                </a:lnTo>
                <a:lnTo>
                  <a:pt x="598" y="2955"/>
                </a:lnTo>
                <a:lnTo>
                  <a:pt x="532" y="2845"/>
                </a:lnTo>
                <a:lnTo>
                  <a:pt x="471" y="2725"/>
                </a:lnTo>
                <a:lnTo>
                  <a:pt x="419" y="2597"/>
                </a:lnTo>
                <a:lnTo>
                  <a:pt x="374" y="2467"/>
                </a:lnTo>
                <a:lnTo>
                  <a:pt x="339" y="2333"/>
                </a:lnTo>
                <a:lnTo>
                  <a:pt x="313" y="2203"/>
                </a:lnTo>
                <a:lnTo>
                  <a:pt x="300" y="2077"/>
                </a:lnTo>
                <a:lnTo>
                  <a:pt x="298" y="2016"/>
                </a:lnTo>
                <a:lnTo>
                  <a:pt x="298" y="1955"/>
                </a:lnTo>
                <a:lnTo>
                  <a:pt x="302" y="1859"/>
                </a:lnTo>
                <a:lnTo>
                  <a:pt x="313" y="1778"/>
                </a:lnTo>
                <a:lnTo>
                  <a:pt x="336" y="1689"/>
                </a:lnTo>
                <a:lnTo>
                  <a:pt x="352" y="1632"/>
                </a:lnTo>
                <a:lnTo>
                  <a:pt x="368" y="1580"/>
                </a:lnTo>
                <a:lnTo>
                  <a:pt x="405" y="1491"/>
                </a:lnTo>
                <a:lnTo>
                  <a:pt x="450" y="1409"/>
                </a:lnTo>
                <a:lnTo>
                  <a:pt x="514" y="1318"/>
                </a:lnTo>
                <a:lnTo>
                  <a:pt x="557" y="1264"/>
                </a:lnTo>
                <a:lnTo>
                  <a:pt x="606" y="1202"/>
                </a:lnTo>
                <a:lnTo>
                  <a:pt x="712" y="1084"/>
                </a:lnTo>
                <a:lnTo>
                  <a:pt x="825" y="969"/>
                </a:lnTo>
                <a:lnTo>
                  <a:pt x="945" y="861"/>
                </a:lnTo>
                <a:lnTo>
                  <a:pt x="1069" y="759"/>
                </a:lnTo>
                <a:lnTo>
                  <a:pt x="1200" y="664"/>
                </a:lnTo>
                <a:lnTo>
                  <a:pt x="1335" y="574"/>
                </a:lnTo>
                <a:lnTo>
                  <a:pt x="1473" y="494"/>
                </a:lnTo>
                <a:lnTo>
                  <a:pt x="1543" y="457"/>
                </a:lnTo>
                <a:lnTo>
                  <a:pt x="1597" y="431"/>
                </a:lnTo>
                <a:lnTo>
                  <a:pt x="1705" y="385"/>
                </a:lnTo>
                <a:lnTo>
                  <a:pt x="1812" y="350"/>
                </a:lnTo>
                <a:lnTo>
                  <a:pt x="1920" y="324"/>
                </a:lnTo>
                <a:lnTo>
                  <a:pt x="2029" y="309"/>
                </a:lnTo>
                <a:lnTo>
                  <a:pt x="2143" y="303"/>
                </a:lnTo>
                <a:lnTo>
                  <a:pt x="2259" y="306"/>
                </a:lnTo>
                <a:lnTo>
                  <a:pt x="2383" y="319"/>
                </a:lnTo>
                <a:lnTo>
                  <a:pt x="2447" y="329"/>
                </a:lnTo>
                <a:close/>
                <a:moveTo>
                  <a:pt x="377" y="2800"/>
                </a:moveTo>
                <a:lnTo>
                  <a:pt x="432" y="2900"/>
                </a:lnTo>
                <a:lnTo>
                  <a:pt x="463" y="2958"/>
                </a:lnTo>
                <a:lnTo>
                  <a:pt x="501" y="3021"/>
                </a:lnTo>
                <a:lnTo>
                  <a:pt x="616" y="3183"/>
                </a:lnTo>
                <a:lnTo>
                  <a:pt x="660" y="3233"/>
                </a:lnTo>
                <a:lnTo>
                  <a:pt x="701" y="3280"/>
                </a:lnTo>
                <a:lnTo>
                  <a:pt x="732" y="3319"/>
                </a:lnTo>
                <a:lnTo>
                  <a:pt x="755" y="3349"/>
                </a:lnTo>
                <a:lnTo>
                  <a:pt x="844" y="3444"/>
                </a:lnTo>
                <a:lnTo>
                  <a:pt x="955" y="3552"/>
                </a:lnTo>
                <a:lnTo>
                  <a:pt x="1053" y="3640"/>
                </a:lnTo>
                <a:lnTo>
                  <a:pt x="1086" y="3664"/>
                </a:lnTo>
                <a:lnTo>
                  <a:pt x="1114" y="3684"/>
                </a:lnTo>
                <a:lnTo>
                  <a:pt x="1155" y="3715"/>
                </a:lnTo>
                <a:lnTo>
                  <a:pt x="1160" y="3722"/>
                </a:lnTo>
                <a:lnTo>
                  <a:pt x="1164" y="3728"/>
                </a:lnTo>
                <a:lnTo>
                  <a:pt x="1179" y="3736"/>
                </a:lnTo>
                <a:lnTo>
                  <a:pt x="1188" y="3737"/>
                </a:lnTo>
                <a:lnTo>
                  <a:pt x="1198" y="3738"/>
                </a:lnTo>
                <a:lnTo>
                  <a:pt x="1220" y="3752"/>
                </a:lnTo>
                <a:lnTo>
                  <a:pt x="1231" y="3762"/>
                </a:lnTo>
                <a:lnTo>
                  <a:pt x="1241" y="3775"/>
                </a:lnTo>
                <a:lnTo>
                  <a:pt x="1241" y="3784"/>
                </a:lnTo>
                <a:lnTo>
                  <a:pt x="1232" y="3787"/>
                </a:lnTo>
                <a:lnTo>
                  <a:pt x="1223" y="3787"/>
                </a:lnTo>
                <a:lnTo>
                  <a:pt x="1205" y="3785"/>
                </a:lnTo>
                <a:lnTo>
                  <a:pt x="1158" y="3767"/>
                </a:lnTo>
                <a:lnTo>
                  <a:pt x="1099" y="3733"/>
                </a:lnTo>
                <a:lnTo>
                  <a:pt x="1030" y="3682"/>
                </a:lnTo>
                <a:lnTo>
                  <a:pt x="952" y="3616"/>
                </a:lnTo>
                <a:lnTo>
                  <a:pt x="866" y="3536"/>
                </a:lnTo>
                <a:lnTo>
                  <a:pt x="725" y="3393"/>
                </a:lnTo>
                <a:lnTo>
                  <a:pt x="622" y="3281"/>
                </a:lnTo>
                <a:lnTo>
                  <a:pt x="572" y="3222"/>
                </a:lnTo>
                <a:lnTo>
                  <a:pt x="496" y="3141"/>
                </a:lnTo>
                <a:lnTo>
                  <a:pt x="484" y="3132"/>
                </a:lnTo>
                <a:lnTo>
                  <a:pt x="477" y="3129"/>
                </a:lnTo>
                <a:lnTo>
                  <a:pt x="471" y="3116"/>
                </a:lnTo>
                <a:lnTo>
                  <a:pt x="470" y="3109"/>
                </a:lnTo>
                <a:lnTo>
                  <a:pt x="467" y="3098"/>
                </a:lnTo>
                <a:lnTo>
                  <a:pt x="440" y="3049"/>
                </a:lnTo>
                <a:lnTo>
                  <a:pt x="420" y="3019"/>
                </a:lnTo>
                <a:lnTo>
                  <a:pt x="395" y="2983"/>
                </a:lnTo>
                <a:lnTo>
                  <a:pt x="353" y="2905"/>
                </a:lnTo>
                <a:lnTo>
                  <a:pt x="315" y="2815"/>
                </a:lnTo>
                <a:lnTo>
                  <a:pt x="278" y="2706"/>
                </a:lnTo>
                <a:lnTo>
                  <a:pt x="260" y="2641"/>
                </a:lnTo>
                <a:lnTo>
                  <a:pt x="236" y="2556"/>
                </a:lnTo>
                <a:lnTo>
                  <a:pt x="210" y="2440"/>
                </a:lnTo>
                <a:lnTo>
                  <a:pt x="208" y="2405"/>
                </a:lnTo>
                <a:lnTo>
                  <a:pt x="214" y="2406"/>
                </a:lnTo>
                <a:lnTo>
                  <a:pt x="233" y="2448"/>
                </a:lnTo>
                <a:lnTo>
                  <a:pt x="256" y="2512"/>
                </a:lnTo>
                <a:lnTo>
                  <a:pt x="283" y="2586"/>
                </a:lnTo>
                <a:lnTo>
                  <a:pt x="349" y="2742"/>
                </a:lnTo>
                <a:lnTo>
                  <a:pt x="377" y="2800"/>
                </a:lnTo>
                <a:close/>
                <a:moveTo>
                  <a:pt x="4043" y="2955"/>
                </a:moveTo>
                <a:lnTo>
                  <a:pt x="4037" y="2982"/>
                </a:lnTo>
                <a:lnTo>
                  <a:pt x="4022" y="3029"/>
                </a:lnTo>
                <a:lnTo>
                  <a:pt x="4015" y="3041"/>
                </a:lnTo>
                <a:lnTo>
                  <a:pt x="3995" y="3068"/>
                </a:lnTo>
                <a:lnTo>
                  <a:pt x="3969" y="3110"/>
                </a:lnTo>
                <a:lnTo>
                  <a:pt x="3952" y="3140"/>
                </a:lnTo>
                <a:lnTo>
                  <a:pt x="3912" y="3199"/>
                </a:lnTo>
                <a:lnTo>
                  <a:pt x="3867" y="3257"/>
                </a:lnTo>
                <a:lnTo>
                  <a:pt x="3814" y="3313"/>
                </a:lnTo>
                <a:lnTo>
                  <a:pt x="3755" y="3370"/>
                </a:lnTo>
                <a:lnTo>
                  <a:pt x="3687" y="3427"/>
                </a:lnTo>
                <a:lnTo>
                  <a:pt x="3573" y="3513"/>
                </a:lnTo>
                <a:lnTo>
                  <a:pt x="3484" y="3571"/>
                </a:lnTo>
                <a:lnTo>
                  <a:pt x="3418" y="3610"/>
                </a:lnTo>
                <a:lnTo>
                  <a:pt x="3235" y="3701"/>
                </a:lnTo>
                <a:lnTo>
                  <a:pt x="3034" y="3788"/>
                </a:lnTo>
                <a:lnTo>
                  <a:pt x="2900" y="3838"/>
                </a:lnTo>
                <a:lnTo>
                  <a:pt x="2828" y="3859"/>
                </a:lnTo>
                <a:lnTo>
                  <a:pt x="2802" y="3864"/>
                </a:lnTo>
                <a:lnTo>
                  <a:pt x="2776" y="3868"/>
                </a:lnTo>
                <a:lnTo>
                  <a:pt x="2759" y="3867"/>
                </a:lnTo>
                <a:lnTo>
                  <a:pt x="2758" y="3863"/>
                </a:lnTo>
                <a:lnTo>
                  <a:pt x="2770" y="3852"/>
                </a:lnTo>
                <a:lnTo>
                  <a:pt x="2817" y="3829"/>
                </a:lnTo>
                <a:lnTo>
                  <a:pt x="2852" y="3814"/>
                </a:lnTo>
                <a:lnTo>
                  <a:pt x="2961" y="3769"/>
                </a:lnTo>
                <a:lnTo>
                  <a:pt x="3102" y="3703"/>
                </a:lnTo>
                <a:lnTo>
                  <a:pt x="3181" y="3661"/>
                </a:lnTo>
                <a:lnTo>
                  <a:pt x="3214" y="3640"/>
                </a:lnTo>
                <a:lnTo>
                  <a:pt x="3297" y="3589"/>
                </a:lnTo>
                <a:lnTo>
                  <a:pt x="3376" y="3540"/>
                </a:lnTo>
                <a:lnTo>
                  <a:pt x="3416" y="3516"/>
                </a:lnTo>
                <a:lnTo>
                  <a:pt x="3496" y="3459"/>
                </a:lnTo>
                <a:lnTo>
                  <a:pt x="3617" y="3363"/>
                </a:lnTo>
                <a:lnTo>
                  <a:pt x="3773" y="3219"/>
                </a:lnTo>
                <a:lnTo>
                  <a:pt x="3878" y="3105"/>
                </a:lnTo>
                <a:lnTo>
                  <a:pt x="3942" y="3027"/>
                </a:lnTo>
                <a:lnTo>
                  <a:pt x="3970" y="2988"/>
                </a:lnTo>
                <a:lnTo>
                  <a:pt x="4027" y="2914"/>
                </a:lnTo>
                <a:lnTo>
                  <a:pt x="4048" y="2892"/>
                </a:lnTo>
                <a:lnTo>
                  <a:pt x="4050" y="2896"/>
                </a:lnTo>
                <a:lnTo>
                  <a:pt x="4047" y="2931"/>
                </a:lnTo>
                <a:lnTo>
                  <a:pt x="4043" y="2955"/>
                </a:lnTo>
                <a:close/>
                <a:moveTo>
                  <a:pt x="3752" y="3554"/>
                </a:moveTo>
                <a:lnTo>
                  <a:pt x="3702" y="3611"/>
                </a:lnTo>
                <a:lnTo>
                  <a:pt x="3621" y="3689"/>
                </a:lnTo>
                <a:lnTo>
                  <a:pt x="3562" y="3738"/>
                </a:lnTo>
                <a:lnTo>
                  <a:pt x="3503" y="3783"/>
                </a:lnTo>
                <a:lnTo>
                  <a:pt x="3369" y="3867"/>
                </a:lnTo>
                <a:lnTo>
                  <a:pt x="3218" y="3942"/>
                </a:lnTo>
                <a:lnTo>
                  <a:pt x="3053" y="4007"/>
                </a:lnTo>
                <a:lnTo>
                  <a:pt x="2876" y="4061"/>
                </a:lnTo>
                <a:lnTo>
                  <a:pt x="2690" y="4102"/>
                </a:lnTo>
                <a:lnTo>
                  <a:pt x="2499" y="4131"/>
                </a:lnTo>
                <a:lnTo>
                  <a:pt x="2304" y="4147"/>
                </a:lnTo>
                <a:lnTo>
                  <a:pt x="2207" y="4148"/>
                </a:lnTo>
                <a:lnTo>
                  <a:pt x="2086" y="4149"/>
                </a:lnTo>
                <a:lnTo>
                  <a:pt x="1982" y="4142"/>
                </a:lnTo>
                <a:lnTo>
                  <a:pt x="1945" y="4133"/>
                </a:lnTo>
                <a:lnTo>
                  <a:pt x="1938" y="4127"/>
                </a:lnTo>
                <a:lnTo>
                  <a:pt x="1933" y="4121"/>
                </a:lnTo>
                <a:lnTo>
                  <a:pt x="1933" y="4113"/>
                </a:lnTo>
                <a:lnTo>
                  <a:pt x="1960" y="4107"/>
                </a:lnTo>
                <a:lnTo>
                  <a:pt x="2008" y="4106"/>
                </a:lnTo>
                <a:lnTo>
                  <a:pt x="2082" y="4104"/>
                </a:lnTo>
                <a:lnTo>
                  <a:pt x="2114" y="4106"/>
                </a:lnTo>
                <a:lnTo>
                  <a:pt x="2143" y="4105"/>
                </a:lnTo>
                <a:lnTo>
                  <a:pt x="2298" y="4083"/>
                </a:lnTo>
                <a:lnTo>
                  <a:pt x="2508" y="4045"/>
                </a:lnTo>
                <a:lnTo>
                  <a:pt x="2704" y="4006"/>
                </a:lnTo>
                <a:lnTo>
                  <a:pt x="2771" y="3990"/>
                </a:lnTo>
                <a:lnTo>
                  <a:pt x="2883" y="3957"/>
                </a:lnTo>
                <a:lnTo>
                  <a:pt x="3114" y="3875"/>
                </a:lnTo>
                <a:lnTo>
                  <a:pt x="3330" y="3784"/>
                </a:lnTo>
                <a:lnTo>
                  <a:pt x="3461" y="3718"/>
                </a:lnTo>
                <a:lnTo>
                  <a:pt x="3530" y="3677"/>
                </a:lnTo>
                <a:lnTo>
                  <a:pt x="3557" y="3659"/>
                </a:lnTo>
                <a:lnTo>
                  <a:pt x="3578" y="3642"/>
                </a:lnTo>
                <a:lnTo>
                  <a:pt x="3613" y="3620"/>
                </a:lnTo>
                <a:lnTo>
                  <a:pt x="3621" y="3618"/>
                </a:lnTo>
                <a:lnTo>
                  <a:pt x="3642" y="3609"/>
                </a:lnTo>
                <a:lnTo>
                  <a:pt x="3706" y="3564"/>
                </a:lnTo>
                <a:lnTo>
                  <a:pt x="3739" y="3537"/>
                </a:lnTo>
                <a:lnTo>
                  <a:pt x="3744" y="3529"/>
                </a:lnTo>
                <a:lnTo>
                  <a:pt x="3748" y="3524"/>
                </a:lnTo>
                <a:lnTo>
                  <a:pt x="3761" y="3518"/>
                </a:lnTo>
                <a:lnTo>
                  <a:pt x="3770" y="3517"/>
                </a:lnTo>
                <a:lnTo>
                  <a:pt x="3773" y="3518"/>
                </a:lnTo>
                <a:lnTo>
                  <a:pt x="3774" y="3523"/>
                </a:lnTo>
                <a:lnTo>
                  <a:pt x="3765" y="3539"/>
                </a:lnTo>
                <a:lnTo>
                  <a:pt x="3752" y="3554"/>
                </a:lnTo>
                <a:close/>
                <a:moveTo>
                  <a:pt x="2717" y="3888"/>
                </a:moveTo>
                <a:lnTo>
                  <a:pt x="2705" y="3896"/>
                </a:lnTo>
                <a:lnTo>
                  <a:pt x="2685" y="3904"/>
                </a:lnTo>
                <a:lnTo>
                  <a:pt x="2673" y="3904"/>
                </a:lnTo>
                <a:lnTo>
                  <a:pt x="2671" y="3896"/>
                </a:lnTo>
                <a:lnTo>
                  <a:pt x="2675" y="3888"/>
                </a:lnTo>
                <a:lnTo>
                  <a:pt x="2680" y="3881"/>
                </a:lnTo>
                <a:lnTo>
                  <a:pt x="2702" y="3872"/>
                </a:lnTo>
                <a:lnTo>
                  <a:pt x="2713" y="3871"/>
                </a:lnTo>
                <a:lnTo>
                  <a:pt x="2730" y="3871"/>
                </a:lnTo>
                <a:lnTo>
                  <a:pt x="2731" y="3879"/>
                </a:lnTo>
                <a:lnTo>
                  <a:pt x="2717" y="3888"/>
                </a:lnTo>
                <a:close/>
                <a:moveTo>
                  <a:pt x="1654" y="3950"/>
                </a:moveTo>
                <a:lnTo>
                  <a:pt x="1707" y="3963"/>
                </a:lnTo>
                <a:lnTo>
                  <a:pt x="1745" y="3979"/>
                </a:lnTo>
                <a:lnTo>
                  <a:pt x="1747" y="3985"/>
                </a:lnTo>
                <a:lnTo>
                  <a:pt x="1740" y="3986"/>
                </a:lnTo>
                <a:lnTo>
                  <a:pt x="1719" y="3987"/>
                </a:lnTo>
                <a:lnTo>
                  <a:pt x="1632" y="3975"/>
                </a:lnTo>
                <a:lnTo>
                  <a:pt x="1531" y="3954"/>
                </a:lnTo>
                <a:lnTo>
                  <a:pt x="1458" y="3935"/>
                </a:lnTo>
                <a:lnTo>
                  <a:pt x="1451" y="3929"/>
                </a:lnTo>
                <a:lnTo>
                  <a:pt x="1451" y="3926"/>
                </a:lnTo>
                <a:lnTo>
                  <a:pt x="1459" y="3923"/>
                </a:lnTo>
                <a:lnTo>
                  <a:pt x="1482" y="3922"/>
                </a:lnTo>
                <a:lnTo>
                  <a:pt x="1569" y="3932"/>
                </a:lnTo>
                <a:lnTo>
                  <a:pt x="1654" y="3950"/>
                </a:lnTo>
                <a:close/>
                <a:moveTo>
                  <a:pt x="1912" y="4001"/>
                </a:moveTo>
                <a:lnTo>
                  <a:pt x="1902" y="4003"/>
                </a:lnTo>
                <a:lnTo>
                  <a:pt x="1878" y="4003"/>
                </a:lnTo>
                <a:lnTo>
                  <a:pt x="1869" y="4001"/>
                </a:lnTo>
                <a:lnTo>
                  <a:pt x="1865" y="4000"/>
                </a:lnTo>
                <a:lnTo>
                  <a:pt x="1864" y="3996"/>
                </a:lnTo>
                <a:lnTo>
                  <a:pt x="1873" y="3993"/>
                </a:lnTo>
                <a:lnTo>
                  <a:pt x="1889" y="3993"/>
                </a:lnTo>
                <a:lnTo>
                  <a:pt x="1906" y="3993"/>
                </a:lnTo>
                <a:lnTo>
                  <a:pt x="1916" y="3996"/>
                </a:lnTo>
                <a:lnTo>
                  <a:pt x="1915" y="4000"/>
                </a:lnTo>
                <a:lnTo>
                  <a:pt x="1912" y="400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7" name="Freeform 81">
            <a:extLst>
              <a:ext uri="{FF2B5EF4-FFF2-40B4-BE49-F238E27FC236}">
                <a16:creationId xmlns:a16="http://schemas.microsoft.com/office/drawing/2014/main" id="{0D54AC56-02A6-4F72-8CB7-9B8CB3C92F6A}"/>
              </a:ext>
            </a:extLst>
          </p:cNvPr>
          <p:cNvSpPr>
            <a:spLocks noEditPoints="1"/>
          </p:cNvSpPr>
          <p:nvPr/>
        </p:nvSpPr>
        <p:spPr bwMode="auto">
          <a:xfrm>
            <a:off x="7166435" y="5267450"/>
            <a:ext cx="987180" cy="963613"/>
          </a:xfrm>
          <a:custGeom>
            <a:avLst/>
            <a:gdLst>
              <a:gd name="T0" fmla="*/ 1737 w 4283"/>
              <a:gd name="T1" fmla="*/ 61 h 4252"/>
              <a:gd name="T2" fmla="*/ 1350 w 4283"/>
              <a:gd name="T3" fmla="*/ 188 h 4252"/>
              <a:gd name="T4" fmla="*/ 575 w 4283"/>
              <a:gd name="T5" fmla="*/ 705 h 4252"/>
              <a:gd name="T6" fmla="*/ 382 w 4283"/>
              <a:gd name="T7" fmla="*/ 961 h 4252"/>
              <a:gd name="T8" fmla="*/ 79 w 4283"/>
              <a:gd name="T9" fmla="*/ 1586 h 4252"/>
              <a:gd name="T10" fmla="*/ 8 w 4283"/>
              <a:gd name="T11" fmla="*/ 2222 h 4252"/>
              <a:gd name="T12" fmla="*/ 84 w 4283"/>
              <a:gd name="T13" fmla="*/ 2802 h 4252"/>
              <a:gd name="T14" fmla="*/ 676 w 4283"/>
              <a:gd name="T15" fmla="*/ 3824 h 4252"/>
              <a:gd name="T16" fmla="*/ 1140 w 4283"/>
              <a:gd name="T17" fmla="*/ 4113 h 4252"/>
              <a:gd name="T18" fmla="*/ 2149 w 4283"/>
              <a:gd name="T19" fmla="*/ 4226 h 4252"/>
              <a:gd name="T20" fmla="*/ 2848 w 4283"/>
              <a:gd name="T21" fmla="*/ 4078 h 4252"/>
              <a:gd name="T22" fmla="*/ 3504 w 4283"/>
              <a:gd name="T23" fmla="*/ 3801 h 4252"/>
              <a:gd name="T24" fmla="*/ 4150 w 4283"/>
              <a:gd name="T25" fmla="*/ 3098 h 4252"/>
              <a:gd name="T26" fmla="*/ 4129 w 4283"/>
              <a:gd name="T27" fmla="*/ 3028 h 4252"/>
              <a:gd name="T28" fmla="*/ 3505 w 4283"/>
              <a:gd name="T29" fmla="*/ 3731 h 4252"/>
              <a:gd name="T30" fmla="*/ 3565 w 4283"/>
              <a:gd name="T31" fmla="*/ 3656 h 4252"/>
              <a:gd name="T32" fmla="*/ 4198 w 4283"/>
              <a:gd name="T33" fmla="*/ 2797 h 4252"/>
              <a:gd name="T34" fmla="*/ 4268 w 4283"/>
              <a:gd name="T35" fmla="*/ 2620 h 4252"/>
              <a:gd name="T36" fmla="*/ 4206 w 4283"/>
              <a:gd name="T37" fmla="*/ 1461 h 4252"/>
              <a:gd name="T38" fmla="*/ 3986 w 4283"/>
              <a:gd name="T39" fmla="*/ 925 h 4252"/>
              <a:gd name="T40" fmla="*/ 3889 w 4283"/>
              <a:gd name="T41" fmla="*/ 794 h 4252"/>
              <a:gd name="T42" fmla="*/ 3641 w 4283"/>
              <a:gd name="T43" fmla="*/ 528 h 4252"/>
              <a:gd name="T44" fmla="*/ 2969 w 4283"/>
              <a:gd name="T45" fmla="*/ 117 h 4252"/>
              <a:gd name="T46" fmla="*/ 2881 w 4283"/>
              <a:gd name="T47" fmla="*/ 137 h 4252"/>
              <a:gd name="T48" fmla="*/ 3419 w 4283"/>
              <a:gd name="T49" fmla="*/ 394 h 4252"/>
              <a:gd name="T50" fmla="*/ 3909 w 4283"/>
              <a:gd name="T51" fmla="*/ 907 h 4252"/>
              <a:gd name="T52" fmla="*/ 4162 w 4283"/>
              <a:gd name="T53" fmla="*/ 1513 h 4252"/>
              <a:gd name="T54" fmla="*/ 4174 w 4283"/>
              <a:gd name="T55" fmla="*/ 1716 h 4252"/>
              <a:gd name="T56" fmla="*/ 4090 w 4283"/>
              <a:gd name="T57" fmla="*/ 1601 h 4252"/>
              <a:gd name="T58" fmla="*/ 4151 w 4283"/>
              <a:gd name="T59" fmla="*/ 1877 h 4252"/>
              <a:gd name="T60" fmla="*/ 4198 w 4283"/>
              <a:gd name="T61" fmla="*/ 2198 h 4252"/>
              <a:gd name="T62" fmla="*/ 4053 w 4283"/>
              <a:gd name="T63" fmla="*/ 2965 h 4252"/>
              <a:gd name="T64" fmla="*/ 3943 w 4283"/>
              <a:gd name="T65" fmla="*/ 3126 h 4252"/>
              <a:gd name="T66" fmla="*/ 3613 w 4283"/>
              <a:gd name="T67" fmla="*/ 3545 h 4252"/>
              <a:gd name="T68" fmla="*/ 2438 w 4283"/>
              <a:gd name="T69" fmla="*/ 4089 h 4252"/>
              <a:gd name="T70" fmla="*/ 1991 w 4283"/>
              <a:gd name="T71" fmla="*/ 4107 h 4252"/>
              <a:gd name="T72" fmla="*/ 1031 w 4283"/>
              <a:gd name="T73" fmla="*/ 3935 h 4252"/>
              <a:gd name="T74" fmla="*/ 375 w 4283"/>
              <a:gd name="T75" fmla="*/ 3332 h 4252"/>
              <a:gd name="T76" fmla="*/ 151 w 4283"/>
              <a:gd name="T77" fmla="*/ 2765 h 4252"/>
              <a:gd name="T78" fmla="*/ 347 w 4283"/>
              <a:gd name="T79" fmla="*/ 1366 h 4252"/>
              <a:gd name="T80" fmla="*/ 594 w 4283"/>
              <a:gd name="T81" fmla="*/ 925 h 4252"/>
              <a:gd name="T82" fmla="*/ 923 w 4283"/>
              <a:gd name="T83" fmla="*/ 568 h 4252"/>
              <a:gd name="T84" fmla="*/ 1672 w 4283"/>
              <a:gd name="T85" fmla="*/ 168 h 4252"/>
              <a:gd name="T86" fmla="*/ 3002 w 4283"/>
              <a:gd name="T87" fmla="*/ 268 h 4252"/>
              <a:gd name="T88" fmla="*/ 3940 w 4283"/>
              <a:gd name="T89" fmla="*/ 1202 h 4252"/>
              <a:gd name="T90" fmla="*/ 4080 w 4283"/>
              <a:gd name="T91" fmla="*/ 1410 h 4252"/>
              <a:gd name="T92" fmla="*/ 3718 w 4283"/>
              <a:gd name="T93" fmla="*/ 753 h 4252"/>
              <a:gd name="T94" fmla="*/ 2585 w 4283"/>
              <a:gd name="T95" fmla="*/ 93 h 4252"/>
              <a:gd name="T96" fmla="*/ 2392 w 4283"/>
              <a:gd name="T97" fmla="*/ 57 h 4252"/>
              <a:gd name="T98" fmla="*/ 1128 w 4283"/>
              <a:gd name="T99" fmla="*/ 319 h 4252"/>
              <a:gd name="T100" fmla="*/ 663 w 4283"/>
              <a:gd name="T101" fmla="*/ 748 h 4252"/>
              <a:gd name="T102" fmla="*/ 122 w 4283"/>
              <a:gd name="T103" fmla="*/ 1790 h 4252"/>
              <a:gd name="T104" fmla="*/ 197 w 4283"/>
              <a:gd name="T105" fmla="*/ 1435 h 4252"/>
              <a:gd name="T106" fmla="*/ 766 w 4283"/>
              <a:gd name="T107" fmla="*/ 563 h 4252"/>
              <a:gd name="T108" fmla="*/ 78 w 4283"/>
              <a:gd name="T109" fmla="*/ 1976 h 4252"/>
              <a:gd name="T110" fmla="*/ 994 w 4283"/>
              <a:gd name="T111" fmla="*/ 3996 h 4252"/>
              <a:gd name="T112" fmla="*/ 1114 w 4283"/>
              <a:gd name="T113" fmla="*/ 4013 h 4252"/>
              <a:gd name="T114" fmla="*/ 1061 w 4283"/>
              <a:gd name="T115" fmla="*/ 3997 h 4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4283" h="4252">
                <a:moveTo>
                  <a:pt x="2052" y="3"/>
                </a:moveTo>
                <a:lnTo>
                  <a:pt x="2041" y="7"/>
                </a:lnTo>
                <a:lnTo>
                  <a:pt x="1983" y="17"/>
                </a:lnTo>
                <a:lnTo>
                  <a:pt x="1941" y="23"/>
                </a:lnTo>
                <a:lnTo>
                  <a:pt x="1901" y="27"/>
                </a:lnTo>
                <a:lnTo>
                  <a:pt x="1837" y="38"/>
                </a:lnTo>
                <a:lnTo>
                  <a:pt x="1825" y="43"/>
                </a:lnTo>
                <a:lnTo>
                  <a:pt x="1815" y="47"/>
                </a:lnTo>
                <a:lnTo>
                  <a:pt x="1780" y="55"/>
                </a:lnTo>
                <a:lnTo>
                  <a:pt x="1759" y="58"/>
                </a:lnTo>
                <a:lnTo>
                  <a:pt x="1737" y="61"/>
                </a:lnTo>
                <a:lnTo>
                  <a:pt x="1691" y="71"/>
                </a:lnTo>
                <a:lnTo>
                  <a:pt x="1672" y="79"/>
                </a:lnTo>
                <a:lnTo>
                  <a:pt x="1620" y="99"/>
                </a:lnTo>
                <a:lnTo>
                  <a:pt x="1519" y="132"/>
                </a:lnTo>
                <a:lnTo>
                  <a:pt x="1471" y="148"/>
                </a:lnTo>
                <a:lnTo>
                  <a:pt x="1397" y="177"/>
                </a:lnTo>
                <a:lnTo>
                  <a:pt x="1383" y="185"/>
                </a:lnTo>
                <a:lnTo>
                  <a:pt x="1375" y="190"/>
                </a:lnTo>
                <a:lnTo>
                  <a:pt x="1359" y="193"/>
                </a:lnTo>
                <a:lnTo>
                  <a:pt x="1353" y="190"/>
                </a:lnTo>
                <a:lnTo>
                  <a:pt x="1350" y="188"/>
                </a:lnTo>
                <a:lnTo>
                  <a:pt x="1336" y="189"/>
                </a:lnTo>
                <a:lnTo>
                  <a:pt x="1301" y="199"/>
                </a:lnTo>
                <a:lnTo>
                  <a:pt x="1190" y="246"/>
                </a:lnTo>
                <a:lnTo>
                  <a:pt x="999" y="344"/>
                </a:lnTo>
                <a:lnTo>
                  <a:pt x="872" y="419"/>
                </a:lnTo>
                <a:lnTo>
                  <a:pt x="808" y="462"/>
                </a:lnTo>
                <a:lnTo>
                  <a:pt x="788" y="480"/>
                </a:lnTo>
                <a:lnTo>
                  <a:pt x="728" y="536"/>
                </a:lnTo>
                <a:lnTo>
                  <a:pt x="641" y="621"/>
                </a:lnTo>
                <a:lnTo>
                  <a:pt x="591" y="678"/>
                </a:lnTo>
                <a:lnTo>
                  <a:pt x="575" y="705"/>
                </a:lnTo>
                <a:lnTo>
                  <a:pt x="572" y="718"/>
                </a:lnTo>
                <a:lnTo>
                  <a:pt x="573" y="723"/>
                </a:lnTo>
                <a:lnTo>
                  <a:pt x="577" y="732"/>
                </a:lnTo>
                <a:lnTo>
                  <a:pt x="577" y="740"/>
                </a:lnTo>
                <a:lnTo>
                  <a:pt x="573" y="737"/>
                </a:lnTo>
                <a:lnTo>
                  <a:pt x="567" y="735"/>
                </a:lnTo>
                <a:lnTo>
                  <a:pt x="541" y="750"/>
                </a:lnTo>
                <a:lnTo>
                  <a:pt x="526" y="765"/>
                </a:lnTo>
                <a:lnTo>
                  <a:pt x="487" y="810"/>
                </a:lnTo>
                <a:lnTo>
                  <a:pt x="414" y="910"/>
                </a:lnTo>
                <a:lnTo>
                  <a:pt x="382" y="961"/>
                </a:lnTo>
                <a:lnTo>
                  <a:pt x="379" y="971"/>
                </a:lnTo>
                <a:lnTo>
                  <a:pt x="377" y="978"/>
                </a:lnTo>
                <a:lnTo>
                  <a:pt x="359" y="1002"/>
                </a:lnTo>
                <a:lnTo>
                  <a:pt x="347" y="1016"/>
                </a:lnTo>
                <a:lnTo>
                  <a:pt x="335" y="1032"/>
                </a:lnTo>
                <a:lnTo>
                  <a:pt x="303" y="1083"/>
                </a:lnTo>
                <a:lnTo>
                  <a:pt x="236" y="1212"/>
                </a:lnTo>
                <a:lnTo>
                  <a:pt x="176" y="1339"/>
                </a:lnTo>
                <a:lnTo>
                  <a:pt x="154" y="1388"/>
                </a:lnTo>
                <a:lnTo>
                  <a:pt x="113" y="1489"/>
                </a:lnTo>
                <a:lnTo>
                  <a:pt x="79" y="1586"/>
                </a:lnTo>
                <a:lnTo>
                  <a:pt x="56" y="1668"/>
                </a:lnTo>
                <a:lnTo>
                  <a:pt x="51" y="1699"/>
                </a:lnTo>
                <a:lnTo>
                  <a:pt x="47" y="1728"/>
                </a:lnTo>
                <a:lnTo>
                  <a:pt x="37" y="1776"/>
                </a:lnTo>
                <a:lnTo>
                  <a:pt x="33" y="1786"/>
                </a:lnTo>
                <a:lnTo>
                  <a:pt x="27" y="1797"/>
                </a:lnTo>
                <a:lnTo>
                  <a:pt x="19" y="1842"/>
                </a:lnTo>
                <a:lnTo>
                  <a:pt x="8" y="1943"/>
                </a:lnTo>
                <a:lnTo>
                  <a:pt x="0" y="2099"/>
                </a:lnTo>
                <a:lnTo>
                  <a:pt x="2" y="2189"/>
                </a:lnTo>
                <a:lnTo>
                  <a:pt x="8" y="2222"/>
                </a:lnTo>
                <a:lnTo>
                  <a:pt x="12" y="2225"/>
                </a:lnTo>
                <a:lnTo>
                  <a:pt x="17" y="2226"/>
                </a:lnTo>
                <a:lnTo>
                  <a:pt x="16" y="2237"/>
                </a:lnTo>
                <a:lnTo>
                  <a:pt x="9" y="2247"/>
                </a:lnTo>
                <a:lnTo>
                  <a:pt x="6" y="2253"/>
                </a:lnTo>
                <a:lnTo>
                  <a:pt x="3" y="2280"/>
                </a:lnTo>
                <a:lnTo>
                  <a:pt x="5" y="2347"/>
                </a:lnTo>
                <a:lnTo>
                  <a:pt x="19" y="2477"/>
                </a:lnTo>
                <a:lnTo>
                  <a:pt x="45" y="2629"/>
                </a:lnTo>
                <a:lnTo>
                  <a:pt x="60" y="2706"/>
                </a:lnTo>
                <a:lnTo>
                  <a:pt x="84" y="2802"/>
                </a:lnTo>
                <a:lnTo>
                  <a:pt x="168" y="3088"/>
                </a:lnTo>
                <a:lnTo>
                  <a:pt x="193" y="3153"/>
                </a:lnTo>
                <a:lnTo>
                  <a:pt x="213" y="3195"/>
                </a:lnTo>
                <a:lnTo>
                  <a:pt x="253" y="3279"/>
                </a:lnTo>
                <a:lnTo>
                  <a:pt x="279" y="3334"/>
                </a:lnTo>
                <a:lnTo>
                  <a:pt x="349" y="3453"/>
                </a:lnTo>
                <a:lnTo>
                  <a:pt x="430" y="3571"/>
                </a:lnTo>
                <a:lnTo>
                  <a:pt x="511" y="3672"/>
                </a:lnTo>
                <a:lnTo>
                  <a:pt x="547" y="3710"/>
                </a:lnTo>
                <a:lnTo>
                  <a:pt x="589" y="3749"/>
                </a:lnTo>
                <a:lnTo>
                  <a:pt x="676" y="3824"/>
                </a:lnTo>
                <a:lnTo>
                  <a:pt x="808" y="3929"/>
                </a:lnTo>
                <a:lnTo>
                  <a:pt x="931" y="4012"/>
                </a:lnTo>
                <a:lnTo>
                  <a:pt x="1002" y="4055"/>
                </a:lnTo>
                <a:lnTo>
                  <a:pt x="1060" y="4083"/>
                </a:lnTo>
                <a:lnTo>
                  <a:pt x="1103" y="4093"/>
                </a:lnTo>
                <a:lnTo>
                  <a:pt x="1115" y="4091"/>
                </a:lnTo>
                <a:lnTo>
                  <a:pt x="1125" y="4088"/>
                </a:lnTo>
                <a:lnTo>
                  <a:pt x="1133" y="4091"/>
                </a:lnTo>
                <a:lnTo>
                  <a:pt x="1130" y="4096"/>
                </a:lnTo>
                <a:lnTo>
                  <a:pt x="1129" y="4101"/>
                </a:lnTo>
                <a:lnTo>
                  <a:pt x="1140" y="4113"/>
                </a:lnTo>
                <a:lnTo>
                  <a:pt x="1184" y="4134"/>
                </a:lnTo>
                <a:lnTo>
                  <a:pt x="1295" y="4168"/>
                </a:lnTo>
                <a:lnTo>
                  <a:pt x="1460" y="4208"/>
                </a:lnTo>
                <a:lnTo>
                  <a:pt x="1561" y="4228"/>
                </a:lnTo>
                <a:lnTo>
                  <a:pt x="1607" y="4237"/>
                </a:lnTo>
                <a:lnTo>
                  <a:pt x="1682" y="4248"/>
                </a:lnTo>
                <a:lnTo>
                  <a:pt x="1750" y="4252"/>
                </a:lnTo>
                <a:lnTo>
                  <a:pt x="1818" y="4250"/>
                </a:lnTo>
                <a:lnTo>
                  <a:pt x="1857" y="4246"/>
                </a:lnTo>
                <a:lnTo>
                  <a:pt x="1997" y="4235"/>
                </a:lnTo>
                <a:lnTo>
                  <a:pt x="2149" y="4226"/>
                </a:lnTo>
                <a:lnTo>
                  <a:pt x="2217" y="4221"/>
                </a:lnTo>
                <a:lnTo>
                  <a:pt x="2351" y="4203"/>
                </a:lnTo>
                <a:lnTo>
                  <a:pt x="2394" y="4193"/>
                </a:lnTo>
                <a:lnTo>
                  <a:pt x="2492" y="4167"/>
                </a:lnTo>
                <a:lnTo>
                  <a:pt x="2617" y="4139"/>
                </a:lnTo>
                <a:lnTo>
                  <a:pt x="2674" y="4127"/>
                </a:lnTo>
                <a:lnTo>
                  <a:pt x="2770" y="4101"/>
                </a:lnTo>
                <a:lnTo>
                  <a:pt x="2794" y="4093"/>
                </a:lnTo>
                <a:lnTo>
                  <a:pt x="2812" y="4086"/>
                </a:lnTo>
                <a:lnTo>
                  <a:pt x="2841" y="4077"/>
                </a:lnTo>
                <a:lnTo>
                  <a:pt x="2848" y="4078"/>
                </a:lnTo>
                <a:lnTo>
                  <a:pt x="2860" y="4077"/>
                </a:lnTo>
                <a:lnTo>
                  <a:pt x="2923" y="4060"/>
                </a:lnTo>
                <a:lnTo>
                  <a:pt x="3046" y="4020"/>
                </a:lnTo>
                <a:lnTo>
                  <a:pt x="3086" y="4002"/>
                </a:lnTo>
                <a:lnTo>
                  <a:pt x="3109" y="3991"/>
                </a:lnTo>
                <a:lnTo>
                  <a:pt x="3134" y="3985"/>
                </a:lnTo>
                <a:lnTo>
                  <a:pt x="3154" y="3980"/>
                </a:lnTo>
                <a:lnTo>
                  <a:pt x="3237" y="3944"/>
                </a:lnTo>
                <a:lnTo>
                  <a:pt x="3349" y="3888"/>
                </a:lnTo>
                <a:lnTo>
                  <a:pt x="3459" y="3828"/>
                </a:lnTo>
                <a:lnTo>
                  <a:pt x="3504" y="3801"/>
                </a:lnTo>
                <a:lnTo>
                  <a:pt x="3542" y="3776"/>
                </a:lnTo>
                <a:lnTo>
                  <a:pt x="3621" y="3721"/>
                </a:lnTo>
                <a:lnTo>
                  <a:pt x="3697" y="3659"/>
                </a:lnTo>
                <a:lnTo>
                  <a:pt x="3773" y="3591"/>
                </a:lnTo>
                <a:lnTo>
                  <a:pt x="3846" y="3518"/>
                </a:lnTo>
                <a:lnTo>
                  <a:pt x="3916" y="3441"/>
                </a:lnTo>
                <a:lnTo>
                  <a:pt x="3983" y="3360"/>
                </a:lnTo>
                <a:lnTo>
                  <a:pt x="4045" y="3275"/>
                </a:lnTo>
                <a:lnTo>
                  <a:pt x="4075" y="3233"/>
                </a:lnTo>
                <a:lnTo>
                  <a:pt x="4098" y="3196"/>
                </a:lnTo>
                <a:lnTo>
                  <a:pt x="4150" y="3098"/>
                </a:lnTo>
                <a:lnTo>
                  <a:pt x="4197" y="2993"/>
                </a:lnTo>
                <a:lnTo>
                  <a:pt x="4228" y="2911"/>
                </a:lnTo>
                <a:lnTo>
                  <a:pt x="4231" y="2890"/>
                </a:lnTo>
                <a:lnTo>
                  <a:pt x="4230" y="2876"/>
                </a:lnTo>
                <a:lnTo>
                  <a:pt x="4219" y="2866"/>
                </a:lnTo>
                <a:lnTo>
                  <a:pt x="4203" y="2872"/>
                </a:lnTo>
                <a:lnTo>
                  <a:pt x="4186" y="2895"/>
                </a:lnTo>
                <a:lnTo>
                  <a:pt x="4180" y="2912"/>
                </a:lnTo>
                <a:lnTo>
                  <a:pt x="4162" y="2956"/>
                </a:lnTo>
                <a:lnTo>
                  <a:pt x="4146" y="2993"/>
                </a:lnTo>
                <a:lnTo>
                  <a:pt x="4129" y="3028"/>
                </a:lnTo>
                <a:lnTo>
                  <a:pt x="4112" y="3069"/>
                </a:lnTo>
                <a:lnTo>
                  <a:pt x="4093" y="3109"/>
                </a:lnTo>
                <a:lnTo>
                  <a:pt x="4016" y="3246"/>
                </a:lnTo>
                <a:lnTo>
                  <a:pt x="3970" y="3315"/>
                </a:lnTo>
                <a:lnTo>
                  <a:pt x="3952" y="3340"/>
                </a:lnTo>
                <a:lnTo>
                  <a:pt x="3896" y="3404"/>
                </a:lnTo>
                <a:lnTo>
                  <a:pt x="3786" y="3514"/>
                </a:lnTo>
                <a:lnTo>
                  <a:pt x="3628" y="3654"/>
                </a:lnTo>
                <a:lnTo>
                  <a:pt x="3538" y="3720"/>
                </a:lnTo>
                <a:lnTo>
                  <a:pt x="3513" y="3732"/>
                </a:lnTo>
                <a:lnTo>
                  <a:pt x="3505" y="3731"/>
                </a:lnTo>
                <a:lnTo>
                  <a:pt x="3504" y="3727"/>
                </a:lnTo>
                <a:lnTo>
                  <a:pt x="3505" y="3721"/>
                </a:lnTo>
                <a:lnTo>
                  <a:pt x="3514" y="3711"/>
                </a:lnTo>
                <a:lnTo>
                  <a:pt x="3521" y="3710"/>
                </a:lnTo>
                <a:lnTo>
                  <a:pt x="3528" y="3709"/>
                </a:lnTo>
                <a:lnTo>
                  <a:pt x="3536" y="3694"/>
                </a:lnTo>
                <a:lnTo>
                  <a:pt x="3537" y="3684"/>
                </a:lnTo>
                <a:lnTo>
                  <a:pt x="3538" y="3675"/>
                </a:lnTo>
                <a:lnTo>
                  <a:pt x="3547" y="3661"/>
                </a:lnTo>
                <a:lnTo>
                  <a:pt x="3553" y="3659"/>
                </a:lnTo>
                <a:lnTo>
                  <a:pt x="3565" y="3656"/>
                </a:lnTo>
                <a:lnTo>
                  <a:pt x="3608" y="3620"/>
                </a:lnTo>
                <a:lnTo>
                  <a:pt x="3706" y="3515"/>
                </a:lnTo>
                <a:lnTo>
                  <a:pt x="3866" y="3317"/>
                </a:lnTo>
                <a:lnTo>
                  <a:pt x="3977" y="3165"/>
                </a:lnTo>
                <a:lnTo>
                  <a:pt x="4035" y="3076"/>
                </a:lnTo>
                <a:lnTo>
                  <a:pt x="4056" y="3038"/>
                </a:lnTo>
                <a:lnTo>
                  <a:pt x="4118" y="2925"/>
                </a:lnTo>
                <a:lnTo>
                  <a:pt x="4153" y="2853"/>
                </a:lnTo>
                <a:lnTo>
                  <a:pt x="4163" y="2834"/>
                </a:lnTo>
                <a:lnTo>
                  <a:pt x="4185" y="2806"/>
                </a:lnTo>
                <a:lnTo>
                  <a:pt x="4198" y="2797"/>
                </a:lnTo>
                <a:lnTo>
                  <a:pt x="4205" y="2797"/>
                </a:lnTo>
                <a:lnTo>
                  <a:pt x="4208" y="2807"/>
                </a:lnTo>
                <a:lnTo>
                  <a:pt x="4203" y="2824"/>
                </a:lnTo>
                <a:lnTo>
                  <a:pt x="4199" y="2834"/>
                </a:lnTo>
                <a:lnTo>
                  <a:pt x="4204" y="2848"/>
                </a:lnTo>
                <a:lnTo>
                  <a:pt x="4211" y="2849"/>
                </a:lnTo>
                <a:lnTo>
                  <a:pt x="4219" y="2849"/>
                </a:lnTo>
                <a:lnTo>
                  <a:pt x="4230" y="2841"/>
                </a:lnTo>
                <a:lnTo>
                  <a:pt x="4245" y="2813"/>
                </a:lnTo>
                <a:lnTo>
                  <a:pt x="4259" y="2739"/>
                </a:lnTo>
                <a:lnTo>
                  <a:pt x="4268" y="2620"/>
                </a:lnTo>
                <a:lnTo>
                  <a:pt x="4271" y="2540"/>
                </a:lnTo>
                <a:lnTo>
                  <a:pt x="4277" y="2367"/>
                </a:lnTo>
                <a:lnTo>
                  <a:pt x="4281" y="2317"/>
                </a:lnTo>
                <a:lnTo>
                  <a:pt x="4283" y="2286"/>
                </a:lnTo>
                <a:lnTo>
                  <a:pt x="4277" y="2053"/>
                </a:lnTo>
                <a:lnTo>
                  <a:pt x="4272" y="1947"/>
                </a:lnTo>
                <a:lnTo>
                  <a:pt x="4265" y="1833"/>
                </a:lnTo>
                <a:lnTo>
                  <a:pt x="4245" y="1671"/>
                </a:lnTo>
                <a:lnTo>
                  <a:pt x="4222" y="1558"/>
                </a:lnTo>
                <a:lnTo>
                  <a:pt x="4215" y="1518"/>
                </a:lnTo>
                <a:lnTo>
                  <a:pt x="4206" y="1461"/>
                </a:lnTo>
                <a:lnTo>
                  <a:pt x="4202" y="1432"/>
                </a:lnTo>
                <a:lnTo>
                  <a:pt x="4187" y="1380"/>
                </a:lnTo>
                <a:lnTo>
                  <a:pt x="4180" y="1365"/>
                </a:lnTo>
                <a:lnTo>
                  <a:pt x="4173" y="1350"/>
                </a:lnTo>
                <a:lnTo>
                  <a:pt x="4164" y="1317"/>
                </a:lnTo>
                <a:lnTo>
                  <a:pt x="4163" y="1304"/>
                </a:lnTo>
                <a:lnTo>
                  <a:pt x="4162" y="1293"/>
                </a:lnTo>
                <a:lnTo>
                  <a:pt x="4147" y="1250"/>
                </a:lnTo>
                <a:lnTo>
                  <a:pt x="4105" y="1156"/>
                </a:lnTo>
                <a:lnTo>
                  <a:pt x="4033" y="1009"/>
                </a:lnTo>
                <a:lnTo>
                  <a:pt x="3986" y="925"/>
                </a:lnTo>
                <a:lnTo>
                  <a:pt x="3965" y="895"/>
                </a:lnTo>
                <a:lnTo>
                  <a:pt x="3960" y="892"/>
                </a:lnTo>
                <a:lnTo>
                  <a:pt x="3953" y="891"/>
                </a:lnTo>
                <a:lnTo>
                  <a:pt x="3944" y="877"/>
                </a:lnTo>
                <a:lnTo>
                  <a:pt x="3943" y="866"/>
                </a:lnTo>
                <a:lnTo>
                  <a:pt x="3942" y="856"/>
                </a:lnTo>
                <a:lnTo>
                  <a:pt x="3935" y="842"/>
                </a:lnTo>
                <a:lnTo>
                  <a:pt x="3930" y="841"/>
                </a:lnTo>
                <a:lnTo>
                  <a:pt x="3924" y="838"/>
                </a:lnTo>
                <a:lnTo>
                  <a:pt x="3901" y="813"/>
                </a:lnTo>
                <a:lnTo>
                  <a:pt x="3889" y="794"/>
                </a:lnTo>
                <a:lnTo>
                  <a:pt x="3873" y="770"/>
                </a:lnTo>
                <a:lnTo>
                  <a:pt x="3812" y="695"/>
                </a:lnTo>
                <a:lnTo>
                  <a:pt x="3776" y="656"/>
                </a:lnTo>
                <a:lnTo>
                  <a:pt x="3741" y="618"/>
                </a:lnTo>
                <a:lnTo>
                  <a:pt x="3695" y="561"/>
                </a:lnTo>
                <a:lnTo>
                  <a:pt x="3689" y="550"/>
                </a:lnTo>
                <a:lnTo>
                  <a:pt x="3688" y="545"/>
                </a:lnTo>
                <a:lnTo>
                  <a:pt x="3674" y="538"/>
                </a:lnTo>
                <a:lnTo>
                  <a:pt x="3664" y="537"/>
                </a:lnTo>
                <a:lnTo>
                  <a:pt x="3655" y="536"/>
                </a:lnTo>
                <a:lnTo>
                  <a:pt x="3641" y="528"/>
                </a:lnTo>
                <a:lnTo>
                  <a:pt x="3639" y="522"/>
                </a:lnTo>
                <a:lnTo>
                  <a:pt x="3634" y="512"/>
                </a:lnTo>
                <a:lnTo>
                  <a:pt x="3586" y="466"/>
                </a:lnTo>
                <a:lnTo>
                  <a:pt x="3552" y="438"/>
                </a:lnTo>
                <a:lnTo>
                  <a:pt x="3479" y="383"/>
                </a:lnTo>
                <a:lnTo>
                  <a:pt x="3445" y="355"/>
                </a:lnTo>
                <a:lnTo>
                  <a:pt x="3411" y="330"/>
                </a:lnTo>
                <a:lnTo>
                  <a:pt x="3300" y="265"/>
                </a:lnTo>
                <a:lnTo>
                  <a:pt x="3163" y="197"/>
                </a:lnTo>
                <a:lnTo>
                  <a:pt x="3027" y="138"/>
                </a:lnTo>
                <a:lnTo>
                  <a:pt x="2969" y="117"/>
                </a:lnTo>
                <a:lnTo>
                  <a:pt x="2882" y="88"/>
                </a:lnTo>
                <a:lnTo>
                  <a:pt x="2728" y="46"/>
                </a:lnTo>
                <a:lnTo>
                  <a:pt x="2581" y="20"/>
                </a:lnTo>
                <a:lnTo>
                  <a:pt x="2417" y="6"/>
                </a:lnTo>
                <a:lnTo>
                  <a:pt x="2321" y="3"/>
                </a:lnTo>
                <a:lnTo>
                  <a:pt x="2217" y="0"/>
                </a:lnTo>
                <a:lnTo>
                  <a:pt x="2070" y="0"/>
                </a:lnTo>
                <a:lnTo>
                  <a:pt x="2052" y="3"/>
                </a:lnTo>
                <a:close/>
                <a:moveTo>
                  <a:pt x="2627" y="84"/>
                </a:moveTo>
                <a:lnTo>
                  <a:pt x="2711" y="98"/>
                </a:lnTo>
                <a:lnTo>
                  <a:pt x="2881" y="137"/>
                </a:lnTo>
                <a:lnTo>
                  <a:pt x="2938" y="156"/>
                </a:lnTo>
                <a:lnTo>
                  <a:pt x="2989" y="175"/>
                </a:lnTo>
                <a:lnTo>
                  <a:pt x="3113" y="229"/>
                </a:lnTo>
                <a:lnTo>
                  <a:pt x="3236" y="289"/>
                </a:lnTo>
                <a:lnTo>
                  <a:pt x="3330" y="343"/>
                </a:lnTo>
                <a:lnTo>
                  <a:pt x="3352" y="360"/>
                </a:lnTo>
                <a:lnTo>
                  <a:pt x="3364" y="370"/>
                </a:lnTo>
                <a:lnTo>
                  <a:pt x="3390" y="385"/>
                </a:lnTo>
                <a:lnTo>
                  <a:pt x="3400" y="386"/>
                </a:lnTo>
                <a:lnTo>
                  <a:pt x="3408" y="387"/>
                </a:lnTo>
                <a:lnTo>
                  <a:pt x="3419" y="394"/>
                </a:lnTo>
                <a:lnTo>
                  <a:pt x="3420" y="399"/>
                </a:lnTo>
                <a:lnTo>
                  <a:pt x="3422" y="406"/>
                </a:lnTo>
                <a:lnTo>
                  <a:pt x="3449" y="428"/>
                </a:lnTo>
                <a:lnTo>
                  <a:pt x="3469" y="441"/>
                </a:lnTo>
                <a:lnTo>
                  <a:pt x="3488" y="453"/>
                </a:lnTo>
                <a:lnTo>
                  <a:pt x="3542" y="500"/>
                </a:lnTo>
                <a:lnTo>
                  <a:pt x="3648" y="599"/>
                </a:lnTo>
                <a:lnTo>
                  <a:pt x="3796" y="756"/>
                </a:lnTo>
                <a:lnTo>
                  <a:pt x="3877" y="853"/>
                </a:lnTo>
                <a:lnTo>
                  <a:pt x="3906" y="896"/>
                </a:lnTo>
                <a:lnTo>
                  <a:pt x="3909" y="907"/>
                </a:lnTo>
                <a:lnTo>
                  <a:pt x="3911" y="914"/>
                </a:lnTo>
                <a:lnTo>
                  <a:pt x="3933" y="942"/>
                </a:lnTo>
                <a:lnTo>
                  <a:pt x="3948" y="960"/>
                </a:lnTo>
                <a:lnTo>
                  <a:pt x="3963" y="977"/>
                </a:lnTo>
                <a:lnTo>
                  <a:pt x="3982" y="1004"/>
                </a:lnTo>
                <a:lnTo>
                  <a:pt x="3983" y="1010"/>
                </a:lnTo>
                <a:lnTo>
                  <a:pt x="4001" y="1057"/>
                </a:lnTo>
                <a:lnTo>
                  <a:pt x="4095" y="1271"/>
                </a:lnTo>
                <a:lnTo>
                  <a:pt x="4105" y="1298"/>
                </a:lnTo>
                <a:lnTo>
                  <a:pt x="4133" y="1397"/>
                </a:lnTo>
                <a:lnTo>
                  <a:pt x="4162" y="1513"/>
                </a:lnTo>
                <a:lnTo>
                  <a:pt x="4180" y="1607"/>
                </a:lnTo>
                <a:lnTo>
                  <a:pt x="4181" y="1629"/>
                </a:lnTo>
                <a:lnTo>
                  <a:pt x="4182" y="1646"/>
                </a:lnTo>
                <a:lnTo>
                  <a:pt x="4190" y="1691"/>
                </a:lnTo>
                <a:lnTo>
                  <a:pt x="4196" y="1710"/>
                </a:lnTo>
                <a:lnTo>
                  <a:pt x="4203" y="1729"/>
                </a:lnTo>
                <a:lnTo>
                  <a:pt x="4204" y="1746"/>
                </a:lnTo>
                <a:lnTo>
                  <a:pt x="4200" y="1752"/>
                </a:lnTo>
                <a:lnTo>
                  <a:pt x="4196" y="1752"/>
                </a:lnTo>
                <a:lnTo>
                  <a:pt x="4191" y="1749"/>
                </a:lnTo>
                <a:lnTo>
                  <a:pt x="4174" y="1716"/>
                </a:lnTo>
                <a:lnTo>
                  <a:pt x="4144" y="1620"/>
                </a:lnTo>
                <a:lnTo>
                  <a:pt x="4122" y="1528"/>
                </a:lnTo>
                <a:lnTo>
                  <a:pt x="4117" y="1513"/>
                </a:lnTo>
                <a:lnTo>
                  <a:pt x="4099" y="1491"/>
                </a:lnTo>
                <a:lnTo>
                  <a:pt x="4078" y="1479"/>
                </a:lnTo>
                <a:lnTo>
                  <a:pt x="4066" y="1481"/>
                </a:lnTo>
                <a:lnTo>
                  <a:pt x="4061" y="1488"/>
                </a:lnTo>
                <a:lnTo>
                  <a:pt x="4061" y="1494"/>
                </a:lnTo>
                <a:lnTo>
                  <a:pt x="4062" y="1510"/>
                </a:lnTo>
                <a:lnTo>
                  <a:pt x="4074" y="1555"/>
                </a:lnTo>
                <a:lnTo>
                  <a:pt x="4090" y="1601"/>
                </a:lnTo>
                <a:lnTo>
                  <a:pt x="4106" y="1631"/>
                </a:lnTo>
                <a:lnTo>
                  <a:pt x="4112" y="1634"/>
                </a:lnTo>
                <a:lnTo>
                  <a:pt x="4117" y="1636"/>
                </a:lnTo>
                <a:lnTo>
                  <a:pt x="4120" y="1653"/>
                </a:lnTo>
                <a:lnTo>
                  <a:pt x="4117" y="1666"/>
                </a:lnTo>
                <a:lnTo>
                  <a:pt x="4116" y="1684"/>
                </a:lnTo>
                <a:lnTo>
                  <a:pt x="4124" y="1746"/>
                </a:lnTo>
                <a:lnTo>
                  <a:pt x="4134" y="1783"/>
                </a:lnTo>
                <a:lnTo>
                  <a:pt x="4145" y="1817"/>
                </a:lnTo>
                <a:lnTo>
                  <a:pt x="4154" y="1869"/>
                </a:lnTo>
                <a:lnTo>
                  <a:pt x="4151" y="1877"/>
                </a:lnTo>
                <a:lnTo>
                  <a:pt x="4149" y="1882"/>
                </a:lnTo>
                <a:lnTo>
                  <a:pt x="4154" y="1900"/>
                </a:lnTo>
                <a:lnTo>
                  <a:pt x="4161" y="1911"/>
                </a:lnTo>
                <a:lnTo>
                  <a:pt x="4169" y="1922"/>
                </a:lnTo>
                <a:lnTo>
                  <a:pt x="4175" y="1944"/>
                </a:lnTo>
                <a:lnTo>
                  <a:pt x="4173" y="1952"/>
                </a:lnTo>
                <a:lnTo>
                  <a:pt x="4171" y="1960"/>
                </a:lnTo>
                <a:lnTo>
                  <a:pt x="4176" y="2005"/>
                </a:lnTo>
                <a:lnTo>
                  <a:pt x="4181" y="2033"/>
                </a:lnTo>
                <a:lnTo>
                  <a:pt x="4188" y="2071"/>
                </a:lnTo>
                <a:lnTo>
                  <a:pt x="4198" y="2198"/>
                </a:lnTo>
                <a:lnTo>
                  <a:pt x="4202" y="2354"/>
                </a:lnTo>
                <a:lnTo>
                  <a:pt x="4198" y="2505"/>
                </a:lnTo>
                <a:lnTo>
                  <a:pt x="4193" y="2564"/>
                </a:lnTo>
                <a:lnTo>
                  <a:pt x="4190" y="2592"/>
                </a:lnTo>
                <a:lnTo>
                  <a:pt x="4178" y="2651"/>
                </a:lnTo>
                <a:lnTo>
                  <a:pt x="4160" y="2712"/>
                </a:lnTo>
                <a:lnTo>
                  <a:pt x="4135" y="2775"/>
                </a:lnTo>
                <a:lnTo>
                  <a:pt x="4120" y="2807"/>
                </a:lnTo>
                <a:lnTo>
                  <a:pt x="4074" y="2912"/>
                </a:lnTo>
                <a:lnTo>
                  <a:pt x="4056" y="2955"/>
                </a:lnTo>
                <a:lnTo>
                  <a:pt x="4053" y="2965"/>
                </a:lnTo>
                <a:lnTo>
                  <a:pt x="4031" y="3000"/>
                </a:lnTo>
                <a:lnTo>
                  <a:pt x="4016" y="3018"/>
                </a:lnTo>
                <a:lnTo>
                  <a:pt x="4000" y="3035"/>
                </a:lnTo>
                <a:lnTo>
                  <a:pt x="3979" y="3070"/>
                </a:lnTo>
                <a:lnTo>
                  <a:pt x="3977" y="3081"/>
                </a:lnTo>
                <a:lnTo>
                  <a:pt x="3976" y="3089"/>
                </a:lnTo>
                <a:lnTo>
                  <a:pt x="3967" y="3101"/>
                </a:lnTo>
                <a:lnTo>
                  <a:pt x="3960" y="3102"/>
                </a:lnTo>
                <a:lnTo>
                  <a:pt x="3954" y="3104"/>
                </a:lnTo>
                <a:lnTo>
                  <a:pt x="3944" y="3116"/>
                </a:lnTo>
                <a:lnTo>
                  <a:pt x="3943" y="3126"/>
                </a:lnTo>
                <a:lnTo>
                  <a:pt x="3942" y="3138"/>
                </a:lnTo>
                <a:lnTo>
                  <a:pt x="3930" y="3163"/>
                </a:lnTo>
                <a:lnTo>
                  <a:pt x="3922" y="3173"/>
                </a:lnTo>
                <a:lnTo>
                  <a:pt x="3885" y="3215"/>
                </a:lnTo>
                <a:lnTo>
                  <a:pt x="3802" y="3325"/>
                </a:lnTo>
                <a:lnTo>
                  <a:pt x="3791" y="3347"/>
                </a:lnTo>
                <a:lnTo>
                  <a:pt x="3787" y="3355"/>
                </a:lnTo>
                <a:lnTo>
                  <a:pt x="3748" y="3402"/>
                </a:lnTo>
                <a:lnTo>
                  <a:pt x="3720" y="3431"/>
                </a:lnTo>
                <a:lnTo>
                  <a:pt x="3656" y="3497"/>
                </a:lnTo>
                <a:lnTo>
                  <a:pt x="3613" y="3545"/>
                </a:lnTo>
                <a:lnTo>
                  <a:pt x="3577" y="3582"/>
                </a:lnTo>
                <a:lnTo>
                  <a:pt x="3427" y="3719"/>
                </a:lnTo>
                <a:lnTo>
                  <a:pt x="3344" y="3790"/>
                </a:lnTo>
                <a:lnTo>
                  <a:pt x="3326" y="3804"/>
                </a:lnTo>
                <a:lnTo>
                  <a:pt x="3265" y="3840"/>
                </a:lnTo>
                <a:lnTo>
                  <a:pt x="3131" y="3908"/>
                </a:lnTo>
                <a:lnTo>
                  <a:pt x="3015" y="3958"/>
                </a:lnTo>
                <a:lnTo>
                  <a:pt x="2969" y="3977"/>
                </a:lnTo>
                <a:lnTo>
                  <a:pt x="2835" y="4014"/>
                </a:lnTo>
                <a:lnTo>
                  <a:pt x="2658" y="4052"/>
                </a:lnTo>
                <a:lnTo>
                  <a:pt x="2438" y="4089"/>
                </a:lnTo>
                <a:lnTo>
                  <a:pt x="2313" y="4109"/>
                </a:lnTo>
                <a:lnTo>
                  <a:pt x="2271" y="4114"/>
                </a:lnTo>
                <a:lnTo>
                  <a:pt x="2195" y="4118"/>
                </a:lnTo>
                <a:lnTo>
                  <a:pt x="2132" y="4114"/>
                </a:lnTo>
                <a:lnTo>
                  <a:pt x="2100" y="4107"/>
                </a:lnTo>
                <a:lnTo>
                  <a:pt x="2087" y="4100"/>
                </a:lnTo>
                <a:lnTo>
                  <a:pt x="2083" y="4096"/>
                </a:lnTo>
                <a:lnTo>
                  <a:pt x="2080" y="4092"/>
                </a:lnTo>
                <a:lnTo>
                  <a:pt x="2066" y="4089"/>
                </a:lnTo>
                <a:lnTo>
                  <a:pt x="2029" y="4094"/>
                </a:lnTo>
                <a:lnTo>
                  <a:pt x="1991" y="4107"/>
                </a:lnTo>
                <a:lnTo>
                  <a:pt x="1969" y="4114"/>
                </a:lnTo>
                <a:lnTo>
                  <a:pt x="1916" y="4125"/>
                </a:lnTo>
                <a:lnTo>
                  <a:pt x="1819" y="4134"/>
                </a:lnTo>
                <a:lnTo>
                  <a:pt x="1675" y="4134"/>
                </a:lnTo>
                <a:lnTo>
                  <a:pt x="1570" y="4124"/>
                </a:lnTo>
                <a:lnTo>
                  <a:pt x="1508" y="4114"/>
                </a:lnTo>
                <a:lnTo>
                  <a:pt x="1482" y="4107"/>
                </a:lnTo>
                <a:lnTo>
                  <a:pt x="1393" y="4079"/>
                </a:lnTo>
                <a:lnTo>
                  <a:pt x="1158" y="3993"/>
                </a:lnTo>
                <a:lnTo>
                  <a:pt x="1092" y="3965"/>
                </a:lnTo>
                <a:lnTo>
                  <a:pt x="1031" y="3935"/>
                </a:lnTo>
                <a:lnTo>
                  <a:pt x="896" y="3869"/>
                </a:lnTo>
                <a:lnTo>
                  <a:pt x="854" y="3847"/>
                </a:lnTo>
                <a:lnTo>
                  <a:pt x="774" y="3803"/>
                </a:lnTo>
                <a:lnTo>
                  <a:pt x="704" y="3754"/>
                </a:lnTo>
                <a:lnTo>
                  <a:pt x="639" y="3702"/>
                </a:lnTo>
                <a:lnTo>
                  <a:pt x="579" y="3645"/>
                </a:lnTo>
                <a:lnTo>
                  <a:pt x="525" y="3582"/>
                </a:lnTo>
                <a:lnTo>
                  <a:pt x="475" y="3513"/>
                </a:lnTo>
                <a:lnTo>
                  <a:pt x="431" y="3438"/>
                </a:lnTo>
                <a:lnTo>
                  <a:pt x="410" y="3398"/>
                </a:lnTo>
                <a:lnTo>
                  <a:pt x="375" y="3332"/>
                </a:lnTo>
                <a:lnTo>
                  <a:pt x="321" y="3229"/>
                </a:lnTo>
                <a:lnTo>
                  <a:pt x="297" y="3181"/>
                </a:lnTo>
                <a:lnTo>
                  <a:pt x="264" y="3103"/>
                </a:lnTo>
                <a:lnTo>
                  <a:pt x="261" y="3086"/>
                </a:lnTo>
                <a:lnTo>
                  <a:pt x="260" y="3074"/>
                </a:lnTo>
                <a:lnTo>
                  <a:pt x="253" y="3051"/>
                </a:lnTo>
                <a:lnTo>
                  <a:pt x="247" y="3041"/>
                </a:lnTo>
                <a:lnTo>
                  <a:pt x="238" y="3029"/>
                </a:lnTo>
                <a:lnTo>
                  <a:pt x="213" y="2966"/>
                </a:lnTo>
                <a:lnTo>
                  <a:pt x="168" y="2835"/>
                </a:lnTo>
                <a:lnTo>
                  <a:pt x="151" y="2765"/>
                </a:lnTo>
                <a:lnTo>
                  <a:pt x="134" y="2671"/>
                </a:lnTo>
                <a:lnTo>
                  <a:pt x="120" y="2504"/>
                </a:lnTo>
                <a:lnTo>
                  <a:pt x="121" y="2385"/>
                </a:lnTo>
                <a:lnTo>
                  <a:pt x="121" y="2306"/>
                </a:lnTo>
                <a:lnTo>
                  <a:pt x="127" y="2174"/>
                </a:lnTo>
                <a:lnTo>
                  <a:pt x="140" y="2053"/>
                </a:lnTo>
                <a:lnTo>
                  <a:pt x="165" y="1923"/>
                </a:lnTo>
                <a:lnTo>
                  <a:pt x="183" y="1846"/>
                </a:lnTo>
                <a:lnTo>
                  <a:pt x="205" y="1761"/>
                </a:lnTo>
                <a:lnTo>
                  <a:pt x="270" y="1564"/>
                </a:lnTo>
                <a:lnTo>
                  <a:pt x="347" y="1366"/>
                </a:lnTo>
                <a:lnTo>
                  <a:pt x="406" y="1238"/>
                </a:lnTo>
                <a:lnTo>
                  <a:pt x="442" y="1168"/>
                </a:lnTo>
                <a:lnTo>
                  <a:pt x="458" y="1142"/>
                </a:lnTo>
                <a:lnTo>
                  <a:pt x="473" y="1115"/>
                </a:lnTo>
                <a:lnTo>
                  <a:pt x="495" y="1070"/>
                </a:lnTo>
                <a:lnTo>
                  <a:pt x="497" y="1059"/>
                </a:lnTo>
                <a:lnTo>
                  <a:pt x="499" y="1051"/>
                </a:lnTo>
                <a:lnTo>
                  <a:pt x="510" y="1028"/>
                </a:lnTo>
                <a:lnTo>
                  <a:pt x="519" y="1018"/>
                </a:lnTo>
                <a:lnTo>
                  <a:pt x="550" y="984"/>
                </a:lnTo>
                <a:lnTo>
                  <a:pt x="594" y="925"/>
                </a:lnTo>
                <a:lnTo>
                  <a:pt x="598" y="912"/>
                </a:lnTo>
                <a:lnTo>
                  <a:pt x="600" y="906"/>
                </a:lnTo>
                <a:lnTo>
                  <a:pt x="616" y="884"/>
                </a:lnTo>
                <a:lnTo>
                  <a:pt x="629" y="872"/>
                </a:lnTo>
                <a:lnTo>
                  <a:pt x="664" y="834"/>
                </a:lnTo>
                <a:lnTo>
                  <a:pt x="717" y="773"/>
                </a:lnTo>
                <a:lnTo>
                  <a:pt x="767" y="715"/>
                </a:lnTo>
                <a:lnTo>
                  <a:pt x="796" y="682"/>
                </a:lnTo>
                <a:lnTo>
                  <a:pt x="825" y="656"/>
                </a:lnTo>
                <a:lnTo>
                  <a:pt x="874" y="613"/>
                </a:lnTo>
                <a:lnTo>
                  <a:pt x="923" y="568"/>
                </a:lnTo>
                <a:lnTo>
                  <a:pt x="1027" y="483"/>
                </a:lnTo>
                <a:lnTo>
                  <a:pt x="1131" y="405"/>
                </a:lnTo>
                <a:lnTo>
                  <a:pt x="1235" y="337"/>
                </a:lnTo>
                <a:lnTo>
                  <a:pt x="1334" y="279"/>
                </a:lnTo>
                <a:lnTo>
                  <a:pt x="1427" y="234"/>
                </a:lnTo>
                <a:lnTo>
                  <a:pt x="1511" y="202"/>
                </a:lnTo>
                <a:lnTo>
                  <a:pt x="1583" y="185"/>
                </a:lnTo>
                <a:lnTo>
                  <a:pt x="1614" y="183"/>
                </a:lnTo>
                <a:lnTo>
                  <a:pt x="1632" y="182"/>
                </a:lnTo>
                <a:lnTo>
                  <a:pt x="1663" y="174"/>
                </a:lnTo>
                <a:lnTo>
                  <a:pt x="1672" y="168"/>
                </a:lnTo>
                <a:lnTo>
                  <a:pt x="1684" y="162"/>
                </a:lnTo>
                <a:lnTo>
                  <a:pt x="1749" y="152"/>
                </a:lnTo>
                <a:lnTo>
                  <a:pt x="1916" y="139"/>
                </a:lnTo>
                <a:lnTo>
                  <a:pt x="2210" y="131"/>
                </a:lnTo>
                <a:lnTo>
                  <a:pt x="2420" y="133"/>
                </a:lnTo>
                <a:lnTo>
                  <a:pt x="2533" y="138"/>
                </a:lnTo>
                <a:lnTo>
                  <a:pt x="2575" y="143"/>
                </a:lnTo>
                <a:lnTo>
                  <a:pt x="2634" y="151"/>
                </a:lnTo>
                <a:lnTo>
                  <a:pt x="2755" y="178"/>
                </a:lnTo>
                <a:lnTo>
                  <a:pt x="2879" y="217"/>
                </a:lnTo>
                <a:lnTo>
                  <a:pt x="3002" y="268"/>
                </a:lnTo>
                <a:lnTo>
                  <a:pt x="3126" y="331"/>
                </a:lnTo>
                <a:lnTo>
                  <a:pt x="3247" y="404"/>
                </a:lnTo>
                <a:lnTo>
                  <a:pt x="3365" y="487"/>
                </a:lnTo>
                <a:lnTo>
                  <a:pt x="3479" y="579"/>
                </a:lnTo>
                <a:lnTo>
                  <a:pt x="3532" y="629"/>
                </a:lnTo>
                <a:lnTo>
                  <a:pt x="3589" y="682"/>
                </a:lnTo>
                <a:lnTo>
                  <a:pt x="3686" y="790"/>
                </a:lnTo>
                <a:lnTo>
                  <a:pt x="3772" y="902"/>
                </a:lnTo>
                <a:lnTo>
                  <a:pt x="3849" y="1025"/>
                </a:lnTo>
                <a:lnTo>
                  <a:pt x="3886" y="1094"/>
                </a:lnTo>
                <a:lnTo>
                  <a:pt x="3940" y="1202"/>
                </a:lnTo>
                <a:lnTo>
                  <a:pt x="4006" y="1350"/>
                </a:lnTo>
                <a:lnTo>
                  <a:pt x="4031" y="1420"/>
                </a:lnTo>
                <a:lnTo>
                  <a:pt x="4034" y="1439"/>
                </a:lnTo>
                <a:lnTo>
                  <a:pt x="4036" y="1447"/>
                </a:lnTo>
                <a:lnTo>
                  <a:pt x="4048" y="1458"/>
                </a:lnTo>
                <a:lnTo>
                  <a:pt x="4064" y="1461"/>
                </a:lnTo>
                <a:lnTo>
                  <a:pt x="4081" y="1456"/>
                </a:lnTo>
                <a:lnTo>
                  <a:pt x="4087" y="1449"/>
                </a:lnTo>
                <a:lnTo>
                  <a:pt x="4091" y="1440"/>
                </a:lnTo>
                <a:lnTo>
                  <a:pt x="4087" y="1418"/>
                </a:lnTo>
                <a:lnTo>
                  <a:pt x="4080" y="1410"/>
                </a:lnTo>
                <a:lnTo>
                  <a:pt x="4073" y="1401"/>
                </a:lnTo>
                <a:lnTo>
                  <a:pt x="4062" y="1377"/>
                </a:lnTo>
                <a:lnTo>
                  <a:pt x="4061" y="1366"/>
                </a:lnTo>
                <a:lnTo>
                  <a:pt x="4060" y="1356"/>
                </a:lnTo>
                <a:lnTo>
                  <a:pt x="4044" y="1313"/>
                </a:lnTo>
                <a:lnTo>
                  <a:pt x="4000" y="1215"/>
                </a:lnTo>
                <a:lnTo>
                  <a:pt x="3916" y="1051"/>
                </a:lnTo>
                <a:lnTo>
                  <a:pt x="3833" y="904"/>
                </a:lnTo>
                <a:lnTo>
                  <a:pt x="3803" y="858"/>
                </a:lnTo>
                <a:lnTo>
                  <a:pt x="3778" y="825"/>
                </a:lnTo>
                <a:lnTo>
                  <a:pt x="3718" y="753"/>
                </a:lnTo>
                <a:lnTo>
                  <a:pt x="3610" y="642"/>
                </a:lnTo>
                <a:lnTo>
                  <a:pt x="3444" y="495"/>
                </a:lnTo>
                <a:lnTo>
                  <a:pt x="3315" y="397"/>
                </a:lnTo>
                <a:lnTo>
                  <a:pt x="3231" y="340"/>
                </a:lnTo>
                <a:lnTo>
                  <a:pt x="3192" y="317"/>
                </a:lnTo>
                <a:lnTo>
                  <a:pt x="3133" y="282"/>
                </a:lnTo>
                <a:lnTo>
                  <a:pt x="3022" y="225"/>
                </a:lnTo>
                <a:lnTo>
                  <a:pt x="2914" y="178"/>
                </a:lnTo>
                <a:lnTo>
                  <a:pt x="2808" y="141"/>
                </a:lnTo>
                <a:lnTo>
                  <a:pt x="2699" y="113"/>
                </a:lnTo>
                <a:lnTo>
                  <a:pt x="2585" y="93"/>
                </a:lnTo>
                <a:lnTo>
                  <a:pt x="2462" y="81"/>
                </a:lnTo>
                <a:lnTo>
                  <a:pt x="2327" y="76"/>
                </a:lnTo>
                <a:lnTo>
                  <a:pt x="2254" y="75"/>
                </a:lnTo>
                <a:lnTo>
                  <a:pt x="2159" y="74"/>
                </a:lnTo>
                <a:lnTo>
                  <a:pt x="2076" y="69"/>
                </a:lnTo>
                <a:lnTo>
                  <a:pt x="2062" y="66"/>
                </a:lnTo>
                <a:lnTo>
                  <a:pt x="2063" y="65"/>
                </a:lnTo>
                <a:lnTo>
                  <a:pt x="2068" y="64"/>
                </a:lnTo>
                <a:lnTo>
                  <a:pt x="2113" y="56"/>
                </a:lnTo>
                <a:lnTo>
                  <a:pt x="2240" y="51"/>
                </a:lnTo>
                <a:lnTo>
                  <a:pt x="2392" y="57"/>
                </a:lnTo>
                <a:lnTo>
                  <a:pt x="2552" y="73"/>
                </a:lnTo>
                <a:lnTo>
                  <a:pt x="2627" y="84"/>
                </a:lnTo>
                <a:close/>
                <a:moveTo>
                  <a:pt x="1139" y="335"/>
                </a:moveTo>
                <a:lnTo>
                  <a:pt x="1138" y="341"/>
                </a:lnTo>
                <a:lnTo>
                  <a:pt x="1128" y="351"/>
                </a:lnTo>
                <a:lnTo>
                  <a:pt x="1120" y="352"/>
                </a:lnTo>
                <a:lnTo>
                  <a:pt x="1115" y="351"/>
                </a:lnTo>
                <a:lnTo>
                  <a:pt x="1111" y="341"/>
                </a:lnTo>
                <a:lnTo>
                  <a:pt x="1114" y="335"/>
                </a:lnTo>
                <a:lnTo>
                  <a:pt x="1118" y="328"/>
                </a:lnTo>
                <a:lnTo>
                  <a:pt x="1128" y="319"/>
                </a:lnTo>
                <a:lnTo>
                  <a:pt x="1132" y="318"/>
                </a:lnTo>
                <a:lnTo>
                  <a:pt x="1134" y="319"/>
                </a:lnTo>
                <a:lnTo>
                  <a:pt x="1138" y="328"/>
                </a:lnTo>
                <a:lnTo>
                  <a:pt x="1139" y="335"/>
                </a:lnTo>
                <a:close/>
                <a:moveTo>
                  <a:pt x="1054" y="380"/>
                </a:moveTo>
                <a:lnTo>
                  <a:pt x="1049" y="390"/>
                </a:lnTo>
                <a:lnTo>
                  <a:pt x="1007" y="429"/>
                </a:lnTo>
                <a:lnTo>
                  <a:pt x="975" y="453"/>
                </a:lnTo>
                <a:lnTo>
                  <a:pt x="928" y="492"/>
                </a:lnTo>
                <a:lnTo>
                  <a:pt x="797" y="614"/>
                </a:lnTo>
                <a:lnTo>
                  <a:pt x="663" y="748"/>
                </a:lnTo>
                <a:lnTo>
                  <a:pt x="592" y="826"/>
                </a:lnTo>
                <a:lnTo>
                  <a:pt x="567" y="859"/>
                </a:lnTo>
                <a:lnTo>
                  <a:pt x="565" y="866"/>
                </a:lnTo>
                <a:lnTo>
                  <a:pt x="544" y="902"/>
                </a:lnTo>
                <a:lnTo>
                  <a:pt x="476" y="1006"/>
                </a:lnTo>
                <a:lnTo>
                  <a:pt x="450" y="1046"/>
                </a:lnTo>
                <a:lnTo>
                  <a:pt x="397" y="1133"/>
                </a:lnTo>
                <a:lnTo>
                  <a:pt x="320" y="1279"/>
                </a:lnTo>
                <a:lnTo>
                  <a:pt x="225" y="1487"/>
                </a:lnTo>
                <a:lnTo>
                  <a:pt x="149" y="1695"/>
                </a:lnTo>
                <a:lnTo>
                  <a:pt x="122" y="1790"/>
                </a:lnTo>
                <a:lnTo>
                  <a:pt x="113" y="1822"/>
                </a:lnTo>
                <a:lnTo>
                  <a:pt x="95" y="1866"/>
                </a:lnTo>
                <a:lnTo>
                  <a:pt x="90" y="1871"/>
                </a:lnTo>
                <a:lnTo>
                  <a:pt x="87" y="1870"/>
                </a:lnTo>
                <a:lnTo>
                  <a:pt x="85" y="1860"/>
                </a:lnTo>
                <a:lnTo>
                  <a:pt x="88" y="1827"/>
                </a:lnTo>
                <a:lnTo>
                  <a:pt x="112" y="1715"/>
                </a:lnTo>
                <a:lnTo>
                  <a:pt x="142" y="1609"/>
                </a:lnTo>
                <a:lnTo>
                  <a:pt x="171" y="1512"/>
                </a:lnTo>
                <a:lnTo>
                  <a:pt x="183" y="1474"/>
                </a:lnTo>
                <a:lnTo>
                  <a:pt x="197" y="1435"/>
                </a:lnTo>
                <a:lnTo>
                  <a:pt x="254" y="1306"/>
                </a:lnTo>
                <a:lnTo>
                  <a:pt x="328" y="1158"/>
                </a:lnTo>
                <a:lnTo>
                  <a:pt x="398" y="1031"/>
                </a:lnTo>
                <a:lnTo>
                  <a:pt x="425" y="991"/>
                </a:lnTo>
                <a:lnTo>
                  <a:pt x="467" y="927"/>
                </a:lnTo>
                <a:lnTo>
                  <a:pt x="481" y="902"/>
                </a:lnTo>
                <a:lnTo>
                  <a:pt x="485" y="891"/>
                </a:lnTo>
                <a:lnTo>
                  <a:pt x="531" y="828"/>
                </a:lnTo>
                <a:lnTo>
                  <a:pt x="646" y="690"/>
                </a:lnTo>
                <a:lnTo>
                  <a:pt x="725" y="605"/>
                </a:lnTo>
                <a:lnTo>
                  <a:pt x="766" y="563"/>
                </a:lnTo>
                <a:lnTo>
                  <a:pt x="873" y="473"/>
                </a:lnTo>
                <a:lnTo>
                  <a:pt x="919" y="439"/>
                </a:lnTo>
                <a:lnTo>
                  <a:pt x="988" y="395"/>
                </a:lnTo>
                <a:lnTo>
                  <a:pt x="1040" y="370"/>
                </a:lnTo>
                <a:lnTo>
                  <a:pt x="1051" y="371"/>
                </a:lnTo>
                <a:lnTo>
                  <a:pt x="1054" y="376"/>
                </a:lnTo>
                <a:lnTo>
                  <a:pt x="1054" y="380"/>
                </a:lnTo>
                <a:close/>
                <a:moveTo>
                  <a:pt x="86" y="1983"/>
                </a:moveTo>
                <a:lnTo>
                  <a:pt x="85" y="1989"/>
                </a:lnTo>
                <a:lnTo>
                  <a:pt x="81" y="1990"/>
                </a:lnTo>
                <a:lnTo>
                  <a:pt x="78" y="1976"/>
                </a:lnTo>
                <a:lnTo>
                  <a:pt x="78" y="1955"/>
                </a:lnTo>
                <a:lnTo>
                  <a:pt x="78" y="1934"/>
                </a:lnTo>
                <a:lnTo>
                  <a:pt x="81" y="1919"/>
                </a:lnTo>
                <a:lnTo>
                  <a:pt x="85" y="1920"/>
                </a:lnTo>
                <a:lnTo>
                  <a:pt x="86" y="1925"/>
                </a:lnTo>
                <a:lnTo>
                  <a:pt x="88" y="1939"/>
                </a:lnTo>
                <a:lnTo>
                  <a:pt x="88" y="1971"/>
                </a:lnTo>
                <a:lnTo>
                  <a:pt x="86" y="1983"/>
                </a:lnTo>
                <a:close/>
                <a:moveTo>
                  <a:pt x="995" y="3980"/>
                </a:moveTo>
                <a:lnTo>
                  <a:pt x="998" y="3986"/>
                </a:lnTo>
                <a:lnTo>
                  <a:pt x="994" y="3996"/>
                </a:lnTo>
                <a:lnTo>
                  <a:pt x="988" y="3997"/>
                </a:lnTo>
                <a:lnTo>
                  <a:pt x="981" y="3996"/>
                </a:lnTo>
                <a:lnTo>
                  <a:pt x="971" y="3986"/>
                </a:lnTo>
                <a:lnTo>
                  <a:pt x="970" y="3980"/>
                </a:lnTo>
                <a:lnTo>
                  <a:pt x="970" y="3973"/>
                </a:lnTo>
                <a:lnTo>
                  <a:pt x="974" y="3964"/>
                </a:lnTo>
                <a:lnTo>
                  <a:pt x="977" y="3963"/>
                </a:lnTo>
                <a:lnTo>
                  <a:pt x="981" y="3964"/>
                </a:lnTo>
                <a:lnTo>
                  <a:pt x="991" y="3973"/>
                </a:lnTo>
                <a:lnTo>
                  <a:pt x="995" y="3980"/>
                </a:lnTo>
                <a:close/>
                <a:moveTo>
                  <a:pt x="1114" y="4013"/>
                </a:moveTo>
                <a:lnTo>
                  <a:pt x="1115" y="4017"/>
                </a:lnTo>
                <a:lnTo>
                  <a:pt x="1112" y="4024"/>
                </a:lnTo>
                <a:lnTo>
                  <a:pt x="1098" y="4030"/>
                </a:lnTo>
                <a:lnTo>
                  <a:pt x="1082" y="4031"/>
                </a:lnTo>
                <a:lnTo>
                  <a:pt x="1063" y="4030"/>
                </a:lnTo>
                <a:lnTo>
                  <a:pt x="1035" y="4020"/>
                </a:lnTo>
                <a:lnTo>
                  <a:pt x="1029" y="4013"/>
                </a:lnTo>
                <a:lnTo>
                  <a:pt x="1028" y="4010"/>
                </a:lnTo>
                <a:lnTo>
                  <a:pt x="1031" y="4004"/>
                </a:lnTo>
                <a:lnTo>
                  <a:pt x="1045" y="3997"/>
                </a:lnTo>
                <a:lnTo>
                  <a:pt x="1061" y="3997"/>
                </a:lnTo>
                <a:lnTo>
                  <a:pt x="1079" y="3997"/>
                </a:lnTo>
                <a:lnTo>
                  <a:pt x="1108" y="4006"/>
                </a:lnTo>
                <a:lnTo>
                  <a:pt x="1114" y="401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9" name="Freeform 86">
            <a:extLst>
              <a:ext uri="{FF2B5EF4-FFF2-40B4-BE49-F238E27FC236}">
                <a16:creationId xmlns:a16="http://schemas.microsoft.com/office/drawing/2014/main" id="{4DCF8BED-FF4D-4C10-90B9-714F5433C115}"/>
              </a:ext>
            </a:extLst>
          </p:cNvPr>
          <p:cNvSpPr>
            <a:spLocks noEditPoints="1"/>
          </p:cNvSpPr>
          <p:nvPr/>
        </p:nvSpPr>
        <p:spPr bwMode="auto">
          <a:xfrm>
            <a:off x="10931033" y="5341269"/>
            <a:ext cx="824264" cy="815975"/>
          </a:xfrm>
          <a:custGeom>
            <a:avLst/>
            <a:gdLst>
              <a:gd name="T0" fmla="*/ 1744 w 3579"/>
              <a:gd name="T1" fmla="*/ 138 h 3601"/>
              <a:gd name="T2" fmla="*/ 1605 w 3579"/>
              <a:gd name="T3" fmla="*/ 33 h 3601"/>
              <a:gd name="T4" fmla="*/ 1244 w 3579"/>
              <a:gd name="T5" fmla="*/ 698 h 3601"/>
              <a:gd name="T6" fmla="*/ 1121 w 3579"/>
              <a:gd name="T7" fmla="*/ 907 h 3601"/>
              <a:gd name="T8" fmla="*/ 1022 w 3579"/>
              <a:gd name="T9" fmla="*/ 1075 h 3601"/>
              <a:gd name="T10" fmla="*/ 936 w 3579"/>
              <a:gd name="T11" fmla="*/ 1260 h 3601"/>
              <a:gd name="T12" fmla="*/ 1334 w 3579"/>
              <a:gd name="T13" fmla="*/ 652 h 3601"/>
              <a:gd name="T14" fmla="*/ 1618 w 3579"/>
              <a:gd name="T15" fmla="*/ 107 h 3601"/>
              <a:gd name="T16" fmla="*/ 1553 w 3579"/>
              <a:gd name="T17" fmla="*/ 522 h 3601"/>
              <a:gd name="T18" fmla="*/ 1426 w 3579"/>
              <a:gd name="T19" fmla="*/ 773 h 3601"/>
              <a:gd name="T20" fmla="*/ 1136 w 3579"/>
              <a:gd name="T21" fmla="*/ 1264 h 3601"/>
              <a:gd name="T22" fmla="*/ 975 w 3579"/>
              <a:gd name="T23" fmla="*/ 1544 h 3601"/>
              <a:gd name="T24" fmla="*/ 738 w 3579"/>
              <a:gd name="T25" fmla="*/ 1945 h 3601"/>
              <a:gd name="T26" fmla="*/ 560 w 3579"/>
              <a:gd name="T27" fmla="*/ 2252 h 3601"/>
              <a:gd name="T28" fmla="*/ 446 w 3579"/>
              <a:gd name="T29" fmla="*/ 2427 h 3601"/>
              <a:gd name="T30" fmla="*/ 272 w 3579"/>
              <a:gd name="T31" fmla="*/ 2812 h 3601"/>
              <a:gd name="T32" fmla="*/ 456 w 3579"/>
              <a:gd name="T33" fmla="*/ 2526 h 3601"/>
              <a:gd name="T34" fmla="*/ 660 w 3579"/>
              <a:gd name="T35" fmla="*/ 2181 h 3601"/>
              <a:gd name="T36" fmla="*/ 1151 w 3579"/>
              <a:gd name="T37" fmla="*/ 1369 h 3601"/>
              <a:gd name="T38" fmla="*/ 1635 w 3579"/>
              <a:gd name="T39" fmla="*/ 488 h 3601"/>
              <a:gd name="T40" fmla="*/ 1884 w 3579"/>
              <a:gd name="T41" fmla="*/ 542 h 3601"/>
              <a:gd name="T42" fmla="*/ 1952 w 3579"/>
              <a:gd name="T43" fmla="*/ 668 h 3601"/>
              <a:gd name="T44" fmla="*/ 2028 w 3579"/>
              <a:gd name="T45" fmla="*/ 783 h 3601"/>
              <a:gd name="T46" fmla="*/ 2179 w 3579"/>
              <a:gd name="T47" fmla="*/ 1071 h 3601"/>
              <a:gd name="T48" fmla="*/ 2740 w 3579"/>
              <a:gd name="T49" fmla="*/ 2017 h 3601"/>
              <a:gd name="T50" fmla="*/ 3059 w 3579"/>
              <a:gd name="T51" fmla="*/ 2577 h 3601"/>
              <a:gd name="T52" fmla="*/ 3462 w 3579"/>
              <a:gd name="T53" fmla="*/ 3215 h 3601"/>
              <a:gd name="T54" fmla="*/ 3132 w 3579"/>
              <a:gd name="T55" fmla="*/ 3369 h 3601"/>
              <a:gd name="T56" fmla="*/ 2746 w 3579"/>
              <a:gd name="T57" fmla="*/ 3389 h 3601"/>
              <a:gd name="T58" fmla="*/ 188 w 3579"/>
              <a:gd name="T59" fmla="*/ 3308 h 3601"/>
              <a:gd name="T60" fmla="*/ 56 w 3579"/>
              <a:gd name="T61" fmla="*/ 3198 h 3601"/>
              <a:gd name="T62" fmla="*/ 74 w 3579"/>
              <a:gd name="T63" fmla="*/ 3183 h 3601"/>
              <a:gd name="T64" fmla="*/ 213 w 3579"/>
              <a:gd name="T65" fmla="*/ 2872 h 3601"/>
              <a:gd name="T66" fmla="*/ 150 w 3579"/>
              <a:gd name="T67" fmla="*/ 2892 h 3601"/>
              <a:gd name="T68" fmla="*/ 83 w 3579"/>
              <a:gd name="T69" fmla="*/ 2948 h 3601"/>
              <a:gd name="T70" fmla="*/ 15 w 3579"/>
              <a:gd name="T71" fmla="*/ 3109 h 3601"/>
              <a:gd name="T72" fmla="*/ 242 w 3579"/>
              <a:gd name="T73" fmla="*/ 3402 h 3601"/>
              <a:gd name="T74" fmla="*/ 1301 w 3579"/>
              <a:gd name="T75" fmla="*/ 3583 h 3601"/>
              <a:gd name="T76" fmla="*/ 2856 w 3579"/>
              <a:gd name="T77" fmla="*/ 3521 h 3601"/>
              <a:gd name="T78" fmla="*/ 3483 w 3579"/>
              <a:gd name="T79" fmla="*/ 3442 h 3601"/>
              <a:gd name="T80" fmla="*/ 3510 w 3579"/>
              <a:gd name="T81" fmla="*/ 3056 h 3601"/>
              <a:gd name="T82" fmla="*/ 2841 w 3579"/>
              <a:gd name="T83" fmla="*/ 2021 h 3601"/>
              <a:gd name="T84" fmla="*/ 2378 w 3579"/>
              <a:gd name="T85" fmla="*/ 1187 h 3601"/>
              <a:gd name="T86" fmla="*/ 2147 w 3579"/>
              <a:gd name="T87" fmla="*/ 754 h 3601"/>
              <a:gd name="T88" fmla="*/ 2027 w 3579"/>
              <a:gd name="T89" fmla="*/ 475 h 3601"/>
              <a:gd name="T90" fmla="*/ 2179 w 3579"/>
              <a:gd name="T91" fmla="*/ 925 h 3601"/>
              <a:gd name="T92" fmla="*/ 2028 w 3579"/>
              <a:gd name="T93" fmla="*/ 700 h 3601"/>
              <a:gd name="T94" fmla="*/ 1940 w 3579"/>
              <a:gd name="T95" fmla="*/ 535 h 3601"/>
              <a:gd name="T96" fmla="*/ 1769 w 3579"/>
              <a:gd name="T97" fmla="*/ 188 h 3601"/>
              <a:gd name="T98" fmla="*/ 1854 w 3579"/>
              <a:gd name="T99" fmla="*/ 221 h 3601"/>
              <a:gd name="T100" fmla="*/ 1993 w 3579"/>
              <a:gd name="T101" fmla="*/ 457 h 3601"/>
              <a:gd name="T102" fmla="*/ 1851 w 3579"/>
              <a:gd name="T103" fmla="*/ 64 h 3601"/>
              <a:gd name="T104" fmla="*/ 3120 w 3579"/>
              <a:gd name="T105" fmla="*/ 2511 h 3601"/>
              <a:gd name="T106" fmla="*/ 3249 w 3579"/>
              <a:gd name="T107" fmla="*/ 2723 h 3601"/>
              <a:gd name="T108" fmla="*/ 3322 w 3579"/>
              <a:gd name="T109" fmla="*/ 2906 h 3601"/>
              <a:gd name="T110" fmla="*/ 3166 w 3579"/>
              <a:gd name="T111" fmla="*/ 2629 h 3601"/>
              <a:gd name="T112" fmla="*/ 74 w 3579"/>
              <a:gd name="T113" fmla="*/ 3089 h 3601"/>
              <a:gd name="T114" fmla="*/ 3163 w 3579"/>
              <a:gd name="T115" fmla="*/ 3439 h 3601"/>
              <a:gd name="T116" fmla="*/ 963 w 3579"/>
              <a:gd name="T117" fmla="*/ 3486 h 3601"/>
              <a:gd name="T118" fmla="*/ 1479 w 3579"/>
              <a:gd name="T119" fmla="*/ 3468 h 3601"/>
              <a:gd name="T120" fmla="*/ 3100 w 3579"/>
              <a:gd name="T121" fmla="*/ 3420 h 3601"/>
              <a:gd name="T122" fmla="*/ 3457 w 3579"/>
              <a:gd name="T123" fmla="*/ 3401 h 36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579" h="3601">
                <a:moveTo>
                  <a:pt x="1778" y="29"/>
                </a:moveTo>
                <a:lnTo>
                  <a:pt x="1770" y="44"/>
                </a:lnTo>
                <a:lnTo>
                  <a:pt x="1765" y="78"/>
                </a:lnTo>
                <a:lnTo>
                  <a:pt x="1767" y="90"/>
                </a:lnTo>
                <a:lnTo>
                  <a:pt x="1770" y="99"/>
                </a:lnTo>
                <a:lnTo>
                  <a:pt x="1766" y="112"/>
                </a:lnTo>
                <a:lnTo>
                  <a:pt x="1761" y="113"/>
                </a:lnTo>
                <a:lnTo>
                  <a:pt x="1754" y="114"/>
                </a:lnTo>
                <a:lnTo>
                  <a:pt x="1745" y="128"/>
                </a:lnTo>
                <a:lnTo>
                  <a:pt x="1744" y="138"/>
                </a:lnTo>
                <a:lnTo>
                  <a:pt x="1743" y="152"/>
                </a:lnTo>
                <a:lnTo>
                  <a:pt x="1733" y="164"/>
                </a:lnTo>
                <a:lnTo>
                  <a:pt x="1718" y="160"/>
                </a:lnTo>
                <a:lnTo>
                  <a:pt x="1701" y="140"/>
                </a:lnTo>
                <a:lnTo>
                  <a:pt x="1693" y="125"/>
                </a:lnTo>
                <a:lnTo>
                  <a:pt x="1683" y="102"/>
                </a:lnTo>
                <a:lnTo>
                  <a:pt x="1664" y="66"/>
                </a:lnTo>
                <a:lnTo>
                  <a:pt x="1644" y="43"/>
                </a:lnTo>
                <a:lnTo>
                  <a:pt x="1625" y="32"/>
                </a:lnTo>
                <a:lnTo>
                  <a:pt x="1605" y="33"/>
                </a:lnTo>
                <a:lnTo>
                  <a:pt x="1586" y="46"/>
                </a:lnTo>
                <a:lnTo>
                  <a:pt x="1565" y="72"/>
                </a:lnTo>
                <a:lnTo>
                  <a:pt x="1544" y="109"/>
                </a:lnTo>
                <a:lnTo>
                  <a:pt x="1533" y="133"/>
                </a:lnTo>
                <a:lnTo>
                  <a:pt x="1490" y="230"/>
                </a:lnTo>
                <a:lnTo>
                  <a:pt x="1393" y="422"/>
                </a:lnTo>
                <a:lnTo>
                  <a:pt x="1356" y="490"/>
                </a:lnTo>
                <a:lnTo>
                  <a:pt x="1317" y="556"/>
                </a:lnTo>
                <a:lnTo>
                  <a:pt x="1268" y="653"/>
                </a:lnTo>
                <a:lnTo>
                  <a:pt x="1244" y="698"/>
                </a:lnTo>
                <a:lnTo>
                  <a:pt x="1203" y="765"/>
                </a:lnTo>
                <a:lnTo>
                  <a:pt x="1192" y="776"/>
                </a:lnTo>
                <a:lnTo>
                  <a:pt x="1183" y="783"/>
                </a:lnTo>
                <a:lnTo>
                  <a:pt x="1171" y="807"/>
                </a:lnTo>
                <a:lnTo>
                  <a:pt x="1169" y="820"/>
                </a:lnTo>
                <a:lnTo>
                  <a:pt x="1168" y="834"/>
                </a:lnTo>
                <a:lnTo>
                  <a:pt x="1154" y="862"/>
                </a:lnTo>
                <a:lnTo>
                  <a:pt x="1144" y="872"/>
                </a:lnTo>
                <a:lnTo>
                  <a:pt x="1135" y="883"/>
                </a:lnTo>
                <a:lnTo>
                  <a:pt x="1121" y="907"/>
                </a:lnTo>
                <a:lnTo>
                  <a:pt x="1119" y="916"/>
                </a:lnTo>
                <a:lnTo>
                  <a:pt x="1118" y="926"/>
                </a:lnTo>
                <a:lnTo>
                  <a:pt x="1110" y="938"/>
                </a:lnTo>
                <a:lnTo>
                  <a:pt x="1104" y="940"/>
                </a:lnTo>
                <a:lnTo>
                  <a:pt x="1096" y="943"/>
                </a:lnTo>
                <a:lnTo>
                  <a:pt x="1073" y="981"/>
                </a:lnTo>
                <a:lnTo>
                  <a:pt x="1062" y="1007"/>
                </a:lnTo>
                <a:lnTo>
                  <a:pt x="1050" y="1034"/>
                </a:lnTo>
                <a:lnTo>
                  <a:pt x="1030" y="1071"/>
                </a:lnTo>
                <a:lnTo>
                  <a:pt x="1022" y="1075"/>
                </a:lnTo>
                <a:lnTo>
                  <a:pt x="1015" y="1078"/>
                </a:lnTo>
                <a:lnTo>
                  <a:pt x="995" y="1107"/>
                </a:lnTo>
                <a:lnTo>
                  <a:pt x="986" y="1129"/>
                </a:lnTo>
                <a:lnTo>
                  <a:pt x="975" y="1152"/>
                </a:lnTo>
                <a:lnTo>
                  <a:pt x="948" y="1194"/>
                </a:lnTo>
                <a:lnTo>
                  <a:pt x="938" y="1207"/>
                </a:lnTo>
                <a:lnTo>
                  <a:pt x="927" y="1219"/>
                </a:lnTo>
                <a:lnTo>
                  <a:pt x="917" y="1238"/>
                </a:lnTo>
                <a:lnTo>
                  <a:pt x="920" y="1252"/>
                </a:lnTo>
                <a:lnTo>
                  <a:pt x="936" y="1260"/>
                </a:lnTo>
                <a:lnTo>
                  <a:pt x="951" y="1260"/>
                </a:lnTo>
                <a:lnTo>
                  <a:pt x="957" y="1260"/>
                </a:lnTo>
                <a:lnTo>
                  <a:pt x="972" y="1249"/>
                </a:lnTo>
                <a:lnTo>
                  <a:pt x="1005" y="1211"/>
                </a:lnTo>
                <a:lnTo>
                  <a:pt x="1074" y="1101"/>
                </a:lnTo>
                <a:lnTo>
                  <a:pt x="1182" y="913"/>
                </a:lnTo>
                <a:lnTo>
                  <a:pt x="1255" y="781"/>
                </a:lnTo>
                <a:lnTo>
                  <a:pt x="1279" y="737"/>
                </a:lnTo>
                <a:lnTo>
                  <a:pt x="1321" y="666"/>
                </a:lnTo>
                <a:lnTo>
                  <a:pt x="1334" y="652"/>
                </a:lnTo>
                <a:lnTo>
                  <a:pt x="1352" y="624"/>
                </a:lnTo>
                <a:lnTo>
                  <a:pt x="1425" y="488"/>
                </a:lnTo>
                <a:lnTo>
                  <a:pt x="1509" y="318"/>
                </a:lnTo>
                <a:lnTo>
                  <a:pt x="1569" y="185"/>
                </a:lnTo>
                <a:lnTo>
                  <a:pt x="1575" y="162"/>
                </a:lnTo>
                <a:lnTo>
                  <a:pt x="1577" y="149"/>
                </a:lnTo>
                <a:lnTo>
                  <a:pt x="1589" y="124"/>
                </a:lnTo>
                <a:lnTo>
                  <a:pt x="1599" y="115"/>
                </a:lnTo>
                <a:lnTo>
                  <a:pt x="1605" y="110"/>
                </a:lnTo>
                <a:lnTo>
                  <a:pt x="1618" y="107"/>
                </a:lnTo>
                <a:lnTo>
                  <a:pt x="1632" y="113"/>
                </a:lnTo>
                <a:lnTo>
                  <a:pt x="1648" y="131"/>
                </a:lnTo>
                <a:lnTo>
                  <a:pt x="1658" y="145"/>
                </a:lnTo>
                <a:lnTo>
                  <a:pt x="1672" y="166"/>
                </a:lnTo>
                <a:lnTo>
                  <a:pt x="1691" y="205"/>
                </a:lnTo>
                <a:lnTo>
                  <a:pt x="1693" y="217"/>
                </a:lnTo>
                <a:lnTo>
                  <a:pt x="1687" y="238"/>
                </a:lnTo>
                <a:lnTo>
                  <a:pt x="1633" y="359"/>
                </a:lnTo>
                <a:lnTo>
                  <a:pt x="1592" y="440"/>
                </a:lnTo>
                <a:lnTo>
                  <a:pt x="1553" y="522"/>
                </a:lnTo>
                <a:lnTo>
                  <a:pt x="1513" y="614"/>
                </a:lnTo>
                <a:lnTo>
                  <a:pt x="1501" y="651"/>
                </a:lnTo>
                <a:lnTo>
                  <a:pt x="1501" y="657"/>
                </a:lnTo>
                <a:lnTo>
                  <a:pt x="1503" y="662"/>
                </a:lnTo>
                <a:lnTo>
                  <a:pt x="1498" y="669"/>
                </a:lnTo>
                <a:lnTo>
                  <a:pt x="1493" y="670"/>
                </a:lnTo>
                <a:lnTo>
                  <a:pt x="1484" y="673"/>
                </a:lnTo>
                <a:lnTo>
                  <a:pt x="1460" y="702"/>
                </a:lnTo>
                <a:lnTo>
                  <a:pt x="1448" y="724"/>
                </a:lnTo>
                <a:lnTo>
                  <a:pt x="1426" y="773"/>
                </a:lnTo>
                <a:lnTo>
                  <a:pt x="1408" y="805"/>
                </a:lnTo>
                <a:lnTo>
                  <a:pt x="1352" y="897"/>
                </a:lnTo>
                <a:lnTo>
                  <a:pt x="1231" y="1109"/>
                </a:lnTo>
                <a:lnTo>
                  <a:pt x="1214" y="1149"/>
                </a:lnTo>
                <a:lnTo>
                  <a:pt x="1210" y="1159"/>
                </a:lnTo>
                <a:lnTo>
                  <a:pt x="1188" y="1192"/>
                </a:lnTo>
                <a:lnTo>
                  <a:pt x="1174" y="1210"/>
                </a:lnTo>
                <a:lnTo>
                  <a:pt x="1158" y="1227"/>
                </a:lnTo>
                <a:lnTo>
                  <a:pt x="1138" y="1256"/>
                </a:lnTo>
                <a:lnTo>
                  <a:pt x="1136" y="1264"/>
                </a:lnTo>
                <a:lnTo>
                  <a:pt x="1133" y="1274"/>
                </a:lnTo>
                <a:lnTo>
                  <a:pt x="1100" y="1333"/>
                </a:lnTo>
                <a:lnTo>
                  <a:pt x="1075" y="1372"/>
                </a:lnTo>
                <a:lnTo>
                  <a:pt x="1051" y="1409"/>
                </a:lnTo>
                <a:lnTo>
                  <a:pt x="1022" y="1465"/>
                </a:lnTo>
                <a:lnTo>
                  <a:pt x="1022" y="1473"/>
                </a:lnTo>
                <a:lnTo>
                  <a:pt x="1025" y="1479"/>
                </a:lnTo>
                <a:lnTo>
                  <a:pt x="1006" y="1507"/>
                </a:lnTo>
                <a:lnTo>
                  <a:pt x="991" y="1526"/>
                </a:lnTo>
                <a:lnTo>
                  <a:pt x="975" y="1544"/>
                </a:lnTo>
                <a:lnTo>
                  <a:pt x="953" y="1575"/>
                </a:lnTo>
                <a:lnTo>
                  <a:pt x="951" y="1583"/>
                </a:lnTo>
                <a:lnTo>
                  <a:pt x="947" y="1592"/>
                </a:lnTo>
                <a:lnTo>
                  <a:pt x="923" y="1639"/>
                </a:lnTo>
                <a:lnTo>
                  <a:pt x="905" y="1669"/>
                </a:lnTo>
                <a:lnTo>
                  <a:pt x="863" y="1733"/>
                </a:lnTo>
                <a:lnTo>
                  <a:pt x="810" y="1822"/>
                </a:lnTo>
                <a:lnTo>
                  <a:pt x="779" y="1877"/>
                </a:lnTo>
                <a:lnTo>
                  <a:pt x="765" y="1904"/>
                </a:lnTo>
                <a:lnTo>
                  <a:pt x="738" y="1945"/>
                </a:lnTo>
                <a:lnTo>
                  <a:pt x="731" y="1953"/>
                </a:lnTo>
                <a:lnTo>
                  <a:pt x="707" y="1987"/>
                </a:lnTo>
                <a:lnTo>
                  <a:pt x="655" y="2082"/>
                </a:lnTo>
                <a:lnTo>
                  <a:pt x="628" y="2132"/>
                </a:lnTo>
                <a:lnTo>
                  <a:pt x="585" y="2199"/>
                </a:lnTo>
                <a:lnTo>
                  <a:pt x="576" y="2206"/>
                </a:lnTo>
                <a:lnTo>
                  <a:pt x="570" y="2208"/>
                </a:lnTo>
                <a:lnTo>
                  <a:pt x="562" y="2226"/>
                </a:lnTo>
                <a:lnTo>
                  <a:pt x="561" y="2239"/>
                </a:lnTo>
                <a:lnTo>
                  <a:pt x="560" y="2252"/>
                </a:lnTo>
                <a:lnTo>
                  <a:pt x="550" y="2271"/>
                </a:lnTo>
                <a:lnTo>
                  <a:pt x="543" y="2273"/>
                </a:lnTo>
                <a:lnTo>
                  <a:pt x="536" y="2275"/>
                </a:lnTo>
                <a:lnTo>
                  <a:pt x="530" y="2286"/>
                </a:lnTo>
                <a:lnTo>
                  <a:pt x="533" y="2293"/>
                </a:lnTo>
                <a:lnTo>
                  <a:pt x="533" y="2304"/>
                </a:lnTo>
                <a:lnTo>
                  <a:pt x="514" y="2342"/>
                </a:lnTo>
                <a:lnTo>
                  <a:pt x="497" y="2361"/>
                </a:lnTo>
                <a:lnTo>
                  <a:pt x="479" y="2381"/>
                </a:lnTo>
                <a:lnTo>
                  <a:pt x="446" y="2427"/>
                </a:lnTo>
                <a:lnTo>
                  <a:pt x="398" y="2508"/>
                </a:lnTo>
                <a:lnTo>
                  <a:pt x="368" y="2577"/>
                </a:lnTo>
                <a:lnTo>
                  <a:pt x="351" y="2611"/>
                </a:lnTo>
                <a:lnTo>
                  <a:pt x="317" y="2670"/>
                </a:lnTo>
                <a:lnTo>
                  <a:pt x="257" y="2768"/>
                </a:lnTo>
                <a:lnTo>
                  <a:pt x="232" y="2822"/>
                </a:lnTo>
                <a:lnTo>
                  <a:pt x="239" y="2830"/>
                </a:lnTo>
                <a:lnTo>
                  <a:pt x="249" y="2830"/>
                </a:lnTo>
                <a:lnTo>
                  <a:pt x="254" y="2829"/>
                </a:lnTo>
                <a:lnTo>
                  <a:pt x="272" y="2812"/>
                </a:lnTo>
                <a:lnTo>
                  <a:pt x="310" y="2769"/>
                </a:lnTo>
                <a:lnTo>
                  <a:pt x="366" y="2692"/>
                </a:lnTo>
                <a:lnTo>
                  <a:pt x="397" y="2640"/>
                </a:lnTo>
                <a:lnTo>
                  <a:pt x="408" y="2615"/>
                </a:lnTo>
                <a:lnTo>
                  <a:pt x="409" y="2607"/>
                </a:lnTo>
                <a:lnTo>
                  <a:pt x="411" y="2600"/>
                </a:lnTo>
                <a:lnTo>
                  <a:pt x="426" y="2577"/>
                </a:lnTo>
                <a:lnTo>
                  <a:pt x="437" y="2565"/>
                </a:lnTo>
                <a:lnTo>
                  <a:pt x="446" y="2553"/>
                </a:lnTo>
                <a:lnTo>
                  <a:pt x="456" y="2526"/>
                </a:lnTo>
                <a:lnTo>
                  <a:pt x="454" y="2515"/>
                </a:lnTo>
                <a:lnTo>
                  <a:pt x="451" y="2505"/>
                </a:lnTo>
                <a:lnTo>
                  <a:pt x="453" y="2497"/>
                </a:lnTo>
                <a:lnTo>
                  <a:pt x="459" y="2500"/>
                </a:lnTo>
                <a:lnTo>
                  <a:pt x="462" y="2500"/>
                </a:lnTo>
                <a:lnTo>
                  <a:pt x="477" y="2485"/>
                </a:lnTo>
                <a:lnTo>
                  <a:pt x="513" y="2439"/>
                </a:lnTo>
                <a:lnTo>
                  <a:pt x="573" y="2342"/>
                </a:lnTo>
                <a:lnTo>
                  <a:pt x="635" y="2231"/>
                </a:lnTo>
                <a:lnTo>
                  <a:pt x="660" y="2181"/>
                </a:lnTo>
                <a:lnTo>
                  <a:pt x="687" y="2133"/>
                </a:lnTo>
                <a:lnTo>
                  <a:pt x="741" y="2054"/>
                </a:lnTo>
                <a:lnTo>
                  <a:pt x="769" y="2013"/>
                </a:lnTo>
                <a:lnTo>
                  <a:pt x="826" y="1920"/>
                </a:lnTo>
                <a:lnTo>
                  <a:pt x="845" y="1885"/>
                </a:lnTo>
                <a:lnTo>
                  <a:pt x="895" y="1796"/>
                </a:lnTo>
                <a:lnTo>
                  <a:pt x="967" y="1674"/>
                </a:lnTo>
                <a:lnTo>
                  <a:pt x="1043" y="1548"/>
                </a:lnTo>
                <a:lnTo>
                  <a:pt x="1104" y="1447"/>
                </a:lnTo>
                <a:lnTo>
                  <a:pt x="1151" y="1369"/>
                </a:lnTo>
                <a:lnTo>
                  <a:pt x="1180" y="1328"/>
                </a:lnTo>
                <a:lnTo>
                  <a:pt x="1193" y="1310"/>
                </a:lnTo>
                <a:lnTo>
                  <a:pt x="1247" y="1213"/>
                </a:lnTo>
                <a:lnTo>
                  <a:pt x="1280" y="1151"/>
                </a:lnTo>
                <a:lnTo>
                  <a:pt x="1346" y="1027"/>
                </a:lnTo>
                <a:lnTo>
                  <a:pt x="1377" y="976"/>
                </a:lnTo>
                <a:lnTo>
                  <a:pt x="1388" y="961"/>
                </a:lnTo>
                <a:lnTo>
                  <a:pt x="1433" y="883"/>
                </a:lnTo>
                <a:lnTo>
                  <a:pt x="1537" y="681"/>
                </a:lnTo>
                <a:lnTo>
                  <a:pt x="1635" y="488"/>
                </a:lnTo>
                <a:lnTo>
                  <a:pt x="1672" y="413"/>
                </a:lnTo>
                <a:lnTo>
                  <a:pt x="1730" y="309"/>
                </a:lnTo>
                <a:lnTo>
                  <a:pt x="1741" y="298"/>
                </a:lnTo>
                <a:lnTo>
                  <a:pt x="1747" y="302"/>
                </a:lnTo>
                <a:lnTo>
                  <a:pt x="1773" y="342"/>
                </a:lnTo>
                <a:lnTo>
                  <a:pt x="1787" y="371"/>
                </a:lnTo>
                <a:lnTo>
                  <a:pt x="1802" y="404"/>
                </a:lnTo>
                <a:lnTo>
                  <a:pt x="1845" y="481"/>
                </a:lnTo>
                <a:lnTo>
                  <a:pt x="1866" y="513"/>
                </a:lnTo>
                <a:lnTo>
                  <a:pt x="1884" y="542"/>
                </a:lnTo>
                <a:lnTo>
                  <a:pt x="1910" y="590"/>
                </a:lnTo>
                <a:lnTo>
                  <a:pt x="1913" y="601"/>
                </a:lnTo>
                <a:lnTo>
                  <a:pt x="1914" y="608"/>
                </a:lnTo>
                <a:lnTo>
                  <a:pt x="1925" y="618"/>
                </a:lnTo>
                <a:lnTo>
                  <a:pt x="1932" y="619"/>
                </a:lnTo>
                <a:lnTo>
                  <a:pt x="1938" y="620"/>
                </a:lnTo>
                <a:lnTo>
                  <a:pt x="1943" y="627"/>
                </a:lnTo>
                <a:lnTo>
                  <a:pt x="1940" y="632"/>
                </a:lnTo>
                <a:lnTo>
                  <a:pt x="1939" y="641"/>
                </a:lnTo>
                <a:lnTo>
                  <a:pt x="1952" y="668"/>
                </a:lnTo>
                <a:lnTo>
                  <a:pt x="1964" y="683"/>
                </a:lnTo>
                <a:lnTo>
                  <a:pt x="1977" y="699"/>
                </a:lnTo>
                <a:lnTo>
                  <a:pt x="1995" y="733"/>
                </a:lnTo>
                <a:lnTo>
                  <a:pt x="1998" y="746"/>
                </a:lnTo>
                <a:lnTo>
                  <a:pt x="1999" y="756"/>
                </a:lnTo>
                <a:lnTo>
                  <a:pt x="2008" y="770"/>
                </a:lnTo>
                <a:lnTo>
                  <a:pt x="2015" y="771"/>
                </a:lnTo>
                <a:lnTo>
                  <a:pt x="2022" y="772"/>
                </a:lnTo>
                <a:lnTo>
                  <a:pt x="2028" y="778"/>
                </a:lnTo>
                <a:lnTo>
                  <a:pt x="2028" y="783"/>
                </a:lnTo>
                <a:lnTo>
                  <a:pt x="2029" y="793"/>
                </a:lnTo>
                <a:lnTo>
                  <a:pt x="2049" y="840"/>
                </a:lnTo>
                <a:lnTo>
                  <a:pt x="2082" y="896"/>
                </a:lnTo>
                <a:lnTo>
                  <a:pt x="2110" y="935"/>
                </a:lnTo>
                <a:lnTo>
                  <a:pt x="2117" y="940"/>
                </a:lnTo>
                <a:lnTo>
                  <a:pt x="2123" y="942"/>
                </a:lnTo>
                <a:lnTo>
                  <a:pt x="2135" y="965"/>
                </a:lnTo>
                <a:lnTo>
                  <a:pt x="2139" y="982"/>
                </a:lnTo>
                <a:lnTo>
                  <a:pt x="2147" y="1002"/>
                </a:lnTo>
                <a:lnTo>
                  <a:pt x="2179" y="1071"/>
                </a:lnTo>
                <a:lnTo>
                  <a:pt x="2260" y="1214"/>
                </a:lnTo>
                <a:lnTo>
                  <a:pt x="2329" y="1323"/>
                </a:lnTo>
                <a:lnTo>
                  <a:pt x="2374" y="1392"/>
                </a:lnTo>
                <a:lnTo>
                  <a:pt x="2386" y="1419"/>
                </a:lnTo>
                <a:lnTo>
                  <a:pt x="2402" y="1452"/>
                </a:lnTo>
                <a:lnTo>
                  <a:pt x="2459" y="1543"/>
                </a:lnTo>
                <a:lnTo>
                  <a:pt x="2545" y="1681"/>
                </a:lnTo>
                <a:lnTo>
                  <a:pt x="2634" y="1831"/>
                </a:lnTo>
                <a:lnTo>
                  <a:pt x="2694" y="1933"/>
                </a:lnTo>
                <a:lnTo>
                  <a:pt x="2740" y="2017"/>
                </a:lnTo>
                <a:lnTo>
                  <a:pt x="2855" y="2224"/>
                </a:lnTo>
                <a:lnTo>
                  <a:pt x="2977" y="2433"/>
                </a:lnTo>
                <a:lnTo>
                  <a:pt x="3022" y="2503"/>
                </a:lnTo>
                <a:lnTo>
                  <a:pt x="3029" y="2510"/>
                </a:lnTo>
                <a:lnTo>
                  <a:pt x="3035" y="2512"/>
                </a:lnTo>
                <a:lnTo>
                  <a:pt x="3044" y="2530"/>
                </a:lnTo>
                <a:lnTo>
                  <a:pt x="3045" y="2543"/>
                </a:lnTo>
                <a:lnTo>
                  <a:pt x="3046" y="2556"/>
                </a:lnTo>
                <a:lnTo>
                  <a:pt x="3053" y="2574"/>
                </a:lnTo>
                <a:lnTo>
                  <a:pt x="3059" y="2577"/>
                </a:lnTo>
                <a:lnTo>
                  <a:pt x="3065" y="2580"/>
                </a:lnTo>
                <a:lnTo>
                  <a:pt x="3083" y="2606"/>
                </a:lnTo>
                <a:lnTo>
                  <a:pt x="3092" y="2626"/>
                </a:lnTo>
                <a:lnTo>
                  <a:pt x="3121" y="2681"/>
                </a:lnTo>
                <a:lnTo>
                  <a:pt x="3166" y="2756"/>
                </a:lnTo>
                <a:lnTo>
                  <a:pt x="3225" y="2846"/>
                </a:lnTo>
                <a:lnTo>
                  <a:pt x="3295" y="2956"/>
                </a:lnTo>
                <a:lnTo>
                  <a:pt x="3369" y="3071"/>
                </a:lnTo>
                <a:lnTo>
                  <a:pt x="3437" y="3174"/>
                </a:lnTo>
                <a:lnTo>
                  <a:pt x="3462" y="3215"/>
                </a:lnTo>
                <a:lnTo>
                  <a:pt x="3498" y="3281"/>
                </a:lnTo>
                <a:lnTo>
                  <a:pt x="3501" y="3295"/>
                </a:lnTo>
                <a:lnTo>
                  <a:pt x="3501" y="3303"/>
                </a:lnTo>
                <a:lnTo>
                  <a:pt x="3494" y="3317"/>
                </a:lnTo>
                <a:lnTo>
                  <a:pt x="3479" y="3328"/>
                </a:lnTo>
                <a:lnTo>
                  <a:pt x="3457" y="3338"/>
                </a:lnTo>
                <a:lnTo>
                  <a:pt x="3405" y="3349"/>
                </a:lnTo>
                <a:lnTo>
                  <a:pt x="3296" y="3359"/>
                </a:lnTo>
                <a:lnTo>
                  <a:pt x="3219" y="3363"/>
                </a:lnTo>
                <a:lnTo>
                  <a:pt x="3132" y="3369"/>
                </a:lnTo>
                <a:lnTo>
                  <a:pt x="3029" y="3380"/>
                </a:lnTo>
                <a:lnTo>
                  <a:pt x="2989" y="3389"/>
                </a:lnTo>
                <a:lnTo>
                  <a:pt x="2983" y="3392"/>
                </a:lnTo>
                <a:lnTo>
                  <a:pt x="2974" y="3398"/>
                </a:lnTo>
                <a:lnTo>
                  <a:pt x="2961" y="3399"/>
                </a:lnTo>
                <a:lnTo>
                  <a:pt x="2960" y="3394"/>
                </a:lnTo>
                <a:lnTo>
                  <a:pt x="2957" y="3391"/>
                </a:lnTo>
                <a:lnTo>
                  <a:pt x="2925" y="3387"/>
                </a:lnTo>
                <a:lnTo>
                  <a:pt x="2832" y="3386"/>
                </a:lnTo>
                <a:lnTo>
                  <a:pt x="2746" y="3389"/>
                </a:lnTo>
                <a:lnTo>
                  <a:pt x="2534" y="3398"/>
                </a:lnTo>
                <a:lnTo>
                  <a:pt x="1973" y="3411"/>
                </a:lnTo>
                <a:lnTo>
                  <a:pt x="1379" y="3416"/>
                </a:lnTo>
                <a:lnTo>
                  <a:pt x="899" y="3412"/>
                </a:lnTo>
                <a:lnTo>
                  <a:pt x="761" y="3406"/>
                </a:lnTo>
                <a:lnTo>
                  <a:pt x="614" y="3395"/>
                </a:lnTo>
                <a:lnTo>
                  <a:pt x="434" y="3371"/>
                </a:lnTo>
                <a:lnTo>
                  <a:pt x="333" y="3353"/>
                </a:lnTo>
                <a:lnTo>
                  <a:pt x="252" y="3332"/>
                </a:lnTo>
                <a:lnTo>
                  <a:pt x="188" y="3308"/>
                </a:lnTo>
                <a:lnTo>
                  <a:pt x="143" y="3280"/>
                </a:lnTo>
                <a:lnTo>
                  <a:pt x="116" y="3251"/>
                </a:lnTo>
                <a:lnTo>
                  <a:pt x="110" y="3235"/>
                </a:lnTo>
                <a:lnTo>
                  <a:pt x="106" y="3222"/>
                </a:lnTo>
                <a:lnTo>
                  <a:pt x="93" y="3212"/>
                </a:lnTo>
                <a:lnTo>
                  <a:pt x="84" y="3211"/>
                </a:lnTo>
                <a:lnTo>
                  <a:pt x="79" y="3213"/>
                </a:lnTo>
                <a:lnTo>
                  <a:pt x="73" y="3215"/>
                </a:lnTo>
                <a:lnTo>
                  <a:pt x="64" y="3213"/>
                </a:lnTo>
                <a:lnTo>
                  <a:pt x="56" y="3198"/>
                </a:lnTo>
                <a:lnTo>
                  <a:pt x="55" y="3178"/>
                </a:lnTo>
                <a:lnTo>
                  <a:pt x="56" y="3161"/>
                </a:lnTo>
                <a:lnTo>
                  <a:pt x="62" y="3141"/>
                </a:lnTo>
                <a:lnTo>
                  <a:pt x="68" y="3134"/>
                </a:lnTo>
                <a:lnTo>
                  <a:pt x="72" y="3133"/>
                </a:lnTo>
                <a:lnTo>
                  <a:pt x="78" y="3135"/>
                </a:lnTo>
                <a:lnTo>
                  <a:pt x="81" y="3150"/>
                </a:lnTo>
                <a:lnTo>
                  <a:pt x="79" y="3159"/>
                </a:lnTo>
                <a:lnTo>
                  <a:pt x="74" y="3169"/>
                </a:lnTo>
                <a:lnTo>
                  <a:pt x="74" y="3183"/>
                </a:lnTo>
                <a:lnTo>
                  <a:pt x="77" y="3184"/>
                </a:lnTo>
                <a:lnTo>
                  <a:pt x="85" y="3177"/>
                </a:lnTo>
                <a:lnTo>
                  <a:pt x="127" y="3109"/>
                </a:lnTo>
                <a:lnTo>
                  <a:pt x="180" y="3012"/>
                </a:lnTo>
                <a:lnTo>
                  <a:pt x="223" y="2925"/>
                </a:lnTo>
                <a:lnTo>
                  <a:pt x="232" y="2901"/>
                </a:lnTo>
                <a:lnTo>
                  <a:pt x="237" y="2879"/>
                </a:lnTo>
                <a:lnTo>
                  <a:pt x="234" y="2865"/>
                </a:lnTo>
                <a:lnTo>
                  <a:pt x="228" y="2863"/>
                </a:lnTo>
                <a:lnTo>
                  <a:pt x="213" y="2872"/>
                </a:lnTo>
                <a:lnTo>
                  <a:pt x="185" y="2908"/>
                </a:lnTo>
                <a:lnTo>
                  <a:pt x="170" y="2935"/>
                </a:lnTo>
                <a:lnTo>
                  <a:pt x="148" y="2975"/>
                </a:lnTo>
                <a:lnTo>
                  <a:pt x="133" y="2991"/>
                </a:lnTo>
                <a:lnTo>
                  <a:pt x="128" y="2979"/>
                </a:lnTo>
                <a:lnTo>
                  <a:pt x="125" y="2968"/>
                </a:lnTo>
                <a:lnTo>
                  <a:pt x="124" y="2951"/>
                </a:lnTo>
                <a:lnTo>
                  <a:pt x="133" y="2917"/>
                </a:lnTo>
                <a:lnTo>
                  <a:pt x="140" y="2905"/>
                </a:lnTo>
                <a:lnTo>
                  <a:pt x="150" y="2892"/>
                </a:lnTo>
                <a:lnTo>
                  <a:pt x="147" y="2881"/>
                </a:lnTo>
                <a:lnTo>
                  <a:pt x="133" y="2880"/>
                </a:lnTo>
                <a:lnTo>
                  <a:pt x="127" y="2881"/>
                </a:lnTo>
                <a:lnTo>
                  <a:pt x="117" y="2885"/>
                </a:lnTo>
                <a:lnTo>
                  <a:pt x="107" y="2899"/>
                </a:lnTo>
                <a:lnTo>
                  <a:pt x="105" y="2915"/>
                </a:lnTo>
                <a:lnTo>
                  <a:pt x="104" y="2928"/>
                </a:lnTo>
                <a:lnTo>
                  <a:pt x="94" y="2946"/>
                </a:lnTo>
                <a:lnTo>
                  <a:pt x="87" y="2948"/>
                </a:lnTo>
                <a:lnTo>
                  <a:pt x="83" y="2948"/>
                </a:lnTo>
                <a:lnTo>
                  <a:pt x="78" y="2954"/>
                </a:lnTo>
                <a:lnTo>
                  <a:pt x="74" y="2968"/>
                </a:lnTo>
                <a:lnTo>
                  <a:pt x="77" y="2982"/>
                </a:lnTo>
                <a:lnTo>
                  <a:pt x="78" y="2991"/>
                </a:lnTo>
                <a:lnTo>
                  <a:pt x="77" y="3008"/>
                </a:lnTo>
                <a:lnTo>
                  <a:pt x="71" y="3025"/>
                </a:lnTo>
                <a:lnTo>
                  <a:pt x="60" y="3041"/>
                </a:lnTo>
                <a:lnTo>
                  <a:pt x="52" y="3049"/>
                </a:lnTo>
                <a:lnTo>
                  <a:pt x="37" y="3065"/>
                </a:lnTo>
                <a:lnTo>
                  <a:pt x="15" y="3109"/>
                </a:lnTo>
                <a:lnTo>
                  <a:pt x="11" y="3130"/>
                </a:lnTo>
                <a:lnTo>
                  <a:pt x="5" y="3174"/>
                </a:lnTo>
                <a:lnTo>
                  <a:pt x="1" y="3198"/>
                </a:lnTo>
                <a:lnTo>
                  <a:pt x="0" y="3209"/>
                </a:lnTo>
                <a:lnTo>
                  <a:pt x="12" y="3239"/>
                </a:lnTo>
                <a:lnTo>
                  <a:pt x="39" y="3272"/>
                </a:lnTo>
                <a:lnTo>
                  <a:pt x="80" y="3307"/>
                </a:lnTo>
                <a:lnTo>
                  <a:pt x="130" y="3342"/>
                </a:lnTo>
                <a:lnTo>
                  <a:pt x="184" y="3374"/>
                </a:lnTo>
                <a:lnTo>
                  <a:pt x="242" y="3402"/>
                </a:lnTo>
                <a:lnTo>
                  <a:pt x="299" y="3421"/>
                </a:lnTo>
                <a:lnTo>
                  <a:pt x="325" y="3427"/>
                </a:lnTo>
                <a:lnTo>
                  <a:pt x="395" y="3441"/>
                </a:lnTo>
                <a:lnTo>
                  <a:pt x="494" y="3462"/>
                </a:lnTo>
                <a:lnTo>
                  <a:pt x="599" y="3486"/>
                </a:lnTo>
                <a:lnTo>
                  <a:pt x="688" y="3505"/>
                </a:lnTo>
                <a:lnTo>
                  <a:pt x="759" y="3519"/>
                </a:lnTo>
                <a:lnTo>
                  <a:pt x="923" y="3544"/>
                </a:lnTo>
                <a:lnTo>
                  <a:pt x="1107" y="3566"/>
                </a:lnTo>
                <a:lnTo>
                  <a:pt x="1301" y="3583"/>
                </a:lnTo>
                <a:lnTo>
                  <a:pt x="1499" y="3594"/>
                </a:lnTo>
                <a:lnTo>
                  <a:pt x="1689" y="3601"/>
                </a:lnTo>
                <a:lnTo>
                  <a:pt x="1866" y="3601"/>
                </a:lnTo>
                <a:lnTo>
                  <a:pt x="2019" y="3595"/>
                </a:lnTo>
                <a:lnTo>
                  <a:pt x="2082" y="3589"/>
                </a:lnTo>
                <a:lnTo>
                  <a:pt x="2241" y="3575"/>
                </a:lnTo>
                <a:lnTo>
                  <a:pt x="2395" y="3564"/>
                </a:lnTo>
                <a:lnTo>
                  <a:pt x="2547" y="3553"/>
                </a:lnTo>
                <a:lnTo>
                  <a:pt x="2699" y="3537"/>
                </a:lnTo>
                <a:lnTo>
                  <a:pt x="2856" y="3521"/>
                </a:lnTo>
                <a:lnTo>
                  <a:pt x="3028" y="3505"/>
                </a:lnTo>
                <a:lnTo>
                  <a:pt x="3177" y="3487"/>
                </a:lnTo>
                <a:lnTo>
                  <a:pt x="3259" y="3473"/>
                </a:lnTo>
                <a:lnTo>
                  <a:pt x="3281" y="3468"/>
                </a:lnTo>
                <a:lnTo>
                  <a:pt x="3315" y="3463"/>
                </a:lnTo>
                <a:lnTo>
                  <a:pt x="3322" y="3467"/>
                </a:lnTo>
                <a:lnTo>
                  <a:pt x="3331" y="3469"/>
                </a:lnTo>
                <a:lnTo>
                  <a:pt x="3393" y="3462"/>
                </a:lnTo>
                <a:lnTo>
                  <a:pt x="3435" y="3454"/>
                </a:lnTo>
                <a:lnTo>
                  <a:pt x="3483" y="3442"/>
                </a:lnTo>
                <a:lnTo>
                  <a:pt x="3532" y="3422"/>
                </a:lnTo>
                <a:lnTo>
                  <a:pt x="3553" y="3406"/>
                </a:lnTo>
                <a:lnTo>
                  <a:pt x="3560" y="3397"/>
                </a:lnTo>
                <a:lnTo>
                  <a:pt x="3567" y="3386"/>
                </a:lnTo>
                <a:lnTo>
                  <a:pt x="3576" y="3356"/>
                </a:lnTo>
                <a:lnTo>
                  <a:pt x="3579" y="3320"/>
                </a:lnTo>
                <a:lnTo>
                  <a:pt x="3577" y="3279"/>
                </a:lnTo>
                <a:lnTo>
                  <a:pt x="3565" y="3210"/>
                </a:lnTo>
                <a:lnTo>
                  <a:pt x="3533" y="3109"/>
                </a:lnTo>
                <a:lnTo>
                  <a:pt x="3510" y="3056"/>
                </a:lnTo>
                <a:lnTo>
                  <a:pt x="3485" y="3007"/>
                </a:lnTo>
                <a:lnTo>
                  <a:pt x="3406" y="2866"/>
                </a:lnTo>
                <a:lnTo>
                  <a:pt x="3317" y="2717"/>
                </a:lnTo>
                <a:lnTo>
                  <a:pt x="3248" y="2611"/>
                </a:lnTo>
                <a:lnTo>
                  <a:pt x="3232" y="2594"/>
                </a:lnTo>
                <a:lnTo>
                  <a:pt x="3221" y="2581"/>
                </a:lnTo>
                <a:lnTo>
                  <a:pt x="3206" y="2558"/>
                </a:lnTo>
                <a:lnTo>
                  <a:pt x="3067" y="2353"/>
                </a:lnTo>
                <a:lnTo>
                  <a:pt x="2879" y="2079"/>
                </a:lnTo>
                <a:lnTo>
                  <a:pt x="2841" y="2021"/>
                </a:lnTo>
                <a:lnTo>
                  <a:pt x="2821" y="1986"/>
                </a:lnTo>
                <a:lnTo>
                  <a:pt x="2795" y="1943"/>
                </a:lnTo>
                <a:lnTo>
                  <a:pt x="2740" y="1853"/>
                </a:lnTo>
                <a:lnTo>
                  <a:pt x="2689" y="1770"/>
                </a:lnTo>
                <a:lnTo>
                  <a:pt x="2674" y="1740"/>
                </a:lnTo>
                <a:lnTo>
                  <a:pt x="2661" y="1715"/>
                </a:lnTo>
                <a:lnTo>
                  <a:pt x="2619" y="1645"/>
                </a:lnTo>
                <a:lnTo>
                  <a:pt x="2558" y="1537"/>
                </a:lnTo>
                <a:lnTo>
                  <a:pt x="2476" y="1379"/>
                </a:lnTo>
                <a:lnTo>
                  <a:pt x="2378" y="1187"/>
                </a:lnTo>
                <a:lnTo>
                  <a:pt x="2335" y="1112"/>
                </a:lnTo>
                <a:lnTo>
                  <a:pt x="2319" y="1084"/>
                </a:lnTo>
                <a:lnTo>
                  <a:pt x="2309" y="1058"/>
                </a:lnTo>
                <a:lnTo>
                  <a:pt x="2293" y="1025"/>
                </a:lnTo>
                <a:lnTo>
                  <a:pt x="2266" y="974"/>
                </a:lnTo>
                <a:lnTo>
                  <a:pt x="2233" y="910"/>
                </a:lnTo>
                <a:lnTo>
                  <a:pt x="2198" y="834"/>
                </a:lnTo>
                <a:lnTo>
                  <a:pt x="2183" y="802"/>
                </a:lnTo>
                <a:lnTo>
                  <a:pt x="2155" y="759"/>
                </a:lnTo>
                <a:lnTo>
                  <a:pt x="2147" y="754"/>
                </a:lnTo>
                <a:lnTo>
                  <a:pt x="2140" y="753"/>
                </a:lnTo>
                <a:lnTo>
                  <a:pt x="2136" y="746"/>
                </a:lnTo>
                <a:lnTo>
                  <a:pt x="2139" y="741"/>
                </a:lnTo>
                <a:lnTo>
                  <a:pt x="2140" y="730"/>
                </a:lnTo>
                <a:lnTo>
                  <a:pt x="2123" y="676"/>
                </a:lnTo>
                <a:lnTo>
                  <a:pt x="2107" y="642"/>
                </a:lnTo>
                <a:lnTo>
                  <a:pt x="2070" y="566"/>
                </a:lnTo>
                <a:lnTo>
                  <a:pt x="2050" y="511"/>
                </a:lnTo>
                <a:lnTo>
                  <a:pt x="2043" y="496"/>
                </a:lnTo>
                <a:lnTo>
                  <a:pt x="2027" y="475"/>
                </a:lnTo>
                <a:lnTo>
                  <a:pt x="2012" y="467"/>
                </a:lnTo>
                <a:lnTo>
                  <a:pt x="1997" y="473"/>
                </a:lnTo>
                <a:lnTo>
                  <a:pt x="1989" y="483"/>
                </a:lnTo>
                <a:lnTo>
                  <a:pt x="1988" y="488"/>
                </a:lnTo>
                <a:lnTo>
                  <a:pt x="1994" y="511"/>
                </a:lnTo>
                <a:lnTo>
                  <a:pt x="2017" y="567"/>
                </a:lnTo>
                <a:lnTo>
                  <a:pt x="2040" y="614"/>
                </a:lnTo>
                <a:lnTo>
                  <a:pt x="2097" y="727"/>
                </a:lnTo>
                <a:lnTo>
                  <a:pt x="2160" y="868"/>
                </a:lnTo>
                <a:lnTo>
                  <a:pt x="2179" y="925"/>
                </a:lnTo>
                <a:lnTo>
                  <a:pt x="2178" y="933"/>
                </a:lnTo>
                <a:lnTo>
                  <a:pt x="2172" y="930"/>
                </a:lnTo>
                <a:lnTo>
                  <a:pt x="2133" y="876"/>
                </a:lnTo>
                <a:lnTo>
                  <a:pt x="2087" y="799"/>
                </a:lnTo>
                <a:lnTo>
                  <a:pt x="2052" y="733"/>
                </a:lnTo>
                <a:lnTo>
                  <a:pt x="2048" y="719"/>
                </a:lnTo>
                <a:lnTo>
                  <a:pt x="2047" y="712"/>
                </a:lnTo>
                <a:lnTo>
                  <a:pt x="2040" y="704"/>
                </a:lnTo>
                <a:lnTo>
                  <a:pt x="2035" y="703"/>
                </a:lnTo>
                <a:lnTo>
                  <a:pt x="2028" y="700"/>
                </a:lnTo>
                <a:lnTo>
                  <a:pt x="2009" y="668"/>
                </a:lnTo>
                <a:lnTo>
                  <a:pt x="2000" y="645"/>
                </a:lnTo>
                <a:lnTo>
                  <a:pt x="1989" y="621"/>
                </a:lnTo>
                <a:lnTo>
                  <a:pt x="1969" y="589"/>
                </a:lnTo>
                <a:lnTo>
                  <a:pt x="1962" y="586"/>
                </a:lnTo>
                <a:lnTo>
                  <a:pt x="1956" y="584"/>
                </a:lnTo>
                <a:lnTo>
                  <a:pt x="1948" y="572"/>
                </a:lnTo>
                <a:lnTo>
                  <a:pt x="1947" y="562"/>
                </a:lnTo>
                <a:lnTo>
                  <a:pt x="1946" y="551"/>
                </a:lnTo>
                <a:lnTo>
                  <a:pt x="1940" y="535"/>
                </a:lnTo>
                <a:lnTo>
                  <a:pt x="1935" y="531"/>
                </a:lnTo>
                <a:lnTo>
                  <a:pt x="1927" y="525"/>
                </a:lnTo>
                <a:lnTo>
                  <a:pt x="1897" y="482"/>
                </a:lnTo>
                <a:lnTo>
                  <a:pt x="1881" y="450"/>
                </a:lnTo>
                <a:lnTo>
                  <a:pt x="1839" y="373"/>
                </a:lnTo>
                <a:lnTo>
                  <a:pt x="1797" y="295"/>
                </a:lnTo>
                <a:lnTo>
                  <a:pt x="1783" y="271"/>
                </a:lnTo>
                <a:lnTo>
                  <a:pt x="1767" y="236"/>
                </a:lnTo>
                <a:lnTo>
                  <a:pt x="1763" y="211"/>
                </a:lnTo>
                <a:lnTo>
                  <a:pt x="1769" y="188"/>
                </a:lnTo>
                <a:lnTo>
                  <a:pt x="1777" y="174"/>
                </a:lnTo>
                <a:lnTo>
                  <a:pt x="1787" y="156"/>
                </a:lnTo>
                <a:lnTo>
                  <a:pt x="1806" y="134"/>
                </a:lnTo>
                <a:lnTo>
                  <a:pt x="1817" y="131"/>
                </a:lnTo>
                <a:lnTo>
                  <a:pt x="1822" y="134"/>
                </a:lnTo>
                <a:lnTo>
                  <a:pt x="1828" y="146"/>
                </a:lnTo>
                <a:lnTo>
                  <a:pt x="1828" y="162"/>
                </a:lnTo>
                <a:lnTo>
                  <a:pt x="1830" y="177"/>
                </a:lnTo>
                <a:lnTo>
                  <a:pt x="1844" y="208"/>
                </a:lnTo>
                <a:lnTo>
                  <a:pt x="1854" y="221"/>
                </a:lnTo>
                <a:lnTo>
                  <a:pt x="1864" y="231"/>
                </a:lnTo>
                <a:lnTo>
                  <a:pt x="1878" y="255"/>
                </a:lnTo>
                <a:lnTo>
                  <a:pt x="1879" y="263"/>
                </a:lnTo>
                <a:lnTo>
                  <a:pt x="1882" y="283"/>
                </a:lnTo>
                <a:lnTo>
                  <a:pt x="1907" y="346"/>
                </a:lnTo>
                <a:lnTo>
                  <a:pt x="1944" y="415"/>
                </a:lnTo>
                <a:lnTo>
                  <a:pt x="1969" y="450"/>
                </a:lnTo>
                <a:lnTo>
                  <a:pt x="1981" y="462"/>
                </a:lnTo>
                <a:lnTo>
                  <a:pt x="1985" y="462"/>
                </a:lnTo>
                <a:lnTo>
                  <a:pt x="1993" y="457"/>
                </a:lnTo>
                <a:lnTo>
                  <a:pt x="2003" y="441"/>
                </a:lnTo>
                <a:lnTo>
                  <a:pt x="2001" y="432"/>
                </a:lnTo>
                <a:lnTo>
                  <a:pt x="1986" y="390"/>
                </a:lnTo>
                <a:lnTo>
                  <a:pt x="1913" y="243"/>
                </a:lnTo>
                <a:lnTo>
                  <a:pt x="1894" y="214"/>
                </a:lnTo>
                <a:lnTo>
                  <a:pt x="1890" y="208"/>
                </a:lnTo>
                <a:lnTo>
                  <a:pt x="1879" y="181"/>
                </a:lnTo>
                <a:lnTo>
                  <a:pt x="1874" y="164"/>
                </a:lnTo>
                <a:lnTo>
                  <a:pt x="1863" y="118"/>
                </a:lnTo>
                <a:lnTo>
                  <a:pt x="1851" y="64"/>
                </a:lnTo>
                <a:lnTo>
                  <a:pt x="1843" y="39"/>
                </a:lnTo>
                <a:lnTo>
                  <a:pt x="1827" y="8"/>
                </a:lnTo>
                <a:lnTo>
                  <a:pt x="1812" y="0"/>
                </a:lnTo>
                <a:lnTo>
                  <a:pt x="1803" y="1"/>
                </a:lnTo>
                <a:lnTo>
                  <a:pt x="1788" y="12"/>
                </a:lnTo>
                <a:lnTo>
                  <a:pt x="1778" y="29"/>
                </a:lnTo>
                <a:close/>
                <a:moveTo>
                  <a:pt x="3102" y="2485"/>
                </a:moveTo>
                <a:lnTo>
                  <a:pt x="3112" y="2490"/>
                </a:lnTo>
                <a:lnTo>
                  <a:pt x="3122" y="2505"/>
                </a:lnTo>
                <a:lnTo>
                  <a:pt x="3120" y="2511"/>
                </a:lnTo>
                <a:lnTo>
                  <a:pt x="3113" y="2519"/>
                </a:lnTo>
                <a:lnTo>
                  <a:pt x="3101" y="2526"/>
                </a:lnTo>
                <a:lnTo>
                  <a:pt x="3088" y="2523"/>
                </a:lnTo>
                <a:lnTo>
                  <a:pt x="3077" y="2511"/>
                </a:lnTo>
                <a:lnTo>
                  <a:pt x="3072" y="2501"/>
                </a:lnTo>
                <a:lnTo>
                  <a:pt x="3069" y="2491"/>
                </a:lnTo>
                <a:lnTo>
                  <a:pt x="3067" y="2479"/>
                </a:lnTo>
                <a:lnTo>
                  <a:pt x="3079" y="2476"/>
                </a:lnTo>
                <a:lnTo>
                  <a:pt x="3102" y="2485"/>
                </a:lnTo>
                <a:close/>
                <a:moveTo>
                  <a:pt x="3249" y="2723"/>
                </a:moveTo>
                <a:lnTo>
                  <a:pt x="3329" y="2847"/>
                </a:lnTo>
                <a:lnTo>
                  <a:pt x="3406" y="2979"/>
                </a:lnTo>
                <a:lnTo>
                  <a:pt x="3431" y="3032"/>
                </a:lnTo>
                <a:lnTo>
                  <a:pt x="3434" y="3044"/>
                </a:lnTo>
                <a:lnTo>
                  <a:pt x="3431" y="3045"/>
                </a:lnTo>
                <a:lnTo>
                  <a:pt x="3408" y="3019"/>
                </a:lnTo>
                <a:lnTo>
                  <a:pt x="3393" y="2994"/>
                </a:lnTo>
                <a:lnTo>
                  <a:pt x="3375" y="2966"/>
                </a:lnTo>
                <a:lnTo>
                  <a:pt x="3336" y="2919"/>
                </a:lnTo>
                <a:lnTo>
                  <a:pt x="3322" y="2906"/>
                </a:lnTo>
                <a:lnTo>
                  <a:pt x="3310" y="2896"/>
                </a:lnTo>
                <a:lnTo>
                  <a:pt x="3302" y="2885"/>
                </a:lnTo>
                <a:lnTo>
                  <a:pt x="3301" y="2881"/>
                </a:lnTo>
                <a:lnTo>
                  <a:pt x="3303" y="2880"/>
                </a:lnTo>
                <a:lnTo>
                  <a:pt x="3306" y="2880"/>
                </a:lnTo>
                <a:lnTo>
                  <a:pt x="3306" y="2873"/>
                </a:lnTo>
                <a:lnTo>
                  <a:pt x="3297" y="2853"/>
                </a:lnTo>
                <a:lnTo>
                  <a:pt x="3285" y="2834"/>
                </a:lnTo>
                <a:lnTo>
                  <a:pt x="3244" y="2768"/>
                </a:lnTo>
                <a:lnTo>
                  <a:pt x="3166" y="2629"/>
                </a:lnTo>
                <a:lnTo>
                  <a:pt x="3135" y="2566"/>
                </a:lnTo>
                <a:lnTo>
                  <a:pt x="3135" y="2560"/>
                </a:lnTo>
                <a:lnTo>
                  <a:pt x="3144" y="2569"/>
                </a:lnTo>
                <a:lnTo>
                  <a:pt x="3206" y="2659"/>
                </a:lnTo>
                <a:lnTo>
                  <a:pt x="3249" y="2723"/>
                </a:lnTo>
                <a:close/>
                <a:moveTo>
                  <a:pt x="94" y="3075"/>
                </a:moveTo>
                <a:lnTo>
                  <a:pt x="89" y="3085"/>
                </a:lnTo>
                <a:lnTo>
                  <a:pt x="80" y="3095"/>
                </a:lnTo>
                <a:lnTo>
                  <a:pt x="77" y="3093"/>
                </a:lnTo>
                <a:lnTo>
                  <a:pt x="74" y="3089"/>
                </a:lnTo>
                <a:lnTo>
                  <a:pt x="76" y="3076"/>
                </a:lnTo>
                <a:lnTo>
                  <a:pt x="80" y="3068"/>
                </a:lnTo>
                <a:lnTo>
                  <a:pt x="86" y="3058"/>
                </a:lnTo>
                <a:lnTo>
                  <a:pt x="94" y="3050"/>
                </a:lnTo>
                <a:lnTo>
                  <a:pt x="99" y="3052"/>
                </a:lnTo>
                <a:lnTo>
                  <a:pt x="97" y="3065"/>
                </a:lnTo>
                <a:lnTo>
                  <a:pt x="94" y="3075"/>
                </a:lnTo>
                <a:close/>
                <a:moveTo>
                  <a:pt x="3381" y="3411"/>
                </a:moveTo>
                <a:lnTo>
                  <a:pt x="3359" y="3416"/>
                </a:lnTo>
                <a:lnTo>
                  <a:pt x="3163" y="3439"/>
                </a:lnTo>
                <a:lnTo>
                  <a:pt x="2681" y="3486"/>
                </a:lnTo>
                <a:lnTo>
                  <a:pt x="2344" y="3513"/>
                </a:lnTo>
                <a:lnTo>
                  <a:pt x="2200" y="3524"/>
                </a:lnTo>
                <a:lnTo>
                  <a:pt x="1901" y="3536"/>
                </a:lnTo>
                <a:lnTo>
                  <a:pt x="1608" y="3537"/>
                </a:lnTo>
                <a:lnTo>
                  <a:pt x="1345" y="3529"/>
                </a:lnTo>
                <a:lnTo>
                  <a:pt x="1232" y="3520"/>
                </a:lnTo>
                <a:lnTo>
                  <a:pt x="1116" y="3509"/>
                </a:lnTo>
                <a:lnTo>
                  <a:pt x="981" y="3493"/>
                </a:lnTo>
                <a:lnTo>
                  <a:pt x="963" y="3486"/>
                </a:lnTo>
                <a:lnTo>
                  <a:pt x="986" y="3483"/>
                </a:lnTo>
                <a:lnTo>
                  <a:pt x="1072" y="3481"/>
                </a:lnTo>
                <a:lnTo>
                  <a:pt x="1175" y="3483"/>
                </a:lnTo>
                <a:lnTo>
                  <a:pt x="1311" y="3485"/>
                </a:lnTo>
                <a:lnTo>
                  <a:pt x="1423" y="3481"/>
                </a:lnTo>
                <a:lnTo>
                  <a:pt x="1454" y="3475"/>
                </a:lnTo>
                <a:lnTo>
                  <a:pt x="1457" y="3470"/>
                </a:lnTo>
                <a:lnTo>
                  <a:pt x="1457" y="3461"/>
                </a:lnTo>
                <a:lnTo>
                  <a:pt x="1468" y="3460"/>
                </a:lnTo>
                <a:lnTo>
                  <a:pt x="1479" y="3468"/>
                </a:lnTo>
                <a:lnTo>
                  <a:pt x="1486" y="3472"/>
                </a:lnTo>
                <a:lnTo>
                  <a:pt x="1527" y="3477"/>
                </a:lnTo>
                <a:lnTo>
                  <a:pt x="1637" y="3481"/>
                </a:lnTo>
                <a:lnTo>
                  <a:pt x="1744" y="3480"/>
                </a:lnTo>
                <a:lnTo>
                  <a:pt x="2120" y="3470"/>
                </a:lnTo>
                <a:lnTo>
                  <a:pt x="2623" y="3452"/>
                </a:lnTo>
                <a:lnTo>
                  <a:pt x="2724" y="3446"/>
                </a:lnTo>
                <a:lnTo>
                  <a:pt x="2825" y="3436"/>
                </a:lnTo>
                <a:lnTo>
                  <a:pt x="2943" y="3429"/>
                </a:lnTo>
                <a:lnTo>
                  <a:pt x="3100" y="3420"/>
                </a:lnTo>
                <a:lnTo>
                  <a:pt x="3334" y="3400"/>
                </a:lnTo>
                <a:lnTo>
                  <a:pt x="3364" y="3394"/>
                </a:lnTo>
                <a:lnTo>
                  <a:pt x="3367" y="3392"/>
                </a:lnTo>
                <a:lnTo>
                  <a:pt x="3376" y="3393"/>
                </a:lnTo>
                <a:lnTo>
                  <a:pt x="3379" y="3396"/>
                </a:lnTo>
                <a:lnTo>
                  <a:pt x="3382" y="3400"/>
                </a:lnTo>
                <a:lnTo>
                  <a:pt x="3383" y="3408"/>
                </a:lnTo>
                <a:lnTo>
                  <a:pt x="3381" y="3411"/>
                </a:lnTo>
                <a:close/>
                <a:moveTo>
                  <a:pt x="3462" y="3397"/>
                </a:moveTo>
                <a:lnTo>
                  <a:pt x="3457" y="3401"/>
                </a:lnTo>
                <a:lnTo>
                  <a:pt x="3439" y="3402"/>
                </a:lnTo>
                <a:lnTo>
                  <a:pt x="3430" y="3399"/>
                </a:lnTo>
                <a:lnTo>
                  <a:pt x="3423" y="3395"/>
                </a:lnTo>
                <a:lnTo>
                  <a:pt x="3428" y="3390"/>
                </a:lnTo>
                <a:lnTo>
                  <a:pt x="3440" y="3389"/>
                </a:lnTo>
                <a:lnTo>
                  <a:pt x="3453" y="3389"/>
                </a:lnTo>
                <a:lnTo>
                  <a:pt x="3463" y="3392"/>
                </a:lnTo>
                <a:lnTo>
                  <a:pt x="3464" y="3395"/>
                </a:lnTo>
                <a:lnTo>
                  <a:pt x="3462" y="339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0" name="Freeform 87">
            <a:extLst>
              <a:ext uri="{FF2B5EF4-FFF2-40B4-BE49-F238E27FC236}">
                <a16:creationId xmlns:a16="http://schemas.microsoft.com/office/drawing/2014/main" id="{4F77A2D1-0D82-43FC-8078-BAEE6B650581}"/>
              </a:ext>
            </a:extLst>
          </p:cNvPr>
          <p:cNvSpPr>
            <a:spLocks noEditPoints="1"/>
          </p:cNvSpPr>
          <p:nvPr/>
        </p:nvSpPr>
        <p:spPr bwMode="auto">
          <a:xfrm>
            <a:off x="10943909" y="2132327"/>
            <a:ext cx="798513" cy="717550"/>
          </a:xfrm>
          <a:custGeom>
            <a:avLst/>
            <a:gdLst>
              <a:gd name="T0" fmla="*/ 1244 w 3519"/>
              <a:gd name="T1" fmla="*/ 83 h 3161"/>
              <a:gd name="T2" fmla="*/ 1412 w 3519"/>
              <a:gd name="T3" fmla="*/ 250 h 3161"/>
              <a:gd name="T4" fmla="*/ 1413 w 3519"/>
              <a:gd name="T5" fmla="*/ 386 h 3161"/>
              <a:gd name="T6" fmla="*/ 1304 w 3519"/>
              <a:gd name="T7" fmla="*/ 571 h 3161"/>
              <a:gd name="T8" fmla="*/ 872 w 3519"/>
              <a:gd name="T9" fmla="*/ 1301 h 3161"/>
              <a:gd name="T10" fmla="*/ 822 w 3519"/>
              <a:gd name="T11" fmla="*/ 1377 h 3161"/>
              <a:gd name="T12" fmla="*/ 812 w 3519"/>
              <a:gd name="T13" fmla="*/ 1403 h 3161"/>
              <a:gd name="T14" fmla="*/ 643 w 3519"/>
              <a:gd name="T15" fmla="*/ 1669 h 3161"/>
              <a:gd name="T16" fmla="*/ 495 w 3519"/>
              <a:gd name="T17" fmla="*/ 1926 h 3161"/>
              <a:gd name="T18" fmla="*/ 350 w 3519"/>
              <a:gd name="T19" fmla="*/ 2202 h 3161"/>
              <a:gd name="T20" fmla="*/ 252 w 3519"/>
              <a:gd name="T21" fmla="*/ 2363 h 3161"/>
              <a:gd name="T22" fmla="*/ 203 w 3519"/>
              <a:gd name="T23" fmla="*/ 2485 h 3161"/>
              <a:gd name="T24" fmla="*/ 51 w 3519"/>
              <a:gd name="T25" fmla="*/ 2745 h 3161"/>
              <a:gd name="T26" fmla="*/ 0 w 3519"/>
              <a:gd name="T27" fmla="*/ 2925 h 3161"/>
              <a:gd name="T28" fmla="*/ 80 w 3519"/>
              <a:gd name="T29" fmla="*/ 3016 h 3161"/>
              <a:gd name="T30" fmla="*/ 529 w 3519"/>
              <a:gd name="T31" fmla="*/ 3108 h 3161"/>
              <a:gd name="T32" fmla="*/ 743 w 3519"/>
              <a:gd name="T33" fmla="*/ 3132 h 3161"/>
              <a:gd name="T34" fmla="*/ 2230 w 3519"/>
              <a:gd name="T35" fmla="*/ 3147 h 3161"/>
              <a:gd name="T36" fmla="*/ 3278 w 3519"/>
              <a:gd name="T37" fmla="*/ 3053 h 3161"/>
              <a:gd name="T38" fmla="*/ 3519 w 3519"/>
              <a:gd name="T39" fmla="*/ 2975 h 3161"/>
              <a:gd name="T40" fmla="*/ 3436 w 3519"/>
              <a:gd name="T41" fmla="*/ 2806 h 3161"/>
              <a:gd name="T42" fmla="*/ 3359 w 3519"/>
              <a:gd name="T43" fmla="*/ 2692 h 3161"/>
              <a:gd name="T44" fmla="*/ 3199 w 3519"/>
              <a:gd name="T45" fmla="*/ 2498 h 3161"/>
              <a:gd name="T46" fmla="*/ 3113 w 3519"/>
              <a:gd name="T47" fmla="*/ 2374 h 3161"/>
              <a:gd name="T48" fmla="*/ 3046 w 3519"/>
              <a:gd name="T49" fmla="*/ 2295 h 3161"/>
              <a:gd name="T50" fmla="*/ 3024 w 3519"/>
              <a:gd name="T51" fmla="*/ 2258 h 3161"/>
              <a:gd name="T52" fmla="*/ 2963 w 3519"/>
              <a:gd name="T53" fmla="*/ 2181 h 3161"/>
              <a:gd name="T54" fmla="*/ 2930 w 3519"/>
              <a:gd name="T55" fmla="*/ 2120 h 3161"/>
              <a:gd name="T56" fmla="*/ 2793 w 3519"/>
              <a:gd name="T57" fmla="*/ 1902 h 3161"/>
              <a:gd name="T58" fmla="*/ 2717 w 3519"/>
              <a:gd name="T59" fmla="*/ 1799 h 3161"/>
              <a:gd name="T60" fmla="*/ 2466 w 3519"/>
              <a:gd name="T61" fmla="*/ 1425 h 3161"/>
              <a:gd name="T62" fmla="*/ 2441 w 3519"/>
              <a:gd name="T63" fmla="*/ 1393 h 3161"/>
              <a:gd name="T64" fmla="*/ 2016 w 3519"/>
              <a:gd name="T65" fmla="*/ 824 h 3161"/>
              <a:gd name="T66" fmla="*/ 1530 w 3519"/>
              <a:gd name="T67" fmla="*/ 289 h 3161"/>
              <a:gd name="T68" fmla="*/ 1605 w 3519"/>
              <a:gd name="T69" fmla="*/ 94 h 3161"/>
              <a:gd name="T70" fmla="*/ 1576 w 3519"/>
              <a:gd name="T71" fmla="*/ 61 h 3161"/>
              <a:gd name="T72" fmla="*/ 1522 w 3519"/>
              <a:gd name="T73" fmla="*/ 184 h 3161"/>
              <a:gd name="T74" fmla="*/ 1387 w 3519"/>
              <a:gd name="T75" fmla="*/ 164 h 3161"/>
              <a:gd name="T76" fmla="*/ 1198 w 3519"/>
              <a:gd name="T77" fmla="*/ 0 h 3161"/>
              <a:gd name="T78" fmla="*/ 1770 w 3519"/>
              <a:gd name="T79" fmla="*/ 628 h 3161"/>
              <a:gd name="T80" fmla="*/ 2114 w 3519"/>
              <a:gd name="T81" fmla="*/ 1021 h 3161"/>
              <a:gd name="T82" fmla="*/ 2449 w 3519"/>
              <a:gd name="T83" fmla="*/ 1472 h 3161"/>
              <a:gd name="T84" fmla="*/ 2473 w 3519"/>
              <a:gd name="T85" fmla="*/ 1519 h 3161"/>
              <a:gd name="T86" fmla="*/ 2601 w 3519"/>
              <a:gd name="T87" fmla="*/ 1703 h 3161"/>
              <a:gd name="T88" fmla="*/ 2708 w 3519"/>
              <a:gd name="T89" fmla="*/ 1851 h 3161"/>
              <a:gd name="T90" fmla="*/ 2853 w 3519"/>
              <a:gd name="T91" fmla="*/ 2096 h 3161"/>
              <a:gd name="T92" fmla="*/ 3090 w 3519"/>
              <a:gd name="T93" fmla="*/ 2429 h 3161"/>
              <a:gd name="T94" fmla="*/ 3415 w 3519"/>
              <a:gd name="T95" fmla="*/ 2856 h 3161"/>
              <a:gd name="T96" fmla="*/ 3448 w 3519"/>
              <a:gd name="T97" fmla="*/ 2923 h 3161"/>
              <a:gd name="T98" fmla="*/ 3424 w 3519"/>
              <a:gd name="T99" fmla="*/ 2986 h 3161"/>
              <a:gd name="T100" fmla="*/ 3186 w 3519"/>
              <a:gd name="T101" fmla="*/ 3019 h 3161"/>
              <a:gd name="T102" fmla="*/ 2636 w 3519"/>
              <a:gd name="T103" fmla="*/ 3073 h 3161"/>
              <a:gd name="T104" fmla="*/ 1168 w 3519"/>
              <a:gd name="T105" fmla="*/ 3090 h 3161"/>
              <a:gd name="T106" fmla="*/ 127 w 3519"/>
              <a:gd name="T107" fmla="*/ 2983 h 3161"/>
              <a:gd name="T108" fmla="*/ 27 w 3519"/>
              <a:gd name="T109" fmla="*/ 2910 h 3161"/>
              <a:gd name="T110" fmla="*/ 340 w 3519"/>
              <a:gd name="T111" fmla="*/ 2303 h 3161"/>
              <a:gd name="T112" fmla="*/ 534 w 3519"/>
              <a:gd name="T113" fmla="*/ 1976 h 3161"/>
              <a:gd name="T114" fmla="*/ 842 w 3519"/>
              <a:gd name="T115" fmla="*/ 1465 h 3161"/>
              <a:gd name="T116" fmla="*/ 1426 w 3519"/>
              <a:gd name="T117" fmla="*/ 475 h 3161"/>
              <a:gd name="T118" fmla="*/ 1521 w 3519"/>
              <a:gd name="T119" fmla="*/ 376 h 3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519" h="3161">
                <a:moveTo>
                  <a:pt x="1192" y="25"/>
                </a:moveTo>
                <a:lnTo>
                  <a:pt x="1196" y="37"/>
                </a:lnTo>
                <a:lnTo>
                  <a:pt x="1216" y="64"/>
                </a:lnTo>
                <a:lnTo>
                  <a:pt x="1228" y="73"/>
                </a:lnTo>
                <a:lnTo>
                  <a:pt x="1244" y="83"/>
                </a:lnTo>
                <a:lnTo>
                  <a:pt x="1286" y="119"/>
                </a:lnTo>
                <a:lnTo>
                  <a:pt x="1304" y="141"/>
                </a:lnTo>
                <a:lnTo>
                  <a:pt x="1349" y="188"/>
                </a:lnTo>
                <a:lnTo>
                  <a:pt x="1395" y="235"/>
                </a:lnTo>
                <a:lnTo>
                  <a:pt x="1412" y="250"/>
                </a:lnTo>
                <a:lnTo>
                  <a:pt x="1431" y="273"/>
                </a:lnTo>
                <a:lnTo>
                  <a:pt x="1436" y="295"/>
                </a:lnTo>
                <a:lnTo>
                  <a:pt x="1430" y="330"/>
                </a:lnTo>
                <a:lnTo>
                  <a:pt x="1423" y="354"/>
                </a:lnTo>
                <a:lnTo>
                  <a:pt x="1413" y="386"/>
                </a:lnTo>
                <a:lnTo>
                  <a:pt x="1384" y="444"/>
                </a:lnTo>
                <a:lnTo>
                  <a:pt x="1370" y="460"/>
                </a:lnTo>
                <a:lnTo>
                  <a:pt x="1357" y="478"/>
                </a:lnTo>
                <a:lnTo>
                  <a:pt x="1321" y="537"/>
                </a:lnTo>
                <a:lnTo>
                  <a:pt x="1304" y="571"/>
                </a:lnTo>
                <a:lnTo>
                  <a:pt x="1272" y="637"/>
                </a:lnTo>
                <a:lnTo>
                  <a:pt x="1116" y="901"/>
                </a:lnTo>
                <a:lnTo>
                  <a:pt x="985" y="1113"/>
                </a:lnTo>
                <a:lnTo>
                  <a:pt x="911" y="1234"/>
                </a:lnTo>
                <a:lnTo>
                  <a:pt x="872" y="1301"/>
                </a:lnTo>
                <a:lnTo>
                  <a:pt x="861" y="1320"/>
                </a:lnTo>
                <a:lnTo>
                  <a:pt x="839" y="1350"/>
                </a:lnTo>
                <a:lnTo>
                  <a:pt x="832" y="1357"/>
                </a:lnTo>
                <a:lnTo>
                  <a:pt x="826" y="1363"/>
                </a:lnTo>
                <a:lnTo>
                  <a:pt x="822" y="1377"/>
                </a:lnTo>
                <a:lnTo>
                  <a:pt x="825" y="1384"/>
                </a:lnTo>
                <a:lnTo>
                  <a:pt x="829" y="1390"/>
                </a:lnTo>
                <a:lnTo>
                  <a:pt x="826" y="1398"/>
                </a:lnTo>
                <a:lnTo>
                  <a:pt x="820" y="1399"/>
                </a:lnTo>
                <a:lnTo>
                  <a:pt x="812" y="1403"/>
                </a:lnTo>
                <a:lnTo>
                  <a:pt x="786" y="1437"/>
                </a:lnTo>
                <a:lnTo>
                  <a:pt x="772" y="1462"/>
                </a:lnTo>
                <a:lnTo>
                  <a:pt x="736" y="1529"/>
                </a:lnTo>
                <a:lnTo>
                  <a:pt x="686" y="1605"/>
                </a:lnTo>
                <a:lnTo>
                  <a:pt x="643" y="1669"/>
                </a:lnTo>
                <a:lnTo>
                  <a:pt x="630" y="1695"/>
                </a:lnTo>
                <a:lnTo>
                  <a:pt x="618" y="1720"/>
                </a:lnTo>
                <a:lnTo>
                  <a:pt x="576" y="1791"/>
                </a:lnTo>
                <a:lnTo>
                  <a:pt x="528" y="1870"/>
                </a:lnTo>
                <a:lnTo>
                  <a:pt x="495" y="1926"/>
                </a:lnTo>
                <a:lnTo>
                  <a:pt x="462" y="1984"/>
                </a:lnTo>
                <a:lnTo>
                  <a:pt x="411" y="2077"/>
                </a:lnTo>
                <a:lnTo>
                  <a:pt x="366" y="2162"/>
                </a:lnTo>
                <a:lnTo>
                  <a:pt x="351" y="2196"/>
                </a:lnTo>
                <a:lnTo>
                  <a:pt x="350" y="2202"/>
                </a:lnTo>
                <a:lnTo>
                  <a:pt x="340" y="2217"/>
                </a:lnTo>
                <a:lnTo>
                  <a:pt x="333" y="2222"/>
                </a:lnTo>
                <a:lnTo>
                  <a:pt x="322" y="2233"/>
                </a:lnTo>
                <a:lnTo>
                  <a:pt x="288" y="2290"/>
                </a:lnTo>
                <a:lnTo>
                  <a:pt x="252" y="2363"/>
                </a:lnTo>
                <a:lnTo>
                  <a:pt x="228" y="2428"/>
                </a:lnTo>
                <a:lnTo>
                  <a:pt x="225" y="2445"/>
                </a:lnTo>
                <a:lnTo>
                  <a:pt x="224" y="2458"/>
                </a:lnTo>
                <a:lnTo>
                  <a:pt x="212" y="2478"/>
                </a:lnTo>
                <a:lnTo>
                  <a:pt x="203" y="2485"/>
                </a:lnTo>
                <a:lnTo>
                  <a:pt x="191" y="2495"/>
                </a:lnTo>
                <a:lnTo>
                  <a:pt x="148" y="2561"/>
                </a:lnTo>
                <a:lnTo>
                  <a:pt x="123" y="2607"/>
                </a:lnTo>
                <a:lnTo>
                  <a:pt x="100" y="2657"/>
                </a:lnTo>
                <a:lnTo>
                  <a:pt x="51" y="2745"/>
                </a:lnTo>
                <a:lnTo>
                  <a:pt x="36" y="2769"/>
                </a:lnTo>
                <a:lnTo>
                  <a:pt x="26" y="2785"/>
                </a:lnTo>
                <a:lnTo>
                  <a:pt x="11" y="2825"/>
                </a:lnTo>
                <a:lnTo>
                  <a:pt x="2" y="2871"/>
                </a:lnTo>
                <a:lnTo>
                  <a:pt x="0" y="2925"/>
                </a:lnTo>
                <a:lnTo>
                  <a:pt x="2" y="2953"/>
                </a:lnTo>
                <a:lnTo>
                  <a:pt x="3" y="2959"/>
                </a:lnTo>
                <a:lnTo>
                  <a:pt x="11" y="2973"/>
                </a:lnTo>
                <a:lnTo>
                  <a:pt x="32" y="2991"/>
                </a:lnTo>
                <a:lnTo>
                  <a:pt x="80" y="3016"/>
                </a:lnTo>
                <a:lnTo>
                  <a:pt x="147" y="3040"/>
                </a:lnTo>
                <a:lnTo>
                  <a:pt x="227" y="3063"/>
                </a:lnTo>
                <a:lnTo>
                  <a:pt x="320" y="3082"/>
                </a:lnTo>
                <a:lnTo>
                  <a:pt x="421" y="3097"/>
                </a:lnTo>
                <a:lnTo>
                  <a:pt x="529" y="3108"/>
                </a:lnTo>
                <a:lnTo>
                  <a:pt x="584" y="3112"/>
                </a:lnTo>
                <a:lnTo>
                  <a:pt x="629" y="3115"/>
                </a:lnTo>
                <a:lnTo>
                  <a:pt x="699" y="3123"/>
                </a:lnTo>
                <a:lnTo>
                  <a:pt x="711" y="3127"/>
                </a:lnTo>
                <a:lnTo>
                  <a:pt x="743" y="3132"/>
                </a:lnTo>
                <a:lnTo>
                  <a:pt x="982" y="3144"/>
                </a:lnTo>
                <a:lnTo>
                  <a:pt x="1512" y="3159"/>
                </a:lnTo>
                <a:lnTo>
                  <a:pt x="1780" y="3161"/>
                </a:lnTo>
                <a:lnTo>
                  <a:pt x="1922" y="3158"/>
                </a:lnTo>
                <a:lnTo>
                  <a:pt x="2230" y="3147"/>
                </a:lnTo>
                <a:lnTo>
                  <a:pt x="2535" y="3128"/>
                </a:lnTo>
                <a:lnTo>
                  <a:pt x="2807" y="3105"/>
                </a:lnTo>
                <a:lnTo>
                  <a:pt x="2920" y="3092"/>
                </a:lnTo>
                <a:lnTo>
                  <a:pt x="3112" y="3070"/>
                </a:lnTo>
                <a:lnTo>
                  <a:pt x="3278" y="3053"/>
                </a:lnTo>
                <a:lnTo>
                  <a:pt x="3332" y="3047"/>
                </a:lnTo>
                <a:lnTo>
                  <a:pt x="3421" y="3031"/>
                </a:lnTo>
                <a:lnTo>
                  <a:pt x="3483" y="3009"/>
                </a:lnTo>
                <a:lnTo>
                  <a:pt x="3510" y="2989"/>
                </a:lnTo>
                <a:lnTo>
                  <a:pt x="3519" y="2975"/>
                </a:lnTo>
                <a:lnTo>
                  <a:pt x="3519" y="2966"/>
                </a:lnTo>
                <a:lnTo>
                  <a:pt x="3518" y="2954"/>
                </a:lnTo>
                <a:lnTo>
                  <a:pt x="3501" y="2914"/>
                </a:lnTo>
                <a:lnTo>
                  <a:pt x="3472" y="2862"/>
                </a:lnTo>
                <a:lnTo>
                  <a:pt x="3436" y="2806"/>
                </a:lnTo>
                <a:lnTo>
                  <a:pt x="3416" y="2781"/>
                </a:lnTo>
                <a:lnTo>
                  <a:pt x="3396" y="2756"/>
                </a:lnTo>
                <a:lnTo>
                  <a:pt x="3370" y="2716"/>
                </a:lnTo>
                <a:lnTo>
                  <a:pt x="3367" y="2708"/>
                </a:lnTo>
                <a:lnTo>
                  <a:pt x="3359" y="2692"/>
                </a:lnTo>
                <a:lnTo>
                  <a:pt x="3281" y="2599"/>
                </a:lnTo>
                <a:lnTo>
                  <a:pt x="3229" y="2543"/>
                </a:lnTo>
                <a:lnTo>
                  <a:pt x="3217" y="2530"/>
                </a:lnTo>
                <a:lnTo>
                  <a:pt x="3200" y="2506"/>
                </a:lnTo>
                <a:lnTo>
                  <a:pt x="3199" y="2498"/>
                </a:lnTo>
                <a:lnTo>
                  <a:pt x="3196" y="2490"/>
                </a:lnTo>
                <a:lnTo>
                  <a:pt x="3185" y="2468"/>
                </a:lnTo>
                <a:lnTo>
                  <a:pt x="3176" y="2459"/>
                </a:lnTo>
                <a:lnTo>
                  <a:pt x="3152" y="2428"/>
                </a:lnTo>
                <a:lnTo>
                  <a:pt x="3113" y="2374"/>
                </a:lnTo>
                <a:lnTo>
                  <a:pt x="3096" y="2349"/>
                </a:lnTo>
                <a:lnTo>
                  <a:pt x="3067" y="2314"/>
                </a:lnTo>
                <a:lnTo>
                  <a:pt x="3060" y="2310"/>
                </a:lnTo>
                <a:lnTo>
                  <a:pt x="3054" y="2309"/>
                </a:lnTo>
                <a:lnTo>
                  <a:pt x="3046" y="2295"/>
                </a:lnTo>
                <a:lnTo>
                  <a:pt x="3046" y="2285"/>
                </a:lnTo>
                <a:lnTo>
                  <a:pt x="3045" y="2275"/>
                </a:lnTo>
                <a:lnTo>
                  <a:pt x="3037" y="2261"/>
                </a:lnTo>
                <a:lnTo>
                  <a:pt x="3031" y="2260"/>
                </a:lnTo>
                <a:lnTo>
                  <a:pt x="3024" y="2258"/>
                </a:lnTo>
                <a:lnTo>
                  <a:pt x="3012" y="2238"/>
                </a:lnTo>
                <a:lnTo>
                  <a:pt x="3007" y="2224"/>
                </a:lnTo>
                <a:lnTo>
                  <a:pt x="3002" y="2210"/>
                </a:lnTo>
                <a:lnTo>
                  <a:pt x="2978" y="2186"/>
                </a:lnTo>
                <a:lnTo>
                  <a:pt x="2963" y="2181"/>
                </a:lnTo>
                <a:lnTo>
                  <a:pt x="2950" y="2176"/>
                </a:lnTo>
                <a:lnTo>
                  <a:pt x="2937" y="2159"/>
                </a:lnTo>
                <a:lnTo>
                  <a:pt x="2938" y="2150"/>
                </a:lnTo>
                <a:lnTo>
                  <a:pt x="2939" y="2144"/>
                </a:lnTo>
                <a:lnTo>
                  <a:pt x="2930" y="2120"/>
                </a:lnTo>
                <a:lnTo>
                  <a:pt x="2901" y="2066"/>
                </a:lnTo>
                <a:lnTo>
                  <a:pt x="2870" y="2024"/>
                </a:lnTo>
                <a:lnTo>
                  <a:pt x="2840" y="1981"/>
                </a:lnTo>
                <a:lnTo>
                  <a:pt x="2797" y="1915"/>
                </a:lnTo>
                <a:lnTo>
                  <a:pt x="2793" y="1902"/>
                </a:lnTo>
                <a:lnTo>
                  <a:pt x="2791" y="1894"/>
                </a:lnTo>
                <a:lnTo>
                  <a:pt x="2772" y="1865"/>
                </a:lnTo>
                <a:lnTo>
                  <a:pt x="2758" y="1850"/>
                </a:lnTo>
                <a:lnTo>
                  <a:pt x="2742" y="1833"/>
                </a:lnTo>
                <a:lnTo>
                  <a:pt x="2717" y="1799"/>
                </a:lnTo>
                <a:lnTo>
                  <a:pt x="2712" y="1787"/>
                </a:lnTo>
                <a:lnTo>
                  <a:pt x="2696" y="1758"/>
                </a:lnTo>
                <a:lnTo>
                  <a:pt x="2624" y="1645"/>
                </a:lnTo>
                <a:lnTo>
                  <a:pt x="2535" y="1517"/>
                </a:lnTo>
                <a:lnTo>
                  <a:pt x="2466" y="1425"/>
                </a:lnTo>
                <a:lnTo>
                  <a:pt x="2454" y="1416"/>
                </a:lnTo>
                <a:lnTo>
                  <a:pt x="2447" y="1415"/>
                </a:lnTo>
                <a:lnTo>
                  <a:pt x="2441" y="1407"/>
                </a:lnTo>
                <a:lnTo>
                  <a:pt x="2443" y="1401"/>
                </a:lnTo>
                <a:lnTo>
                  <a:pt x="2441" y="1393"/>
                </a:lnTo>
                <a:lnTo>
                  <a:pt x="2417" y="1351"/>
                </a:lnTo>
                <a:lnTo>
                  <a:pt x="2345" y="1246"/>
                </a:lnTo>
                <a:lnTo>
                  <a:pt x="2208" y="1061"/>
                </a:lnTo>
                <a:lnTo>
                  <a:pt x="2068" y="884"/>
                </a:lnTo>
                <a:lnTo>
                  <a:pt x="2016" y="824"/>
                </a:lnTo>
                <a:lnTo>
                  <a:pt x="1752" y="542"/>
                </a:lnTo>
                <a:lnTo>
                  <a:pt x="1553" y="334"/>
                </a:lnTo>
                <a:lnTo>
                  <a:pt x="1543" y="325"/>
                </a:lnTo>
                <a:lnTo>
                  <a:pt x="1532" y="309"/>
                </a:lnTo>
                <a:lnTo>
                  <a:pt x="1530" y="289"/>
                </a:lnTo>
                <a:lnTo>
                  <a:pt x="1536" y="263"/>
                </a:lnTo>
                <a:lnTo>
                  <a:pt x="1542" y="245"/>
                </a:lnTo>
                <a:lnTo>
                  <a:pt x="1565" y="185"/>
                </a:lnTo>
                <a:lnTo>
                  <a:pt x="1593" y="121"/>
                </a:lnTo>
                <a:lnTo>
                  <a:pt x="1605" y="94"/>
                </a:lnTo>
                <a:lnTo>
                  <a:pt x="1612" y="65"/>
                </a:lnTo>
                <a:lnTo>
                  <a:pt x="1610" y="53"/>
                </a:lnTo>
                <a:lnTo>
                  <a:pt x="1607" y="50"/>
                </a:lnTo>
                <a:lnTo>
                  <a:pt x="1597" y="49"/>
                </a:lnTo>
                <a:lnTo>
                  <a:pt x="1576" y="61"/>
                </a:lnTo>
                <a:lnTo>
                  <a:pt x="1556" y="84"/>
                </a:lnTo>
                <a:lnTo>
                  <a:pt x="1542" y="116"/>
                </a:lnTo>
                <a:lnTo>
                  <a:pt x="1539" y="133"/>
                </a:lnTo>
                <a:lnTo>
                  <a:pt x="1536" y="150"/>
                </a:lnTo>
                <a:lnTo>
                  <a:pt x="1522" y="184"/>
                </a:lnTo>
                <a:lnTo>
                  <a:pt x="1502" y="214"/>
                </a:lnTo>
                <a:lnTo>
                  <a:pt x="1480" y="233"/>
                </a:lnTo>
                <a:lnTo>
                  <a:pt x="1470" y="235"/>
                </a:lnTo>
                <a:lnTo>
                  <a:pt x="1458" y="228"/>
                </a:lnTo>
                <a:lnTo>
                  <a:pt x="1387" y="164"/>
                </a:lnTo>
                <a:lnTo>
                  <a:pt x="1340" y="116"/>
                </a:lnTo>
                <a:lnTo>
                  <a:pt x="1299" y="76"/>
                </a:lnTo>
                <a:lnTo>
                  <a:pt x="1238" y="21"/>
                </a:lnTo>
                <a:lnTo>
                  <a:pt x="1210" y="3"/>
                </a:lnTo>
                <a:lnTo>
                  <a:pt x="1198" y="0"/>
                </a:lnTo>
                <a:lnTo>
                  <a:pt x="1192" y="4"/>
                </a:lnTo>
                <a:lnTo>
                  <a:pt x="1190" y="16"/>
                </a:lnTo>
                <a:lnTo>
                  <a:pt x="1192" y="25"/>
                </a:lnTo>
                <a:close/>
                <a:moveTo>
                  <a:pt x="1683" y="533"/>
                </a:moveTo>
                <a:lnTo>
                  <a:pt x="1770" y="628"/>
                </a:lnTo>
                <a:lnTo>
                  <a:pt x="1848" y="714"/>
                </a:lnTo>
                <a:lnTo>
                  <a:pt x="1915" y="789"/>
                </a:lnTo>
                <a:lnTo>
                  <a:pt x="1965" y="844"/>
                </a:lnTo>
                <a:lnTo>
                  <a:pt x="2010" y="895"/>
                </a:lnTo>
                <a:lnTo>
                  <a:pt x="2114" y="1021"/>
                </a:lnTo>
                <a:lnTo>
                  <a:pt x="2224" y="1163"/>
                </a:lnTo>
                <a:lnTo>
                  <a:pt x="2328" y="1303"/>
                </a:lnTo>
                <a:lnTo>
                  <a:pt x="2370" y="1366"/>
                </a:lnTo>
                <a:lnTo>
                  <a:pt x="2402" y="1409"/>
                </a:lnTo>
                <a:lnTo>
                  <a:pt x="2449" y="1472"/>
                </a:lnTo>
                <a:lnTo>
                  <a:pt x="2460" y="1480"/>
                </a:lnTo>
                <a:lnTo>
                  <a:pt x="2465" y="1484"/>
                </a:lnTo>
                <a:lnTo>
                  <a:pt x="2471" y="1499"/>
                </a:lnTo>
                <a:lnTo>
                  <a:pt x="2472" y="1508"/>
                </a:lnTo>
                <a:lnTo>
                  <a:pt x="2473" y="1519"/>
                </a:lnTo>
                <a:lnTo>
                  <a:pt x="2486" y="1541"/>
                </a:lnTo>
                <a:lnTo>
                  <a:pt x="2495" y="1549"/>
                </a:lnTo>
                <a:lnTo>
                  <a:pt x="2509" y="1565"/>
                </a:lnTo>
                <a:lnTo>
                  <a:pt x="2567" y="1649"/>
                </a:lnTo>
                <a:lnTo>
                  <a:pt x="2601" y="1703"/>
                </a:lnTo>
                <a:lnTo>
                  <a:pt x="2634" y="1756"/>
                </a:lnTo>
                <a:lnTo>
                  <a:pt x="2686" y="1830"/>
                </a:lnTo>
                <a:lnTo>
                  <a:pt x="2695" y="1838"/>
                </a:lnTo>
                <a:lnTo>
                  <a:pt x="2701" y="1840"/>
                </a:lnTo>
                <a:lnTo>
                  <a:pt x="2708" y="1851"/>
                </a:lnTo>
                <a:lnTo>
                  <a:pt x="2708" y="1858"/>
                </a:lnTo>
                <a:lnTo>
                  <a:pt x="2711" y="1871"/>
                </a:lnTo>
                <a:lnTo>
                  <a:pt x="2737" y="1920"/>
                </a:lnTo>
                <a:lnTo>
                  <a:pt x="2756" y="1949"/>
                </a:lnTo>
                <a:lnTo>
                  <a:pt x="2853" y="2096"/>
                </a:lnTo>
                <a:lnTo>
                  <a:pt x="2996" y="2300"/>
                </a:lnTo>
                <a:lnTo>
                  <a:pt x="3041" y="2356"/>
                </a:lnTo>
                <a:lnTo>
                  <a:pt x="3064" y="2385"/>
                </a:lnTo>
                <a:lnTo>
                  <a:pt x="3090" y="2425"/>
                </a:lnTo>
                <a:lnTo>
                  <a:pt x="3090" y="2429"/>
                </a:lnTo>
                <a:lnTo>
                  <a:pt x="3094" y="2439"/>
                </a:lnTo>
                <a:lnTo>
                  <a:pt x="3168" y="2539"/>
                </a:lnTo>
                <a:lnTo>
                  <a:pt x="3227" y="2614"/>
                </a:lnTo>
                <a:lnTo>
                  <a:pt x="3338" y="2754"/>
                </a:lnTo>
                <a:lnTo>
                  <a:pt x="3415" y="2856"/>
                </a:lnTo>
                <a:lnTo>
                  <a:pt x="3433" y="2884"/>
                </a:lnTo>
                <a:lnTo>
                  <a:pt x="3432" y="2890"/>
                </a:lnTo>
                <a:lnTo>
                  <a:pt x="3431" y="2894"/>
                </a:lnTo>
                <a:lnTo>
                  <a:pt x="3440" y="2912"/>
                </a:lnTo>
                <a:lnTo>
                  <a:pt x="3448" y="2923"/>
                </a:lnTo>
                <a:lnTo>
                  <a:pt x="3457" y="2935"/>
                </a:lnTo>
                <a:lnTo>
                  <a:pt x="3464" y="2957"/>
                </a:lnTo>
                <a:lnTo>
                  <a:pt x="3462" y="2965"/>
                </a:lnTo>
                <a:lnTo>
                  <a:pt x="3456" y="2972"/>
                </a:lnTo>
                <a:lnTo>
                  <a:pt x="3424" y="2986"/>
                </a:lnTo>
                <a:lnTo>
                  <a:pt x="3380" y="2999"/>
                </a:lnTo>
                <a:lnTo>
                  <a:pt x="3341" y="3006"/>
                </a:lnTo>
                <a:lnTo>
                  <a:pt x="3330" y="3006"/>
                </a:lnTo>
                <a:lnTo>
                  <a:pt x="3291" y="3007"/>
                </a:lnTo>
                <a:lnTo>
                  <a:pt x="3186" y="3019"/>
                </a:lnTo>
                <a:lnTo>
                  <a:pt x="3060" y="3034"/>
                </a:lnTo>
                <a:lnTo>
                  <a:pt x="2945" y="3044"/>
                </a:lnTo>
                <a:lnTo>
                  <a:pt x="2839" y="3054"/>
                </a:lnTo>
                <a:lnTo>
                  <a:pt x="2742" y="3063"/>
                </a:lnTo>
                <a:lnTo>
                  <a:pt x="2636" y="3073"/>
                </a:lnTo>
                <a:lnTo>
                  <a:pt x="2318" y="3090"/>
                </a:lnTo>
                <a:lnTo>
                  <a:pt x="1945" y="3100"/>
                </a:lnTo>
                <a:lnTo>
                  <a:pt x="1597" y="3103"/>
                </a:lnTo>
                <a:lnTo>
                  <a:pt x="1465" y="3100"/>
                </a:lnTo>
                <a:lnTo>
                  <a:pt x="1168" y="3090"/>
                </a:lnTo>
                <a:lnTo>
                  <a:pt x="703" y="3065"/>
                </a:lnTo>
                <a:lnTo>
                  <a:pt x="447" y="3041"/>
                </a:lnTo>
                <a:lnTo>
                  <a:pt x="313" y="3024"/>
                </a:lnTo>
                <a:lnTo>
                  <a:pt x="208" y="3004"/>
                </a:lnTo>
                <a:lnTo>
                  <a:pt x="127" y="2983"/>
                </a:lnTo>
                <a:lnTo>
                  <a:pt x="98" y="2971"/>
                </a:lnTo>
                <a:lnTo>
                  <a:pt x="75" y="2959"/>
                </a:lnTo>
                <a:lnTo>
                  <a:pt x="43" y="2943"/>
                </a:lnTo>
                <a:lnTo>
                  <a:pt x="29" y="2928"/>
                </a:lnTo>
                <a:lnTo>
                  <a:pt x="27" y="2910"/>
                </a:lnTo>
                <a:lnTo>
                  <a:pt x="31" y="2898"/>
                </a:lnTo>
                <a:lnTo>
                  <a:pt x="42" y="2868"/>
                </a:lnTo>
                <a:lnTo>
                  <a:pt x="107" y="2738"/>
                </a:lnTo>
                <a:lnTo>
                  <a:pt x="250" y="2463"/>
                </a:lnTo>
                <a:lnTo>
                  <a:pt x="340" y="2303"/>
                </a:lnTo>
                <a:lnTo>
                  <a:pt x="408" y="2186"/>
                </a:lnTo>
                <a:lnTo>
                  <a:pt x="427" y="2146"/>
                </a:lnTo>
                <a:lnTo>
                  <a:pt x="435" y="2131"/>
                </a:lnTo>
                <a:lnTo>
                  <a:pt x="460" y="2095"/>
                </a:lnTo>
                <a:lnTo>
                  <a:pt x="534" y="1976"/>
                </a:lnTo>
                <a:lnTo>
                  <a:pt x="720" y="1660"/>
                </a:lnTo>
                <a:lnTo>
                  <a:pt x="745" y="1620"/>
                </a:lnTo>
                <a:lnTo>
                  <a:pt x="781" y="1561"/>
                </a:lnTo>
                <a:lnTo>
                  <a:pt x="818" y="1504"/>
                </a:lnTo>
                <a:lnTo>
                  <a:pt x="842" y="1465"/>
                </a:lnTo>
                <a:lnTo>
                  <a:pt x="904" y="1359"/>
                </a:lnTo>
                <a:lnTo>
                  <a:pt x="1081" y="1067"/>
                </a:lnTo>
                <a:lnTo>
                  <a:pt x="1229" y="821"/>
                </a:lnTo>
                <a:lnTo>
                  <a:pt x="1372" y="576"/>
                </a:lnTo>
                <a:lnTo>
                  <a:pt x="1426" y="475"/>
                </a:lnTo>
                <a:lnTo>
                  <a:pt x="1465" y="401"/>
                </a:lnTo>
                <a:lnTo>
                  <a:pt x="1486" y="368"/>
                </a:lnTo>
                <a:lnTo>
                  <a:pt x="1488" y="365"/>
                </a:lnTo>
                <a:lnTo>
                  <a:pt x="1498" y="364"/>
                </a:lnTo>
                <a:lnTo>
                  <a:pt x="1521" y="376"/>
                </a:lnTo>
                <a:lnTo>
                  <a:pt x="1571" y="417"/>
                </a:lnTo>
                <a:lnTo>
                  <a:pt x="1640" y="487"/>
                </a:lnTo>
                <a:lnTo>
                  <a:pt x="1683" y="5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1" name="Freeform 89">
            <a:extLst>
              <a:ext uri="{FF2B5EF4-FFF2-40B4-BE49-F238E27FC236}">
                <a16:creationId xmlns:a16="http://schemas.microsoft.com/office/drawing/2014/main" id="{60AD6B33-415C-43C8-BFA4-B3D4A18E1A63}"/>
              </a:ext>
            </a:extLst>
          </p:cNvPr>
          <p:cNvSpPr>
            <a:spLocks noEditPoints="1"/>
          </p:cNvSpPr>
          <p:nvPr/>
        </p:nvSpPr>
        <p:spPr bwMode="auto">
          <a:xfrm>
            <a:off x="10870090" y="3716310"/>
            <a:ext cx="946150" cy="920750"/>
          </a:xfrm>
          <a:custGeom>
            <a:avLst/>
            <a:gdLst>
              <a:gd name="T0" fmla="*/ 1889 w 4168"/>
              <a:gd name="T1" fmla="*/ 91 h 4063"/>
              <a:gd name="T2" fmla="*/ 1868 w 4168"/>
              <a:gd name="T3" fmla="*/ 280 h 4063"/>
              <a:gd name="T4" fmla="*/ 1635 w 4168"/>
              <a:gd name="T5" fmla="*/ 652 h 4063"/>
              <a:gd name="T6" fmla="*/ 1478 w 4168"/>
              <a:gd name="T7" fmla="*/ 951 h 4063"/>
              <a:gd name="T8" fmla="*/ 1313 w 4168"/>
              <a:gd name="T9" fmla="*/ 1218 h 4063"/>
              <a:gd name="T10" fmla="*/ 1150 w 4168"/>
              <a:gd name="T11" fmla="*/ 1480 h 4063"/>
              <a:gd name="T12" fmla="*/ 890 w 4168"/>
              <a:gd name="T13" fmla="*/ 1926 h 4063"/>
              <a:gd name="T14" fmla="*/ 650 w 4168"/>
              <a:gd name="T15" fmla="*/ 2287 h 4063"/>
              <a:gd name="T16" fmla="*/ 386 w 4168"/>
              <a:gd name="T17" fmla="*/ 2744 h 4063"/>
              <a:gd name="T18" fmla="*/ 288 w 4168"/>
              <a:gd name="T19" fmla="*/ 2945 h 4063"/>
              <a:gd name="T20" fmla="*/ 145 w 4168"/>
              <a:gd name="T21" fmla="*/ 3205 h 4063"/>
              <a:gd name="T22" fmla="*/ 57 w 4168"/>
              <a:gd name="T23" fmla="*/ 3395 h 4063"/>
              <a:gd name="T24" fmla="*/ 128 w 4168"/>
              <a:gd name="T25" fmla="*/ 3743 h 4063"/>
              <a:gd name="T26" fmla="*/ 568 w 4168"/>
              <a:gd name="T27" fmla="*/ 3873 h 4063"/>
              <a:gd name="T28" fmla="*/ 1170 w 4168"/>
              <a:gd name="T29" fmla="*/ 3971 h 4063"/>
              <a:gd name="T30" fmla="*/ 1690 w 4168"/>
              <a:gd name="T31" fmla="*/ 4038 h 4063"/>
              <a:gd name="T32" fmla="*/ 3083 w 4168"/>
              <a:gd name="T33" fmla="*/ 3992 h 4063"/>
              <a:gd name="T34" fmla="*/ 4043 w 4168"/>
              <a:gd name="T35" fmla="*/ 3771 h 4063"/>
              <a:gd name="T36" fmla="*/ 4133 w 4168"/>
              <a:gd name="T37" fmla="*/ 3428 h 4063"/>
              <a:gd name="T38" fmla="*/ 3547 w 4168"/>
              <a:gd name="T39" fmla="*/ 2262 h 4063"/>
              <a:gd name="T40" fmla="*/ 3139 w 4168"/>
              <a:gd name="T41" fmla="*/ 1530 h 4063"/>
              <a:gd name="T42" fmla="*/ 2521 w 4168"/>
              <a:gd name="T43" fmla="*/ 518 h 4063"/>
              <a:gd name="T44" fmla="*/ 2186 w 4168"/>
              <a:gd name="T45" fmla="*/ 142 h 4063"/>
              <a:gd name="T46" fmla="*/ 2027 w 4168"/>
              <a:gd name="T47" fmla="*/ 74 h 4063"/>
              <a:gd name="T48" fmla="*/ 2085 w 4168"/>
              <a:gd name="T49" fmla="*/ 371 h 4063"/>
              <a:gd name="T50" fmla="*/ 1792 w 4168"/>
              <a:gd name="T51" fmla="*/ 756 h 4063"/>
              <a:gd name="T52" fmla="*/ 1825 w 4168"/>
              <a:gd name="T53" fmla="*/ 634 h 4063"/>
              <a:gd name="T54" fmla="*/ 1980 w 4168"/>
              <a:gd name="T55" fmla="*/ 369 h 4063"/>
              <a:gd name="T56" fmla="*/ 2259 w 4168"/>
              <a:gd name="T57" fmla="*/ 617 h 4063"/>
              <a:gd name="T58" fmla="*/ 2642 w 4168"/>
              <a:gd name="T59" fmla="*/ 1154 h 4063"/>
              <a:gd name="T60" fmla="*/ 2804 w 4168"/>
              <a:gd name="T61" fmla="*/ 1386 h 4063"/>
              <a:gd name="T62" fmla="*/ 3000 w 4168"/>
              <a:gd name="T63" fmla="*/ 1705 h 4063"/>
              <a:gd name="T64" fmla="*/ 3401 w 4168"/>
              <a:gd name="T65" fmla="*/ 2521 h 4063"/>
              <a:gd name="T66" fmla="*/ 3720 w 4168"/>
              <a:gd name="T67" fmla="*/ 3173 h 4063"/>
              <a:gd name="T68" fmla="*/ 3806 w 4168"/>
              <a:gd name="T69" fmla="*/ 3389 h 4063"/>
              <a:gd name="T70" fmla="*/ 3450 w 4168"/>
              <a:gd name="T71" fmla="*/ 3482 h 4063"/>
              <a:gd name="T72" fmla="*/ 967 w 4168"/>
              <a:gd name="T73" fmla="*/ 3677 h 4063"/>
              <a:gd name="T74" fmla="*/ 260 w 4168"/>
              <a:gd name="T75" fmla="*/ 3644 h 4063"/>
              <a:gd name="T76" fmla="*/ 265 w 4168"/>
              <a:gd name="T77" fmla="*/ 3452 h 4063"/>
              <a:gd name="T78" fmla="*/ 901 w 4168"/>
              <a:gd name="T79" fmla="*/ 2297 h 4063"/>
              <a:gd name="T80" fmla="*/ 1053 w 4168"/>
              <a:gd name="T81" fmla="*/ 2046 h 4063"/>
              <a:gd name="T82" fmla="*/ 1347 w 4168"/>
              <a:gd name="T83" fmla="*/ 1655 h 4063"/>
              <a:gd name="T84" fmla="*/ 1820 w 4168"/>
              <a:gd name="T85" fmla="*/ 984 h 4063"/>
              <a:gd name="T86" fmla="*/ 2177 w 4168"/>
              <a:gd name="T87" fmla="*/ 549 h 4063"/>
              <a:gd name="T88" fmla="*/ 2413 w 4168"/>
              <a:gd name="T89" fmla="*/ 605 h 4063"/>
              <a:gd name="T90" fmla="*/ 2393 w 4168"/>
              <a:gd name="T91" fmla="*/ 560 h 4063"/>
              <a:gd name="T92" fmla="*/ 2507 w 4168"/>
              <a:gd name="T93" fmla="*/ 748 h 4063"/>
              <a:gd name="T94" fmla="*/ 2512 w 4168"/>
              <a:gd name="T95" fmla="*/ 724 h 4063"/>
              <a:gd name="T96" fmla="*/ 3975 w 4168"/>
              <a:gd name="T97" fmla="*/ 3672 h 4063"/>
              <a:gd name="T98" fmla="*/ 2733 w 4168"/>
              <a:gd name="T99" fmla="*/ 3904 h 4063"/>
              <a:gd name="T100" fmla="*/ 1744 w 4168"/>
              <a:gd name="T101" fmla="*/ 3895 h 4063"/>
              <a:gd name="T102" fmla="*/ 1125 w 4168"/>
              <a:gd name="T103" fmla="*/ 3802 h 4063"/>
              <a:gd name="T104" fmla="*/ 2300 w 4168"/>
              <a:gd name="T105" fmla="*/ 3717 h 4063"/>
              <a:gd name="T106" fmla="*/ 3563 w 4168"/>
              <a:gd name="T107" fmla="*/ 3585 h 4063"/>
              <a:gd name="T108" fmla="*/ 3923 w 4168"/>
              <a:gd name="T109" fmla="*/ 3484 h 40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4168" h="4063">
                <a:moveTo>
                  <a:pt x="1910" y="1"/>
                </a:moveTo>
                <a:lnTo>
                  <a:pt x="1902" y="3"/>
                </a:lnTo>
                <a:lnTo>
                  <a:pt x="1887" y="9"/>
                </a:lnTo>
                <a:lnTo>
                  <a:pt x="1878" y="18"/>
                </a:lnTo>
                <a:lnTo>
                  <a:pt x="1873" y="30"/>
                </a:lnTo>
                <a:lnTo>
                  <a:pt x="1873" y="54"/>
                </a:lnTo>
                <a:lnTo>
                  <a:pt x="1889" y="91"/>
                </a:lnTo>
                <a:lnTo>
                  <a:pt x="1905" y="112"/>
                </a:lnTo>
                <a:lnTo>
                  <a:pt x="1919" y="130"/>
                </a:lnTo>
                <a:lnTo>
                  <a:pt x="1937" y="161"/>
                </a:lnTo>
                <a:lnTo>
                  <a:pt x="1939" y="169"/>
                </a:lnTo>
                <a:lnTo>
                  <a:pt x="1935" y="181"/>
                </a:lnTo>
                <a:lnTo>
                  <a:pt x="1896" y="240"/>
                </a:lnTo>
                <a:lnTo>
                  <a:pt x="1868" y="280"/>
                </a:lnTo>
                <a:lnTo>
                  <a:pt x="1835" y="325"/>
                </a:lnTo>
                <a:lnTo>
                  <a:pt x="1764" y="439"/>
                </a:lnTo>
                <a:lnTo>
                  <a:pt x="1736" y="490"/>
                </a:lnTo>
                <a:lnTo>
                  <a:pt x="1711" y="539"/>
                </a:lnTo>
                <a:lnTo>
                  <a:pt x="1663" y="618"/>
                </a:lnTo>
                <a:lnTo>
                  <a:pt x="1648" y="637"/>
                </a:lnTo>
                <a:lnTo>
                  <a:pt x="1635" y="652"/>
                </a:lnTo>
                <a:lnTo>
                  <a:pt x="1613" y="689"/>
                </a:lnTo>
                <a:lnTo>
                  <a:pt x="1608" y="705"/>
                </a:lnTo>
                <a:lnTo>
                  <a:pt x="1584" y="754"/>
                </a:lnTo>
                <a:lnTo>
                  <a:pt x="1532" y="844"/>
                </a:lnTo>
                <a:lnTo>
                  <a:pt x="1506" y="887"/>
                </a:lnTo>
                <a:lnTo>
                  <a:pt x="1477" y="945"/>
                </a:lnTo>
                <a:lnTo>
                  <a:pt x="1478" y="951"/>
                </a:lnTo>
                <a:lnTo>
                  <a:pt x="1480" y="952"/>
                </a:lnTo>
                <a:lnTo>
                  <a:pt x="1479" y="957"/>
                </a:lnTo>
                <a:lnTo>
                  <a:pt x="1469" y="973"/>
                </a:lnTo>
                <a:lnTo>
                  <a:pt x="1456" y="988"/>
                </a:lnTo>
                <a:lnTo>
                  <a:pt x="1437" y="1012"/>
                </a:lnTo>
                <a:lnTo>
                  <a:pt x="1376" y="1106"/>
                </a:lnTo>
                <a:lnTo>
                  <a:pt x="1313" y="1218"/>
                </a:lnTo>
                <a:lnTo>
                  <a:pt x="1268" y="1304"/>
                </a:lnTo>
                <a:lnTo>
                  <a:pt x="1263" y="1320"/>
                </a:lnTo>
                <a:lnTo>
                  <a:pt x="1262" y="1326"/>
                </a:lnTo>
                <a:lnTo>
                  <a:pt x="1254" y="1339"/>
                </a:lnTo>
                <a:lnTo>
                  <a:pt x="1248" y="1343"/>
                </a:lnTo>
                <a:lnTo>
                  <a:pt x="1234" y="1356"/>
                </a:lnTo>
                <a:lnTo>
                  <a:pt x="1150" y="1480"/>
                </a:lnTo>
                <a:lnTo>
                  <a:pt x="1096" y="1570"/>
                </a:lnTo>
                <a:lnTo>
                  <a:pt x="981" y="1758"/>
                </a:lnTo>
                <a:lnTo>
                  <a:pt x="916" y="1857"/>
                </a:lnTo>
                <a:lnTo>
                  <a:pt x="900" y="1883"/>
                </a:lnTo>
                <a:lnTo>
                  <a:pt x="888" y="1913"/>
                </a:lnTo>
                <a:lnTo>
                  <a:pt x="887" y="1924"/>
                </a:lnTo>
                <a:lnTo>
                  <a:pt x="890" y="1926"/>
                </a:lnTo>
                <a:lnTo>
                  <a:pt x="893" y="1928"/>
                </a:lnTo>
                <a:lnTo>
                  <a:pt x="891" y="1937"/>
                </a:lnTo>
                <a:lnTo>
                  <a:pt x="877" y="1958"/>
                </a:lnTo>
                <a:lnTo>
                  <a:pt x="860" y="1976"/>
                </a:lnTo>
                <a:lnTo>
                  <a:pt x="835" y="2003"/>
                </a:lnTo>
                <a:lnTo>
                  <a:pt x="754" y="2120"/>
                </a:lnTo>
                <a:lnTo>
                  <a:pt x="650" y="2287"/>
                </a:lnTo>
                <a:lnTo>
                  <a:pt x="544" y="2470"/>
                </a:lnTo>
                <a:lnTo>
                  <a:pt x="498" y="2554"/>
                </a:lnTo>
                <a:lnTo>
                  <a:pt x="470" y="2606"/>
                </a:lnTo>
                <a:lnTo>
                  <a:pt x="421" y="2689"/>
                </a:lnTo>
                <a:lnTo>
                  <a:pt x="409" y="2708"/>
                </a:lnTo>
                <a:lnTo>
                  <a:pt x="398" y="2719"/>
                </a:lnTo>
                <a:lnTo>
                  <a:pt x="386" y="2744"/>
                </a:lnTo>
                <a:lnTo>
                  <a:pt x="384" y="2753"/>
                </a:lnTo>
                <a:lnTo>
                  <a:pt x="382" y="2764"/>
                </a:lnTo>
                <a:lnTo>
                  <a:pt x="358" y="2809"/>
                </a:lnTo>
                <a:lnTo>
                  <a:pt x="341" y="2836"/>
                </a:lnTo>
                <a:lnTo>
                  <a:pt x="322" y="2864"/>
                </a:lnTo>
                <a:lnTo>
                  <a:pt x="294" y="2923"/>
                </a:lnTo>
                <a:lnTo>
                  <a:pt x="288" y="2945"/>
                </a:lnTo>
                <a:lnTo>
                  <a:pt x="284" y="2965"/>
                </a:lnTo>
                <a:lnTo>
                  <a:pt x="272" y="2990"/>
                </a:lnTo>
                <a:lnTo>
                  <a:pt x="267" y="2993"/>
                </a:lnTo>
                <a:lnTo>
                  <a:pt x="257" y="3001"/>
                </a:lnTo>
                <a:lnTo>
                  <a:pt x="208" y="3083"/>
                </a:lnTo>
                <a:lnTo>
                  <a:pt x="176" y="3145"/>
                </a:lnTo>
                <a:lnTo>
                  <a:pt x="145" y="3205"/>
                </a:lnTo>
                <a:lnTo>
                  <a:pt x="109" y="3288"/>
                </a:lnTo>
                <a:lnTo>
                  <a:pt x="108" y="3297"/>
                </a:lnTo>
                <a:lnTo>
                  <a:pt x="110" y="3299"/>
                </a:lnTo>
                <a:lnTo>
                  <a:pt x="97" y="3324"/>
                </a:lnTo>
                <a:lnTo>
                  <a:pt x="85" y="3342"/>
                </a:lnTo>
                <a:lnTo>
                  <a:pt x="75" y="3358"/>
                </a:lnTo>
                <a:lnTo>
                  <a:pt x="57" y="3395"/>
                </a:lnTo>
                <a:lnTo>
                  <a:pt x="28" y="3475"/>
                </a:lnTo>
                <a:lnTo>
                  <a:pt x="3" y="3563"/>
                </a:lnTo>
                <a:lnTo>
                  <a:pt x="0" y="3582"/>
                </a:lnTo>
                <a:lnTo>
                  <a:pt x="9" y="3622"/>
                </a:lnTo>
                <a:lnTo>
                  <a:pt x="36" y="3663"/>
                </a:lnTo>
                <a:lnTo>
                  <a:pt x="75" y="3705"/>
                </a:lnTo>
                <a:lnTo>
                  <a:pt x="128" y="3743"/>
                </a:lnTo>
                <a:lnTo>
                  <a:pt x="191" y="3778"/>
                </a:lnTo>
                <a:lnTo>
                  <a:pt x="262" y="3808"/>
                </a:lnTo>
                <a:lnTo>
                  <a:pt x="338" y="3830"/>
                </a:lnTo>
                <a:lnTo>
                  <a:pt x="378" y="3839"/>
                </a:lnTo>
                <a:lnTo>
                  <a:pt x="462" y="3854"/>
                </a:lnTo>
                <a:lnTo>
                  <a:pt x="511" y="3862"/>
                </a:lnTo>
                <a:lnTo>
                  <a:pt x="568" y="3873"/>
                </a:lnTo>
                <a:lnTo>
                  <a:pt x="680" y="3894"/>
                </a:lnTo>
                <a:lnTo>
                  <a:pt x="780" y="3912"/>
                </a:lnTo>
                <a:lnTo>
                  <a:pt x="944" y="3936"/>
                </a:lnTo>
                <a:lnTo>
                  <a:pt x="1052" y="3948"/>
                </a:lnTo>
                <a:lnTo>
                  <a:pt x="1094" y="3952"/>
                </a:lnTo>
                <a:lnTo>
                  <a:pt x="1158" y="3965"/>
                </a:lnTo>
                <a:lnTo>
                  <a:pt x="1170" y="3971"/>
                </a:lnTo>
                <a:lnTo>
                  <a:pt x="1184" y="3977"/>
                </a:lnTo>
                <a:lnTo>
                  <a:pt x="1262" y="3990"/>
                </a:lnTo>
                <a:lnTo>
                  <a:pt x="1314" y="3995"/>
                </a:lnTo>
                <a:lnTo>
                  <a:pt x="1421" y="4005"/>
                </a:lnTo>
                <a:lnTo>
                  <a:pt x="1483" y="4012"/>
                </a:lnTo>
                <a:lnTo>
                  <a:pt x="1545" y="4022"/>
                </a:lnTo>
                <a:lnTo>
                  <a:pt x="1690" y="4038"/>
                </a:lnTo>
                <a:lnTo>
                  <a:pt x="1940" y="4056"/>
                </a:lnTo>
                <a:lnTo>
                  <a:pt x="2300" y="4063"/>
                </a:lnTo>
                <a:lnTo>
                  <a:pt x="2553" y="4057"/>
                </a:lnTo>
                <a:lnTo>
                  <a:pt x="2702" y="4047"/>
                </a:lnTo>
                <a:lnTo>
                  <a:pt x="2766" y="4041"/>
                </a:lnTo>
                <a:lnTo>
                  <a:pt x="2852" y="4030"/>
                </a:lnTo>
                <a:lnTo>
                  <a:pt x="3083" y="3992"/>
                </a:lnTo>
                <a:lnTo>
                  <a:pt x="3343" y="3944"/>
                </a:lnTo>
                <a:lnTo>
                  <a:pt x="3583" y="3893"/>
                </a:lnTo>
                <a:lnTo>
                  <a:pt x="3678" y="3870"/>
                </a:lnTo>
                <a:lnTo>
                  <a:pt x="3812" y="3837"/>
                </a:lnTo>
                <a:lnTo>
                  <a:pt x="3921" y="3809"/>
                </a:lnTo>
                <a:lnTo>
                  <a:pt x="3967" y="3797"/>
                </a:lnTo>
                <a:lnTo>
                  <a:pt x="4043" y="3771"/>
                </a:lnTo>
                <a:lnTo>
                  <a:pt x="4101" y="3739"/>
                </a:lnTo>
                <a:lnTo>
                  <a:pt x="4131" y="3710"/>
                </a:lnTo>
                <a:lnTo>
                  <a:pt x="4147" y="3689"/>
                </a:lnTo>
                <a:lnTo>
                  <a:pt x="4162" y="3652"/>
                </a:lnTo>
                <a:lnTo>
                  <a:pt x="4168" y="3591"/>
                </a:lnTo>
                <a:lnTo>
                  <a:pt x="4158" y="3519"/>
                </a:lnTo>
                <a:lnTo>
                  <a:pt x="4133" y="3428"/>
                </a:lnTo>
                <a:lnTo>
                  <a:pt x="4116" y="3376"/>
                </a:lnTo>
                <a:lnTo>
                  <a:pt x="4097" y="3321"/>
                </a:lnTo>
                <a:lnTo>
                  <a:pt x="4045" y="3195"/>
                </a:lnTo>
                <a:lnTo>
                  <a:pt x="3945" y="2976"/>
                </a:lnTo>
                <a:lnTo>
                  <a:pt x="3778" y="2654"/>
                </a:lnTo>
                <a:lnTo>
                  <a:pt x="3640" y="2413"/>
                </a:lnTo>
                <a:lnTo>
                  <a:pt x="3547" y="2262"/>
                </a:lnTo>
                <a:lnTo>
                  <a:pt x="3501" y="2191"/>
                </a:lnTo>
                <a:lnTo>
                  <a:pt x="3439" y="2096"/>
                </a:lnTo>
                <a:lnTo>
                  <a:pt x="3341" y="1935"/>
                </a:lnTo>
                <a:lnTo>
                  <a:pt x="3264" y="1798"/>
                </a:lnTo>
                <a:lnTo>
                  <a:pt x="3200" y="1668"/>
                </a:lnTo>
                <a:lnTo>
                  <a:pt x="3170" y="1601"/>
                </a:lnTo>
                <a:lnTo>
                  <a:pt x="3139" y="1530"/>
                </a:lnTo>
                <a:lnTo>
                  <a:pt x="3063" y="1374"/>
                </a:lnTo>
                <a:lnTo>
                  <a:pt x="2975" y="1209"/>
                </a:lnTo>
                <a:lnTo>
                  <a:pt x="2880" y="1043"/>
                </a:lnTo>
                <a:lnTo>
                  <a:pt x="2781" y="884"/>
                </a:lnTo>
                <a:lnTo>
                  <a:pt x="2686" y="738"/>
                </a:lnTo>
                <a:lnTo>
                  <a:pt x="2598" y="614"/>
                </a:lnTo>
                <a:lnTo>
                  <a:pt x="2521" y="518"/>
                </a:lnTo>
                <a:lnTo>
                  <a:pt x="2489" y="487"/>
                </a:lnTo>
                <a:lnTo>
                  <a:pt x="2452" y="447"/>
                </a:lnTo>
                <a:lnTo>
                  <a:pt x="2411" y="394"/>
                </a:lnTo>
                <a:lnTo>
                  <a:pt x="2386" y="358"/>
                </a:lnTo>
                <a:lnTo>
                  <a:pt x="2318" y="277"/>
                </a:lnTo>
                <a:lnTo>
                  <a:pt x="2245" y="200"/>
                </a:lnTo>
                <a:lnTo>
                  <a:pt x="2186" y="142"/>
                </a:lnTo>
                <a:lnTo>
                  <a:pt x="2168" y="129"/>
                </a:lnTo>
                <a:lnTo>
                  <a:pt x="2152" y="121"/>
                </a:lnTo>
                <a:lnTo>
                  <a:pt x="2112" y="109"/>
                </a:lnTo>
                <a:lnTo>
                  <a:pt x="2096" y="107"/>
                </a:lnTo>
                <a:lnTo>
                  <a:pt x="2087" y="106"/>
                </a:lnTo>
                <a:lnTo>
                  <a:pt x="2065" y="97"/>
                </a:lnTo>
                <a:lnTo>
                  <a:pt x="2027" y="74"/>
                </a:lnTo>
                <a:lnTo>
                  <a:pt x="2003" y="52"/>
                </a:lnTo>
                <a:lnTo>
                  <a:pt x="1974" y="25"/>
                </a:lnTo>
                <a:lnTo>
                  <a:pt x="1940" y="5"/>
                </a:lnTo>
                <a:lnTo>
                  <a:pt x="1920" y="0"/>
                </a:lnTo>
                <a:lnTo>
                  <a:pt x="1910" y="1"/>
                </a:lnTo>
                <a:close/>
                <a:moveTo>
                  <a:pt x="2077" y="353"/>
                </a:moveTo>
                <a:lnTo>
                  <a:pt x="2085" y="371"/>
                </a:lnTo>
                <a:lnTo>
                  <a:pt x="2089" y="391"/>
                </a:lnTo>
                <a:lnTo>
                  <a:pt x="2085" y="407"/>
                </a:lnTo>
                <a:lnTo>
                  <a:pt x="2066" y="438"/>
                </a:lnTo>
                <a:lnTo>
                  <a:pt x="2001" y="512"/>
                </a:lnTo>
                <a:lnTo>
                  <a:pt x="1947" y="573"/>
                </a:lnTo>
                <a:lnTo>
                  <a:pt x="1847" y="688"/>
                </a:lnTo>
                <a:lnTo>
                  <a:pt x="1792" y="756"/>
                </a:lnTo>
                <a:lnTo>
                  <a:pt x="1772" y="783"/>
                </a:lnTo>
                <a:lnTo>
                  <a:pt x="1754" y="799"/>
                </a:lnTo>
                <a:lnTo>
                  <a:pt x="1746" y="798"/>
                </a:lnTo>
                <a:lnTo>
                  <a:pt x="1746" y="782"/>
                </a:lnTo>
                <a:lnTo>
                  <a:pt x="1766" y="734"/>
                </a:lnTo>
                <a:lnTo>
                  <a:pt x="1785" y="701"/>
                </a:lnTo>
                <a:lnTo>
                  <a:pt x="1825" y="634"/>
                </a:lnTo>
                <a:lnTo>
                  <a:pt x="1838" y="607"/>
                </a:lnTo>
                <a:lnTo>
                  <a:pt x="1839" y="599"/>
                </a:lnTo>
                <a:lnTo>
                  <a:pt x="1856" y="568"/>
                </a:lnTo>
                <a:lnTo>
                  <a:pt x="1869" y="549"/>
                </a:lnTo>
                <a:lnTo>
                  <a:pt x="1906" y="492"/>
                </a:lnTo>
                <a:lnTo>
                  <a:pt x="1957" y="406"/>
                </a:lnTo>
                <a:lnTo>
                  <a:pt x="1980" y="369"/>
                </a:lnTo>
                <a:lnTo>
                  <a:pt x="2007" y="333"/>
                </a:lnTo>
                <a:lnTo>
                  <a:pt x="2022" y="319"/>
                </a:lnTo>
                <a:lnTo>
                  <a:pt x="2036" y="313"/>
                </a:lnTo>
                <a:lnTo>
                  <a:pt x="2048" y="315"/>
                </a:lnTo>
                <a:lnTo>
                  <a:pt x="2066" y="331"/>
                </a:lnTo>
                <a:lnTo>
                  <a:pt x="2077" y="353"/>
                </a:lnTo>
                <a:close/>
                <a:moveTo>
                  <a:pt x="2259" y="617"/>
                </a:moveTo>
                <a:lnTo>
                  <a:pt x="2301" y="677"/>
                </a:lnTo>
                <a:lnTo>
                  <a:pt x="2322" y="706"/>
                </a:lnTo>
                <a:lnTo>
                  <a:pt x="2382" y="791"/>
                </a:lnTo>
                <a:lnTo>
                  <a:pt x="2537" y="1019"/>
                </a:lnTo>
                <a:lnTo>
                  <a:pt x="2586" y="1086"/>
                </a:lnTo>
                <a:lnTo>
                  <a:pt x="2626" y="1136"/>
                </a:lnTo>
                <a:lnTo>
                  <a:pt x="2642" y="1154"/>
                </a:lnTo>
                <a:lnTo>
                  <a:pt x="2663" y="1184"/>
                </a:lnTo>
                <a:lnTo>
                  <a:pt x="2665" y="1192"/>
                </a:lnTo>
                <a:lnTo>
                  <a:pt x="2669" y="1203"/>
                </a:lnTo>
                <a:lnTo>
                  <a:pt x="2703" y="1259"/>
                </a:lnTo>
                <a:lnTo>
                  <a:pt x="2752" y="1327"/>
                </a:lnTo>
                <a:lnTo>
                  <a:pt x="2793" y="1378"/>
                </a:lnTo>
                <a:lnTo>
                  <a:pt x="2804" y="1386"/>
                </a:lnTo>
                <a:lnTo>
                  <a:pt x="2809" y="1389"/>
                </a:lnTo>
                <a:lnTo>
                  <a:pt x="2816" y="1401"/>
                </a:lnTo>
                <a:lnTo>
                  <a:pt x="2817" y="1408"/>
                </a:lnTo>
                <a:lnTo>
                  <a:pt x="2824" y="1425"/>
                </a:lnTo>
                <a:lnTo>
                  <a:pt x="2891" y="1537"/>
                </a:lnTo>
                <a:lnTo>
                  <a:pt x="2940" y="1614"/>
                </a:lnTo>
                <a:lnTo>
                  <a:pt x="3000" y="1705"/>
                </a:lnTo>
                <a:lnTo>
                  <a:pt x="3085" y="1841"/>
                </a:lnTo>
                <a:lnTo>
                  <a:pt x="3148" y="1955"/>
                </a:lnTo>
                <a:lnTo>
                  <a:pt x="3210" y="2087"/>
                </a:lnTo>
                <a:lnTo>
                  <a:pt x="3248" y="2174"/>
                </a:lnTo>
                <a:lnTo>
                  <a:pt x="3329" y="2360"/>
                </a:lnTo>
                <a:lnTo>
                  <a:pt x="3376" y="2465"/>
                </a:lnTo>
                <a:lnTo>
                  <a:pt x="3401" y="2521"/>
                </a:lnTo>
                <a:lnTo>
                  <a:pt x="3409" y="2544"/>
                </a:lnTo>
                <a:lnTo>
                  <a:pt x="3416" y="2564"/>
                </a:lnTo>
                <a:lnTo>
                  <a:pt x="3481" y="2702"/>
                </a:lnTo>
                <a:lnTo>
                  <a:pt x="3622" y="2989"/>
                </a:lnTo>
                <a:lnTo>
                  <a:pt x="3680" y="3097"/>
                </a:lnTo>
                <a:lnTo>
                  <a:pt x="3700" y="3130"/>
                </a:lnTo>
                <a:lnTo>
                  <a:pt x="3720" y="3173"/>
                </a:lnTo>
                <a:lnTo>
                  <a:pt x="3719" y="3178"/>
                </a:lnTo>
                <a:lnTo>
                  <a:pt x="3719" y="3183"/>
                </a:lnTo>
                <a:lnTo>
                  <a:pt x="3742" y="3235"/>
                </a:lnTo>
                <a:lnTo>
                  <a:pt x="3763" y="3273"/>
                </a:lnTo>
                <a:lnTo>
                  <a:pt x="3784" y="3312"/>
                </a:lnTo>
                <a:lnTo>
                  <a:pt x="3802" y="3365"/>
                </a:lnTo>
                <a:lnTo>
                  <a:pt x="3806" y="3389"/>
                </a:lnTo>
                <a:lnTo>
                  <a:pt x="3805" y="3396"/>
                </a:lnTo>
                <a:lnTo>
                  <a:pt x="3802" y="3403"/>
                </a:lnTo>
                <a:lnTo>
                  <a:pt x="3789" y="3417"/>
                </a:lnTo>
                <a:lnTo>
                  <a:pt x="3751" y="3437"/>
                </a:lnTo>
                <a:lnTo>
                  <a:pt x="3664" y="3458"/>
                </a:lnTo>
                <a:lnTo>
                  <a:pt x="3534" y="3475"/>
                </a:lnTo>
                <a:lnTo>
                  <a:pt x="3450" y="3482"/>
                </a:lnTo>
                <a:lnTo>
                  <a:pt x="3275" y="3496"/>
                </a:lnTo>
                <a:lnTo>
                  <a:pt x="3163" y="3507"/>
                </a:lnTo>
                <a:lnTo>
                  <a:pt x="2887" y="3530"/>
                </a:lnTo>
                <a:lnTo>
                  <a:pt x="2142" y="3583"/>
                </a:lnTo>
                <a:lnTo>
                  <a:pt x="1754" y="3612"/>
                </a:lnTo>
                <a:lnTo>
                  <a:pt x="1115" y="3662"/>
                </a:lnTo>
                <a:lnTo>
                  <a:pt x="967" y="3677"/>
                </a:lnTo>
                <a:lnTo>
                  <a:pt x="818" y="3691"/>
                </a:lnTo>
                <a:lnTo>
                  <a:pt x="630" y="3700"/>
                </a:lnTo>
                <a:lnTo>
                  <a:pt x="521" y="3700"/>
                </a:lnTo>
                <a:lnTo>
                  <a:pt x="430" y="3694"/>
                </a:lnTo>
                <a:lnTo>
                  <a:pt x="356" y="3683"/>
                </a:lnTo>
                <a:lnTo>
                  <a:pt x="299" y="3665"/>
                </a:lnTo>
                <a:lnTo>
                  <a:pt x="260" y="3644"/>
                </a:lnTo>
                <a:lnTo>
                  <a:pt x="247" y="3631"/>
                </a:lnTo>
                <a:lnTo>
                  <a:pt x="239" y="3619"/>
                </a:lnTo>
                <a:lnTo>
                  <a:pt x="229" y="3599"/>
                </a:lnTo>
                <a:lnTo>
                  <a:pt x="230" y="3572"/>
                </a:lnTo>
                <a:lnTo>
                  <a:pt x="240" y="3531"/>
                </a:lnTo>
                <a:lnTo>
                  <a:pt x="249" y="3500"/>
                </a:lnTo>
                <a:lnTo>
                  <a:pt x="265" y="3452"/>
                </a:lnTo>
                <a:lnTo>
                  <a:pt x="312" y="3333"/>
                </a:lnTo>
                <a:lnTo>
                  <a:pt x="377" y="3195"/>
                </a:lnTo>
                <a:lnTo>
                  <a:pt x="455" y="3040"/>
                </a:lnTo>
                <a:lnTo>
                  <a:pt x="592" y="2791"/>
                </a:lnTo>
                <a:lnTo>
                  <a:pt x="745" y="2536"/>
                </a:lnTo>
                <a:lnTo>
                  <a:pt x="849" y="2374"/>
                </a:lnTo>
                <a:lnTo>
                  <a:pt x="901" y="2297"/>
                </a:lnTo>
                <a:lnTo>
                  <a:pt x="951" y="2223"/>
                </a:lnTo>
                <a:lnTo>
                  <a:pt x="1016" y="2115"/>
                </a:lnTo>
                <a:lnTo>
                  <a:pt x="1020" y="2100"/>
                </a:lnTo>
                <a:lnTo>
                  <a:pt x="1019" y="2097"/>
                </a:lnTo>
                <a:lnTo>
                  <a:pt x="1022" y="2086"/>
                </a:lnTo>
                <a:lnTo>
                  <a:pt x="1037" y="2063"/>
                </a:lnTo>
                <a:lnTo>
                  <a:pt x="1053" y="2046"/>
                </a:lnTo>
                <a:lnTo>
                  <a:pt x="1075" y="2024"/>
                </a:lnTo>
                <a:lnTo>
                  <a:pt x="1137" y="1947"/>
                </a:lnTo>
                <a:lnTo>
                  <a:pt x="1167" y="1905"/>
                </a:lnTo>
                <a:lnTo>
                  <a:pt x="1232" y="1810"/>
                </a:lnTo>
                <a:lnTo>
                  <a:pt x="1291" y="1733"/>
                </a:lnTo>
                <a:lnTo>
                  <a:pt x="1335" y="1677"/>
                </a:lnTo>
                <a:lnTo>
                  <a:pt x="1347" y="1655"/>
                </a:lnTo>
                <a:lnTo>
                  <a:pt x="1352" y="1644"/>
                </a:lnTo>
                <a:lnTo>
                  <a:pt x="1396" y="1580"/>
                </a:lnTo>
                <a:lnTo>
                  <a:pt x="1428" y="1536"/>
                </a:lnTo>
                <a:lnTo>
                  <a:pt x="1495" y="1446"/>
                </a:lnTo>
                <a:lnTo>
                  <a:pt x="1530" y="1396"/>
                </a:lnTo>
                <a:lnTo>
                  <a:pt x="1589" y="1308"/>
                </a:lnTo>
                <a:lnTo>
                  <a:pt x="1820" y="984"/>
                </a:lnTo>
                <a:lnTo>
                  <a:pt x="1879" y="905"/>
                </a:lnTo>
                <a:lnTo>
                  <a:pt x="1980" y="774"/>
                </a:lnTo>
                <a:lnTo>
                  <a:pt x="2075" y="648"/>
                </a:lnTo>
                <a:lnTo>
                  <a:pt x="2122" y="584"/>
                </a:lnTo>
                <a:lnTo>
                  <a:pt x="2138" y="566"/>
                </a:lnTo>
                <a:lnTo>
                  <a:pt x="2161" y="551"/>
                </a:lnTo>
                <a:lnTo>
                  <a:pt x="2177" y="549"/>
                </a:lnTo>
                <a:lnTo>
                  <a:pt x="2193" y="553"/>
                </a:lnTo>
                <a:lnTo>
                  <a:pt x="2212" y="563"/>
                </a:lnTo>
                <a:lnTo>
                  <a:pt x="2239" y="589"/>
                </a:lnTo>
                <a:lnTo>
                  <a:pt x="2259" y="617"/>
                </a:lnTo>
                <a:close/>
                <a:moveTo>
                  <a:pt x="2429" y="607"/>
                </a:moveTo>
                <a:lnTo>
                  <a:pt x="2428" y="610"/>
                </a:lnTo>
                <a:lnTo>
                  <a:pt x="2413" y="605"/>
                </a:lnTo>
                <a:lnTo>
                  <a:pt x="2403" y="596"/>
                </a:lnTo>
                <a:lnTo>
                  <a:pt x="2393" y="587"/>
                </a:lnTo>
                <a:lnTo>
                  <a:pt x="2379" y="567"/>
                </a:lnTo>
                <a:lnTo>
                  <a:pt x="2378" y="559"/>
                </a:lnTo>
                <a:lnTo>
                  <a:pt x="2378" y="557"/>
                </a:lnTo>
                <a:lnTo>
                  <a:pt x="2382" y="555"/>
                </a:lnTo>
                <a:lnTo>
                  <a:pt x="2393" y="560"/>
                </a:lnTo>
                <a:lnTo>
                  <a:pt x="2403" y="569"/>
                </a:lnTo>
                <a:lnTo>
                  <a:pt x="2413" y="580"/>
                </a:lnTo>
                <a:lnTo>
                  <a:pt x="2428" y="600"/>
                </a:lnTo>
                <a:lnTo>
                  <a:pt x="2429" y="607"/>
                </a:lnTo>
                <a:close/>
                <a:moveTo>
                  <a:pt x="2513" y="731"/>
                </a:moveTo>
                <a:lnTo>
                  <a:pt x="2512" y="744"/>
                </a:lnTo>
                <a:lnTo>
                  <a:pt x="2507" y="748"/>
                </a:lnTo>
                <a:lnTo>
                  <a:pt x="2496" y="744"/>
                </a:lnTo>
                <a:lnTo>
                  <a:pt x="2487" y="731"/>
                </a:lnTo>
                <a:lnTo>
                  <a:pt x="2485" y="724"/>
                </a:lnTo>
                <a:lnTo>
                  <a:pt x="2488" y="715"/>
                </a:lnTo>
                <a:lnTo>
                  <a:pt x="2494" y="715"/>
                </a:lnTo>
                <a:lnTo>
                  <a:pt x="2502" y="715"/>
                </a:lnTo>
                <a:lnTo>
                  <a:pt x="2512" y="724"/>
                </a:lnTo>
                <a:lnTo>
                  <a:pt x="2513" y="731"/>
                </a:lnTo>
                <a:close/>
                <a:moveTo>
                  <a:pt x="4018" y="3541"/>
                </a:moveTo>
                <a:lnTo>
                  <a:pt x="4024" y="3575"/>
                </a:lnTo>
                <a:lnTo>
                  <a:pt x="4021" y="3615"/>
                </a:lnTo>
                <a:lnTo>
                  <a:pt x="4012" y="3637"/>
                </a:lnTo>
                <a:lnTo>
                  <a:pt x="3997" y="3656"/>
                </a:lnTo>
                <a:lnTo>
                  <a:pt x="3975" y="3672"/>
                </a:lnTo>
                <a:lnTo>
                  <a:pt x="3929" y="3694"/>
                </a:lnTo>
                <a:lnTo>
                  <a:pt x="3886" y="3707"/>
                </a:lnTo>
                <a:lnTo>
                  <a:pt x="3797" y="3729"/>
                </a:lnTo>
                <a:lnTo>
                  <a:pt x="3509" y="3787"/>
                </a:lnTo>
                <a:lnTo>
                  <a:pt x="3165" y="3846"/>
                </a:lnTo>
                <a:lnTo>
                  <a:pt x="2848" y="3891"/>
                </a:lnTo>
                <a:lnTo>
                  <a:pt x="2733" y="3904"/>
                </a:lnTo>
                <a:lnTo>
                  <a:pt x="2652" y="3910"/>
                </a:lnTo>
                <a:lnTo>
                  <a:pt x="2417" y="3920"/>
                </a:lnTo>
                <a:lnTo>
                  <a:pt x="2165" y="3922"/>
                </a:lnTo>
                <a:lnTo>
                  <a:pt x="1964" y="3919"/>
                </a:lnTo>
                <a:lnTo>
                  <a:pt x="1914" y="3914"/>
                </a:lnTo>
                <a:lnTo>
                  <a:pt x="1848" y="3906"/>
                </a:lnTo>
                <a:lnTo>
                  <a:pt x="1744" y="3895"/>
                </a:lnTo>
                <a:lnTo>
                  <a:pt x="1569" y="3877"/>
                </a:lnTo>
                <a:lnTo>
                  <a:pt x="1263" y="3837"/>
                </a:lnTo>
                <a:lnTo>
                  <a:pt x="1130" y="3816"/>
                </a:lnTo>
                <a:lnTo>
                  <a:pt x="1114" y="3811"/>
                </a:lnTo>
                <a:lnTo>
                  <a:pt x="1113" y="3809"/>
                </a:lnTo>
                <a:lnTo>
                  <a:pt x="1114" y="3806"/>
                </a:lnTo>
                <a:lnTo>
                  <a:pt x="1125" y="3802"/>
                </a:lnTo>
                <a:lnTo>
                  <a:pt x="1138" y="3801"/>
                </a:lnTo>
                <a:lnTo>
                  <a:pt x="1250" y="3796"/>
                </a:lnTo>
                <a:lnTo>
                  <a:pt x="1549" y="3776"/>
                </a:lnTo>
                <a:lnTo>
                  <a:pt x="1727" y="3761"/>
                </a:lnTo>
                <a:lnTo>
                  <a:pt x="1985" y="3739"/>
                </a:lnTo>
                <a:lnTo>
                  <a:pt x="2167" y="3727"/>
                </a:lnTo>
                <a:lnTo>
                  <a:pt x="2300" y="3717"/>
                </a:lnTo>
                <a:lnTo>
                  <a:pt x="2386" y="3710"/>
                </a:lnTo>
                <a:lnTo>
                  <a:pt x="2471" y="3703"/>
                </a:lnTo>
                <a:lnTo>
                  <a:pt x="2598" y="3693"/>
                </a:lnTo>
                <a:lnTo>
                  <a:pt x="2762" y="3679"/>
                </a:lnTo>
                <a:lnTo>
                  <a:pt x="3283" y="3623"/>
                </a:lnTo>
                <a:lnTo>
                  <a:pt x="3459" y="3601"/>
                </a:lnTo>
                <a:lnTo>
                  <a:pt x="3563" y="3585"/>
                </a:lnTo>
                <a:lnTo>
                  <a:pt x="3652" y="3575"/>
                </a:lnTo>
                <a:lnTo>
                  <a:pt x="3688" y="3570"/>
                </a:lnTo>
                <a:lnTo>
                  <a:pt x="3766" y="3553"/>
                </a:lnTo>
                <a:lnTo>
                  <a:pt x="3839" y="3531"/>
                </a:lnTo>
                <a:lnTo>
                  <a:pt x="3895" y="3505"/>
                </a:lnTo>
                <a:lnTo>
                  <a:pt x="3911" y="3494"/>
                </a:lnTo>
                <a:lnTo>
                  <a:pt x="3923" y="3484"/>
                </a:lnTo>
                <a:lnTo>
                  <a:pt x="3945" y="3450"/>
                </a:lnTo>
                <a:lnTo>
                  <a:pt x="3952" y="3431"/>
                </a:lnTo>
                <a:lnTo>
                  <a:pt x="3969" y="3389"/>
                </a:lnTo>
                <a:lnTo>
                  <a:pt x="3986" y="3431"/>
                </a:lnTo>
                <a:lnTo>
                  <a:pt x="4003" y="3479"/>
                </a:lnTo>
                <a:lnTo>
                  <a:pt x="4018" y="354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2" name="Freeform 90">
            <a:extLst>
              <a:ext uri="{FF2B5EF4-FFF2-40B4-BE49-F238E27FC236}">
                <a16:creationId xmlns:a16="http://schemas.microsoft.com/office/drawing/2014/main" id="{EEB1DB73-9AFB-4016-B423-6D141816A32E}"/>
              </a:ext>
            </a:extLst>
          </p:cNvPr>
          <p:cNvSpPr>
            <a:spLocks noEditPoints="1"/>
          </p:cNvSpPr>
          <p:nvPr/>
        </p:nvSpPr>
        <p:spPr bwMode="auto">
          <a:xfrm>
            <a:off x="10862946" y="500465"/>
            <a:ext cx="960438" cy="887413"/>
          </a:xfrm>
          <a:custGeom>
            <a:avLst/>
            <a:gdLst>
              <a:gd name="T0" fmla="*/ 1979 w 4233"/>
              <a:gd name="T1" fmla="*/ 344 h 3916"/>
              <a:gd name="T2" fmla="*/ 1787 w 4233"/>
              <a:gd name="T3" fmla="*/ 589 h 3916"/>
              <a:gd name="T4" fmla="*/ 1503 w 4233"/>
              <a:gd name="T5" fmla="*/ 944 h 3916"/>
              <a:gd name="T6" fmla="*/ 1240 w 4233"/>
              <a:gd name="T7" fmla="*/ 1311 h 3916"/>
              <a:gd name="T8" fmla="*/ 933 w 4233"/>
              <a:gd name="T9" fmla="*/ 1775 h 3916"/>
              <a:gd name="T10" fmla="*/ 552 w 4233"/>
              <a:gd name="T11" fmla="*/ 2384 h 3916"/>
              <a:gd name="T12" fmla="*/ 363 w 4233"/>
              <a:gd name="T13" fmla="*/ 2706 h 3916"/>
              <a:gd name="T14" fmla="*/ 8 w 4233"/>
              <a:gd name="T15" fmla="*/ 3385 h 3916"/>
              <a:gd name="T16" fmla="*/ 70 w 4233"/>
              <a:gd name="T17" fmla="*/ 3558 h 3916"/>
              <a:gd name="T18" fmla="*/ 318 w 4233"/>
              <a:gd name="T19" fmla="*/ 3671 h 3916"/>
              <a:gd name="T20" fmla="*/ 395 w 4233"/>
              <a:gd name="T21" fmla="*/ 3701 h 3916"/>
              <a:gd name="T22" fmla="*/ 599 w 4233"/>
              <a:gd name="T23" fmla="*/ 3730 h 3916"/>
              <a:gd name="T24" fmla="*/ 1403 w 4233"/>
              <a:gd name="T25" fmla="*/ 3823 h 3916"/>
              <a:gd name="T26" fmla="*/ 1867 w 4233"/>
              <a:gd name="T27" fmla="*/ 3866 h 3916"/>
              <a:gd name="T28" fmla="*/ 2844 w 4233"/>
              <a:gd name="T29" fmla="*/ 3916 h 3916"/>
              <a:gd name="T30" fmla="*/ 3663 w 4233"/>
              <a:gd name="T31" fmla="*/ 3890 h 3916"/>
              <a:gd name="T32" fmla="*/ 4162 w 4233"/>
              <a:gd name="T33" fmla="*/ 3793 h 3916"/>
              <a:gd name="T34" fmla="*/ 4233 w 4233"/>
              <a:gd name="T35" fmla="*/ 3683 h 3916"/>
              <a:gd name="T36" fmla="*/ 4184 w 4233"/>
              <a:gd name="T37" fmla="*/ 3499 h 3916"/>
              <a:gd name="T38" fmla="*/ 3834 w 4233"/>
              <a:gd name="T39" fmla="*/ 3005 h 3916"/>
              <a:gd name="T40" fmla="*/ 3490 w 4233"/>
              <a:gd name="T41" fmla="*/ 2532 h 3916"/>
              <a:gd name="T42" fmla="*/ 3226 w 4233"/>
              <a:gd name="T43" fmla="*/ 2160 h 3916"/>
              <a:gd name="T44" fmla="*/ 3090 w 4233"/>
              <a:gd name="T45" fmla="*/ 1972 h 3916"/>
              <a:gd name="T46" fmla="*/ 3032 w 4233"/>
              <a:gd name="T47" fmla="*/ 1896 h 3916"/>
              <a:gd name="T48" fmla="*/ 2923 w 4233"/>
              <a:gd name="T49" fmla="*/ 1734 h 3916"/>
              <a:gd name="T50" fmla="*/ 2588 w 4233"/>
              <a:gd name="T51" fmla="*/ 1250 h 3916"/>
              <a:gd name="T52" fmla="*/ 2178 w 4233"/>
              <a:gd name="T53" fmla="*/ 681 h 3916"/>
              <a:gd name="T54" fmla="*/ 2052 w 4233"/>
              <a:gd name="T55" fmla="*/ 524 h 3916"/>
              <a:gd name="T56" fmla="*/ 2288 w 4233"/>
              <a:gd name="T57" fmla="*/ 248 h 3916"/>
              <a:gd name="T58" fmla="*/ 2510 w 4233"/>
              <a:gd name="T59" fmla="*/ 86 h 3916"/>
              <a:gd name="T60" fmla="*/ 2535 w 4233"/>
              <a:gd name="T61" fmla="*/ 11 h 3916"/>
              <a:gd name="T62" fmla="*/ 2377 w 4233"/>
              <a:gd name="T63" fmla="*/ 21 h 3916"/>
              <a:gd name="T64" fmla="*/ 2025 w 4233"/>
              <a:gd name="T65" fmla="*/ 674 h 3916"/>
              <a:gd name="T66" fmla="*/ 2192 w 4233"/>
              <a:gd name="T67" fmla="*/ 886 h 3916"/>
              <a:gd name="T68" fmla="*/ 2367 w 4233"/>
              <a:gd name="T69" fmla="*/ 1153 h 3916"/>
              <a:gd name="T70" fmla="*/ 2394 w 4233"/>
              <a:gd name="T71" fmla="*/ 1194 h 3916"/>
              <a:gd name="T72" fmla="*/ 2744 w 4233"/>
              <a:gd name="T73" fmla="*/ 1717 h 3916"/>
              <a:gd name="T74" fmla="*/ 2878 w 4233"/>
              <a:gd name="T75" fmla="*/ 1906 h 3916"/>
              <a:gd name="T76" fmla="*/ 3080 w 4233"/>
              <a:gd name="T77" fmla="*/ 2203 h 3916"/>
              <a:gd name="T78" fmla="*/ 3316 w 4233"/>
              <a:gd name="T79" fmla="*/ 2536 h 3916"/>
              <a:gd name="T80" fmla="*/ 3738 w 4233"/>
              <a:gd name="T81" fmla="*/ 3112 h 3916"/>
              <a:gd name="T82" fmla="*/ 3808 w 4233"/>
              <a:gd name="T83" fmla="*/ 3214 h 3916"/>
              <a:gd name="T84" fmla="*/ 3841 w 4233"/>
              <a:gd name="T85" fmla="*/ 3250 h 3916"/>
              <a:gd name="T86" fmla="*/ 3906 w 4233"/>
              <a:gd name="T87" fmla="*/ 3325 h 3916"/>
              <a:gd name="T88" fmla="*/ 4003 w 4233"/>
              <a:gd name="T89" fmla="*/ 3453 h 3916"/>
              <a:gd name="T90" fmla="*/ 4069 w 4233"/>
              <a:gd name="T91" fmla="*/ 3568 h 3916"/>
              <a:gd name="T92" fmla="*/ 4073 w 4233"/>
              <a:gd name="T93" fmla="*/ 3710 h 3916"/>
              <a:gd name="T94" fmla="*/ 3673 w 4233"/>
              <a:gd name="T95" fmla="*/ 3776 h 3916"/>
              <a:gd name="T96" fmla="*/ 2314 w 4233"/>
              <a:gd name="T97" fmla="*/ 3759 h 3916"/>
              <a:gd name="T98" fmla="*/ 1524 w 4233"/>
              <a:gd name="T99" fmla="*/ 3696 h 3916"/>
              <a:gd name="T100" fmla="*/ 358 w 4233"/>
              <a:gd name="T101" fmla="*/ 3551 h 3916"/>
              <a:gd name="T102" fmla="*/ 155 w 4233"/>
              <a:gd name="T103" fmla="*/ 3474 h 3916"/>
              <a:gd name="T104" fmla="*/ 193 w 4233"/>
              <a:gd name="T105" fmla="*/ 3270 h 3916"/>
              <a:gd name="T106" fmla="*/ 394 w 4233"/>
              <a:gd name="T107" fmla="*/ 2945 h 3916"/>
              <a:gd name="T108" fmla="*/ 581 w 4233"/>
              <a:gd name="T109" fmla="*/ 2640 h 3916"/>
              <a:gd name="T110" fmla="*/ 834 w 4233"/>
              <a:gd name="T111" fmla="*/ 2210 h 3916"/>
              <a:gd name="T112" fmla="*/ 885 w 4233"/>
              <a:gd name="T113" fmla="*/ 2151 h 3916"/>
              <a:gd name="T114" fmla="*/ 1036 w 4233"/>
              <a:gd name="T115" fmla="*/ 1919 h 3916"/>
              <a:gd name="T116" fmla="*/ 1243 w 4233"/>
              <a:gd name="T117" fmla="*/ 1604 h 3916"/>
              <a:gd name="T118" fmla="*/ 1850 w 4233"/>
              <a:gd name="T119" fmla="*/ 744 h 3916"/>
              <a:gd name="T120" fmla="*/ 1999 w 4233"/>
              <a:gd name="T121" fmla="*/ 619 h 39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233" h="3916">
                <a:moveTo>
                  <a:pt x="2346" y="33"/>
                </a:moveTo>
                <a:lnTo>
                  <a:pt x="2322" y="45"/>
                </a:lnTo>
                <a:lnTo>
                  <a:pt x="2259" y="89"/>
                </a:lnTo>
                <a:lnTo>
                  <a:pt x="2143" y="186"/>
                </a:lnTo>
                <a:lnTo>
                  <a:pt x="1979" y="344"/>
                </a:lnTo>
                <a:lnTo>
                  <a:pt x="1879" y="454"/>
                </a:lnTo>
                <a:lnTo>
                  <a:pt x="1835" y="514"/>
                </a:lnTo>
                <a:lnTo>
                  <a:pt x="1823" y="536"/>
                </a:lnTo>
                <a:lnTo>
                  <a:pt x="1810" y="558"/>
                </a:lnTo>
                <a:lnTo>
                  <a:pt x="1787" y="589"/>
                </a:lnTo>
                <a:lnTo>
                  <a:pt x="1780" y="592"/>
                </a:lnTo>
                <a:lnTo>
                  <a:pt x="1771" y="597"/>
                </a:lnTo>
                <a:lnTo>
                  <a:pt x="1719" y="656"/>
                </a:lnTo>
                <a:lnTo>
                  <a:pt x="1594" y="815"/>
                </a:lnTo>
                <a:lnTo>
                  <a:pt x="1503" y="944"/>
                </a:lnTo>
                <a:lnTo>
                  <a:pt x="1435" y="1037"/>
                </a:lnTo>
                <a:lnTo>
                  <a:pt x="1367" y="1129"/>
                </a:lnTo>
                <a:lnTo>
                  <a:pt x="1336" y="1171"/>
                </a:lnTo>
                <a:lnTo>
                  <a:pt x="1267" y="1268"/>
                </a:lnTo>
                <a:lnTo>
                  <a:pt x="1240" y="1311"/>
                </a:lnTo>
                <a:lnTo>
                  <a:pt x="1184" y="1394"/>
                </a:lnTo>
                <a:lnTo>
                  <a:pt x="1136" y="1463"/>
                </a:lnTo>
                <a:lnTo>
                  <a:pt x="1086" y="1539"/>
                </a:lnTo>
                <a:lnTo>
                  <a:pt x="1017" y="1646"/>
                </a:lnTo>
                <a:lnTo>
                  <a:pt x="933" y="1775"/>
                </a:lnTo>
                <a:lnTo>
                  <a:pt x="830" y="1933"/>
                </a:lnTo>
                <a:lnTo>
                  <a:pt x="734" y="2082"/>
                </a:lnTo>
                <a:lnTo>
                  <a:pt x="673" y="2186"/>
                </a:lnTo>
                <a:lnTo>
                  <a:pt x="619" y="2276"/>
                </a:lnTo>
                <a:lnTo>
                  <a:pt x="552" y="2384"/>
                </a:lnTo>
                <a:lnTo>
                  <a:pt x="492" y="2481"/>
                </a:lnTo>
                <a:lnTo>
                  <a:pt x="459" y="2544"/>
                </a:lnTo>
                <a:lnTo>
                  <a:pt x="433" y="2595"/>
                </a:lnTo>
                <a:lnTo>
                  <a:pt x="394" y="2658"/>
                </a:lnTo>
                <a:lnTo>
                  <a:pt x="363" y="2706"/>
                </a:lnTo>
                <a:lnTo>
                  <a:pt x="260" y="2887"/>
                </a:lnTo>
                <a:lnTo>
                  <a:pt x="145" y="3098"/>
                </a:lnTo>
                <a:lnTo>
                  <a:pt x="85" y="3206"/>
                </a:lnTo>
                <a:lnTo>
                  <a:pt x="30" y="3324"/>
                </a:lnTo>
                <a:lnTo>
                  <a:pt x="8" y="3385"/>
                </a:lnTo>
                <a:lnTo>
                  <a:pt x="0" y="3433"/>
                </a:lnTo>
                <a:lnTo>
                  <a:pt x="5" y="3473"/>
                </a:lnTo>
                <a:lnTo>
                  <a:pt x="22" y="3508"/>
                </a:lnTo>
                <a:lnTo>
                  <a:pt x="52" y="3541"/>
                </a:lnTo>
                <a:lnTo>
                  <a:pt x="70" y="3558"/>
                </a:lnTo>
                <a:lnTo>
                  <a:pt x="98" y="3583"/>
                </a:lnTo>
                <a:lnTo>
                  <a:pt x="153" y="3620"/>
                </a:lnTo>
                <a:lnTo>
                  <a:pt x="213" y="3646"/>
                </a:lnTo>
                <a:lnTo>
                  <a:pt x="280" y="3665"/>
                </a:lnTo>
                <a:lnTo>
                  <a:pt x="318" y="3671"/>
                </a:lnTo>
                <a:lnTo>
                  <a:pt x="350" y="3677"/>
                </a:lnTo>
                <a:lnTo>
                  <a:pt x="382" y="3688"/>
                </a:lnTo>
                <a:lnTo>
                  <a:pt x="393" y="3695"/>
                </a:lnTo>
                <a:lnTo>
                  <a:pt x="394" y="3698"/>
                </a:lnTo>
                <a:lnTo>
                  <a:pt x="395" y="3701"/>
                </a:lnTo>
                <a:lnTo>
                  <a:pt x="405" y="3706"/>
                </a:lnTo>
                <a:lnTo>
                  <a:pt x="429" y="3712"/>
                </a:lnTo>
                <a:lnTo>
                  <a:pt x="452" y="3713"/>
                </a:lnTo>
                <a:lnTo>
                  <a:pt x="516" y="3717"/>
                </a:lnTo>
                <a:lnTo>
                  <a:pt x="599" y="3730"/>
                </a:lnTo>
                <a:lnTo>
                  <a:pt x="678" y="3745"/>
                </a:lnTo>
                <a:lnTo>
                  <a:pt x="879" y="3773"/>
                </a:lnTo>
                <a:lnTo>
                  <a:pt x="1102" y="3799"/>
                </a:lnTo>
                <a:lnTo>
                  <a:pt x="1314" y="3818"/>
                </a:lnTo>
                <a:lnTo>
                  <a:pt x="1403" y="3823"/>
                </a:lnTo>
                <a:lnTo>
                  <a:pt x="1495" y="3830"/>
                </a:lnTo>
                <a:lnTo>
                  <a:pt x="1555" y="3838"/>
                </a:lnTo>
                <a:lnTo>
                  <a:pt x="1625" y="3847"/>
                </a:lnTo>
                <a:lnTo>
                  <a:pt x="1747" y="3857"/>
                </a:lnTo>
                <a:lnTo>
                  <a:pt x="1867" y="3866"/>
                </a:lnTo>
                <a:lnTo>
                  <a:pt x="1932" y="3873"/>
                </a:lnTo>
                <a:lnTo>
                  <a:pt x="1971" y="3879"/>
                </a:lnTo>
                <a:lnTo>
                  <a:pt x="2102" y="3890"/>
                </a:lnTo>
                <a:lnTo>
                  <a:pt x="2387" y="3905"/>
                </a:lnTo>
                <a:lnTo>
                  <a:pt x="2844" y="3916"/>
                </a:lnTo>
                <a:lnTo>
                  <a:pt x="3153" y="3916"/>
                </a:lnTo>
                <a:lnTo>
                  <a:pt x="3312" y="3913"/>
                </a:lnTo>
                <a:lnTo>
                  <a:pt x="3368" y="3909"/>
                </a:lnTo>
                <a:lnTo>
                  <a:pt x="3504" y="3900"/>
                </a:lnTo>
                <a:lnTo>
                  <a:pt x="3663" y="3890"/>
                </a:lnTo>
                <a:lnTo>
                  <a:pt x="3760" y="3884"/>
                </a:lnTo>
                <a:lnTo>
                  <a:pt x="3927" y="3864"/>
                </a:lnTo>
                <a:lnTo>
                  <a:pt x="4056" y="3838"/>
                </a:lnTo>
                <a:lnTo>
                  <a:pt x="4127" y="3811"/>
                </a:lnTo>
                <a:lnTo>
                  <a:pt x="4162" y="3793"/>
                </a:lnTo>
                <a:lnTo>
                  <a:pt x="4175" y="3782"/>
                </a:lnTo>
                <a:lnTo>
                  <a:pt x="4192" y="3769"/>
                </a:lnTo>
                <a:lnTo>
                  <a:pt x="4216" y="3745"/>
                </a:lnTo>
                <a:lnTo>
                  <a:pt x="4228" y="3718"/>
                </a:lnTo>
                <a:lnTo>
                  <a:pt x="4233" y="3683"/>
                </a:lnTo>
                <a:lnTo>
                  <a:pt x="4233" y="3660"/>
                </a:lnTo>
                <a:lnTo>
                  <a:pt x="4233" y="3636"/>
                </a:lnTo>
                <a:lnTo>
                  <a:pt x="4227" y="3595"/>
                </a:lnTo>
                <a:lnTo>
                  <a:pt x="4211" y="3551"/>
                </a:lnTo>
                <a:lnTo>
                  <a:pt x="4184" y="3499"/>
                </a:lnTo>
                <a:lnTo>
                  <a:pt x="4164" y="3465"/>
                </a:lnTo>
                <a:lnTo>
                  <a:pt x="4104" y="3373"/>
                </a:lnTo>
                <a:lnTo>
                  <a:pt x="3941" y="3143"/>
                </a:lnTo>
                <a:lnTo>
                  <a:pt x="3873" y="3055"/>
                </a:lnTo>
                <a:lnTo>
                  <a:pt x="3834" y="3005"/>
                </a:lnTo>
                <a:lnTo>
                  <a:pt x="3785" y="2939"/>
                </a:lnTo>
                <a:lnTo>
                  <a:pt x="3723" y="2855"/>
                </a:lnTo>
                <a:lnTo>
                  <a:pt x="3642" y="2744"/>
                </a:lnTo>
                <a:lnTo>
                  <a:pt x="3559" y="2631"/>
                </a:lnTo>
                <a:lnTo>
                  <a:pt x="3490" y="2532"/>
                </a:lnTo>
                <a:lnTo>
                  <a:pt x="3439" y="2459"/>
                </a:lnTo>
                <a:lnTo>
                  <a:pt x="3417" y="2430"/>
                </a:lnTo>
                <a:lnTo>
                  <a:pt x="3380" y="2382"/>
                </a:lnTo>
                <a:lnTo>
                  <a:pt x="3280" y="2237"/>
                </a:lnTo>
                <a:lnTo>
                  <a:pt x="3226" y="2160"/>
                </a:lnTo>
                <a:lnTo>
                  <a:pt x="3138" y="2040"/>
                </a:lnTo>
                <a:lnTo>
                  <a:pt x="3116" y="2015"/>
                </a:lnTo>
                <a:lnTo>
                  <a:pt x="3103" y="2000"/>
                </a:lnTo>
                <a:lnTo>
                  <a:pt x="3089" y="1977"/>
                </a:lnTo>
                <a:lnTo>
                  <a:pt x="3090" y="1972"/>
                </a:lnTo>
                <a:lnTo>
                  <a:pt x="3091" y="1967"/>
                </a:lnTo>
                <a:lnTo>
                  <a:pt x="3077" y="1945"/>
                </a:lnTo>
                <a:lnTo>
                  <a:pt x="3064" y="1933"/>
                </a:lnTo>
                <a:lnTo>
                  <a:pt x="3050" y="1920"/>
                </a:lnTo>
                <a:lnTo>
                  <a:pt x="3032" y="1896"/>
                </a:lnTo>
                <a:lnTo>
                  <a:pt x="3030" y="1889"/>
                </a:lnTo>
                <a:lnTo>
                  <a:pt x="3026" y="1878"/>
                </a:lnTo>
                <a:lnTo>
                  <a:pt x="2985" y="1816"/>
                </a:lnTo>
                <a:lnTo>
                  <a:pt x="2954" y="1774"/>
                </a:lnTo>
                <a:lnTo>
                  <a:pt x="2923" y="1734"/>
                </a:lnTo>
                <a:lnTo>
                  <a:pt x="2882" y="1674"/>
                </a:lnTo>
                <a:lnTo>
                  <a:pt x="2878" y="1665"/>
                </a:lnTo>
                <a:lnTo>
                  <a:pt x="2844" y="1610"/>
                </a:lnTo>
                <a:lnTo>
                  <a:pt x="2730" y="1448"/>
                </a:lnTo>
                <a:lnTo>
                  <a:pt x="2588" y="1250"/>
                </a:lnTo>
                <a:lnTo>
                  <a:pt x="2462" y="1074"/>
                </a:lnTo>
                <a:lnTo>
                  <a:pt x="2363" y="932"/>
                </a:lnTo>
                <a:lnTo>
                  <a:pt x="2304" y="851"/>
                </a:lnTo>
                <a:lnTo>
                  <a:pt x="2252" y="782"/>
                </a:lnTo>
                <a:lnTo>
                  <a:pt x="2178" y="681"/>
                </a:lnTo>
                <a:lnTo>
                  <a:pt x="2143" y="634"/>
                </a:lnTo>
                <a:lnTo>
                  <a:pt x="2085" y="564"/>
                </a:lnTo>
                <a:lnTo>
                  <a:pt x="2072" y="552"/>
                </a:lnTo>
                <a:lnTo>
                  <a:pt x="2064" y="546"/>
                </a:lnTo>
                <a:lnTo>
                  <a:pt x="2052" y="524"/>
                </a:lnTo>
                <a:lnTo>
                  <a:pt x="2051" y="512"/>
                </a:lnTo>
                <a:lnTo>
                  <a:pt x="2053" y="502"/>
                </a:lnTo>
                <a:lnTo>
                  <a:pt x="2079" y="464"/>
                </a:lnTo>
                <a:lnTo>
                  <a:pt x="2153" y="380"/>
                </a:lnTo>
                <a:lnTo>
                  <a:pt x="2288" y="248"/>
                </a:lnTo>
                <a:lnTo>
                  <a:pt x="2385" y="165"/>
                </a:lnTo>
                <a:lnTo>
                  <a:pt x="2437" y="127"/>
                </a:lnTo>
                <a:lnTo>
                  <a:pt x="2456" y="117"/>
                </a:lnTo>
                <a:lnTo>
                  <a:pt x="2477" y="106"/>
                </a:lnTo>
                <a:lnTo>
                  <a:pt x="2510" y="86"/>
                </a:lnTo>
                <a:lnTo>
                  <a:pt x="2530" y="67"/>
                </a:lnTo>
                <a:lnTo>
                  <a:pt x="2539" y="48"/>
                </a:lnTo>
                <a:lnTo>
                  <a:pt x="2540" y="38"/>
                </a:lnTo>
                <a:lnTo>
                  <a:pt x="2540" y="27"/>
                </a:lnTo>
                <a:lnTo>
                  <a:pt x="2535" y="11"/>
                </a:lnTo>
                <a:lnTo>
                  <a:pt x="2522" y="3"/>
                </a:lnTo>
                <a:lnTo>
                  <a:pt x="2497" y="0"/>
                </a:lnTo>
                <a:lnTo>
                  <a:pt x="2477" y="0"/>
                </a:lnTo>
                <a:lnTo>
                  <a:pt x="2448" y="2"/>
                </a:lnTo>
                <a:lnTo>
                  <a:pt x="2377" y="21"/>
                </a:lnTo>
                <a:lnTo>
                  <a:pt x="2346" y="33"/>
                </a:lnTo>
                <a:close/>
                <a:moveTo>
                  <a:pt x="2000" y="628"/>
                </a:moveTo>
                <a:lnTo>
                  <a:pt x="2001" y="637"/>
                </a:lnTo>
                <a:lnTo>
                  <a:pt x="2015" y="662"/>
                </a:lnTo>
                <a:lnTo>
                  <a:pt x="2025" y="674"/>
                </a:lnTo>
                <a:lnTo>
                  <a:pt x="2057" y="710"/>
                </a:lnTo>
                <a:lnTo>
                  <a:pt x="2101" y="769"/>
                </a:lnTo>
                <a:lnTo>
                  <a:pt x="2144" y="827"/>
                </a:lnTo>
                <a:lnTo>
                  <a:pt x="2172" y="861"/>
                </a:lnTo>
                <a:lnTo>
                  <a:pt x="2192" y="886"/>
                </a:lnTo>
                <a:lnTo>
                  <a:pt x="2211" y="916"/>
                </a:lnTo>
                <a:lnTo>
                  <a:pt x="2240" y="961"/>
                </a:lnTo>
                <a:lnTo>
                  <a:pt x="2300" y="1047"/>
                </a:lnTo>
                <a:lnTo>
                  <a:pt x="2328" y="1089"/>
                </a:lnTo>
                <a:lnTo>
                  <a:pt x="2367" y="1153"/>
                </a:lnTo>
                <a:lnTo>
                  <a:pt x="2371" y="1164"/>
                </a:lnTo>
                <a:lnTo>
                  <a:pt x="2372" y="1170"/>
                </a:lnTo>
                <a:lnTo>
                  <a:pt x="2380" y="1182"/>
                </a:lnTo>
                <a:lnTo>
                  <a:pt x="2385" y="1185"/>
                </a:lnTo>
                <a:lnTo>
                  <a:pt x="2394" y="1194"/>
                </a:lnTo>
                <a:lnTo>
                  <a:pt x="2446" y="1264"/>
                </a:lnTo>
                <a:lnTo>
                  <a:pt x="2543" y="1408"/>
                </a:lnTo>
                <a:lnTo>
                  <a:pt x="2573" y="1460"/>
                </a:lnTo>
                <a:lnTo>
                  <a:pt x="2601" y="1508"/>
                </a:lnTo>
                <a:lnTo>
                  <a:pt x="2744" y="1717"/>
                </a:lnTo>
                <a:lnTo>
                  <a:pt x="2775" y="1756"/>
                </a:lnTo>
                <a:lnTo>
                  <a:pt x="2799" y="1781"/>
                </a:lnTo>
                <a:lnTo>
                  <a:pt x="2851" y="1856"/>
                </a:lnTo>
                <a:lnTo>
                  <a:pt x="2876" y="1897"/>
                </a:lnTo>
                <a:lnTo>
                  <a:pt x="2878" y="1906"/>
                </a:lnTo>
                <a:lnTo>
                  <a:pt x="2881" y="1916"/>
                </a:lnTo>
                <a:lnTo>
                  <a:pt x="2911" y="1965"/>
                </a:lnTo>
                <a:lnTo>
                  <a:pt x="2933" y="1995"/>
                </a:lnTo>
                <a:lnTo>
                  <a:pt x="2999" y="2084"/>
                </a:lnTo>
                <a:lnTo>
                  <a:pt x="3080" y="2203"/>
                </a:lnTo>
                <a:lnTo>
                  <a:pt x="3117" y="2255"/>
                </a:lnTo>
                <a:lnTo>
                  <a:pt x="3182" y="2346"/>
                </a:lnTo>
                <a:lnTo>
                  <a:pt x="3247" y="2435"/>
                </a:lnTo>
                <a:lnTo>
                  <a:pt x="3282" y="2488"/>
                </a:lnTo>
                <a:lnTo>
                  <a:pt x="3316" y="2536"/>
                </a:lnTo>
                <a:lnTo>
                  <a:pt x="3374" y="2618"/>
                </a:lnTo>
                <a:lnTo>
                  <a:pt x="3435" y="2699"/>
                </a:lnTo>
                <a:lnTo>
                  <a:pt x="3473" y="2753"/>
                </a:lnTo>
                <a:lnTo>
                  <a:pt x="3578" y="2898"/>
                </a:lnTo>
                <a:lnTo>
                  <a:pt x="3738" y="3112"/>
                </a:lnTo>
                <a:lnTo>
                  <a:pt x="3772" y="3153"/>
                </a:lnTo>
                <a:lnTo>
                  <a:pt x="3786" y="3169"/>
                </a:lnTo>
                <a:lnTo>
                  <a:pt x="3805" y="3199"/>
                </a:lnTo>
                <a:lnTo>
                  <a:pt x="3807" y="3207"/>
                </a:lnTo>
                <a:lnTo>
                  <a:pt x="3808" y="3214"/>
                </a:lnTo>
                <a:lnTo>
                  <a:pt x="3817" y="3223"/>
                </a:lnTo>
                <a:lnTo>
                  <a:pt x="3824" y="3224"/>
                </a:lnTo>
                <a:lnTo>
                  <a:pt x="3831" y="3225"/>
                </a:lnTo>
                <a:lnTo>
                  <a:pt x="3839" y="3239"/>
                </a:lnTo>
                <a:lnTo>
                  <a:pt x="3841" y="3250"/>
                </a:lnTo>
                <a:lnTo>
                  <a:pt x="3843" y="3260"/>
                </a:lnTo>
                <a:lnTo>
                  <a:pt x="3861" y="3285"/>
                </a:lnTo>
                <a:lnTo>
                  <a:pt x="3875" y="3295"/>
                </a:lnTo>
                <a:lnTo>
                  <a:pt x="3888" y="3304"/>
                </a:lnTo>
                <a:lnTo>
                  <a:pt x="3906" y="3325"/>
                </a:lnTo>
                <a:lnTo>
                  <a:pt x="3908" y="3334"/>
                </a:lnTo>
                <a:lnTo>
                  <a:pt x="3912" y="3344"/>
                </a:lnTo>
                <a:lnTo>
                  <a:pt x="3949" y="3392"/>
                </a:lnTo>
                <a:lnTo>
                  <a:pt x="3976" y="3423"/>
                </a:lnTo>
                <a:lnTo>
                  <a:pt x="4003" y="3453"/>
                </a:lnTo>
                <a:lnTo>
                  <a:pt x="4040" y="3504"/>
                </a:lnTo>
                <a:lnTo>
                  <a:pt x="4043" y="3516"/>
                </a:lnTo>
                <a:lnTo>
                  <a:pt x="4045" y="3526"/>
                </a:lnTo>
                <a:lnTo>
                  <a:pt x="4059" y="3554"/>
                </a:lnTo>
                <a:lnTo>
                  <a:pt x="4069" y="3568"/>
                </a:lnTo>
                <a:lnTo>
                  <a:pt x="4080" y="3585"/>
                </a:lnTo>
                <a:lnTo>
                  <a:pt x="4091" y="3624"/>
                </a:lnTo>
                <a:lnTo>
                  <a:pt x="4092" y="3666"/>
                </a:lnTo>
                <a:lnTo>
                  <a:pt x="4082" y="3699"/>
                </a:lnTo>
                <a:lnTo>
                  <a:pt x="4073" y="3710"/>
                </a:lnTo>
                <a:lnTo>
                  <a:pt x="4058" y="3719"/>
                </a:lnTo>
                <a:lnTo>
                  <a:pt x="4013" y="3738"/>
                </a:lnTo>
                <a:lnTo>
                  <a:pt x="3946" y="3752"/>
                </a:lnTo>
                <a:lnTo>
                  <a:pt x="3854" y="3763"/>
                </a:lnTo>
                <a:lnTo>
                  <a:pt x="3673" y="3776"/>
                </a:lnTo>
                <a:lnTo>
                  <a:pt x="3333" y="3785"/>
                </a:lnTo>
                <a:lnTo>
                  <a:pt x="3115" y="3786"/>
                </a:lnTo>
                <a:lnTo>
                  <a:pt x="2964" y="3785"/>
                </a:lnTo>
                <a:lnTo>
                  <a:pt x="2640" y="3776"/>
                </a:lnTo>
                <a:lnTo>
                  <a:pt x="2314" y="3759"/>
                </a:lnTo>
                <a:lnTo>
                  <a:pt x="2008" y="3736"/>
                </a:lnTo>
                <a:lnTo>
                  <a:pt x="1873" y="3721"/>
                </a:lnTo>
                <a:lnTo>
                  <a:pt x="1784" y="3713"/>
                </a:lnTo>
                <a:lnTo>
                  <a:pt x="1645" y="3703"/>
                </a:lnTo>
                <a:lnTo>
                  <a:pt x="1524" y="3696"/>
                </a:lnTo>
                <a:lnTo>
                  <a:pt x="1301" y="3675"/>
                </a:lnTo>
                <a:lnTo>
                  <a:pt x="1053" y="3647"/>
                </a:lnTo>
                <a:lnTo>
                  <a:pt x="860" y="3625"/>
                </a:lnTo>
                <a:lnTo>
                  <a:pt x="563" y="3587"/>
                </a:lnTo>
                <a:lnTo>
                  <a:pt x="358" y="3551"/>
                </a:lnTo>
                <a:lnTo>
                  <a:pt x="257" y="3526"/>
                </a:lnTo>
                <a:lnTo>
                  <a:pt x="208" y="3508"/>
                </a:lnTo>
                <a:lnTo>
                  <a:pt x="189" y="3499"/>
                </a:lnTo>
                <a:lnTo>
                  <a:pt x="176" y="3492"/>
                </a:lnTo>
                <a:lnTo>
                  <a:pt x="155" y="3474"/>
                </a:lnTo>
                <a:lnTo>
                  <a:pt x="144" y="3451"/>
                </a:lnTo>
                <a:lnTo>
                  <a:pt x="140" y="3423"/>
                </a:lnTo>
                <a:lnTo>
                  <a:pt x="145" y="3387"/>
                </a:lnTo>
                <a:lnTo>
                  <a:pt x="158" y="3346"/>
                </a:lnTo>
                <a:lnTo>
                  <a:pt x="193" y="3270"/>
                </a:lnTo>
                <a:lnTo>
                  <a:pt x="227" y="3207"/>
                </a:lnTo>
                <a:lnTo>
                  <a:pt x="247" y="3173"/>
                </a:lnTo>
                <a:lnTo>
                  <a:pt x="260" y="3156"/>
                </a:lnTo>
                <a:lnTo>
                  <a:pt x="285" y="3121"/>
                </a:lnTo>
                <a:lnTo>
                  <a:pt x="394" y="2945"/>
                </a:lnTo>
                <a:lnTo>
                  <a:pt x="412" y="2911"/>
                </a:lnTo>
                <a:lnTo>
                  <a:pt x="427" y="2885"/>
                </a:lnTo>
                <a:lnTo>
                  <a:pt x="480" y="2805"/>
                </a:lnTo>
                <a:lnTo>
                  <a:pt x="538" y="2713"/>
                </a:lnTo>
                <a:lnTo>
                  <a:pt x="581" y="2640"/>
                </a:lnTo>
                <a:lnTo>
                  <a:pt x="633" y="2549"/>
                </a:lnTo>
                <a:lnTo>
                  <a:pt x="726" y="2399"/>
                </a:lnTo>
                <a:lnTo>
                  <a:pt x="768" y="2328"/>
                </a:lnTo>
                <a:lnTo>
                  <a:pt x="828" y="2226"/>
                </a:lnTo>
                <a:lnTo>
                  <a:pt x="834" y="2210"/>
                </a:lnTo>
                <a:lnTo>
                  <a:pt x="834" y="2204"/>
                </a:lnTo>
                <a:lnTo>
                  <a:pt x="842" y="2195"/>
                </a:lnTo>
                <a:lnTo>
                  <a:pt x="847" y="2194"/>
                </a:lnTo>
                <a:lnTo>
                  <a:pt x="856" y="2190"/>
                </a:lnTo>
                <a:lnTo>
                  <a:pt x="885" y="2151"/>
                </a:lnTo>
                <a:lnTo>
                  <a:pt x="901" y="2122"/>
                </a:lnTo>
                <a:lnTo>
                  <a:pt x="919" y="2090"/>
                </a:lnTo>
                <a:lnTo>
                  <a:pt x="965" y="2019"/>
                </a:lnTo>
                <a:lnTo>
                  <a:pt x="986" y="1992"/>
                </a:lnTo>
                <a:lnTo>
                  <a:pt x="1036" y="1919"/>
                </a:lnTo>
                <a:lnTo>
                  <a:pt x="1101" y="1812"/>
                </a:lnTo>
                <a:lnTo>
                  <a:pt x="1130" y="1762"/>
                </a:lnTo>
                <a:lnTo>
                  <a:pt x="1182" y="1683"/>
                </a:lnTo>
                <a:lnTo>
                  <a:pt x="1195" y="1668"/>
                </a:lnTo>
                <a:lnTo>
                  <a:pt x="1243" y="1604"/>
                </a:lnTo>
                <a:lnTo>
                  <a:pt x="1351" y="1442"/>
                </a:lnTo>
                <a:lnTo>
                  <a:pt x="1441" y="1304"/>
                </a:lnTo>
                <a:lnTo>
                  <a:pt x="1629" y="1040"/>
                </a:lnTo>
                <a:lnTo>
                  <a:pt x="1802" y="807"/>
                </a:lnTo>
                <a:lnTo>
                  <a:pt x="1850" y="744"/>
                </a:lnTo>
                <a:lnTo>
                  <a:pt x="1924" y="655"/>
                </a:lnTo>
                <a:lnTo>
                  <a:pt x="1962" y="619"/>
                </a:lnTo>
                <a:lnTo>
                  <a:pt x="1981" y="608"/>
                </a:lnTo>
                <a:lnTo>
                  <a:pt x="1993" y="608"/>
                </a:lnTo>
                <a:lnTo>
                  <a:pt x="1999" y="619"/>
                </a:lnTo>
                <a:lnTo>
                  <a:pt x="2000" y="62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525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9">
            <a:extLst>
              <a:ext uri="{FF2B5EF4-FFF2-40B4-BE49-F238E27FC236}">
                <a16:creationId xmlns:a16="http://schemas.microsoft.com/office/drawing/2014/main" id="{77066F0B-AF79-49CD-A94A-E95F2252C567}"/>
              </a:ext>
            </a:extLst>
          </p:cNvPr>
          <p:cNvSpPr>
            <a:spLocks noEditPoints="1"/>
          </p:cNvSpPr>
          <p:nvPr/>
        </p:nvSpPr>
        <p:spPr bwMode="auto">
          <a:xfrm>
            <a:off x="488437" y="393148"/>
            <a:ext cx="1719891" cy="1481349"/>
          </a:xfrm>
          <a:custGeom>
            <a:avLst/>
            <a:gdLst>
              <a:gd name="T0" fmla="*/ 3770 w 10089"/>
              <a:gd name="T1" fmla="*/ 687 h 8688"/>
              <a:gd name="T2" fmla="*/ 3239 w 10089"/>
              <a:gd name="T3" fmla="*/ 1081 h 8688"/>
              <a:gd name="T4" fmla="*/ 1897 w 10089"/>
              <a:gd name="T5" fmla="*/ 1643 h 8688"/>
              <a:gd name="T6" fmla="*/ 1190 w 10089"/>
              <a:gd name="T7" fmla="*/ 2284 h 8688"/>
              <a:gd name="T8" fmla="*/ 999 w 10089"/>
              <a:gd name="T9" fmla="*/ 3061 h 8688"/>
              <a:gd name="T10" fmla="*/ 862 w 10089"/>
              <a:gd name="T11" fmla="*/ 3509 h 8688"/>
              <a:gd name="T12" fmla="*/ 355 w 10089"/>
              <a:gd name="T13" fmla="*/ 4157 h 8688"/>
              <a:gd name="T14" fmla="*/ 178 w 10089"/>
              <a:gd name="T15" fmla="*/ 4719 h 8688"/>
              <a:gd name="T16" fmla="*/ 102 w 10089"/>
              <a:gd name="T17" fmla="*/ 5436 h 8688"/>
              <a:gd name="T18" fmla="*/ 680 w 10089"/>
              <a:gd name="T19" fmla="*/ 5452 h 8688"/>
              <a:gd name="T20" fmla="*/ 824 w 10089"/>
              <a:gd name="T21" fmla="*/ 5546 h 8688"/>
              <a:gd name="T22" fmla="*/ 394 w 10089"/>
              <a:gd name="T23" fmla="*/ 6440 h 8688"/>
              <a:gd name="T24" fmla="*/ 368 w 10089"/>
              <a:gd name="T25" fmla="*/ 6918 h 8688"/>
              <a:gd name="T26" fmla="*/ 684 w 10089"/>
              <a:gd name="T27" fmla="*/ 7326 h 8688"/>
              <a:gd name="T28" fmla="*/ 1425 w 10089"/>
              <a:gd name="T29" fmla="*/ 7414 h 8688"/>
              <a:gd name="T30" fmla="*/ 2227 w 10089"/>
              <a:gd name="T31" fmla="*/ 7105 h 8688"/>
              <a:gd name="T32" fmla="*/ 2382 w 10089"/>
              <a:gd name="T33" fmla="*/ 7639 h 8688"/>
              <a:gd name="T34" fmla="*/ 2925 w 10089"/>
              <a:gd name="T35" fmla="*/ 8054 h 8688"/>
              <a:gd name="T36" fmla="*/ 3132 w 10089"/>
              <a:gd name="T37" fmla="*/ 8418 h 8688"/>
              <a:gd name="T38" fmla="*/ 3601 w 10089"/>
              <a:gd name="T39" fmla="*/ 8517 h 8688"/>
              <a:gd name="T40" fmla="*/ 3735 w 10089"/>
              <a:gd name="T41" fmla="*/ 8637 h 8688"/>
              <a:gd name="T42" fmla="*/ 5008 w 10089"/>
              <a:gd name="T43" fmla="*/ 8114 h 8688"/>
              <a:gd name="T44" fmla="*/ 4689 w 10089"/>
              <a:gd name="T45" fmla="*/ 8389 h 8688"/>
              <a:gd name="T46" fmla="*/ 5682 w 10089"/>
              <a:gd name="T47" fmla="*/ 8143 h 8688"/>
              <a:gd name="T48" fmla="*/ 6361 w 10089"/>
              <a:gd name="T49" fmla="*/ 8187 h 8688"/>
              <a:gd name="T50" fmla="*/ 6624 w 10089"/>
              <a:gd name="T51" fmla="*/ 8083 h 8688"/>
              <a:gd name="T52" fmla="*/ 7553 w 10089"/>
              <a:gd name="T53" fmla="*/ 7893 h 8688"/>
              <a:gd name="T54" fmla="*/ 7875 w 10089"/>
              <a:gd name="T55" fmla="*/ 8001 h 8688"/>
              <a:gd name="T56" fmla="*/ 8514 w 10089"/>
              <a:gd name="T57" fmla="*/ 7811 h 8688"/>
              <a:gd name="T58" fmla="*/ 9448 w 10089"/>
              <a:gd name="T59" fmla="*/ 7542 h 8688"/>
              <a:gd name="T60" fmla="*/ 9140 w 10089"/>
              <a:gd name="T61" fmla="*/ 7204 h 8688"/>
              <a:gd name="T62" fmla="*/ 9748 w 10089"/>
              <a:gd name="T63" fmla="*/ 6647 h 8688"/>
              <a:gd name="T64" fmla="*/ 9767 w 10089"/>
              <a:gd name="T65" fmla="*/ 6145 h 8688"/>
              <a:gd name="T66" fmla="*/ 9252 w 10089"/>
              <a:gd name="T67" fmla="*/ 5615 h 8688"/>
              <a:gd name="T68" fmla="*/ 9227 w 10089"/>
              <a:gd name="T69" fmla="*/ 4913 h 8688"/>
              <a:gd name="T70" fmla="*/ 9375 w 10089"/>
              <a:gd name="T71" fmla="*/ 4712 h 8688"/>
              <a:gd name="T72" fmla="*/ 9370 w 10089"/>
              <a:gd name="T73" fmla="*/ 4291 h 8688"/>
              <a:gd name="T74" fmla="*/ 9105 w 10089"/>
              <a:gd name="T75" fmla="*/ 3999 h 8688"/>
              <a:gd name="T76" fmla="*/ 8849 w 10089"/>
              <a:gd name="T77" fmla="*/ 3681 h 8688"/>
              <a:gd name="T78" fmla="*/ 8718 w 10089"/>
              <a:gd name="T79" fmla="*/ 3283 h 8688"/>
              <a:gd name="T80" fmla="*/ 8404 w 10089"/>
              <a:gd name="T81" fmla="*/ 2255 h 8688"/>
              <a:gd name="T82" fmla="*/ 7823 w 10089"/>
              <a:gd name="T83" fmla="*/ 1721 h 8688"/>
              <a:gd name="T84" fmla="*/ 7186 w 10089"/>
              <a:gd name="T85" fmla="*/ 1076 h 8688"/>
              <a:gd name="T86" fmla="*/ 6794 w 10089"/>
              <a:gd name="T87" fmla="*/ 671 h 8688"/>
              <a:gd name="T88" fmla="*/ 5577 w 10089"/>
              <a:gd name="T89" fmla="*/ 358 h 8688"/>
              <a:gd name="T90" fmla="*/ 4462 w 10089"/>
              <a:gd name="T91" fmla="*/ 360 h 8688"/>
              <a:gd name="T92" fmla="*/ 5445 w 10089"/>
              <a:gd name="T93" fmla="*/ 435 h 8688"/>
              <a:gd name="T94" fmla="*/ 6556 w 10089"/>
              <a:gd name="T95" fmla="*/ 686 h 8688"/>
              <a:gd name="T96" fmla="*/ 7392 w 10089"/>
              <a:gd name="T97" fmla="*/ 1235 h 8688"/>
              <a:gd name="T98" fmla="*/ 2412 w 10089"/>
              <a:gd name="T99" fmla="*/ 1381 h 8688"/>
              <a:gd name="T100" fmla="*/ 7856 w 10089"/>
              <a:gd name="T101" fmla="*/ 2017 h 8688"/>
              <a:gd name="T102" fmla="*/ 8157 w 10089"/>
              <a:gd name="T103" fmla="*/ 2385 h 8688"/>
              <a:gd name="T104" fmla="*/ 1223 w 10089"/>
              <a:gd name="T105" fmla="*/ 3147 h 8688"/>
              <a:gd name="T106" fmla="*/ 8852 w 10089"/>
              <a:gd name="T107" fmla="*/ 3269 h 8688"/>
              <a:gd name="T108" fmla="*/ 9640 w 10089"/>
              <a:gd name="T109" fmla="*/ 5907 h 8688"/>
              <a:gd name="T110" fmla="*/ 9386 w 10089"/>
              <a:gd name="T111" fmla="*/ 6883 h 8688"/>
              <a:gd name="T112" fmla="*/ 1387 w 10089"/>
              <a:gd name="T113" fmla="*/ 7371 h 8688"/>
              <a:gd name="T114" fmla="*/ 2261 w 10089"/>
              <a:gd name="T115" fmla="*/ 7023 h 8688"/>
              <a:gd name="T116" fmla="*/ 1032 w 10089"/>
              <a:gd name="T117" fmla="*/ 7402 h 8688"/>
              <a:gd name="T118" fmla="*/ 7096 w 10089"/>
              <a:gd name="T119" fmla="*/ 7832 h 8688"/>
              <a:gd name="T120" fmla="*/ 8063 w 10089"/>
              <a:gd name="T121" fmla="*/ 7933 h 8688"/>
              <a:gd name="T122" fmla="*/ 6550 w 10089"/>
              <a:gd name="T123" fmla="*/ 8032 h 86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0089" h="8688">
                <a:moveTo>
                  <a:pt x="5179" y="9"/>
                </a:moveTo>
                <a:lnTo>
                  <a:pt x="5150" y="18"/>
                </a:lnTo>
                <a:lnTo>
                  <a:pt x="5036" y="67"/>
                </a:lnTo>
                <a:lnTo>
                  <a:pt x="4971" y="100"/>
                </a:lnTo>
                <a:lnTo>
                  <a:pt x="4934" y="118"/>
                </a:lnTo>
                <a:lnTo>
                  <a:pt x="4863" y="148"/>
                </a:lnTo>
                <a:lnTo>
                  <a:pt x="4798" y="172"/>
                </a:lnTo>
                <a:lnTo>
                  <a:pt x="4742" y="186"/>
                </a:lnTo>
                <a:lnTo>
                  <a:pt x="4718" y="190"/>
                </a:lnTo>
                <a:lnTo>
                  <a:pt x="4655" y="199"/>
                </a:lnTo>
                <a:lnTo>
                  <a:pt x="4510" y="236"/>
                </a:lnTo>
                <a:lnTo>
                  <a:pt x="4361" y="291"/>
                </a:lnTo>
                <a:lnTo>
                  <a:pt x="4261" y="338"/>
                </a:lnTo>
                <a:lnTo>
                  <a:pt x="4203" y="369"/>
                </a:lnTo>
                <a:lnTo>
                  <a:pt x="4179" y="385"/>
                </a:lnTo>
                <a:lnTo>
                  <a:pt x="4150" y="404"/>
                </a:lnTo>
                <a:lnTo>
                  <a:pt x="4095" y="434"/>
                </a:lnTo>
                <a:lnTo>
                  <a:pt x="4075" y="441"/>
                </a:lnTo>
                <a:lnTo>
                  <a:pt x="4061" y="446"/>
                </a:lnTo>
                <a:lnTo>
                  <a:pt x="4048" y="457"/>
                </a:lnTo>
                <a:lnTo>
                  <a:pt x="4046" y="464"/>
                </a:lnTo>
                <a:lnTo>
                  <a:pt x="4047" y="468"/>
                </a:lnTo>
                <a:lnTo>
                  <a:pt x="4049" y="471"/>
                </a:lnTo>
                <a:lnTo>
                  <a:pt x="4049" y="476"/>
                </a:lnTo>
                <a:lnTo>
                  <a:pt x="4041" y="482"/>
                </a:lnTo>
                <a:lnTo>
                  <a:pt x="4030" y="483"/>
                </a:lnTo>
                <a:lnTo>
                  <a:pt x="4013" y="485"/>
                </a:lnTo>
                <a:lnTo>
                  <a:pt x="3971" y="502"/>
                </a:lnTo>
                <a:lnTo>
                  <a:pt x="3931" y="528"/>
                </a:lnTo>
                <a:lnTo>
                  <a:pt x="3900" y="557"/>
                </a:lnTo>
                <a:lnTo>
                  <a:pt x="3893" y="571"/>
                </a:lnTo>
                <a:lnTo>
                  <a:pt x="3887" y="584"/>
                </a:lnTo>
                <a:lnTo>
                  <a:pt x="3860" y="606"/>
                </a:lnTo>
                <a:lnTo>
                  <a:pt x="3842" y="611"/>
                </a:lnTo>
                <a:lnTo>
                  <a:pt x="3824" y="618"/>
                </a:lnTo>
                <a:lnTo>
                  <a:pt x="3800" y="638"/>
                </a:lnTo>
                <a:lnTo>
                  <a:pt x="3788" y="655"/>
                </a:lnTo>
                <a:lnTo>
                  <a:pt x="3784" y="664"/>
                </a:lnTo>
                <a:lnTo>
                  <a:pt x="3781" y="673"/>
                </a:lnTo>
                <a:lnTo>
                  <a:pt x="3770" y="687"/>
                </a:lnTo>
                <a:lnTo>
                  <a:pt x="3759" y="696"/>
                </a:lnTo>
                <a:lnTo>
                  <a:pt x="3746" y="700"/>
                </a:lnTo>
                <a:lnTo>
                  <a:pt x="3740" y="699"/>
                </a:lnTo>
                <a:lnTo>
                  <a:pt x="3723" y="699"/>
                </a:lnTo>
                <a:lnTo>
                  <a:pt x="3682" y="715"/>
                </a:lnTo>
                <a:lnTo>
                  <a:pt x="3644" y="741"/>
                </a:lnTo>
                <a:lnTo>
                  <a:pt x="3626" y="761"/>
                </a:lnTo>
                <a:lnTo>
                  <a:pt x="3622" y="773"/>
                </a:lnTo>
                <a:lnTo>
                  <a:pt x="3623" y="778"/>
                </a:lnTo>
                <a:lnTo>
                  <a:pt x="3625" y="787"/>
                </a:lnTo>
                <a:lnTo>
                  <a:pt x="3619" y="806"/>
                </a:lnTo>
                <a:lnTo>
                  <a:pt x="3605" y="825"/>
                </a:lnTo>
                <a:lnTo>
                  <a:pt x="3587" y="837"/>
                </a:lnTo>
                <a:lnTo>
                  <a:pt x="3578" y="838"/>
                </a:lnTo>
                <a:lnTo>
                  <a:pt x="3573" y="837"/>
                </a:lnTo>
                <a:lnTo>
                  <a:pt x="3572" y="826"/>
                </a:lnTo>
                <a:lnTo>
                  <a:pt x="3576" y="818"/>
                </a:lnTo>
                <a:lnTo>
                  <a:pt x="3580" y="810"/>
                </a:lnTo>
                <a:lnTo>
                  <a:pt x="3576" y="806"/>
                </a:lnTo>
                <a:lnTo>
                  <a:pt x="3568" y="811"/>
                </a:lnTo>
                <a:lnTo>
                  <a:pt x="3561" y="817"/>
                </a:lnTo>
                <a:lnTo>
                  <a:pt x="3555" y="831"/>
                </a:lnTo>
                <a:lnTo>
                  <a:pt x="3558" y="838"/>
                </a:lnTo>
                <a:lnTo>
                  <a:pt x="3560" y="845"/>
                </a:lnTo>
                <a:lnTo>
                  <a:pt x="3550" y="863"/>
                </a:lnTo>
                <a:lnTo>
                  <a:pt x="3530" y="878"/>
                </a:lnTo>
                <a:lnTo>
                  <a:pt x="3509" y="884"/>
                </a:lnTo>
                <a:lnTo>
                  <a:pt x="3502" y="881"/>
                </a:lnTo>
                <a:lnTo>
                  <a:pt x="3497" y="880"/>
                </a:lnTo>
                <a:lnTo>
                  <a:pt x="3482" y="884"/>
                </a:lnTo>
                <a:lnTo>
                  <a:pt x="3449" y="903"/>
                </a:lnTo>
                <a:lnTo>
                  <a:pt x="3395" y="943"/>
                </a:lnTo>
                <a:lnTo>
                  <a:pt x="3351" y="986"/>
                </a:lnTo>
                <a:lnTo>
                  <a:pt x="3340" y="1003"/>
                </a:lnTo>
                <a:lnTo>
                  <a:pt x="3330" y="1019"/>
                </a:lnTo>
                <a:lnTo>
                  <a:pt x="3310" y="1043"/>
                </a:lnTo>
                <a:lnTo>
                  <a:pt x="3288" y="1062"/>
                </a:lnTo>
                <a:lnTo>
                  <a:pt x="3265" y="1074"/>
                </a:lnTo>
                <a:lnTo>
                  <a:pt x="3251" y="1077"/>
                </a:lnTo>
                <a:lnTo>
                  <a:pt x="3239" y="1081"/>
                </a:lnTo>
                <a:lnTo>
                  <a:pt x="3223" y="1094"/>
                </a:lnTo>
                <a:lnTo>
                  <a:pt x="3223" y="1101"/>
                </a:lnTo>
                <a:lnTo>
                  <a:pt x="3223" y="1105"/>
                </a:lnTo>
                <a:lnTo>
                  <a:pt x="3218" y="1112"/>
                </a:lnTo>
                <a:lnTo>
                  <a:pt x="3201" y="1116"/>
                </a:lnTo>
                <a:lnTo>
                  <a:pt x="3168" y="1114"/>
                </a:lnTo>
                <a:lnTo>
                  <a:pt x="3135" y="1102"/>
                </a:lnTo>
                <a:lnTo>
                  <a:pt x="3122" y="1092"/>
                </a:lnTo>
                <a:lnTo>
                  <a:pt x="3114" y="1087"/>
                </a:lnTo>
                <a:lnTo>
                  <a:pt x="3092" y="1079"/>
                </a:lnTo>
                <a:lnTo>
                  <a:pt x="3068" y="1078"/>
                </a:lnTo>
                <a:lnTo>
                  <a:pt x="3038" y="1082"/>
                </a:lnTo>
                <a:lnTo>
                  <a:pt x="2982" y="1097"/>
                </a:lnTo>
                <a:lnTo>
                  <a:pt x="2886" y="1141"/>
                </a:lnTo>
                <a:lnTo>
                  <a:pt x="2826" y="1172"/>
                </a:lnTo>
                <a:lnTo>
                  <a:pt x="2785" y="1193"/>
                </a:lnTo>
                <a:lnTo>
                  <a:pt x="2721" y="1223"/>
                </a:lnTo>
                <a:lnTo>
                  <a:pt x="2673" y="1239"/>
                </a:lnTo>
                <a:lnTo>
                  <a:pt x="2630" y="1245"/>
                </a:lnTo>
                <a:lnTo>
                  <a:pt x="2610" y="1244"/>
                </a:lnTo>
                <a:lnTo>
                  <a:pt x="2595" y="1244"/>
                </a:lnTo>
                <a:lnTo>
                  <a:pt x="2551" y="1251"/>
                </a:lnTo>
                <a:lnTo>
                  <a:pt x="2469" y="1272"/>
                </a:lnTo>
                <a:lnTo>
                  <a:pt x="2353" y="1312"/>
                </a:lnTo>
                <a:lnTo>
                  <a:pt x="2290" y="1341"/>
                </a:lnTo>
                <a:lnTo>
                  <a:pt x="2267" y="1356"/>
                </a:lnTo>
                <a:lnTo>
                  <a:pt x="2265" y="1362"/>
                </a:lnTo>
                <a:lnTo>
                  <a:pt x="2260" y="1370"/>
                </a:lnTo>
                <a:lnTo>
                  <a:pt x="2212" y="1411"/>
                </a:lnTo>
                <a:lnTo>
                  <a:pt x="2177" y="1435"/>
                </a:lnTo>
                <a:lnTo>
                  <a:pt x="2139" y="1462"/>
                </a:lnTo>
                <a:lnTo>
                  <a:pt x="2061" y="1522"/>
                </a:lnTo>
                <a:lnTo>
                  <a:pt x="2033" y="1547"/>
                </a:lnTo>
                <a:lnTo>
                  <a:pt x="2010" y="1566"/>
                </a:lnTo>
                <a:lnTo>
                  <a:pt x="1964" y="1594"/>
                </a:lnTo>
                <a:lnTo>
                  <a:pt x="1949" y="1597"/>
                </a:lnTo>
                <a:lnTo>
                  <a:pt x="1936" y="1599"/>
                </a:lnTo>
                <a:lnTo>
                  <a:pt x="1910" y="1620"/>
                </a:lnTo>
                <a:lnTo>
                  <a:pt x="1901" y="1634"/>
                </a:lnTo>
                <a:lnTo>
                  <a:pt x="1897" y="1643"/>
                </a:lnTo>
                <a:lnTo>
                  <a:pt x="1885" y="1658"/>
                </a:lnTo>
                <a:lnTo>
                  <a:pt x="1870" y="1669"/>
                </a:lnTo>
                <a:lnTo>
                  <a:pt x="1851" y="1676"/>
                </a:lnTo>
                <a:lnTo>
                  <a:pt x="1841" y="1678"/>
                </a:lnTo>
                <a:lnTo>
                  <a:pt x="1831" y="1680"/>
                </a:lnTo>
                <a:lnTo>
                  <a:pt x="1807" y="1692"/>
                </a:lnTo>
                <a:lnTo>
                  <a:pt x="1764" y="1724"/>
                </a:lnTo>
                <a:lnTo>
                  <a:pt x="1707" y="1774"/>
                </a:lnTo>
                <a:lnTo>
                  <a:pt x="1685" y="1804"/>
                </a:lnTo>
                <a:lnTo>
                  <a:pt x="1683" y="1815"/>
                </a:lnTo>
                <a:lnTo>
                  <a:pt x="1689" y="1816"/>
                </a:lnTo>
                <a:lnTo>
                  <a:pt x="1697" y="1817"/>
                </a:lnTo>
                <a:lnTo>
                  <a:pt x="1702" y="1827"/>
                </a:lnTo>
                <a:lnTo>
                  <a:pt x="1699" y="1835"/>
                </a:lnTo>
                <a:lnTo>
                  <a:pt x="1693" y="1841"/>
                </a:lnTo>
                <a:lnTo>
                  <a:pt x="1672" y="1846"/>
                </a:lnTo>
                <a:lnTo>
                  <a:pt x="1662" y="1843"/>
                </a:lnTo>
                <a:lnTo>
                  <a:pt x="1653" y="1840"/>
                </a:lnTo>
                <a:lnTo>
                  <a:pt x="1646" y="1844"/>
                </a:lnTo>
                <a:lnTo>
                  <a:pt x="1648" y="1850"/>
                </a:lnTo>
                <a:lnTo>
                  <a:pt x="1651" y="1857"/>
                </a:lnTo>
                <a:lnTo>
                  <a:pt x="1642" y="1866"/>
                </a:lnTo>
                <a:lnTo>
                  <a:pt x="1632" y="1867"/>
                </a:lnTo>
                <a:lnTo>
                  <a:pt x="1624" y="1868"/>
                </a:lnTo>
                <a:lnTo>
                  <a:pt x="1603" y="1878"/>
                </a:lnTo>
                <a:lnTo>
                  <a:pt x="1565" y="1905"/>
                </a:lnTo>
                <a:lnTo>
                  <a:pt x="1512" y="1955"/>
                </a:lnTo>
                <a:lnTo>
                  <a:pt x="1483" y="1991"/>
                </a:lnTo>
                <a:lnTo>
                  <a:pt x="1472" y="2010"/>
                </a:lnTo>
                <a:lnTo>
                  <a:pt x="1471" y="2017"/>
                </a:lnTo>
                <a:lnTo>
                  <a:pt x="1470" y="2026"/>
                </a:lnTo>
                <a:lnTo>
                  <a:pt x="1454" y="2051"/>
                </a:lnTo>
                <a:lnTo>
                  <a:pt x="1412" y="2102"/>
                </a:lnTo>
                <a:lnTo>
                  <a:pt x="1333" y="2179"/>
                </a:lnTo>
                <a:lnTo>
                  <a:pt x="1275" y="2227"/>
                </a:lnTo>
                <a:lnTo>
                  <a:pt x="1244" y="2248"/>
                </a:lnTo>
                <a:lnTo>
                  <a:pt x="1231" y="2253"/>
                </a:lnTo>
                <a:lnTo>
                  <a:pt x="1219" y="2258"/>
                </a:lnTo>
                <a:lnTo>
                  <a:pt x="1201" y="2270"/>
                </a:lnTo>
                <a:lnTo>
                  <a:pt x="1190" y="2284"/>
                </a:lnTo>
                <a:lnTo>
                  <a:pt x="1184" y="2301"/>
                </a:lnTo>
                <a:lnTo>
                  <a:pt x="1184" y="2311"/>
                </a:lnTo>
                <a:lnTo>
                  <a:pt x="1182" y="2328"/>
                </a:lnTo>
                <a:lnTo>
                  <a:pt x="1164" y="2367"/>
                </a:lnTo>
                <a:lnTo>
                  <a:pt x="1150" y="2382"/>
                </a:lnTo>
                <a:lnTo>
                  <a:pt x="1137" y="2394"/>
                </a:lnTo>
                <a:lnTo>
                  <a:pt x="1124" y="2417"/>
                </a:lnTo>
                <a:lnTo>
                  <a:pt x="1125" y="2426"/>
                </a:lnTo>
                <a:lnTo>
                  <a:pt x="1127" y="2432"/>
                </a:lnTo>
                <a:lnTo>
                  <a:pt x="1122" y="2445"/>
                </a:lnTo>
                <a:lnTo>
                  <a:pt x="1115" y="2449"/>
                </a:lnTo>
                <a:lnTo>
                  <a:pt x="1106" y="2458"/>
                </a:lnTo>
                <a:lnTo>
                  <a:pt x="1078" y="2502"/>
                </a:lnTo>
                <a:lnTo>
                  <a:pt x="1064" y="2532"/>
                </a:lnTo>
                <a:lnTo>
                  <a:pt x="1047" y="2563"/>
                </a:lnTo>
                <a:lnTo>
                  <a:pt x="998" y="2644"/>
                </a:lnTo>
                <a:lnTo>
                  <a:pt x="974" y="2681"/>
                </a:lnTo>
                <a:lnTo>
                  <a:pt x="953" y="2712"/>
                </a:lnTo>
                <a:lnTo>
                  <a:pt x="932" y="2752"/>
                </a:lnTo>
                <a:lnTo>
                  <a:pt x="926" y="2774"/>
                </a:lnTo>
                <a:lnTo>
                  <a:pt x="926" y="2793"/>
                </a:lnTo>
                <a:lnTo>
                  <a:pt x="932" y="2810"/>
                </a:lnTo>
                <a:lnTo>
                  <a:pt x="953" y="2833"/>
                </a:lnTo>
                <a:lnTo>
                  <a:pt x="974" y="2846"/>
                </a:lnTo>
                <a:lnTo>
                  <a:pt x="995" y="2856"/>
                </a:lnTo>
                <a:lnTo>
                  <a:pt x="1019" y="2858"/>
                </a:lnTo>
                <a:lnTo>
                  <a:pt x="1032" y="2853"/>
                </a:lnTo>
                <a:lnTo>
                  <a:pt x="1039" y="2848"/>
                </a:lnTo>
                <a:lnTo>
                  <a:pt x="1055" y="2836"/>
                </a:lnTo>
                <a:lnTo>
                  <a:pt x="1068" y="2835"/>
                </a:lnTo>
                <a:lnTo>
                  <a:pt x="1071" y="2842"/>
                </a:lnTo>
                <a:lnTo>
                  <a:pt x="1068" y="2862"/>
                </a:lnTo>
                <a:lnTo>
                  <a:pt x="1049" y="2905"/>
                </a:lnTo>
                <a:lnTo>
                  <a:pt x="1032" y="2932"/>
                </a:lnTo>
                <a:lnTo>
                  <a:pt x="1013" y="2961"/>
                </a:lnTo>
                <a:lnTo>
                  <a:pt x="988" y="3013"/>
                </a:lnTo>
                <a:lnTo>
                  <a:pt x="981" y="3040"/>
                </a:lnTo>
                <a:lnTo>
                  <a:pt x="982" y="3053"/>
                </a:lnTo>
                <a:lnTo>
                  <a:pt x="988" y="3060"/>
                </a:lnTo>
                <a:lnTo>
                  <a:pt x="999" y="3061"/>
                </a:lnTo>
                <a:lnTo>
                  <a:pt x="1006" y="3058"/>
                </a:lnTo>
                <a:lnTo>
                  <a:pt x="1017" y="3055"/>
                </a:lnTo>
                <a:lnTo>
                  <a:pt x="1031" y="3059"/>
                </a:lnTo>
                <a:lnTo>
                  <a:pt x="1032" y="3065"/>
                </a:lnTo>
                <a:lnTo>
                  <a:pt x="1033" y="3074"/>
                </a:lnTo>
                <a:lnTo>
                  <a:pt x="1042" y="3082"/>
                </a:lnTo>
                <a:lnTo>
                  <a:pt x="1058" y="3079"/>
                </a:lnTo>
                <a:lnTo>
                  <a:pt x="1078" y="3065"/>
                </a:lnTo>
                <a:lnTo>
                  <a:pt x="1090" y="3055"/>
                </a:lnTo>
                <a:lnTo>
                  <a:pt x="1105" y="3041"/>
                </a:lnTo>
                <a:lnTo>
                  <a:pt x="1115" y="3036"/>
                </a:lnTo>
                <a:lnTo>
                  <a:pt x="1116" y="3039"/>
                </a:lnTo>
                <a:lnTo>
                  <a:pt x="1102" y="3068"/>
                </a:lnTo>
                <a:lnTo>
                  <a:pt x="1065" y="3116"/>
                </a:lnTo>
                <a:lnTo>
                  <a:pt x="1046" y="3143"/>
                </a:lnTo>
                <a:lnTo>
                  <a:pt x="1018" y="3192"/>
                </a:lnTo>
                <a:lnTo>
                  <a:pt x="1015" y="3207"/>
                </a:lnTo>
                <a:lnTo>
                  <a:pt x="1016" y="3218"/>
                </a:lnTo>
                <a:lnTo>
                  <a:pt x="1028" y="3231"/>
                </a:lnTo>
                <a:lnTo>
                  <a:pt x="1046" y="3232"/>
                </a:lnTo>
                <a:lnTo>
                  <a:pt x="1068" y="3223"/>
                </a:lnTo>
                <a:lnTo>
                  <a:pt x="1079" y="3213"/>
                </a:lnTo>
                <a:lnTo>
                  <a:pt x="1088" y="3206"/>
                </a:lnTo>
                <a:lnTo>
                  <a:pt x="1099" y="3203"/>
                </a:lnTo>
                <a:lnTo>
                  <a:pt x="1100" y="3207"/>
                </a:lnTo>
                <a:lnTo>
                  <a:pt x="1097" y="3218"/>
                </a:lnTo>
                <a:lnTo>
                  <a:pt x="1073" y="3259"/>
                </a:lnTo>
                <a:lnTo>
                  <a:pt x="1033" y="3309"/>
                </a:lnTo>
                <a:lnTo>
                  <a:pt x="984" y="3361"/>
                </a:lnTo>
                <a:lnTo>
                  <a:pt x="959" y="3384"/>
                </a:lnTo>
                <a:lnTo>
                  <a:pt x="933" y="3409"/>
                </a:lnTo>
                <a:lnTo>
                  <a:pt x="909" y="3441"/>
                </a:lnTo>
                <a:lnTo>
                  <a:pt x="902" y="3457"/>
                </a:lnTo>
                <a:lnTo>
                  <a:pt x="903" y="3463"/>
                </a:lnTo>
                <a:lnTo>
                  <a:pt x="906" y="3472"/>
                </a:lnTo>
                <a:lnTo>
                  <a:pt x="902" y="3483"/>
                </a:lnTo>
                <a:lnTo>
                  <a:pt x="895" y="3482"/>
                </a:lnTo>
                <a:lnTo>
                  <a:pt x="887" y="3483"/>
                </a:lnTo>
                <a:lnTo>
                  <a:pt x="869" y="3497"/>
                </a:lnTo>
                <a:lnTo>
                  <a:pt x="862" y="3509"/>
                </a:lnTo>
                <a:lnTo>
                  <a:pt x="846" y="3537"/>
                </a:lnTo>
                <a:lnTo>
                  <a:pt x="831" y="3568"/>
                </a:lnTo>
                <a:lnTo>
                  <a:pt x="824" y="3579"/>
                </a:lnTo>
                <a:lnTo>
                  <a:pt x="805" y="3592"/>
                </a:lnTo>
                <a:lnTo>
                  <a:pt x="796" y="3592"/>
                </a:lnTo>
                <a:lnTo>
                  <a:pt x="789" y="3591"/>
                </a:lnTo>
                <a:lnTo>
                  <a:pt x="782" y="3596"/>
                </a:lnTo>
                <a:lnTo>
                  <a:pt x="785" y="3602"/>
                </a:lnTo>
                <a:lnTo>
                  <a:pt x="784" y="3610"/>
                </a:lnTo>
                <a:lnTo>
                  <a:pt x="757" y="3648"/>
                </a:lnTo>
                <a:lnTo>
                  <a:pt x="735" y="3671"/>
                </a:lnTo>
                <a:lnTo>
                  <a:pt x="711" y="3695"/>
                </a:lnTo>
                <a:lnTo>
                  <a:pt x="680" y="3733"/>
                </a:lnTo>
                <a:lnTo>
                  <a:pt x="677" y="3742"/>
                </a:lnTo>
                <a:lnTo>
                  <a:pt x="675" y="3747"/>
                </a:lnTo>
                <a:lnTo>
                  <a:pt x="659" y="3759"/>
                </a:lnTo>
                <a:lnTo>
                  <a:pt x="647" y="3764"/>
                </a:lnTo>
                <a:lnTo>
                  <a:pt x="634" y="3769"/>
                </a:lnTo>
                <a:lnTo>
                  <a:pt x="609" y="3794"/>
                </a:lnTo>
                <a:lnTo>
                  <a:pt x="601" y="3810"/>
                </a:lnTo>
                <a:lnTo>
                  <a:pt x="593" y="3824"/>
                </a:lnTo>
                <a:lnTo>
                  <a:pt x="578" y="3840"/>
                </a:lnTo>
                <a:lnTo>
                  <a:pt x="573" y="3840"/>
                </a:lnTo>
                <a:lnTo>
                  <a:pt x="565" y="3837"/>
                </a:lnTo>
                <a:lnTo>
                  <a:pt x="544" y="3847"/>
                </a:lnTo>
                <a:lnTo>
                  <a:pt x="506" y="3884"/>
                </a:lnTo>
                <a:lnTo>
                  <a:pt x="457" y="3959"/>
                </a:lnTo>
                <a:lnTo>
                  <a:pt x="435" y="4013"/>
                </a:lnTo>
                <a:lnTo>
                  <a:pt x="432" y="4041"/>
                </a:lnTo>
                <a:lnTo>
                  <a:pt x="436" y="4051"/>
                </a:lnTo>
                <a:lnTo>
                  <a:pt x="439" y="4058"/>
                </a:lnTo>
                <a:lnTo>
                  <a:pt x="438" y="4061"/>
                </a:lnTo>
                <a:lnTo>
                  <a:pt x="432" y="4058"/>
                </a:lnTo>
                <a:lnTo>
                  <a:pt x="429" y="4055"/>
                </a:lnTo>
                <a:lnTo>
                  <a:pt x="419" y="4056"/>
                </a:lnTo>
                <a:lnTo>
                  <a:pt x="400" y="4067"/>
                </a:lnTo>
                <a:lnTo>
                  <a:pt x="375" y="4096"/>
                </a:lnTo>
                <a:lnTo>
                  <a:pt x="358" y="4131"/>
                </a:lnTo>
                <a:lnTo>
                  <a:pt x="356" y="4145"/>
                </a:lnTo>
                <a:lnTo>
                  <a:pt x="355" y="4157"/>
                </a:lnTo>
                <a:lnTo>
                  <a:pt x="345" y="4182"/>
                </a:lnTo>
                <a:lnTo>
                  <a:pt x="337" y="4190"/>
                </a:lnTo>
                <a:lnTo>
                  <a:pt x="330" y="4201"/>
                </a:lnTo>
                <a:lnTo>
                  <a:pt x="324" y="4242"/>
                </a:lnTo>
                <a:lnTo>
                  <a:pt x="325" y="4265"/>
                </a:lnTo>
                <a:lnTo>
                  <a:pt x="327" y="4281"/>
                </a:lnTo>
                <a:lnTo>
                  <a:pt x="333" y="4305"/>
                </a:lnTo>
                <a:lnTo>
                  <a:pt x="344" y="4319"/>
                </a:lnTo>
                <a:lnTo>
                  <a:pt x="361" y="4327"/>
                </a:lnTo>
                <a:lnTo>
                  <a:pt x="373" y="4329"/>
                </a:lnTo>
                <a:lnTo>
                  <a:pt x="395" y="4333"/>
                </a:lnTo>
                <a:lnTo>
                  <a:pt x="417" y="4343"/>
                </a:lnTo>
                <a:lnTo>
                  <a:pt x="424" y="4352"/>
                </a:lnTo>
                <a:lnTo>
                  <a:pt x="427" y="4371"/>
                </a:lnTo>
                <a:lnTo>
                  <a:pt x="411" y="4405"/>
                </a:lnTo>
                <a:lnTo>
                  <a:pt x="395" y="4427"/>
                </a:lnTo>
                <a:lnTo>
                  <a:pt x="379" y="4450"/>
                </a:lnTo>
                <a:lnTo>
                  <a:pt x="368" y="4473"/>
                </a:lnTo>
                <a:lnTo>
                  <a:pt x="368" y="4482"/>
                </a:lnTo>
                <a:lnTo>
                  <a:pt x="371" y="4483"/>
                </a:lnTo>
                <a:lnTo>
                  <a:pt x="379" y="4483"/>
                </a:lnTo>
                <a:lnTo>
                  <a:pt x="385" y="4492"/>
                </a:lnTo>
                <a:lnTo>
                  <a:pt x="381" y="4499"/>
                </a:lnTo>
                <a:lnTo>
                  <a:pt x="377" y="4505"/>
                </a:lnTo>
                <a:lnTo>
                  <a:pt x="360" y="4509"/>
                </a:lnTo>
                <a:lnTo>
                  <a:pt x="351" y="4506"/>
                </a:lnTo>
                <a:lnTo>
                  <a:pt x="346" y="4506"/>
                </a:lnTo>
                <a:lnTo>
                  <a:pt x="326" y="4515"/>
                </a:lnTo>
                <a:lnTo>
                  <a:pt x="286" y="4547"/>
                </a:lnTo>
                <a:lnTo>
                  <a:pt x="254" y="4577"/>
                </a:lnTo>
                <a:lnTo>
                  <a:pt x="226" y="4609"/>
                </a:lnTo>
                <a:lnTo>
                  <a:pt x="205" y="4639"/>
                </a:lnTo>
                <a:lnTo>
                  <a:pt x="204" y="4647"/>
                </a:lnTo>
                <a:lnTo>
                  <a:pt x="209" y="4646"/>
                </a:lnTo>
                <a:lnTo>
                  <a:pt x="224" y="4641"/>
                </a:lnTo>
                <a:lnTo>
                  <a:pt x="235" y="4643"/>
                </a:lnTo>
                <a:lnTo>
                  <a:pt x="236" y="4648"/>
                </a:lnTo>
                <a:lnTo>
                  <a:pt x="229" y="4663"/>
                </a:lnTo>
                <a:lnTo>
                  <a:pt x="201" y="4697"/>
                </a:lnTo>
                <a:lnTo>
                  <a:pt x="178" y="4719"/>
                </a:lnTo>
                <a:lnTo>
                  <a:pt x="155" y="4743"/>
                </a:lnTo>
                <a:lnTo>
                  <a:pt x="123" y="4787"/>
                </a:lnTo>
                <a:lnTo>
                  <a:pt x="120" y="4798"/>
                </a:lnTo>
                <a:lnTo>
                  <a:pt x="119" y="4807"/>
                </a:lnTo>
                <a:lnTo>
                  <a:pt x="106" y="4819"/>
                </a:lnTo>
                <a:lnTo>
                  <a:pt x="97" y="4820"/>
                </a:lnTo>
                <a:lnTo>
                  <a:pt x="89" y="4821"/>
                </a:lnTo>
                <a:lnTo>
                  <a:pt x="74" y="4832"/>
                </a:lnTo>
                <a:lnTo>
                  <a:pt x="48" y="4879"/>
                </a:lnTo>
                <a:lnTo>
                  <a:pt x="20" y="4944"/>
                </a:lnTo>
                <a:lnTo>
                  <a:pt x="9" y="4973"/>
                </a:lnTo>
                <a:lnTo>
                  <a:pt x="0" y="5022"/>
                </a:lnTo>
                <a:lnTo>
                  <a:pt x="7" y="5051"/>
                </a:lnTo>
                <a:lnTo>
                  <a:pt x="17" y="5068"/>
                </a:lnTo>
                <a:lnTo>
                  <a:pt x="42" y="5092"/>
                </a:lnTo>
                <a:lnTo>
                  <a:pt x="66" y="5109"/>
                </a:lnTo>
                <a:lnTo>
                  <a:pt x="83" y="5120"/>
                </a:lnTo>
                <a:lnTo>
                  <a:pt x="114" y="5135"/>
                </a:lnTo>
                <a:lnTo>
                  <a:pt x="139" y="5142"/>
                </a:lnTo>
                <a:lnTo>
                  <a:pt x="163" y="5142"/>
                </a:lnTo>
                <a:lnTo>
                  <a:pt x="175" y="5139"/>
                </a:lnTo>
                <a:lnTo>
                  <a:pt x="190" y="5135"/>
                </a:lnTo>
                <a:lnTo>
                  <a:pt x="201" y="5135"/>
                </a:lnTo>
                <a:lnTo>
                  <a:pt x="203" y="5139"/>
                </a:lnTo>
                <a:lnTo>
                  <a:pt x="185" y="5166"/>
                </a:lnTo>
                <a:lnTo>
                  <a:pt x="137" y="5222"/>
                </a:lnTo>
                <a:lnTo>
                  <a:pt x="94" y="5271"/>
                </a:lnTo>
                <a:lnTo>
                  <a:pt x="63" y="5322"/>
                </a:lnTo>
                <a:lnTo>
                  <a:pt x="55" y="5349"/>
                </a:lnTo>
                <a:lnTo>
                  <a:pt x="56" y="5360"/>
                </a:lnTo>
                <a:lnTo>
                  <a:pt x="57" y="5370"/>
                </a:lnTo>
                <a:lnTo>
                  <a:pt x="62" y="5386"/>
                </a:lnTo>
                <a:lnTo>
                  <a:pt x="71" y="5395"/>
                </a:lnTo>
                <a:lnTo>
                  <a:pt x="83" y="5398"/>
                </a:lnTo>
                <a:lnTo>
                  <a:pt x="91" y="5397"/>
                </a:lnTo>
                <a:lnTo>
                  <a:pt x="101" y="5396"/>
                </a:lnTo>
                <a:lnTo>
                  <a:pt x="116" y="5402"/>
                </a:lnTo>
                <a:lnTo>
                  <a:pt x="120" y="5414"/>
                </a:lnTo>
                <a:lnTo>
                  <a:pt x="111" y="5430"/>
                </a:lnTo>
                <a:lnTo>
                  <a:pt x="102" y="5436"/>
                </a:lnTo>
                <a:lnTo>
                  <a:pt x="96" y="5441"/>
                </a:lnTo>
                <a:lnTo>
                  <a:pt x="87" y="5457"/>
                </a:lnTo>
                <a:lnTo>
                  <a:pt x="86" y="5466"/>
                </a:lnTo>
                <a:lnTo>
                  <a:pt x="86" y="5469"/>
                </a:lnTo>
                <a:lnTo>
                  <a:pt x="92" y="5469"/>
                </a:lnTo>
                <a:lnTo>
                  <a:pt x="110" y="5457"/>
                </a:lnTo>
                <a:lnTo>
                  <a:pt x="128" y="5440"/>
                </a:lnTo>
                <a:lnTo>
                  <a:pt x="143" y="5425"/>
                </a:lnTo>
                <a:lnTo>
                  <a:pt x="170" y="5403"/>
                </a:lnTo>
                <a:lnTo>
                  <a:pt x="192" y="5393"/>
                </a:lnTo>
                <a:lnTo>
                  <a:pt x="203" y="5396"/>
                </a:lnTo>
                <a:lnTo>
                  <a:pt x="204" y="5404"/>
                </a:lnTo>
                <a:lnTo>
                  <a:pt x="195" y="5423"/>
                </a:lnTo>
                <a:lnTo>
                  <a:pt x="162" y="5465"/>
                </a:lnTo>
                <a:lnTo>
                  <a:pt x="146" y="5484"/>
                </a:lnTo>
                <a:lnTo>
                  <a:pt x="127" y="5521"/>
                </a:lnTo>
                <a:lnTo>
                  <a:pt x="120" y="5554"/>
                </a:lnTo>
                <a:lnTo>
                  <a:pt x="127" y="5580"/>
                </a:lnTo>
                <a:lnTo>
                  <a:pt x="137" y="5588"/>
                </a:lnTo>
                <a:lnTo>
                  <a:pt x="146" y="5590"/>
                </a:lnTo>
                <a:lnTo>
                  <a:pt x="194" y="5572"/>
                </a:lnTo>
                <a:lnTo>
                  <a:pt x="256" y="5541"/>
                </a:lnTo>
                <a:lnTo>
                  <a:pt x="317" y="5504"/>
                </a:lnTo>
                <a:lnTo>
                  <a:pt x="340" y="5486"/>
                </a:lnTo>
                <a:lnTo>
                  <a:pt x="352" y="5477"/>
                </a:lnTo>
                <a:lnTo>
                  <a:pt x="392" y="5462"/>
                </a:lnTo>
                <a:lnTo>
                  <a:pt x="411" y="5458"/>
                </a:lnTo>
                <a:lnTo>
                  <a:pt x="425" y="5456"/>
                </a:lnTo>
                <a:lnTo>
                  <a:pt x="447" y="5456"/>
                </a:lnTo>
                <a:lnTo>
                  <a:pt x="463" y="5463"/>
                </a:lnTo>
                <a:lnTo>
                  <a:pt x="478" y="5477"/>
                </a:lnTo>
                <a:lnTo>
                  <a:pt x="486" y="5488"/>
                </a:lnTo>
                <a:lnTo>
                  <a:pt x="499" y="5507"/>
                </a:lnTo>
                <a:lnTo>
                  <a:pt x="520" y="5522"/>
                </a:lnTo>
                <a:lnTo>
                  <a:pt x="536" y="5527"/>
                </a:lnTo>
                <a:lnTo>
                  <a:pt x="561" y="5525"/>
                </a:lnTo>
                <a:lnTo>
                  <a:pt x="601" y="5504"/>
                </a:lnTo>
                <a:lnTo>
                  <a:pt x="624" y="5485"/>
                </a:lnTo>
                <a:lnTo>
                  <a:pt x="647" y="5468"/>
                </a:lnTo>
                <a:lnTo>
                  <a:pt x="680" y="5452"/>
                </a:lnTo>
                <a:lnTo>
                  <a:pt x="699" y="5447"/>
                </a:lnTo>
                <a:lnTo>
                  <a:pt x="705" y="5448"/>
                </a:lnTo>
                <a:lnTo>
                  <a:pt x="719" y="5449"/>
                </a:lnTo>
                <a:lnTo>
                  <a:pt x="730" y="5443"/>
                </a:lnTo>
                <a:lnTo>
                  <a:pt x="732" y="5436"/>
                </a:lnTo>
                <a:lnTo>
                  <a:pt x="731" y="5431"/>
                </a:lnTo>
                <a:lnTo>
                  <a:pt x="732" y="5421"/>
                </a:lnTo>
                <a:lnTo>
                  <a:pt x="750" y="5391"/>
                </a:lnTo>
                <a:lnTo>
                  <a:pt x="765" y="5377"/>
                </a:lnTo>
                <a:lnTo>
                  <a:pt x="776" y="5368"/>
                </a:lnTo>
                <a:lnTo>
                  <a:pt x="795" y="5358"/>
                </a:lnTo>
                <a:lnTo>
                  <a:pt x="809" y="5356"/>
                </a:lnTo>
                <a:lnTo>
                  <a:pt x="822" y="5363"/>
                </a:lnTo>
                <a:lnTo>
                  <a:pt x="831" y="5370"/>
                </a:lnTo>
                <a:lnTo>
                  <a:pt x="839" y="5377"/>
                </a:lnTo>
                <a:lnTo>
                  <a:pt x="855" y="5383"/>
                </a:lnTo>
                <a:lnTo>
                  <a:pt x="879" y="5378"/>
                </a:lnTo>
                <a:lnTo>
                  <a:pt x="915" y="5362"/>
                </a:lnTo>
                <a:lnTo>
                  <a:pt x="941" y="5349"/>
                </a:lnTo>
                <a:lnTo>
                  <a:pt x="988" y="5323"/>
                </a:lnTo>
                <a:lnTo>
                  <a:pt x="1007" y="5317"/>
                </a:lnTo>
                <a:lnTo>
                  <a:pt x="1007" y="5320"/>
                </a:lnTo>
                <a:lnTo>
                  <a:pt x="1001" y="5330"/>
                </a:lnTo>
                <a:lnTo>
                  <a:pt x="991" y="5342"/>
                </a:lnTo>
                <a:lnTo>
                  <a:pt x="977" y="5356"/>
                </a:lnTo>
                <a:lnTo>
                  <a:pt x="947" y="5375"/>
                </a:lnTo>
                <a:lnTo>
                  <a:pt x="935" y="5377"/>
                </a:lnTo>
                <a:lnTo>
                  <a:pt x="926" y="5378"/>
                </a:lnTo>
                <a:lnTo>
                  <a:pt x="915" y="5388"/>
                </a:lnTo>
                <a:lnTo>
                  <a:pt x="913" y="5395"/>
                </a:lnTo>
                <a:lnTo>
                  <a:pt x="911" y="5404"/>
                </a:lnTo>
                <a:lnTo>
                  <a:pt x="887" y="5434"/>
                </a:lnTo>
                <a:lnTo>
                  <a:pt x="870" y="5448"/>
                </a:lnTo>
                <a:lnTo>
                  <a:pt x="853" y="5464"/>
                </a:lnTo>
                <a:lnTo>
                  <a:pt x="838" y="5487"/>
                </a:lnTo>
                <a:lnTo>
                  <a:pt x="834" y="5501"/>
                </a:lnTo>
                <a:lnTo>
                  <a:pt x="836" y="5506"/>
                </a:lnTo>
                <a:lnTo>
                  <a:pt x="837" y="5511"/>
                </a:lnTo>
                <a:lnTo>
                  <a:pt x="835" y="5524"/>
                </a:lnTo>
                <a:lnTo>
                  <a:pt x="824" y="5546"/>
                </a:lnTo>
                <a:lnTo>
                  <a:pt x="811" y="5559"/>
                </a:lnTo>
                <a:lnTo>
                  <a:pt x="796" y="5572"/>
                </a:lnTo>
                <a:lnTo>
                  <a:pt x="767" y="5606"/>
                </a:lnTo>
                <a:lnTo>
                  <a:pt x="758" y="5620"/>
                </a:lnTo>
                <a:lnTo>
                  <a:pt x="749" y="5637"/>
                </a:lnTo>
                <a:lnTo>
                  <a:pt x="753" y="5646"/>
                </a:lnTo>
                <a:lnTo>
                  <a:pt x="768" y="5642"/>
                </a:lnTo>
                <a:lnTo>
                  <a:pt x="781" y="5637"/>
                </a:lnTo>
                <a:lnTo>
                  <a:pt x="789" y="5642"/>
                </a:lnTo>
                <a:lnTo>
                  <a:pt x="763" y="5676"/>
                </a:lnTo>
                <a:lnTo>
                  <a:pt x="718" y="5718"/>
                </a:lnTo>
                <a:lnTo>
                  <a:pt x="704" y="5730"/>
                </a:lnTo>
                <a:lnTo>
                  <a:pt x="680" y="5761"/>
                </a:lnTo>
                <a:lnTo>
                  <a:pt x="649" y="5816"/>
                </a:lnTo>
                <a:lnTo>
                  <a:pt x="621" y="5896"/>
                </a:lnTo>
                <a:lnTo>
                  <a:pt x="615" y="5950"/>
                </a:lnTo>
                <a:lnTo>
                  <a:pt x="618" y="5980"/>
                </a:lnTo>
                <a:lnTo>
                  <a:pt x="623" y="5993"/>
                </a:lnTo>
                <a:lnTo>
                  <a:pt x="632" y="6010"/>
                </a:lnTo>
                <a:lnTo>
                  <a:pt x="667" y="6038"/>
                </a:lnTo>
                <a:lnTo>
                  <a:pt x="685" y="6045"/>
                </a:lnTo>
                <a:lnTo>
                  <a:pt x="697" y="6048"/>
                </a:lnTo>
                <a:lnTo>
                  <a:pt x="714" y="6057"/>
                </a:lnTo>
                <a:lnTo>
                  <a:pt x="723" y="6071"/>
                </a:lnTo>
                <a:lnTo>
                  <a:pt x="728" y="6089"/>
                </a:lnTo>
                <a:lnTo>
                  <a:pt x="728" y="6101"/>
                </a:lnTo>
                <a:lnTo>
                  <a:pt x="726" y="6120"/>
                </a:lnTo>
                <a:lnTo>
                  <a:pt x="705" y="6163"/>
                </a:lnTo>
                <a:lnTo>
                  <a:pt x="675" y="6197"/>
                </a:lnTo>
                <a:lnTo>
                  <a:pt x="652" y="6211"/>
                </a:lnTo>
                <a:lnTo>
                  <a:pt x="640" y="6212"/>
                </a:lnTo>
                <a:lnTo>
                  <a:pt x="634" y="6209"/>
                </a:lnTo>
                <a:lnTo>
                  <a:pt x="630" y="6204"/>
                </a:lnTo>
                <a:lnTo>
                  <a:pt x="628" y="6208"/>
                </a:lnTo>
                <a:lnTo>
                  <a:pt x="631" y="6215"/>
                </a:lnTo>
                <a:lnTo>
                  <a:pt x="632" y="6221"/>
                </a:lnTo>
                <a:lnTo>
                  <a:pt x="612" y="6249"/>
                </a:lnTo>
                <a:lnTo>
                  <a:pt x="541" y="6318"/>
                </a:lnTo>
                <a:lnTo>
                  <a:pt x="466" y="6381"/>
                </a:lnTo>
                <a:lnTo>
                  <a:pt x="394" y="6440"/>
                </a:lnTo>
                <a:lnTo>
                  <a:pt x="318" y="6510"/>
                </a:lnTo>
                <a:lnTo>
                  <a:pt x="291" y="6539"/>
                </a:lnTo>
                <a:lnTo>
                  <a:pt x="289" y="6544"/>
                </a:lnTo>
                <a:lnTo>
                  <a:pt x="289" y="6549"/>
                </a:lnTo>
                <a:lnTo>
                  <a:pt x="292" y="6553"/>
                </a:lnTo>
                <a:lnTo>
                  <a:pt x="302" y="6551"/>
                </a:lnTo>
                <a:lnTo>
                  <a:pt x="314" y="6541"/>
                </a:lnTo>
                <a:lnTo>
                  <a:pt x="323" y="6533"/>
                </a:lnTo>
                <a:lnTo>
                  <a:pt x="334" y="6531"/>
                </a:lnTo>
                <a:lnTo>
                  <a:pt x="339" y="6533"/>
                </a:lnTo>
                <a:lnTo>
                  <a:pt x="340" y="6536"/>
                </a:lnTo>
                <a:lnTo>
                  <a:pt x="335" y="6546"/>
                </a:lnTo>
                <a:lnTo>
                  <a:pt x="299" y="6587"/>
                </a:lnTo>
                <a:lnTo>
                  <a:pt x="272" y="6610"/>
                </a:lnTo>
                <a:lnTo>
                  <a:pt x="244" y="6636"/>
                </a:lnTo>
                <a:lnTo>
                  <a:pt x="215" y="6670"/>
                </a:lnTo>
                <a:lnTo>
                  <a:pt x="205" y="6687"/>
                </a:lnTo>
                <a:lnTo>
                  <a:pt x="204" y="6693"/>
                </a:lnTo>
                <a:lnTo>
                  <a:pt x="203" y="6706"/>
                </a:lnTo>
                <a:lnTo>
                  <a:pt x="187" y="6742"/>
                </a:lnTo>
                <a:lnTo>
                  <a:pt x="177" y="6759"/>
                </a:lnTo>
                <a:lnTo>
                  <a:pt x="170" y="6769"/>
                </a:lnTo>
                <a:lnTo>
                  <a:pt x="162" y="6789"/>
                </a:lnTo>
                <a:lnTo>
                  <a:pt x="160" y="6810"/>
                </a:lnTo>
                <a:lnTo>
                  <a:pt x="163" y="6830"/>
                </a:lnTo>
                <a:lnTo>
                  <a:pt x="170" y="6847"/>
                </a:lnTo>
                <a:lnTo>
                  <a:pt x="182" y="6861"/>
                </a:lnTo>
                <a:lnTo>
                  <a:pt x="198" y="6873"/>
                </a:lnTo>
                <a:lnTo>
                  <a:pt x="217" y="6879"/>
                </a:lnTo>
                <a:lnTo>
                  <a:pt x="228" y="6879"/>
                </a:lnTo>
                <a:lnTo>
                  <a:pt x="245" y="6880"/>
                </a:lnTo>
                <a:lnTo>
                  <a:pt x="273" y="6888"/>
                </a:lnTo>
                <a:lnTo>
                  <a:pt x="279" y="6894"/>
                </a:lnTo>
                <a:lnTo>
                  <a:pt x="285" y="6899"/>
                </a:lnTo>
                <a:lnTo>
                  <a:pt x="313" y="6902"/>
                </a:lnTo>
                <a:lnTo>
                  <a:pt x="330" y="6899"/>
                </a:lnTo>
                <a:lnTo>
                  <a:pt x="350" y="6897"/>
                </a:lnTo>
                <a:lnTo>
                  <a:pt x="366" y="6899"/>
                </a:lnTo>
                <a:lnTo>
                  <a:pt x="371" y="6904"/>
                </a:lnTo>
                <a:lnTo>
                  <a:pt x="368" y="6918"/>
                </a:lnTo>
                <a:lnTo>
                  <a:pt x="346" y="6949"/>
                </a:lnTo>
                <a:lnTo>
                  <a:pt x="325" y="6972"/>
                </a:lnTo>
                <a:lnTo>
                  <a:pt x="305" y="6995"/>
                </a:lnTo>
                <a:lnTo>
                  <a:pt x="271" y="7039"/>
                </a:lnTo>
                <a:lnTo>
                  <a:pt x="245" y="7078"/>
                </a:lnTo>
                <a:lnTo>
                  <a:pt x="229" y="7113"/>
                </a:lnTo>
                <a:lnTo>
                  <a:pt x="222" y="7143"/>
                </a:lnTo>
                <a:lnTo>
                  <a:pt x="225" y="7166"/>
                </a:lnTo>
                <a:lnTo>
                  <a:pt x="237" y="7182"/>
                </a:lnTo>
                <a:lnTo>
                  <a:pt x="259" y="7190"/>
                </a:lnTo>
                <a:lnTo>
                  <a:pt x="275" y="7191"/>
                </a:lnTo>
                <a:lnTo>
                  <a:pt x="297" y="7191"/>
                </a:lnTo>
                <a:lnTo>
                  <a:pt x="325" y="7199"/>
                </a:lnTo>
                <a:lnTo>
                  <a:pt x="331" y="7207"/>
                </a:lnTo>
                <a:lnTo>
                  <a:pt x="330" y="7213"/>
                </a:lnTo>
                <a:lnTo>
                  <a:pt x="317" y="7221"/>
                </a:lnTo>
                <a:lnTo>
                  <a:pt x="299" y="7227"/>
                </a:lnTo>
                <a:lnTo>
                  <a:pt x="282" y="7232"/>
                </a:lnTo>
                <a:lnTo>
                  <a:pt x="260" y="7244"/>
                </a:lnTo>
                <a:lnTo>
                  <a:pt x="253" y="7257"/>
                </a:lnTo>
                <a:lnTo>
                  <a:pt x="265" y="7266"/>
                </a:lnTo>
                <a:lnTo>
                  <a:pt x="279" y="7267"/>
                </a:lnTo>
                <a:lnTo>
                  <a:pt x="285" y="7267"/>
                </a:lnTo>
                <a:lnTo>
                  <a:pt x="293" y="7274"/>
                </a:lnTo>
                <a:lnTo>
                  <a:pt x="297" y="7298"/>
                </a:lnTo>
                <a:lnTo>
                  <a:pt x="294" y="7329"/>
                </a:lnTo>
                <a:lnTo>
                  <a:pt x="284" y="7390"/>
                </a:lnTo>
                <a:lnTo>
                  <a:pt x="341" y="7382"/>
                </a:lnTo>
                <a:lnTo>
                  <a:pt x="370" y="7374"/>
                </a:lnTo>
                <a:lnTo>
                  <a:pt x="460" y="7336"/>
                </a:lnTo>
                <a:lnTo>
                  <a:pt x="507" y="7311"/>
                </a:lnTo>
                <a:lnTo>
                  <a:pt x="547" y="7289"/>
                </a:lnTo>
                <a:lnTo>
                  <a:pt x="606" y="7262"/>
                </a:lnTo>
                <a:lnTo>
                  <a:pt x="635" y="7260"/>
                </a:lnTo>
                <a:lnTo>
                  <a:pt x="650" y="7264"/>
                </a:lnTo>
                <a:lnTo>
                  <a:pt x="661" y="7275"/>
                </a:lnTo>
                <a:lnTo>
                  <a:pt x="669" y="7292"/>
                </a:lnTo>
                <a:lnTo>
                  <a:pt x="672" y="7303"/>
                </a:lnTo>
                <a:lnTo>
                  <a:pt x="675" y="7313"/>
                </a:lnTo>
                <a:lnTo>
                  <a:pt x="684" y="7326"/>
                </a:lnTo>
                <a:lnTo>
                  <a:pt x="699" y="7332"/>
                </a:lnTo>
                <a:lnTo>
                  <a:pt x="725" y="7330"/>
                </a:lnTo>
                <a:lnTo>
                  <a:pt x="743" y="7328"/>
                </a:lnTo>
                <a:lnTo>
                  <a:pt x="773" y="7321"/>
                </a:lnTo>
                <a:lnTo>
                  <a:pt x="858" y="7289"/>
                </a:lnTo>
                <a:lnTo>
                  <a:pt x="898" y="7267"/>
                </a:lnTo>
                <a:lnTo>
                  <a:pt x="971" y="7228"/>
                </a:lnTo>
                <a:lnTo>
                  <a:pt x="1001" y="7217"/>
                </a:lnTo>
                <a:lnTo>
                  <a:pt x="1005" y="7217"/>
                </a:lnTo>
                <a:lnTo>
                  <a:pt x="1009" y="7224"/>
                </a:lnTo>
                <a:lnTo>
                  <a:pt x="1012" y="7242"/>
                </a:lnTo>
                <a:lnTo>
                  <a:pt x="1006" y="7275"/>
                </a:lnTo>
                <a:lnTo>
                  <a:pt x="992" y="7310"/>
                </a:lnTo>
                <a:lnTo>
                  <a:pt x="983" y="7323"/>
                </a:lnTo>
                <a:lnTo>
                  <a:pt x="973" y="7337"/>
                </a:lnTo>
                <a:lnTo>
                  <a:pt x="958" y="7374"/>
                </a:lnTo>
                <a:lnTo>
                  <a:pt x="956" y="7390"/>
                </a:lnTo>
                <a:lnTo>
                  <a:pt x="956" y="7409"/>
                </a:lnTo>
                <a:lnTo>
                  <a:pt x="972" y="7453"/>
                </a:lnTo>
                <a:lnTo>
                  <a:pt x="1000" y="7490"/>
                </a:lnTo>
                <a:lnTo>
                  <a:pt x="1024" y="7506"/>
                </a:lnTo>
                <a:lnTo>
                  <a:pt x="1038" y="7509"/>
                </a:lnTo>
                <a:lnTo>
                  <a:pt x="1044" y="7508"/>
                </a:lnTo>
                <a:lnTo>
                  <a:pt x="1050" y="7506"/>
                </a:lnTo>
                <a:lnTo>
                  <a:pt x="1058" y="7506"/>
                </a:lnTo>
                <a:lnTo>
                  <a:pt x="1063" y="7515"/>
                </a:lnTo>
                <a:lnTo>
                  <a:pt x="1062" y="7531"/>
                </a:lnTo>
                <a:lnTo>
                  <a:pt x="1061" y="7539"/>
                </a:lnTo>
                <a:lnTo>
                  <a:pt x="1063" y="7551"/>
                </a:lnTo>
                <a:lnTo>
                  <a:pt x="1071" y="7557"/>
                </a:lnTo>
                <a:lnTo>
                  <a:pt x="1087" y="7558"/>
                </a:lnTo>
                <a:lnTo>
                  <a:pt x="1098" y="7557"/>
                </a:lnTo>
                <a:lnTo>
                  <a:pt x="1118" y="7555"/>
                </a:lnTo>
                <a:lnTo>
                  <a:pt x="1167" y="7539"/>
                </a:lnTo>
                <a:lnTo>
                  <a:pt x="1189" y="7529"/>
                </a:lnTo>
                <a:lnTo>
                  <a:pt x="1231" y="7509"/>
                </a:lnTo>
                <a:lnTo>
                  <a:pt x="1255" y="7503"/>
                </a:lnTo>
                <a:lnTo>
                  <a:pt x="1270" y="7498"/>
                </a:lnTo>
                <a:lnTo>
                  <a:pt x="1363" y="7450"/>
                </a:lnTo>
                <a:lnTo>
                  <a:pt x="1425" y="7414"/>
                </a:lnTo>
                <a:lnTo>
                  <a:pt x="1561" y="7339"/>
                </a:lnTo>
                <a:lnTo>
                  <a:pt x="1643" y="7294"/>
                </a:lnTo>
                <a:lnTo>
                  <a:pt x="1670" y="7280"/>
                </a:lnTo>
                <a:lnTo>
                  <a:pt x="1722" y="7246"/>
                </a:lnTo>
                <a:lnTo>
                  <a:pt x="1738" y="7233"/>
                </a:lnTo>
                <a:lnTo>
                  <a:pt x="1755" y="7219"/>
                </a:lnTo>
                <a:lnTo>
                  <a:pt x="1808" y="7183"/>
                </a:lnTo>
                <a:lnTo>
                  <a:pt x="1836" y="7167"/>
                </a:lnTo>
                <a:lnTo>
                  <a:pt x="1910" y="7122"/>
                </a:lnTo>
                <a:lnTo>
                  <a:pt x="2003" y="7056"/>
                </a:lnTo>
                <a:lnTo>
                  <a:pt x="2040" y="7029"/>
                </a:lnTo>
                <a:lnTo>
                  <a:pt x="2095" y="6994"/>
                </a:lnTo>
                <a:lnTo>
                  <a:pt x="2129" y="6981"/>
                </a:lnTo>
                <a:lnTo>
                  <a:pt x="2141" y="6985"/>
                </a:lnTo>
                <a:lnTo>
                  <a:pt x="2143" y="6994"/>
                </a:lnTo>
                <a:lnTo>
                  <a:pt x="2142" y="7000"/>
                </a:lnTo>
                <a:lnTo>
                  <a:pt x="2142" y="7005"/>
                </a:lnTo>
                <a:lnTo>
                  <a:pt x="2145" y="7012"/>
                </a:lnTo>
                <a:lnTo>
                  <a:pt x="2157" y="7018"/>
                </a:lnTo>
                <a:lnTo>
                  <a:pt x="2170" y="7017"/>
                </a:lnTo>
                <a:lnTo>
                  <a:pt x="2183" y="7016"/>
                </a:lnTo>
                <a:lnTo>
                  <a:pt x="2192" y="7021"/>
                </a:lnTo>
                <a:lnTo>
                  <a:pt x="2193" y="7028"/>
                </a:lnTo>
                <a:lnTo>
                  <a:pt x="2192" y="7035"/>
                </a:lnTo>
                <a:lnTo>
                  <a:pt x="2188" y="7043"/>
                </a:lnTo>
                <a:lnTo>
                  <a:pt x="2171" y="7054"/>
                </a:lnTo>
                <a:lnTo>
                  <a:pt x="2160" y="7055"/>
                </a:lnTo>
                <a:lnTo>
                  <a:pt x="2154" y="7054"/>
                </a:lnTo>
                <a:lnTo>
                  <a:pt x="2146" y="7058"/>
                </a:lnTo>
                <a:lnTo>
                  <a:pt x="2140" y="7070"/>
                </a:lnTo>
                <a:lnTo>
                  <a:pt x="2144" y="7085"/>
                </a:lnTo>
                <a:lnTo>
                  <a:pt x="2146" y="7093"/>
                </a:lnTo>
                <a:lnTo>
                  <a:pt x="2151" y="7104"/>
                </a:lnTo>
                <a:lnTo>
                  <a:pt x="2158" y="7106"/>
                </a:lnTo>
                <a:lnTo>
                  <a:pt x="2168" y="7101"/>
                </a:lnTo>
                <a:lnTo>
                  <a:pt x="2175" y="7096"/>
                </a:lnTo>
                <a:lnTo>
                  <a:pt x="2187" y="7087"/>
                </a:lnTo>
                <a:lnTo>
                  <a:pt x="2208" y="7086"/>
                </a:lnTo>
                <a:lnTo>
                  <a:pt x="2218" y="7095"/>
                </a:lnTo>
                <a:lnTo>
                  <a:pt x="2227" y="7105"/>
                </a:lnTo>
                <a:lnTo>
                  <a:pt x="2223" y="7115"/>
                </a:lnTo>
                <a:lnTo>
                  <a:pt x="2210" y="7116"/>
                </a:lnTo>
                <a:lnTo>
                  <a:pt x="2198" y="7116"/>
                </a:lnTo>
                <a:lnTo>
                  <a:pt x="2182" y="7125"/>
                </a:lnTo>
                <a:lnTo>
                  <a:pt x="2180" y="7132"/>
                </a:lnTo>
                <a:lnTo>
                  <a:pt x="2182" y="7139"/>
                </a:lnTo>
                <a:lnTo>
                  <a:pt x="2196" y="7148"/>
                </a:lnTo>
                <a:lnTo>
                  <a:pt x="2208" y="7149"/>
                </a:lnTo>
                <a:lnTo>
                  <a:pt x="2215" y="7149"/>
                </a:lnTo>
                <a:lnTo>
                  <a:pt x="2224" y="7153"/>
                </a:lnTo>
                <a:lnTo>
                  <a:pt x="2228" y="7164"/>
                </a:lnTo>
                <a:lnTo>
                  <a:pt x="2223" y="7177"/>
                </a:lnTo>
                <a:lnTo>
                  <a:pt x="2209" y="7214"/>
                </a:lnTo>
                <a:lnTo>
                  <a:pt x="2201" y="7255"/>
                </a:lnTo>
                <a:lnTo>
                  <a:pt x="2203" y="7278"/>
                </a:lnTo>
                <a:lnTo>
                  <a:pt x="2213" y="7296"/>
                </a:lnTo>
                <a:lnTo>
                  <a:pt x="2229" y="7309"/>
                </a:lnTo>
                <a:lnTo>
                  <a:pt x="2265" y="7323"/>
                </a:lnTo>
                <a:lnTo>
                  <a:pt x="2301" y="7328"/>
                </a:lnTo>
                <a:lnTo>
                  <a:pt x="2345" y="7333"/>
                </a:lnTo>
                <a:lnTo>
                  <a:pt x="2386" y="7343"/>
                </a:lnTo>
                <a:lnTo>
                  <a:pt x="2400" y="7353"/>
                </a:lnTo>
                <a:lnTo>
                  <a:pt x="2403" y="7367"/>
                </a:lnTo>
                <a:lnTo>
                  <a:pt x="2396" y="7384"/>
                </a:lnTo>
                <a:lnTo>
                  <a:pt x="2368" y="7421"/>
                </a:lnTo>
                <a:lnTo>
                  <a:pt x="2334" y="7458"/>
                </a:lnTo>
                <a:lnTo>
                  <a:pt x="2310" y="7484"/>
                </a:lnTo>
                <a:lnTo>
                  <a:pt x="2276" y="7524"/>
                </a:lnTo>
                <a:lnTo>
                  <a:pt x="2258" y="7554"/>
                </a:lnTo>
                <a:lnTo>
                  <a:pt x="2254" y="7576"/>
                </a:lnTo>
                <a:lnTo>
                  <a:pt x="2256" y="7586"/>
                </a:lnTo>
                <a:lnTo>
                  <a:pt x="2260" y="7596"/>
                </a:lnTo>
                <a:lnTo>
                  <a:pt x="2271" y="7611"/>
                </a:lnTo>
                <a:lnTo>
                  <a:pt x="2292" y="7619"/>
                </a:lnTo>
                <a:lnTo>
                  <a:pt x="2323" y="7623"/>
                </a:lnTo>
                <a:lnTo>
                  <a:pt x="2346" y="7623"/>
                </a:lnTo>
                <a:lnTo>
                  <a:pt x="2375" y="7624"/>
                </a:lnTo>
                <a:lnTo>
                  <a:pt x="2400" y="7625"/>
                </a:lnTo>
                <a:lnTo>
                  <a:pt x="2405" y="7627"/>
                </a:lnTo>
                <a:lnTo>
                  <a:pt x="2382" y="7639"/>
                </a:lnTo>
                <a:lnTo>
                  <a:pt x="2299" y="7665"/>
                </a:lnTo>
                <a:lnTo>
                  <a:pt x="2286" y="7670"/>
                </a:lnTo>
                <a:lnTo>
                  <a:pt x="2286" y="7681"/>
                </a:lnTo>
                <a:lnTo>
                  <a:pt x="2299" y="7689"/>
                </a:lnTo>
                <a:lnTo>
                  <a:pt x="2309" y="7695"/>
                </a:lnTo>
                <a:lnTo>
                  <a:pt x="2328" y="7699"/>
                </a:lnTo>
                <a:lnTo>
                  <a:pt x="2334" y="7696"/>
                </a:lnTo>
                <a:lnTo>
                  <a:pt x="2336" y="7695"/>
                </a:lnTo>
                <a:lnTo>
                  <a:pt x="2339" y="7701"/>
                </a:lnTo>
                <a:lnTo>
                  <a:pt x="2338" y="7719"/>
                </a:lnTo>
                <a:lnTo>
                  <a:pt x="2332" y="7739"/>
                </a:lnTo>
                <a:lnTo>
                  <a:pt x="2327" y="7762"/>
                </a:lnTo>
                <a:lnTo>
                  <a:pt x="2327" y="7787"/>
                </a:lnTo>
                <a:lnTo>
                  <a:pt x="2331" y="7797"/>
                </a:lnTo>
                <a:lnTo>
                  <a:pt x="2334" y="7800"/>
                </a:lnTo>
                <a:lnTo>
                  <a:pt x="2346" y="7804"/>
                </a:lnTo>
                <a:lnTo>
                  <a:pt x="2408" y="7803"/>
                </a:lnTo>
                <a:lnTo>
                  <a:pt x="2494" y="7795"/>
                </a:lnTo>
                <a:lnTo>
                  <a:pt x="2584" y="7782"/>
                </a:lnTo>
                <a:lnTo>
                  <a:pt x="2620" y="7774"/>
                </a:lnTo>
                <a:lnTo>
                  <a:pt x="2652" y="7767"/>
                </a:lnTo>
                <a:lnTo>
                  <a:pt x="2779" y="7752"/>
                </a:lnTo>
                <a:lnTo>
                  <a:pt x="2853" y="7748"/>
                </a:lnTo>
                <a:lnTo>
                  <a:pt x="2952" y="7742"/>
                </a:lnTo>
                <a:lnTo>
                  <a:pt x="3013" y="7746"/>
                </a:lnTo>
                <a:lnTo>
                  <a:pt x="3024" y="7757"/>
                </a:lnTo>
                <a:lnTo>
                  <a:pt x="3025" y="7767"/>
                </a:lnTo>
                <a:lnTo>
                  <a:pt x="3023" y="7781"/>
                </a:lnTo>
                <a:lnTo>
                  <a:pt x="3009" y="7811"/>
                </a:lnTo>
                <a:lnTo>
                  <a:pt x="3000" y="7824"/>
                </a:lnTo>
                <a:lnTo>
                  <a:pt x="2990" y="7837"/>
                </a:lnTo>
                <a:lnTo>
                  <a:pt x="2973" y="7880"/>
                </a:lnTo>
                <a:lnTo>
                  <a:pt x="2970" y="7901"/>
                </a:lnTo>
                <a:lnTo>
                  <a:pt x="2966" y="7924"/>
                </a:lnTo>
                <a:lnTo>
                  <a:pt x="2951" y="7970"/>
                </a:lnTo>
                <a:lnTo>
                  <a:pt x="2944" y="7987"/>
                </a:lnTo>
                <a:lnTo>
                  <a:pt x="2935" y="8003"/>
                </a:lnTo>
                <a:lnTo>
                  <a:pt x="2925" y="8034"/>
                </a:lnTo>
                <a:lnTo>
                  <a:pt x="2924" y="8043"/>
                </a:lnTo>
                <a:lnTo>
                  <a:pt x="2925" y="8054"/>
                </a:lnTo>
                <a:lnTo>
                  <a:pt x="2939" y="8076"/>
                </a:lnTo>
                <a:lnTo>
                  <a:pt x="2961" y="8097"/>
                </a:lnTo>
                <a:lnTo>
                  <a:pt x="2985" y="8110"/>
                </a:lnTo>
                <a:lnTo>
                  <a:pt x="2996" y="8111"/>
                </a:lnTo>
                <a:lnTo>
                  <a:pt x="3007" y="8112"/>
                </a:lnTo>
                <a:lnTo>
                  <a:pt x="3032" y="8125"/>
                </a:lnTo>
                <a:lnTo>
                  <a:pt x="3041" y="8134"/>
                </a:lnTo>
                <a:lnTo>
                  <a:pt x="3047" y="8141"/>
                </a:lnTo>
                <a:lnTo>
                  <a:pt x="3058" y="8149"/>
                </a:lnTo>
                <a:lnTo>
                  <a:pt x="3080" y="8147"/>
                </a:lnTo>
                <a:lnTo>
                  <a:pt x="3107" y="8134"/>
                </a:lnTo>
                <a:lnTo>
                  <a:pt x="3126" y="8125"/>
                </a:lnTo>
                <a:lnTo>
                  <a:pt x="3168" y="8112"/>
                </a:lnTo>
                <a:lnTo>
                  <a:pt x="3184" y="8111"/>
                </a:lnTo>
                <a:lnTo>
                  <a:pt x="3193" y="8111"/>
                </a:lnTo>
                <a:lnTo>
                  <a:pt x="3204" y="8113"/>
                </a:lnTo>
                <a:lnTo>
                  <a:pt x="3204" y="8123"/>
                </a:lnTo>
                <a:lnTo>
                  <a:pt x="3193" y="8138"/>
                </a:lnTo>
                <a:lnTo>
                  <a:pt x="3186" y="8145"/>
                </a:lnTo>
                <a:lnTo>
                  <a:pt x="3182" y="8154"/>
                </a:lnTo>
                <a:lnTo>
                  <a:pt x="3193" y="8158"/>
                </a:lnTo>
                <a:lnTo>
                  <a:pt x="3221" y="8153"/>
                </a:lnTo>
                <a:lnTo>
                  <a:pt x="3233" y="8150"/>
                </a:lnTo>
                <a:lnTo>
                  <a:pt x="3242" y="8152"/>
                </a:lnTo>
                <a:lnTo>
                  <a:pt x="3222" y="8171"/>
                </a:lnTo>
                <a:lnTo>
                  <a:pt x="3177" y="8197"/>
                </a:lnTo>
                <a:lnTo>
                  <a:pt x="3120" y="8230"/>
                </a:lnTo>
                <a:lnTo>
                  <a:pt x="3040" y="8280"/>
                </a:lnTo>
                <a:lnTo>
                  <a:pt x="2994" y="8314"/>
                </a:lnTo>
                <a:lnTo>
                  <a:pt x="2976" y="8340"/>
                </a:lnTo>
                <a:lnTo>
                  <a:pt x="2975" y="8351"/>
                </a:lnTo>
                <a:lnTo>
                  <a:pt x="2976" y="8365"/>
                </a:lnTo>
                <a:lnTo>
                  <a:pt x="2989" y="8386"/>
                </a:lnTo>
                <a:lnTo>
                  <a:pt x="3016" y="8398"/>
                </a:lnTo>
                <a:lnTo>
                  <a:pt x="3062" y="8403"/>
                </a:lnTo>
                <a:lnTo>
                  <a:pt x="3092" y="8402"/>
                </a:lnTo>
                <a:lnTo>
                  <a:pt x="3135" y="8401"/>
                </a:lnTo>
                <a:lnTo>
                  <a:pt x="3151" y="8405"/>
                </a:lnTo>
                <a:lnTo>
                  <a:pt x="3142" y="8413"/>
                </a:lnTo>
                <a:lnTo>
                  <a:pt x="3132" y="8418"/>
                </a:lnTo>
                <a:lnTo>
                  <a:pt x="3116" y="8426"/>
                </a:lnTo>
                <a:lnTo>
                  <a:pt x="3094" y="8445"/>
                </a:lnTo>
                <a:lnTo>
                  <a:pt x="3092" y="8452"/>
                </a:lnTo>
                <a:lnTo>
                  <a:pt x="3092" y="8454"/>
                </a:lnTo>
                <a:lnTo>
                  <a:pt x="3087" y="8457"/>
                </a:lnTo>
                <a:lnTo>
                  <a:pt x="3073" y="8455"/>
                </a:lnTo>
                <a:lnTo>
                  <a:pt x="3061" y="8448"/>
                </a:lnTo>
                <a:lnTo>
                  <a:pt x="3045" y="8441"/>
                </a:lnTo>
                <a:lnTo>
                  <a:pt x="3027" y="8440"/>
                </a:lnTo>
                <a:lnTo>
                  <a:pt x="3019" y="8444"/>
                </a:lnTo>
                <a:lnTo>
                  <a:pt x="3016" y="8448"/>
                </a:lnTo>
                <a:lnTo>
                  <a:pt x="3015" y="8451"/>
                </a:lnTo>
                <a:lnTo>
                  <a:pt x="3017" y="8457"/>
                </a:lnTo>
                <a:lnTo>
                  <a:pt x="3028" y="8464"/>
                </a:lnTo>
                <a:lnTo>
                  <a:pt x="3042" y="8465"/>
                </a:lnTo>
                <a:lnTo>
                  <a:pt x="3052" y="8465"/>
                </a:lnTo>
                <a:lnTo>
                  <a:pt x="3065" y="8468"/>
                </a:lnTo>
                <a:lnTo>
                  <a:pt x="3071" y="8477"/>
                </a:lnTo>
                <a:lnTo>
                  <a:pt x="3070" y="8492"/>
                </a:lnTo>
                <a:lnTo>
                  <a:pt x="3067" y="8503"/>
                </a:lnTo>
                <a:lnTo>
                  <a:pt x="3061" y="8525"/>
                </a:lnTo>
                <a:lnTo>
                  <a:pt x="3054" y="8554"/>
                </a:lnTo>
                <a:lnTo>
                  <a:pt x="3059" y="8571"/>
                </a:lnTo>
                <a:lnTo>
                  <a:pt x="3076" y="8578"/>
                </a:lnTo>
                <a:lnTo>
                  <a:pt x="3091" y="8580"/>
                </a:lnTo>
                <a:lnTo>
                  <a:pt x="3111" y="8581"/>
                </a:lnTo>
                <a:lnTo>
                  <a:pt x="3175" y="8571"/>
                </a:lnTo>
                <a:lnTo>
                  <a:pt x="3256" y="8548"/>
                </a:lnTo>
                <a:lnTo>
                  <a:pt x="3334" y="8520"/>
                </a:lnTo>
                <a:lnTo>
                  <a:pt x="3365" y="8506"/>
                </a:lnTo>
                <a:lnTo>
                  <a:pt x="3378" y="8499"/>
                </a:lnTo>
                <a:lnTo>
                  <a:pt x="3398" y="8492"/>
                </a:lnTo>
                <a:lnTo>
                  <a:pt x="3413" y="8493"/>
                </a:lnTo>
                <a:lnTo>
                  <a:pt x="3426" y="8502"/>
                </a:lnTo>
                <a:lnTo>
                  <a:pt x="3432" y="8509"/>
                </a:lnTo>
                <a:lnTo>
                  <a:pt x="3438" y="8516"/>
                </a:lnTo>
                <a:lnTo>
                  <a:pt x="3454" y="8525"/>
                </a:lnTo>
                <a:lnTo>
                  <a:pt x="3491" y="8529"/>
                </a:lnTo>
                <a:lnTo>
                  <a:pt x="3530" y="8524"/>
                </a:lnTo>
                <a:lnTo>
                  <a:pt x="3601" y="8517"/>
                </a:lnTo>
                <a:lnTo>
                  <a:pt x="3655" y="8516"/>
                </a:lnTo>
                <a:lnTo>
                  <a:pt x="3674" y="8515"/>
                </a:lnTo>
                <a:lnTo>
                  <a:pt x="3691" y="8509"/>
                </a:lnTo>
                <a:lnTo>
                  <a:pt x="3695" y="8504"/>
                </a:lnTo>
                <a:lnTo>
                  <a:pt x="3694" y="8501"/>
                </a:lnTo>
                <a:lnTo>
                  <a:pt x="3691" y="8495"/>
                </a:lnTo>
                <a:lnTo>
                  <a:pt x="3699" y="8480"/>
                </a:lnTo>
                <a:lnTo>
                  <a:pt x="3710" y="8475"/>
                </a:lnTo>
                <a:lnTo>
                  <a:pt x="3719" y="8472"/>
                </a:lnTo>
                <a:lnTo>
                  <a:pt x="3734" y="8479"/>
                </a:lnTo>
                <a:lnTo>
                  <a:pt x="3736" y="8487"/>
                </a:lnTo>
                <a:lnTo>
                  <a:pt x="3738" y="8513"/>
                </a:lnTo>
                <a:lnTo>
                  <a:pt x="3741" y="8546"/>
                </a:lnTo>
                <a:lnTo>
                  <a:pt x="3742" y="8563"/>
                </a:lnTo>
                <a:lnTo>
                  <a:pt x="3732" y="8598"/>
                </a:lnTo>
                <a:lnTo>
                  <a:pt x="3723" y="8609"/>
                </a:lnTo>
                <a:lnTo>
                  <a:pt x="3710" y="8623"/>
                </a:lnTo>
                <a:lnTo>
                  <a:pt x="3700" y="8647"/>
                </a:lnTo>
                <a:lnTo>
                  <a:pt x="3709" y="8667"/>
                </a:lnTo>
                <a:lnTo>
                  <a:pt x="3733" y="8680"/>
                </a:lnTo>
                <a:lnTo>
                  <a:pt x="3772" y="8687"/>
                </a:lnTo>
                <a:lnTo>
                  <a:pt x="3825" y="8688"/>
                </a:lnTo>
                <a:lnTo>
                  <a:pt x="3890" y="8683"/>
                </a:lnTo>
                <a:lnTo>
                  <a:pt x="3964" y="8670"/>
                </a:lnTo>
                <a:lnTo>
                  <a:pt x="4005" y="8661"/>
                </a:lnTo>
                <a:lnTo>
                  <a:pt x="4020" y="8657"/>
                </a:lnTo>
                <a:lnTo>
                  <a:pt x="4051" y="8638"/>
                </a:lnTo>
                <a:lnTo>
                  <a:pt x="4075" y="8615"/>
                </a:lnTo>
                <a:lnTo>
                  <a:pt x="4085" y="8599"/>
                </a:lnTo>
                <a:lnTo>
                  <a:pt x="4085" y="8591"/>
                </a:lnTo>
                <a:lnTo>
                  <a:pt x="4083" y="8589"/>
                </a:lnTo>
                <a:lnTo>
                  <a:pt x="4071" y="8588"/>
                </a:lnTo>
                <a:lnTo>
                  <a:pt x="3971" y="8618"/>
                </a:lnTo>
                <a:lnTo>
                  <a:pt x="3887" y="8647"/>
                </a:lnTo>
                <a:lnTo>
                  <a:pt x="3864" y="8655"/>
                </a:lnTo>
                <a:lnTo>
                  <a:pt x="3813" y="8660"/>
                </a:lnTo>
                <a:lnTo>
                  <a:pt x="3766" y="8657"/>
                </a:lnTo>
                <a:lnTo>
                  <a:pt x="3743" y="8648"/>
                </a:lnTo>
                <a:lnTo>
                  <a:pt x="3735" y="8641"/>
                </a:lnTo>
                <a:lnTo>
                  <a:pt x="3735" y="8637"/>
                </a:lnTo>
                <a:lnTo>
                  <a:pt x="3735" y="8631"/>
                </a:lnTo>
                <a:lnTo>
                  <a:pt x="3740" y="8623"/>
                </a:lnTo>
                <a:lnTo>
                  <a:pt x="3758" y="8618"/>
                </a:lnTo>
                <a:lnTo>
                  <a:pt x="3781" y="8622"/>
                </a:lnTo>
                <a:lnTo>
                  <a:pt x="3805" y="8624"/>
                </a:lnTo>
                <a:lnTo>
                  <a:pt x="3895" y="8612"/>
                </a:lnTo>
                <a:lnTo>
                  <a:pt x="3946" y="8600"/>
                </a:lnTo>
                <a:lnTo>
                  <a:pt x="3996" y="8589"/>
                </a:lnTo>
                <a:lnTo>
                  <a:pt x="4087" y="8577"/>
                </a:lnTo>
                <a:lnTo>
                  <a:pt x="4111" y="8579"/>
                </a:lnTo>
                <a:lnTo>
                  <a:pt x="4125" y="8581"/>
                </a:lnTo>
                <a:lnTo>
                  <a:pt x="4142" y="8583"/>
                </a:lnTo>
                <a:lnTo>
                  <a:pt x="4149" y="8578"/>
                </a:lnTo>
                <a:lnTo>
                  <a:pt x="4149" y="8565"/>
                </a:lnTo>
                <a:lnTo>
                  <a:pt x="4146" y="8556"/>
                </a:lnTo>
                <a:lnTo>
                  <a:pt x="4142" y="8541"/>
                </a:lnTo>
                <a:lnTo>
                  <a:pt x="4145" y="8537"/>
                </a:lnTo>
                <a:lnTo>
                  <a:pt x="4154" y="8546"/>
                </a:lnTo>
                <a:lnTo>
                  <a:pt x="4158" y="8552"/>
                </a:lnTo>
                <a:lnTo>
                  <a:pt x="4168" y="8559"/>
                </a:lnTo>
                <a:lnTo>
                  <a:pt x="4185" y="8560"/>
                </a:lnTo>
                <a:lnTo>
                  <a:pt x="4201" y="8553"/>
                </a:lnTo>
                <a:lnTo>
                  <a:pt x="4251" y="8528"/>
                </a:lnTo>
                <a:lnTo>
                  <a:pt x="4343" y="8487"/>
                </a:lnTo>
                <a:lnTo>
                  <a:pt x="4441" y="8442"/>
                </a:lnTo>
                <a:lnTo>
                  <a:pt x="4520" y="8401"/>
                </a:lnTo>
                <a:lnTo>
                  <a:pt x="4595" y="8360"/>
                </a:lnTo>
                <a:lnTo>
                  <a:pt x="4689" y="8311"/>
                </a:lnTo>
                <a:lnTo>
                  <a:pt x="4754" y="8280"/>
                </a:lnTo>
                <a:lnTo>
                  <a:pt x="4862" y="8218"/>
                </a:lnTo>
                <a:lnTo>
                  <a:pt x="4940" y="8168"/>
                </a:lnTo>
                <a:lnTo>
                  <a:pt x="4970" y="8140"/>
                </a:lnTo>
                <a:lnTo>
                  <a:pt x="4977" y="8128"/>
                </a:lnTo>
                <a:lnTo>
                  <a:pt x="4974" y="8124"/>
                </a:lnTo>
                <a:lnTo>
                  <a:pt x="4972" y="8120"/>
                </a:lnTo>
                <a:lnTo>
                  <a:pt x="4983" y="8110"/>
                </a:lnTo>
                <a:lnTo>
                  <a:pt x="4993" y="8104"/>
                </a:lnTo>
                <a:lnTo>
                  <a:pt x="5005" y="8101"/>
                </a:lnTo>
                <a:lnTo>
                  <a:pt x="5013" y="8106"/>
                </a:lnTo>
                <a:lnTo>
                  <a:pt x="5008" y="8114"/>
                </a:lnTo>
                <a:lnTo>
                  <a:pt x="5004" y="8122"/>
                </a:lnTo>
                <a:lnTo>
                  <a:pt x="5007" y="8125"/>
                </a:lnTo>
                <a:lnTo>
                  <a:pt x="5015" y="8121"/>
                </a:lnTo>
                <a:lnTo>
                  <a:pt x="5023" y="8115"/>
                </a:lnTo>
                <a:lnTo>
                  <a:pt x="5034" y="8095"/>
                </a:lnTo>
                <a:lnTo>
                  <a:pt x="5035" y="8083"/>
                </a:lnTo>
                <a:lnTo>
                  <a:pt x="5035" y="8075"/>
                </a:lnTo>
                <a:lnTo>
                  <a:pt x="5042" y="8066"/>
                </a:lnTo>
                <a:lnTo>
                  <a:pt x="5078" y="8066"/>
                </a:lnTo>
                <a:lnTo>
                  <a:pt x="5137" y="8075"/>
                </a:lnTo>
                <a:lnTo>
                  <a:pt x="5138" y="8077"/>
                </a:lnTo>
                <a:lnTo>
                  <a:pt x="5118" y="8095"/>
                </a:lnTo>
                <a:lnTo>
                  <a:pt x="5060" y="8135"/>
                </a:lnTo>
                <a:lnTo>
                  <a:pt x="5013" y="8161"/>
                </a:lnTo>
                <a:lnTo>
                  <a:pt x="4938" y="8204"/>
                </a:lnTo>
                <a:lnTo>
                  <a:pt x="4792" y="8291"/>
                </a:lnTo>
                <a:lnTo>
                  <a:pt x="4721" y="8335"/>
                </a:lnTo>
                <a:lnTo>
                  <a:pt x="4617" y="8391"/>
                </a:lnTo>
                <a:lnTo>
                  <a:pt x="4599" y="8397"/>
                </a:lnTo>
                <a:lnTo>
                  <a:pt x="4592" y="8399"/>
                </a:lnTo>
                <a:lnTo>
                  <a:pt x="4578" y="8414"/>
                </a:lnTo>
                <a:lnTo>
                  <a:pt x="4572" y="8423"/>
                </a:lnTo>
                <a:lnTo>
                  <a:pt x="4567" y="8432"/>
                </a:lnTo>
                <a:lnTo>
                  <a:pt x="4550" y="8441"/>
                </a:lnTo>
                <a:lnTo>
                  <a:pt x="4541" y="8438"/>
                </a:lnTo>
                <a:lnTo>
                  <a:pt x="4530" y="8436"/>
                </a:lnTo>
                <a:lnTo>
                  <a:pt x="4502" y="8444"/>
                </a:lnTo>
                <a:lnTo>
                  <a:pt x="4491" y="8453"/>
                </a:lnTo>
                <a:lnTo>
                  <a:pt x="4477" y="8466"/>
                </a:lnTo>
                <a:lnTo>
                  <a:pt x="4416" y="8504"/>
                </a:lnTo>
                <a:lnTo>
                  <a:pt x="4380" y="8523"/>
                </a:lnTo>
                <a:lnTo>
                  <a:pt x="4344" y="8541"/>
                </a:lnTo>
                <a:lnTo>
                  <a:pt x="4296" y="8568"/>
                </a:lnTo>
                <a:lnTo>
                  <a:pt x="4292" y="8575"/>
                </a:lnTo>
                <a:lnTo>
                  <a:pt x="4295" y="8578"/>
                </a:lnTo>
                <a:lnTo>
                  <a:pt x="4333" y="8567"/>
                </a:lnTo>
                <a:lnTo>
                  <a:pt x="4422" y="8533"/>
                </a:lnTo>
                <a:lnTo>
                  <a:pt x="4478" y="8504"/>
                </a:lnTo>
                <a:lnTo>
                  <a:pt x="4558" y="8460"/>
                </a:lnTo>
                <a:lnTo>
                  <a:pt x="4689" y="8389"/>
                </a:lnTo>
                <a:lnTo>
                  <a:pt x="4751" y="8356"/>
                </a:lnTo>
                <a:lnTo>
                  <a:pt x="4838" y="8304"/>
                </a:lnTo>
                <a:lnTo>
                  <a:pt x="4850" y="8295"/>
                </a:lnTo>
                <a:lnTo>
                  <a:pt x="4865" y="8280"/>
                </a:lnTo>
                <a:lnTo>
                  <a:pt x="4938" y="8236"/>
                </a:lnTo>
                <a:lnTo>
                  <a:pt x="5030" y="8194"/>
                </a:lnTo>
                <a:lnTo>
                  <a:pt x="5089" y="8172"/>
                </a:lnTo>
                <a:lnTo>
                  <a:pt x="5115" y="8166"/>
                </a:lnTo>
                <a:lnTo>
                  <a:pt x="5123" y="8167"/>
                </a:lnTo>
                <a:lnTo>
                  <a:pt x="5141" y="8169"/>
                </a:lnTo>
                <a:lnTo>
                  <a:pt x="5185" y="8160"/>
                </a:lnTo>
                <a:lnTo>
                  <a:pt x="5206" y="8151"/>
                </a:lnTo>
                <a:lnTo>
                  <a:pt x="5233" y="8137"/>
                </a:lnTo>
                <a:lnTo>
                  <a:pt x="5248" y="8136"/>
                </a:lnTo>
                <a:lnTo>
                  <a:pt x="5247" y="8145"/>
                </a:lnTo>
                <a:lnTo>
                  <a:pt x="5245" y="8153"/>
                </a:lnTo>
                <a:lnTo>
                  <a:pt x="5241" y="8163"/>
                </a:lnTo>
                <a:lnTo>
                  <a:pt x="5249" y="8172"/>
                </a:lnTo>
                <a:lnTo>
                  <a:pt x="5302" y="8151"/>
                </a:lnTo>
                <a:lnTo>
                  <a:pt x="5382" y="8109"/>
                </a:lnTo>
                <a:lnTo>
                  <a:pt x="5417" y="8091"/>
                </a:lnTo>
                <a:lnTo>
                  <a:pt x="5481" y="8063"/>
                </a:lnTo>
                <a:lnTo>
                  <a:pt x="5530" y="8050"/>
                </a:lnTo>
                <a:lnTo>
                  <a:pt x="5551" y="8051"/>
                </a:lnTo>
                <a:lnTo>
                  <a:pt x="5558" y="8056"/>
                </a:lnTo>
                <a:lnTo>
                  <a:pt x="5559" y="8060"/>
                </a:lnTo>
                <a:lnTo>
                  <a:pt x="5560" y="8064"/>
                </a:lnTo>
                <a:lnTo>
                  <a:pt x="5572" y="8070"/>
                </a:lnTo>
                <a:lnTo>
                  <a:pt x="5608" y="8075"/>
                </a:lnTo>
                <a:lnTo>
                  <a:pt x="5643" y="8075"/>
                </a:lnTo>
                <a:lnTo>
                  <a:pt x="5676" y="8074"/>
                </a:lnTo>
                <a:lnTo>
                  <a:pt x="5721" y="8077"/>
                </a:lnTo>
                <a:lnTo>
                  <a:pt x="5738" y="8082"/>
                </a:lnTo>
                <a:lnTo>
                  <a:pt x="5741" y="8088"/>
                </a:lnTo>
                <a:lnTo>
                  <a:pt x="5731" y="8096"/>
                </a:lnTo>
                <a:lnTo>
                  <a:pt x="5712" y="8103"/>
                </a:lnTo>
                <a:lnTo>
                  <a:pt x="5700" y="8107"/>
                </a:lnTo>
                <a:lnTo>
                  <a:pt x="5682" y="8120"/>
                </a:lnTo>
                <a:lnTo>
                  <a:pt x="5676" y="8134"/>
                </a:lnTo>
                <a:lnTo>
                  <a:pt x="5682" y="8143"/>
                </a:lnTo>
                <a:lnTo>
                  <a:pt x="5692" y="8144"/>
                </a:lnTo>
                <a:lnTo>
                  <a:pt x="5720" y="8138"/>
                </a:lnTo>
                <a:lnTo>
                  <a:pt x="5778" y="8119"/>
                </a:lnTo>
                <a:lnTo>
                  <a:pt x="5832" y="8100"/>
                </a:lnTo>
                <a:lnTo>
                  <a:pt x="5859" y="8099"/>
                </a:lnTo>
                <a:lnTo>
                  <a:pt x="5864" y="8114"/>
                </a:lnTo>
                <a:lnTo>
                  <a:pt x="5868" y="8128"/>
                </a:lnTo>
                <a:lnTo>
                  <a:pt x="5870" y="8141"/>
                </a:lnTo>
                <a:lnTo>
                  <a:pt x="5862" y="8171"/>
                </a:lnTo>
                <a:lnTo>
                  <a:pt x="5853" y="8180"/>
                </a:lnTo>
                <a:lnTo>
                  <a:pt x="5846" y="8186"/>
                </a:lnTo>
                <a:lnTo>
                  <a:pt x="5839" y="8197"/>
                </a:lnTo>
                <a:lnTo>
                  <a:pt x="5842" y="8209"/>
                </a:lnTo>
                <a:lnTo>
                  <a:pt x="5855" y="8225"/>
                </a:lnTo>
                <a:lnTo>
                  <a:pt x="5866" y="8235"/>
                </a:lnTo>
                <a:lnTo>
                  <a:pt x="5879" y="8247"/>
                </a:lnTo>
                <a:lnTo>
                  <a:pt x="5898" y="8259"/>
                </a:lnTo>
                <a:lnTo>
                  <a:pt x="5915" y="8263"/>
                </a:lnTo>
                <a:lnTo>
                  <a:pt x="5934" y="8258"/>
                </a:lnTo>
                <a:lnTo>
                  <a:pt x="5945" y="8251"/>
                </a:lnTo>
                <a:lnTo>
                  <a:pt x="5965" y="8243"/>
                </a:lnTo>
                <a:lnTo>
                  <a:pt x="6015" y="8238"/>
                </a:lnTo>
                <a:lnTo>
                  <a:pt x="6039" y="8240"/>
                </a:lnTo>
                <a:lnTo>
                  <a:pt x="6065" y="8243"/>
                </a:lnTo>
                <a:lnTo>
                  <a:pt x="6098" y="8237"/>
                </a:lnTo>
                <a:lnTo>
                  <a:pt x="6115" y="8228"/>
                </a:lnTo>
                <a:lnTo>
                  <a:pt x="6122" y="8222"/>
                </a:lnTo>
                <a:lnTo>
                  <a:pt x="6133" y="8212"/>
                </a:lnTo>
                <a:lnTo>
                  <a:pt x="6155" y="8199"/>
                </a:lnTo>
                <a:lnTo>
                  <a:pt x="6173" y="8196"/>
                </a:lnTo>
                <a:lnTo>
                  <a:pt x="6183" y="8204"/>
                </a:lnTo>
                <a:lnTo>
                  <a:pt x="6184" y="8212"/>
                </a:lnTo>
                <a:lnTo>
                  <a:pt x="6185" y="8216"/>
                </a:lnTo>
                <a:lnTo>
                  <a:pt x="6191" y="8222"/>
                </a:lnTo>
                <a:lnTo>
                  <a:pt x="6208" y="8227"/>
                </a:lnTo>
                <a:lnTo>
                  <a:pt x="6245" y="8227"/>
                </a:lnTo>
                <a:lnTo>
                  <a:pt x="6292" y="8218"/>
                </a:lnTo>
                <a:lnTo>
                  <a:pt x="6317" y="8210"/>
                </a:lnTo>
                <a:lnTo>
                  <a:pt x="6336" y="8203"/>
                </a:lnTo>
                <a:lnTo>
                  <a:pt x="6361" y="8187"/>
                </a:lnTo>
                <a:lnTo>
                  <a:pt x="6371" y="8172"/>
                </a:lnTo>
                <a:lnTo>
                  <a:pt x="6362" y="8162"/>
                </a:lnTo>
                <a:lnTo>
                  <a:pt x="6350" y="8161"/>
                </a:lnTo>
                <a:lnTo>
                  <a:pt x="6340" y="8160"/>
                </a:lnTo>
                <a:lnTo>
                  <a:pt x="6342" y="8151"/>
                </a:lnTo>
                <a:lnTo>
                  <a:pt x="6353" y="8144"/>
                </a:lnTo>
                <a:lnTo>
                  <a:pt x="6364" y="8138"/>
                </a:lnTo>
                <a:lnTo>
                  <a:pt x="6392" y="8130"/>
                </a:lnTo>
                <a:lnTo>
                  <a:pt x="6404" y="8129"/>
                </a:lnTo>
                <a:lnTo>
                  <a:pt x="6415" y="8130"/>
                </a:lnTo>
                <a:lnTo>
                  <a:pt x="6417" y="8135"/>
                </a:lnTo>
                <a:lnTo>
                  <a:pt x="6409" y="8139"/>
                </a:lnTo>
                <a:lnTo>
                  <a:pt x="6398" y="8144"/>
                </a:lnTo>
                <a:lnTo>
                  <a:pt x="6387" y="8157"/>
                </a:lnTo>
                <a:lnTo>
                  <a:pt x="6389" y="8170"/>
                </a:lnTo>
                <a:lnTo>
                  <a:pt x="6404" y="8178"/>
                </a:lnTo>
                <a:lnTo>
                  <a:pt x="6416" y="8179"/>
                </a:lnTo>
                <a:lnTo>
                  <a:pt x="6437" y="8177"/>
                </a:lnTo>
                <a:lnTo>
                  <a:pt x="6493" y="8160"/>
                </a:lnTo>
                <a:lnTo>
                  <a:pt x="6546" y="8137"/>
                </a:lnTo>
                <a:lnTo>
                  <a:pt x="6570" y="8121"/>
                </a:lnTo>
                <a:lnTo>
                  <a:pt x="6574" y="8114"/>
                </a:lnTo>
                <a:lnTo>
                  <a:pt x="6571" y="8111"/>
                </a:lnTo>
                <a:lnTo>
                  <a:pt x="6566" y="8107"/>
                </a:lnTo>
                <a:lnTo>
                  <a:pt x="6560" y="8097"/>
                </a:lnTo>
                <a:lnTo>
                  <a:pt x="6559" y="8076"/>
                </a:lnTo>
                <a:lnTo>
                  <a:pt x="6571" y="8048"/>
                </a:lnTo>
                <a:lnTo>
                  <a:pt x="6587" y="8033"/>
                </a:lnTo>
                <a:lnTo>
                  <a:pt x="6599" y="8027"/>
                </a:lnTo>
                <a:lnTo>
                  <a:pt x="6606" y="8027"/>
                </a:lnTo>
                <a:lnTo>
                  <a:pt x="6619" y="8027"/>
                </a:lnTo>
                <a:lnTo>
                  <a:pt x="6643" y="8036"/>
                </a:lnTo>
                <a:lnTo>
                  <a:pt x="6649" y="8043"/>
                </a:lnTo>
                <a:lnTo>
                  <a:pt x="6651" y="8050"/>
                </a:lnTo>
                <a:lnTo>
                  <a:pt x="6648" y="8059"/>
                </a:lnTo>
                <a:lnTo>
                  <a:pt x="6642" y="8060"/>
                </a:lnTo>
                <a:lnTo>
                  <a:pt x="6635" y="8061"/>
                </a:lnTo>
                <a:lnTo>
                  <a:pt x="6625" y="8070"/>
                </a:lnTo>
                <a:lnTo>
                  <a:pt x="6624" y="8077"/>
                </a:lnTo>
                <a:lnTo>
                  <a:pt x="6624" y="8083"/>
                </a:lnTo>
                <a:lnTo>
                  <a:pt x="6633" y="8093"/>
                </a:lnTo>
                <a:lnTo>
                  <a:pt x="6639" y="8094"/>
                </a:lnTo>
                <a:lnTo>
                  <a:pt x="6658" y="8089"/>
                </a:lnTo>
                <a:lnTo>
                  <a:pt x="6768" y="8040"/>
                </a:lnTo>
                <a:lnTo>
                  <a:pt x="6911" y="7971"/>
                </a:lnTo>
                <a:lnTo>
                  <a:pt x="7025" y="7912"/>
                </a:lnTo>
                <a:lnTo>
                  <a:pt x="7045" y="7898"/>
                </a:lnTo>
                <a:lnTo>
                  <a:pt x="7053" y="7893"/>
                </a:lnTo>
                <a:lnTo>
                  <a:pt x="7078" y="7885"/>
                </a:lnTo>
                <a:lnTo>
                  <a:pt x="7133" y="7880"/>
                </a:lnTo>
                <a:lnTo>
                  <a:pt x="7189" y="7881"/>
                </a:lnTo>
                <a:lnTo>
                  <a:pt x="7281" y="7885"/>
                </a:lnTo>
                <a:lnTo>
                  <a:pt x="7327" y="7893"/>
                </a:lnTo>
                <a:lnTo>
                  <a:pt x="7333" y="7903"/>
                </a:lnTo>
                <a:lnTo>
                  <a:pt x="7333" y="7911"/>
                </a:lnTo>
                <a:lnTo>
                  <a:pt x="7334" y="7919"/>
                </a:lnTo>
                <a:lnTo>
                  <a:pt x="7341" y="7935"/>
                </a:lnTo>
                <a:lnTo>
                  <a:pt x="7360" y="7955"/>
                </a:lnTo>
                <a:lnTo>
                  <a:pt x="7400" y="7976"/>
                </a:lnTo>
                <a:lnTo>
                  <a:pt x="7446" y="7985"/>
                </a:lnTo>
                <a:lnTo>
                  <a:pt x="7466" y="7982"/>
                </a:lnTo>
                <a:lnTo>
                  <a:pt x="7487" y="7977"/>
                </a:lnTo>
                <a:lnTo>
                  <a:pt x="7515" y="7964"/>
                </a:lnTo>
                <a:lnTo>
                  <a:pt x="7519" y="7957"/>
                </a:lnTo>
                <a:lnTo>
                  <a:pt x="7517" y="7954"/>
                </a:lnTo>
                <a:lnTo>
                  <a:pt x="7509" y="7951"/>
                </a:lnTo>
                <a:lnTo>
                  <a:pt x="7486" y="7950"/>
                </a:lnTo>
                <a:lnTo>
                  <a:pt x="7465" y="7954"/>
                </a:lnTo>
                <a:lnTo>
                  <a:pt x="7438" y="7959"/>
                </a:lnTo>
                <a:lnTo>
                  <a:pt x="7422" y="7956"/>
                </a:lnTo>
                <a:lnTo>
                  <a:pt x="7421" y="7949"/>
                </a:lnTo>
                <a:lnTo>
                  <a:pt x="7424" y="7944"/>
                </a:lnTo>
                <a:lnTo>
                  <a:pt x="7430" y="7936"/>
                </a:lnTo>
                <a:lnTo>
                  <a:pt x="7444" y="7930"/>
                </a:lnTo>
                <a:lnTo>
                  <a:pt x="7448" y="7932"/>
                </a:lnTo>
                <a:lnTo>
                  <a:pt x="7454" y="7936"/>
                </a:lnTo>
                <a:lnTo>
                  <a:pt x="7477" y="7929"/>
                </a:lnTo>
                <a:lnTo>
                  <a:pt x="7491" y="7920"/>
                </a:lnTo>
                <a:lnTo>
                  <a:pt x="7508" y="7910"/>
                </a:lnTo>
                <a:lnTo>
                  <a:pt x="7553" y="7893"/>
                </a:lnTo>
                <a:lnTo>
                  <a:pt x="7574" y="7888"/>
                </a:lnTo>
                <a:lnTo>
                  <a:pt x="7586" y="7886"/>
                </a:lnTo>
                <a:lnTo>
                  <a:pt x="7605" y="7886"/>
                </a:lnTo>
                <a:lnTo>
                  <a:pt x="7615" y="7891"/>
                </a:lnTo>
                <a:lnTo>
                  <a:pt x="7620" y="7901"/>
                </a:lnTo>
                <a:lnTo>
                  <a:pt x="7620" y="7910"/>
                </a:lnTo>
                <a:lnTo>
                  <a:pt x="7620" y="7920"/>
                </a:lnTo>
                <a:lnTo>
                  <a:pt x="7624" y="7932"/>
                </a:lnTo>
                <a:lnTo>
                  <a:pt x="7647" y="7928"/>
                </a:lnTo>
                <a:lnTo>
                  <a:pt x="7688" y="7906"/>
                </a:lnTo>
                <a:lnTo>
                  <a:pt x="7714" y="7891"/>
                </a:lnTo>
                <a:lnTo>
                  <a:pt x="7738" y="7869"/>
                </a:lnTo>
                <a:lnTo>
                  <a:pt x="7745" y="7857"/>
                </a:lnTo>
                <a:lnTo>
                  <a:pt x="7744" y="7853"/>
                </a:lnTo>
                <a:lnTo>
                  <a:pt x="7740" y="7847"/>
                </a:lnTo>
                <a:lnTo>
                  <a:pt x="7745" y="7844"/>
                </a:lnTo>
                <a:lnTo>
                  <a:pt x="7752" y="7848"/>
                </a:lnTo>
                <a:lnTo>
                  <a:pt x="7760" y="7854"/>
                </a:lnTo>
                <a:lnTo>
                  <a:pt x="7771" y="7874"/>
                </a:lnTo>
                <a:lnTo>
                  <a:pt x="7772" y="7885"/>
                </a:lnTo>
                <a:lnTo>
                  <a:pt x="7773" y="7894"/>
                </a:lnTo>
                <a:lnTo>
                  <a:pt x="7785" y="7907"/>
                </a:lnTo>
                <a:lnTo>
                  <a:pt x="7794" y="7910"/>
                </a:lnTo>
                <a:lnTo>
                  <a:pt x="7797" y="7910"/>
                </a:lnTo>
                <a:lnTo>
                  <a:pt x="7798" y="7913"/>
                </a:lnTo>
                <a:lnTo>
                  <a:pt x="7790" y="7921"/>
                </a:lnTo>
                <a:lnTo>
                  <a:pt x="7777" y="7929"/>
                </a:lnTo>
                <a:lnTo>
                  <a:pt x="7763" y="7936"/>
                </a:lnTo>
                <a:lnTo>
                  <a:pt x="7745" y="7952"/>
                </a:lnTo>
                <a:lnTo>
                  <a:pt x="7737" y="7966"/>
                </a:lnTo>
                <a:lnTo>
                  <a:pt x="7745" y="7975"/>
                </a:lnTo>
                <a:lnTo>
                  <a:pt x="7755" y="7976"/>
                </a:lnTo>
                <a:lnTo>
                  <a:pt x="7762" y="7977"/>
                </a:lnTo>
                <a:lnTo>
                  <a:pt x="7771" y="7991"/>
                </a:lnTo>
                <a:lnTo>
                  <a:pt x="7772" y="8001"/>
                </a:lnTo>
                <a:lnTo>
                  <a:pt x="7773" y="8013"/>
                </a:lnTo>
                <a:lnTo>
                  <a:pt x="7787" y="8024"/>
                </a:lnTo>
                <a:lnTo>
                  <a:pt x="7813" y="8024"/>
                </a:lnTo>
                <a:lnTo>
                  <a:pt x="7852" y="8013"/>
                </a:lnTo>
                <a:lnTo>
                  <a:pt x="7875" y="8001"/>
                </a:lnTo>
                <a:lnTo>
                  <a:pt x="7900" y="7990"/>
                </a:lnTo>
                <a:lnTo>
                  <a:pt x="7977" y="7973"/>
                </a:lnTo>
                <a:lnTo>
                  <a:pt x="8017" y="7971"/>
                </a:lnTo>
                <a:lnTo>
                  <a:pt x="8067" y="7968"/>
                </a:lnTo>
                <a:lnTo>
                  <a:pt x="8094" y="7973"/>
                </a:lnTo>
                <a:lnTo>
                  <a:pt x="8093" y="7982"/>
                </a:lnTo>
                <a:lnTo>
                  <a:pt x="8088" y="7989"/>
                </a:lnTo>
                <a:lnTo>
                  <a:pt x="8078" y="8002"/>
                </a:lnTo>
                <a:lnTo>
                  <a:pt x="8084" y="8010"/>
                </a:lnTo>
                <a:lnTo>
                  <a:pt x="8101" y="8007"/>
                </a:lnTo>
                <a:lnTo>
                  <a:pt x="8114" y="8002"/>
                </a:lnTo>
                <a:lnTo>
                  <a:pt x="8131" y="7988"/>
                </a:lnTo>
                <a:lnTo>
                  <a:pt x="8132" y="7981"/>
                </a:lnTo>
                <a:lnTo>
                  <a:pt x="8131" y="7976"/>
                </a:lnTo>
                <a:lnTo>
                  <a:pt x="8135" y="7967"/>
                </a:lnTo>
                <a:lnTo>
                  <a:pt x="8150" y="7955"/>
                </a:lnTo>
                <a:lnTo>
                  <a:pt x="8165" y="7951"/>
                </a:lnTo>
                <a:lnTo>
                  <a:pt x="8211" y="7934"/>
                </a:lnTo>
                <a:lnTo>
                  <a:pt x="8277" y="7905"/>
                </a:lnTo>
                <a:lnTo>
                  <a:pt x="8309" y="7891"/>
                </a:lnTo>
                <a:lnTo>
                  <a:pt x="8370" y="7875"/>
                </a:lnTo>
                <a:lnTo>
                  <a:pt x="8421" y="7871"/>
                </a:lnTo>
                <a:lnTo>
                  <a:pt x="8448" y="7877"/>
                </a:lnTo>
                <a:lnTo>
                  <a:pt x="8460" y="7886"/>
                </a:lnTo>
                <a:lnTo>
                  <a:pt x="8464" y="7891"/>
                </a:lnTo>
                <a:lnTo>
                  <a:pt x="8471" y="7899"/>
                </a:lnTo>
                <a:lnTo>
                  <a:pt x="8494" y="7905"/>
                </a:lnTo>
                <a:lnTo>
                  <a:pt x="8507" y="7903"/>
                </a:lnTo>
                <a:lnTo>
                  <a:pt x="8517" y="7897"/>
                </a:lnTo>
                <a:lnTo>
                  <a:pt x="8525" y="7887"/>
                </a:lnTo>
                <a:lnTo>
                  <a:pt x="8526" y="7880"/>
                </a:lnTo>
                <a:lnTo>
                  <a:pt x="8524" y="7876"/>
                </a:lnTo>
                <a:lnTo>
                  <a:pt x="8521" y="7869"/>
                </a:lnTo>
                <a:lnTo>
                  <a:pt x="8526" y="7854"/>
                </a:lnTo>
                <a:lnTo>
                  <a:pt x="8532" y="7850"/>
                </a:lnTo>
                <a:lnTo>
                  <a:pt x="8536" y="7846"/>
                </a:lnTo>
                <a:lnTo>
                  <a:pt x="8539" y="7839"/>
                </a:lnTo>
                <a:lnTo>
                  <a:pt x="8534" y="7827"/>
                </a:lnTo>
                <a:lnTo>
                  <a:pt x="8522" y="7817"/>
                </a:lnTo>
                <a:lnTo>
                  <a:pt x="8514" y="7811"/>
                </a:lnTo>
                <a:lnTo>
                  <a:pt x="8507" y="7801"/>
                </a:lnTo>
                <a:lnTo>
                  <a:pt x="8526" y="7787"/>
                </a:lnTo>
                <a:lnTo>
                  <a:pt x="8568" y="7775"/>
                </a:lnTo>
                <a:lnTo>
                  <a:pt x="8610" y="7766"/>
                </a:lnTo>
                <a:lnTo>
                  <a:pt x="8782" y="7749"/>
                </a:lnTo>
                <a:lnTo>
                  <a:pt x="8884" y="7744"/>
                </a:lnTo>
                <a:lnTo>
                  <a:pt x="8965" y="7741"/>
                </a:lnTo>
                <a:lnTo>
                  <a:pt x="9065" y="7739"/>
                </a:lnTo>
                <a:lnTo>
                  <a:pt x="9103" y="7742"/>
                </a:lnTo>
                <a:lnTo>
                  <a:pt x="9116" y="7747"/>
                </a:lnTo>
                <a:lnTo>
                  <a:pt x="9123" y="7759"/>
                </a:lnTo>
                <a:lnTo>
                  <a:pt x="9123" y="7772"/>
                </a:lnTo>
                <a:lnTo>
                  <a:pt x="9124" y="7781"/>
                </a:lnTo>
                <a:lnTo>
                  <a:pt x="9128" y="7795"/>
                </a:lnTo>
                <a:lnTo>
                  <a:pt x="9138" y="7803"/>
                </a:lnTo>
                <a:lnTo>
                  <a:pt x="9155" y="7807"/>
                </a:lnTo>
                <a:lnTo>
                  <a:pt x="9168" y="7807"/>
                </a:lnTo>
                <a:lnTo>
                  <a:pt x="9179" y="7807"/>
                </a:lnTo>
                <a:lnTo>
                  <a:pt x="9195" y="7804"/>
                </a:lnTo>
                <a:lnTo>
                  <a:pt x="9202" y="7797"/>
                </a:lnTo>
                <a:lnTo>
                  <a:pt x="9203" y="7785"/>
                </a:lnTo>
                <a:lnTo>
                  <a:pt x="9201" y="7777"/>
                </a:lnTo>
                <a:lnTo>
                  <a:pt x="9199" y="7769"/>
                </a:lnTo>
                <a:lnTo>
                  <a:pt x="9202" y="7754"/>
                </a:lnTo>
                <a:lnTo>
                  <a:pt x="9216" y="7741"/>
                </a:lnTo>
                <a:lnTo>
                  <a:pt x="9242" y="7727"/>
                </a:lnTo>
                <a:lnTo>
                  <a:pt x="9260" y="7719"/>
                </a:lnTo>
                <a:lnTo>
                  <a:pt x="9282" y="7710"/>
                </a:lnTo>
                <a:lnTo>
                  <a:pt x="9309" y="7694"/>
                </a:lnTo>
                <a:lnTo>
                  <a:pt x="9322" y="7677"/>
                </a:lnTo>
                <a:lnTo>
                  <a:pt x="9325" y="7652"/>
                </a:lnTo>
                <a:lnTo>
                  <a:pt x="9323" y="7635"/>
                </a:lnTo>
                <a:lnTo>
                  <a:pt x="9318" y="7579"/>
                </a:lnTo>
                <a:lnTo>
                  <a:pt x="9174" y="7569"/>
                </a:lnTo>
                <a:lnTo>
                  <a:pt x="9085" y="7564"/>
                </a:lnTo>
                <a:lnTo>
                  <a:pt x="9108" y="7559"/>
                </a:lnTo>
                <a:lnTo>
                  <a:pt x="9234" y="7557"/>
                </a:lnTo>
                <a:lnTo>
                  <a:pt x="9317" y="7555"/>
                </a:lnTo>
                <a:lnTo>
                  <a:pt x="9411" y="7548"/>
                </a:lnTo>
                <a:lnTo>
                  <a:pt x="9448" y="7542"/>
                </a:lnTo>
                <a:lnTo>
                  <a:pt x="9454" y="7539"/>
                </a:lnTo>
                <a:lnTo>
                  <a:pt x="9463" y="7533"/>
                </a:lnTo>
                <a:lnTo>
                  <a:pt x="9494" y="7521"/>
                </a:lnTo>
                <a:lnTo>
                  <a:pt x="9512" y="7516"/>
                </a:lnTo>
                <a:lnTo>
                  <a:pt x="9523" y="7515"/>
                </a:lnTo>
                <a:lnTo>
                  <a:pt x="9540" y="7509"/>
                </a:lnTo>
                <a:lnTo>
                  <a:pt x="9548" y="7498"/>
                </a:lnTo>
                <a:lnTo>
                  <a:pt x="9550" y="7481"/>
                </a:lnTo>
                <a:lnTo>
                  <a:pt x="9549" y="7470"/>
                </a:lnTo>
                <a:lnTo>
                  <a:pt x="9546" y="7446"/>
                </a:lnTo>
                <a:lnTo>
                  <a:pt x="9533" y="7420"/>
                </a:lnTo>
                <a:lnTo>
                  <a:pt x="9518" y="7407"/>
                </a:lnTo>
                <a:lnTo>
                  <a:pt x="9487" y="7392"/>
                </a:lnTo>
                <a:lnTo>
                  <a:pt x="9414" y="7381"/>
                </a:lnTo>
                <a:lnTo>
                  <a:pt x="9361" y="7377"/>
                </a:lnTo>
                <a:lnTo>
                  <a:pt x="9309" y="7374"/>
                </a:lnTo>
                <a:lnTo>
                  <a:pt x="9241" y="7367"/>
                </a:lnTo>
                <a:lnTo>
                  <a:pt x="9215" y="7360"/>
                </a:lnTo>
                <a:lnTo>
                  <a:pt x="9208" y="7353"/>
                </a:lnTo>
                <a:lnTo>
                  <a:pt x="9211" y="7343"/>
                </a:lnTo>
                <a:lnTo>
                  <a:pt x="9224" y="7334"/>
                </a:lnTo>
                <a:lnTo>
                  <a:pt x="9235" y="7327"/>
                </a:lnTo>
                <a:lnTo>
                  <a:pt x="9236" y="7317"/>
                </a:lnTo>
                <a:lnTo>
                  <a:pt x="9227" y="7312"/>
                </a:lnTo>
                <a:lnTo>
                  <a:pt x="9200" y="7305"/>
                </a:lnTo>
                <a:lnTo>
                  <a:pt x="9131" y="7299"/>
                </a:lnTo>
                <a:lnTo>
                  <a:pt x="9081" y="7296"/>
                </a:lnTo>
                <a:lnTo>
                  <a:pt x="8963" y="7291"/>
                </a:lnTo>
                <a:lnTo>
                  <a:pt x="9102" y="7288"/>
                </a:lnTo>
                <a:lnTo>
                  <a:pt x="9178" y="7285"/>
                </a:lnTo>
                <a:lnTo>
                  <a:pt x="9233" y="7274"/>
                </a:lnTo>
                <a:lnTo>
                  <a:pt x="9253" y="7261"/>
                </a:lnTo>
                <a:lnTo>
                  <a:pt x="9259" y="7252"/>
                </a:lnTo>
                <a:lnTo>
                  <a:pt x="9266" y="7237"/>
                </a:lnTo>
                <a:lnTo>
                  <a:pt x="9266" y="7220"/>
                </a:lnTo>
                <a:lnTo>
                  <a:pt x="9261" y="7213"/>
                </a:lnTo>
                <a:lnTo>
                  <a:pt x="9245" y="7205"/>
                </a:lnTo>
                <a:lnTo>
                  <a:pt x="9200" y="7202"/>
                </a:lnTo>
                <a:lnTo>
                  <a:pt x="9168" y="7203"/>
                </a:lnTo>
                <a:lnTo>
                  <a:pt x="9140" y="7204"/>
                </a:lnTo>
                <a:lnTo>
                  <a:pt x="9100" y="7198"/>
                </a:lnTo>
                <a:lnTo>
                  <a:pt x="9084" y="7189"/>
                </a:lnTo>
                <a:lnTo>
                  <a:pt x="9082" y="7182"/>
                </a:lnTo>
                <a:lnTo>
                  <a:pt x="9094" y="7173"/>
                </a:lnTo>
                <a:lnTo>
                  <a:pt x="9115" y="7167"/>
                </a:lnTo>
                <a:lnTo>
                  <a:pt x="9129" y="7164"/>
                </a:lnTo>
                <a:lnTo>
                  <a:pt x="9153" y="7151"/>
                </a:lnTo>
                <a:lnTo>
                  <a:pt x="9160" y="7144"/>
                </a:lnTo>
                <a:lnTo>
                  <a:pt x="9167" y="7137"/>
                </a:lnTo>
                <a:lnTo>
                  <a:pt x="9195" y="7125"/>
                </a:lnTo>
                <a:lnTo>
                  <a:pt x="9211" y="7122"/>
                </a:lnTo>
                <a:lnTo>
                  <a:pt x="9249" y="7119"/>
                </a:lnTo>
                <a:lnTo>
                  <a:pt x="9284" y="7116"/>
                </a:lnTo>
                <a:lnTo>
                  <a:pt x="9289" y="7115"/>
                </a:lnTo>
                <a:lnTo>
                  <a:pt x="9289" y="7109"/>
                </a:lnTo>
                <a:lnTo>
                  <a:pt x="9266" y="7098"/>
                </a:lnTo>
                <a:lnTo>
                  <a:pt x="9233" y="7090"/>
                </a:lnTo>
                <a:lnTo>
                  <a:pt x="9188" y="7078"/>
                </a:lnTo>
                <a:lnTo>
                  <a:pt x="9173" y="7070"/>
                </a:lnTo>
                <a:lnTo>
                  <a:pt x="9186" y="7067"/>
                </a:lnTo>
                <a:lnTo>
                  <a:pt x="9201" y="7066"/>
                </a:lnTo>
                <a:lnTo>
                  <a:pt x="9213" y="7065"/>
                </a:lnTo>
                <a:lnTo>
                  <a:pt x="9242" y="7057"/>
                </a:lnTo>
                <a:lnTo>
                  <a:pt x="9287" y="7034"/>
                </a:lnTo>
                <a:lnTo>
                  <a:pt x="9320" y="7009"/>
                </a:lnTo>
                <a:lnTo>
                  <a:pt x="9348" y="6985"/>
                </a:lnTo>
                <a:lnTo>
                  <a:pt x="9407" y="6948"/>
                </a:lnTo>
                <a:lnTo>
                  <a:pt x="9427" y="6941"/>
                </a:lnTo>
                <a:lnTo>
                  <a:pt x="9446" y="6933"/>
                </a:lnTo>
                <a:lnTo>
                  <a:pt x="9492" y="6896"/>
                </a:lnTo>
                <a:lnTo>
                  <a:pt x="9512" y="6873"/>
                </a:lnTo>
                <a:lnTo>
                  <a:pt x="9532" y="6846"/>
                </a:lnTo>
                <a:lnTo>
                  <a:pt x="9592" y="6795"/>
                </a:lnTo>
                <a:lnTo>
                  <a:pt x="9622" y="6776"/>
                </a:lnTo>
                <a:lnTo>
                  <a:pt x="9655" y="6757"/>
                </a:lnTo>
                <a:lnTo>
                  <a:pt x="9704" y="6725"/>
                </a:lnTo>
                <a:lnTo>
                  <a:pt x="9734" y="6696"/>
                </a:lnTo>
                <a:lnTo>
                  <a:pt x="9747" y="6670"/>
                </a:lnTo>
                <a:lnTo>
                  <a:pt x="9748" y="6656"/>
                </a:lnTo>
                <a:lnTo>
                  <a:pt x="9748" y="6647"/>
                </a:lnTo>
                <a:lnTo>
                  <a:pt x="9745" y="6636"/>
                </a:lnTo>
                <a:lnTo>
                  <a:pt x="9732" y="6634"/>
                </a:lnTo>
                <a:lnTo>
                  <a:pt x="9711" y="6645"/>
                </a:lnTo>
                <a:lnTo>
                  <a:pt x="9688" y="6657"/>
                </a:lnTo>
                <a:lnTo>
                  <a:pt x="9682" y="6653"/>
                </a:lnTo>
                <a:lnTo>
                  <a:pt x="9698" y="6635"/>
                </a:lnTo>
                <a:lnTo>
                  <a:pt x="9715" y="6614"/>
                </a:lnTo>
                <a:lnTo>
                  <a:pt x="9766" y="6564"/>
                </a:lnTo>
                <a:lnTo>
                  <a:pt x="9867" y="6476"/>
                </a:lnTo>
                <a:lnTo>
                  <a:pt x="9941" y="6418"/>
                </a:lnTo>
                <a:lnTo>
                  <a:pt x="9996" y="6376"/>
                </a:lnTo>
                <a:lnTo>
                  <a:pt x="10050" y="6329"/>
                </a:lnTo>
                <a:lnTo>
                  <a:pt x="10074" y="6302"/>
                </a:lnTo>
                <a:lnTo>
                  <a:pt x="10086" y="6278"/>
                </a:lnTo>
                <a:lnTo>
                  <a:pt x="10089" y="6257"/>
                </a:lnTo>
                <a:lnTo>
                  <a:pt x="10082" y="6235"/>
                </a:lnTo>
                <a:lnTo>
                  <a:pt x="10067" y="6211"/>
                </a:lnTo>
                <a:lnTo>
                  <a:pt x="10055" y="6199"/>
                </a:lnTo>
                <a:lnTo>
                  <a:pt x="10044" y="6188"/>
                </a:lnTo>
                <a:lnTo>
                  <a:pt x="10010" y="6174"/>
                </a:lnTo>
                <a:lnTo>
                  <a:pt x="9967" y="6171"/>
                </a:lnTo>
                <a:lnTo>
                  <a:pt x="9920" y="6177"/>
                </a:lnTo>
                <a:lnTo>
                  <a:pt x="9895" y="6185"/>
                </a:lnTo>
                <a:lnTo>
                  <a:pt x="9877" y="6191"/>
                </a:lnTo>
                <a:lnTo>
                  <a:pt x="9850" y="6186"/>
                </a:lnTo>
                <a:lnTo>
                  <a:pt x="9840" y="6175"/>
                </a:lnTo>
                <a:lnTo>
                  <a:pt x="9840" y="6165"/>
                </a:lnTo>
                <a:lnTo>
                  <a:pt x="9844" y="6154"/>
                </a:lnTo>
                <a:lnTo>
                  <a:pt x="9855" y="6142"/>
                </a:lnTo>
                <a:lnTo>
                  <a:pt x="9863" y="6138"/>
                </a:lnTo>
                <a:lnTo>
                  <a:pt x="9874" y="6131"/>
                </a:lnTo>
                <a:lnTo>
                  <a:pt x="9882" y="6119"/>
                </a:lnTo>
                <a:lnTo>
                  <a:pt x="9882" y="6112"/>
                </a:lnTo>
                <a:lnTo>
                  <a:pt x="9880" y="6109"/>
                </a:lnTo>
                <a:lnTo>
                  <a:pt x="9874" y="6106"/>
                </a:lnTo>
                <a:lnTo>
                  <a:pt x="9856" y="6109"/>
                </a:lnTo>
                <a:lnTo>
                  <a:pt x="9847" y="6114"/>
                </a:lnTo>
                <a:lnTo>
                  <a:pt x="9834" y="6122"/>
                </a:lnTo>
                <a:lnTo>
                  <a:pt x="9791" y="6138"/>
                </a:lnTo>
                <a:lnTo>
                  <a:pt x="9767" y="6145"/>
                </a:lnTo>
                <a:lnTo>
                  <a:pt x="9710" y="6157"/>
                </a:lnTo>
                <a:lnTo>
                  <a:pt x="9746" y="6106"/>
                </a:lnTo>
                <a:lnTo>
                  <a:pt x="9760" y="6083"/>
                </a:lnTo>
                <a:lnTo>
                  <a:pt x="9780" y="6036"/>
                </a:lnTo>
                <a:lnTo>
                  <a:pt x="9782" y="6020"/>
                </a:lnTo>
                <a:lnTo>
                  <a:pt x="9782" y="6010"/>
                </a:lnTo>
                <a:lnTo>
                  <a:pt x="9777" y="5996"/>
                </a:lnTo>
                <a:lnTo>
                  <a:pt x="9765" y="5988"/>
                </a:lnTo>
                <a:lnTo>
                  <a:pt x="9743" y="5985"/>
                </a:lnTo>
                <a:lnTo>
                  <a:pt x="9728" y="5985"/>
                </a:lnTo>
                <a:lnTo>
                  <a:pt x="9675" y="5985"/>
                </a:lnTo>
                <a:lnTo>
                  <a:pt x="9713" y="5946"/>
                </a:lnTo>
                <a:lnTo>
                  <a:pt x="9728" y="5927"/>
                </a:lnTo>
                <a:lnTo>
                  <a:pt x="9739" y="5899"/>
                </a:lnTo>
                <a:lnTo>
                  <a:pt x="9740" y="5883"/>
                </a:lnTo>
                <a:lnTo>
                  <a:pt x="9736" y="5870"/>
                </a:lnTo>
                <a:lnTo>
                  <a:pt x="9728" y="5860"/>
                </a:lnTo>
                <a:lnTo>
                  <a:pt x="9715" y="5854"/>
                </a:lnTo>
                <a:lnTo>
                  <a:pt x="9698" y="5853"/>
                </a:lnTo>
                <a:lnTo>
                  <a:pt x="9688" y="5855"/>
                </a:lnTo>
                <a:lnTo>
                  <a:pt x="9656" y="5860"/>
                </a:lnTo>
                <a:lnTo>
                  <a:pt x="9647" y="5860"/>
                </a:lnTo>
                <a:lnTo>
                  <a:pt x="9659" y="5831"/>
                </a:lnTo>
                <a:lnTo>
                  <a:pt x="9698" y="5734"/>
                </a:lnTo>
                <a:lnTo>
                  <a:pt x="9716" y="5690"/>
                </a:lnTo>
                <a:lnTo>
                  <a:pt x="9734" y="5625"/>
                </a:lnTo>
                <a:lnTo>
                  <a:pt x="9734" y="5592"/>
                </a:lnTo>
                <a:lnTo>
                  <a:pt x="9729" y="5573"/>
                </a:lnTo>
                <a:lnTo>
                  <a:pt x="9711" y="5548"/>
                </a:lnTo>
                <a:lnTo>
                  <a:pt x="9691" y="5531"/>
                </a:lnTo>
                <a:lnTo>
                  <a:pt x="9683" y="5526"/>
                </a:lnTo>
                <a:lnTo>
                  <a:pt x="9655" y="5522"/>
                </a:lnTo>
                <a:lnTo>
                  <a:pt x="9590" y="5525"/>
                </a:lnTo>
                <a:lnTo>
                  <a:pt x="9479" y="5544"/>
                </a:lnTo>
                <a:lnTo>
                  <a:pt x="9371" y="5576"/>
                </a:lnTo>
                <a:lnTo>
                  <a:pt x="9330" y="5595"/>
                </a:lnTo>
                <a:lnTo>
                  <a:pt x="9301" y="5609"/>
                </a:lnTo>
                <a:lnTo>
                  <a:pt x="9268" y="5618"/>
                </a:lnTo>
                <a:lnTo>
                  <a:pt x="9255" y="5618"/>
                </a:lnTo>
                <a:lnTo>
                  <a:pt x="9252" y="5615"/>
                </a:lnTo>
                <a:lnTo>
                  <a:pt x="9248" y="5607"/>
                </a:lnTo>
                <a:lnTo>
                  <a:pt x="9243" y="5575"/>
                </a:lnTo>
                <a:lnTo>
                  <a:pt x="9242" y="5508"/>
                </a:lnTo>
                <a:lnTo>
                  <a:pt x="9247" y="5461"/>
                </a:lnTo>
                <a:lnTo>
                  <a:pt x="9249" y="5447"/>
                </a:lnTo>
                <a:lnTo>
                  <a:pt x="9246" y="5419"/>
                </a:lnTo>
                <a:lnTo>
                  <a:pt x="9234" y="5393"/>
                </a:lnTo>
                <a:lnTo>
                  <a:pt x="9217" y="5370"/>
                </a:lnTo>
                <a:lnTo>
                  <a:pt x="9194" y="5350"/>
                </a:lnTo>
                <a:lnTo>
                  <a:pt x="9162" y="5333"/>
                </a:lnTo>
                <a:lnTo>
                  <a:pt x="9126" y="5319"/>
                </a:lnTo>
                <a:lnTo>
                  <a:pt x="9083" y="5309"/>
                </a:lnTo>
                <a:lnTo>
                  <a:pt x="9059" y="5306"/>
                </a:lnTo>
                <a:lnTo>
                  <a:pt x="9019" y="5301"/>
                </a:lnTo>
                <a:lnTo>
                  <a:pt x="9074" y="5227"/>
                </a:lnTo>
                <a:lnTo>
                  <a:pt x="9096" y="5195"/>
                </a:lnTo>
                <a:lnTo>
                  <a:pt x="9127" y="5140"/>
                </a:lnTo>
                <a:lnTo>
                  <a:pt x="9132" y="5126"/>
                </a:lnTo>
                <a:lnTo>
                  <a:pt x="9138" y="5094"/>
                </a:lnTo>
                <a:lnTo>
                  <a:pt x="9155" y="5050"/>
                </a:lnTo>
                <a:lnTo>
                  <a:pt x="9162" y="5029"/>
                </a:lnTo>
                <a:lnTo>
                  <a:pt x="9170" y="4989"/>
                </a:lnTo>
                <a:lnTo>
                  <a:pt x="9168" y="4977"/>
                </a:lnTo>
                <a:lnTo>
                  <a:pt x="9165" y="4968"/>
                </a:lnTo>
                <a:lnTo>
                  <a:pt x="9169" y="4957"/>
                </a:lnTo>
                <a:lnTo>
                  <a:pt x="9174" y="4955"/>
                </a:lnTo>
                <a:lnTo>
                  <a:pt x="9181" y="4954"/>
                </a:lnTo>
                <a:lnTo>
                  <a:pt x="9190" y="4944"/>
                </a:lnTo>
                <a:lnTo>
                  <a:pt x="9191" y="4937"/>
                </a:lnTo>
                <a:lnTo>
                  <a:pt x="9190" y="4930"/>
                </a:lnTo>
                <a:lnTo>
                  <a:pt x="9179" y="4927"/>
                </a:lnTo>
                <a:lnTo>
                  <a:pt x="9171" y="4932"/>
                </a:lnTo>
                <a:lnTo>
                  <a:pt x="9162" y="4936"/>
                </a:lnTo>
                <a:lnTo>
                  <a:pt x="9159" y="4933"/>
                </a:lnTo>
                <a:lnTo>
                  <a:pt x="9164" y="4924"/>
                </a:lnTo>
                <a:lnTo>
                  <a:pt x="9170" y="4917"/>
                </a:lnTo>
                <a:lnTo>
                  <a:pt x="9188" y="4912"/>
                </a:lnTo>
                <a:lnTo>
                  <a:pt x="9198" y="4914"/>
                </a:lnTo>
                <a:lnTo>
                  <a:pt x="9208" y="4917"/>
                </a:lnTo>
                <a:lnTo>
                  <a:pt x="9227" y="4913"/>
                </a:lnTo>
                <a:lnTo>
                  <a:pt x="9233" y="4906"/>
                </a:lnTo>
                <a:lnTo>
                  <a:pt x="9235" y="4899"/>
                </a:lnTo>
                <a:lnTo>
                  <a:pt x="9231" y="4889"/>
                </a:lnTo>
                <a:lnTo>
                  <a:pt x="9224" y="4888"/>
                </a:lnTo>
                <a:lnTo>
                  <a:pt x="9221" y="4887"/>
                </a:lnTo>
                <a:lnTo>
                  <a:pt x="9219" y="4880"/>
                </a:lnTo>
                <a:lnTo>
                  <a:pt x="9225" y="4860"/>
                </a:lnTo>
                <a:lnTo>
                  <a:pt x="9236" y="4840"/>
                </a:lnTo>
                <a:lnTo>
                  <a:pt x="9252" y="4814"/>
                </a:lnTo>
                <a:lnTo>
                  <a:pt x="9239" y="4819"/>
                </a:lnTo>
                <a:lnTo>
                  <a:pt x="9203" y="4853"/>
                </a:lnTo>
                <a:lnTo>
                  <a:pt x="9178" y="4875"/>
                </a:lnTo>
                <a:lnTo>
                  <a:pt x="9147" y="4897"/>
                </a:lnTo>
                <a:lnTo>
                  <a:pt x="9134" y="4902"/>
                </a:lnTo>
                <a:lnTo>
                  <a:pt x="9132" y="4901"/>
                </a:lnTo>
                <a:lnTo>
                  <a:pt x="9131" y="4898"/>
                </a:lnTo>
                <a:lnTo>
                  <a:pt x="9140" y="4883"/>
                </a:lnTo>
                <a:lnTo>
                  <a:pt x="9171" y="4849"/>
                </a:lnTo>
                <a:lnTo>
                  <a:pt x="9228" y="4796"/>
                </a:lnTo>
                <a:lnTo>
                  <a:pt x="9279" y="4757"/>
                </a:lnTo>
                <a:lnTo>
                  <a:pt x="9292" y="4752"/>
                </a:lnTo>
                <a:lnTo>
                  <a:pt x="9299" y="4754"/>
                </a:lnTo>
                <a:lnTo>
                  <a:pt x="9302" y="4765"/>
                </a:lnTo>
                <a:lnTo>
                  <a:pt x="9299" y="4773"/>
                </a:lnTo>
                <a:lnTo>
                  <a:pt x="9295" y="4782"/>
                </a:lnTo>
                <a:lnTo>
                  <a:pt x="9297" y="4786"/>
                </a:lnTo>
                <a:lnTo>
                  <a:pt x="9302" y="4782"/>
                </a:lnTo>
                <a:lnTo>
                  <a:pt x="9308" y="4774"/>
                </a:lnTo>
                <a:lnTo>
                  <a:pt x="9317" y="4751"/>
                </a:lnTo>
                <a:lnTo>
                  <a:pt x="9318" y="4741"/>
                </a:lnTo>
                <a:lnTo>
                  <a:pt x="9319" y="4729"/>
                </a:lnTo>
                <a:lnTo>
                  <a:pt x="9332" y="4711"/>
                </a:lnTo>
                <a:lnTo>
                  <a:pt x="9341" y="4706"/>
                </a:lnTo>
                <a:lnTo>
                  <a:pt x="9352" y="4703"/>
                </a:lnTo>
                <a:lnTo>
                  <a:pt x="9356" y="4711"/>
                </a:lnTo>
                <a:lnTo>
                  <a:pt x="9350" y="4721"/>
                </a:lnTo>
                <a:lnTo>
                  <a:pt x="9343" y="4733"/>
                </a:lnTo>
                <a:lnTo>
                  <a:pt x="9350" y="4734"/>
                </a:lnTo>
                <a:lnTo>
                  <a:pt x="9365" y="4722"/>
                </a:lnTo>
                <a:lnTo>
                  <a:pt x="9375" y="4712"/>
                </a:lnTo>
                <a:lnTo>
                  <a:pt x="9389" y="4693"/>
                </a:lnTo>
                <a:lnTo>
                  <a:pt x="9389" y="4686"/>
                </a:lnTo>
                <a:lnTo>
                  <a:pt x="9395" y="4676"/>
                </a:lnTo>
                <a:lnTo>
                  <a:pt x="9459" y="4603"/>
                </a:lnTo>
                <a:lnTo>
                  <a:pt x="9508" y="4555"/>
                </a:lnTo>
                <a:lnTo>
                  <a:pt x="9540" y="4524"/>
                </a:lnTo>
                <a:lnTo>
                  <a:pt x="9586" y="4474"/>
                </a:lnTo>
                <a:lnTo>
                  <a:pt x="9616" y="4434"/>
                </a:lnTo>
                <a:lnTo>
                  <a:pt x="9629" y="4404"/>
                </a:lnTo>
                <a:lnTo>
                  <a:pt x="9630" y="4392"/>
                </a:lnTo>
                <a:lnTo>
                  <a:pt x="9629" y="4374"/>
                </a:lnTo>
                <a:lnTo>
                  <a:pt x="9609" y="4340"/>
                </a:lnTo>
                <a:lnTo>
                  <a:pt x="9577" y="4314"/>
                </a:lnTo>
                <a:lnTo>
                  <a:pt x="9536" y="4299"/>
                </a:lnTo>
                <a:lnTo>
                  <a:pt x="9513" y="4297"/>
                </a:lnTo>
                <a:lnTo>
                  <a:pt x="9500" y="4297"/>
                </a:lnTo>
                <a:lnTo>
                  <a:pt x="9485" y="4295"/>
                </a:lnTo>
                <a:lnTo>
                  <a:pt x="9484" y="4285"/>
                </a:lnTo>
                <a:lnTo>
                  <a:pt x="9500" y="4266"/>
                </a:lnTo>
                <a:lnTo>
                  <a:pt x="9512" y="4253"/>
                </a:lnTo>
                <a:lnTo>
                  <a:pt x="9527" y="4230"/>
                </a:lnTo>
                <a:lnTo>
                  <a:pt x="9528" y="4225"/>
                </a:lnTo>
                <a:lnTo>
                  <a:pt x="9526" y="4220"/>
                </a:lnTo>
                <a:lnTo>
                  <a:pt x="9505" y="4214"/>
                </a:lnTo>
                <a:lnTo>
                  <a:pt x="9446" y="4215"/>
                </a:lnTo>
                <a:lnTo>
                  <a:pt x="9396" y="4223"/>
                </a:lnTo>
                <a:lnTo>
                  <a:pt x="9368" y="4230"/>
                </a:lnTo>
                <a:lnTo>
                  <a:pt x="9348" y="4240"/>
                </a:lnTo>
                <a:lnTo>
                  <a:pt x="9344" y="4246"/>
                </a:lnTo>
                <a:lnTo>
                  <a:pt x="9351" y="4253"/>
                </a:lnTo>
                <a:lnTo>
                  <a:pt x="9386" y="4256"/>
                </a:lnTo>
                <a:lnTo>
                  <a:pt x="9416" y="4253"/>
                </a:lnTo>
                <a:lnTo>
                  <a:pt x="9458" y="4248"/>
                </a:lnTo>
                <a:lnTo>
                  <a:pt x="9474" y="4251"/>
                </a:lnTo>
                <a:lnTo>
                  <a:pt x="9464" y="4262"/>
                </a:lnTo>
                <a:lnTo>
                  <a:pt x="9452" y="4271"/>
                </a:lnTo>
                <a:lnTo>
                  <a:pt x="9444" y="4278"/>
                </a:lnTo>
                <a:lnTo>
                  <a:pt x="9425" y="4288"/>
                </a:lnTo>
                <a:lnTo>
                  <a:pt x="9394" y="4293"/>
                </a:lnTo>
                <a:lnTo>
                  <a:pt x="9370" y="4291"/>
                </a:lnTo>
                <a:lnTo>
                  <a:pt x="9325" y="4282"/>
                </a:lnTo>
                <a:lnTo>
                  <a:pt x="9287" y="4280"/>
                </a:lnTo>
                <a:lnTo>
                  <a:pt x="9265" y="4280"/>
                </a:lnTo>
                <a:lnTo>
                  <a:pt x="9264" y="4270"/>
                </a:lnTo>
                <a:lnTo>
                  <a:pt x="9285" y="4253"/>
                </a:lnTo>
                <a:lnTo>
                  <a:pt x="9301" y="4240"/>
                </a:lnTo>
                <a:lnTo>
                  <a:pt x="9302" y="4232"/>
                </a:lnTo>
                <a:lnTo>
                  <a:pt x="9289" y="4236"/>
                </a:lnTo>
                <a:lnTo>
                  <a:pt x="9275" y="4239"/>
                </a:lnTo>
                <a:lnTo>
                  <a:pt x="9257" y="4231"/>
                </a:lnTo>
                <a:lnTo>
                  <a:pt x="9254" y="4213"/>
                </a:lnTo>
                <a:lnTo>
                  <a:pt x="9266" y="4190"/>
                </a:lnTo>
                <a:lnTo>
                  <a:pt x="9279" y="4180"/>
                </a:lnTo>
                <a:lnTo>
                  <a:pt x="9289" y="4174"/>
                </a:lnTo>
                <a:lnTo>
                  <a:pt x="9301" y="4164"/>
                </a:lnTo>
                <a:lnTo>
                  <a:pt x="9303" y="4154"/>
                </a:lnTo>
                <a:lnTo>
                  <a:pt x="9296" y="4142"/>
                </a:lnTo>
                <a:lnTo>
                  <a:pt x="9289" y="4134"/>
                </a:lnTo>
                <a:lnTo>
                  <a:pt x="9281" y="4127"/>
                </a:lnTo>
                <a:lnTo>
                  <a:pt x="9263" y="4117"/>
                </a:lnTo>
                <a:lnTo>
                  <a:pt x="9222" y="4116"/>
                </a:lnTo>
                <a:lnTo>
                  <a:pt x="9176" y="4125"/>
                </a:lnTo>
                <a:lnTo>
                  <a:pt x="9141" y="4131"/>
                </a:lnTo>
                <a:lnTo>
                  <a:pt x="9104" y="4133"/>
                </a:lnTo>
                <a:lnTo>
                  <a:pt x="9091" y="4131"/>
                </a:lnTo>
                <a:lnTo>
                  <a:pt x="9090" y="4129"/>
                </a:lnTo>
                <a:lnTo>
                  <a:pt x="9093" y="4120"/>
                </a:lnTo>
                <a:lnTo>
                  <a:pt x="9123" y="4092"/>
                </a:lnTo>
                <a:lnTo>
                  <a:pt x="9168" y="4058"/>
                </a:lnTo>
                <a:lnTo>
                  <a:pt x="9213" y="4029"/>
                </a:lnTo>
                <a:lnTo>
                  <a:pt x="9229" y="4022"/>
                </a:lnTo>
                <a:lnTo>
                  <a:pt x="9241" y="4016"/>
                </a:lnTo>
                <a:lnTo>
                  <a:pt x="9257" y="3995"/>
                </a:lnTo>
                <a:lnTo>
                  <a:pt x="9259" y="3983"/>
                </a:lnTo>
                <a:lnTo>
                  <a:pt x="9258" y="3977"/>
                </a:lnTo>
                <a:lnTo>
                  <a:pt x="9255" y="3968"/>
                </a:lnTo>
                <a:lnTo>
                  <a:pt x="9244" y="3964"/>
                </a:lnTo>
                <a:lnTo>
                  <a:pt x="9229" y="3968"/>
                </a:lnTo>
                <a:lnTo>
                  <a:pt x="9190" y="3982"/>
                </a:lnTo>
                <a:lnTo>
                  <a:pt x="9105" y="3999"/>
                </a:lnTo>
                <a:lnTo>
                  <a:pt x="9065" y="4003"/>
                </a:lnTo>
                <a:lnTo>
                  <a:pt x="9059" y="4002"/>
                </a:lnTo>
                <a:lnTo>
                  <a:pt x="9059" y="3998"/>
                </a:lnTo>
                <a:lnTo>
                  <a:pt x="9082" y="3983"/>
                </a:lnTo>
                <a:lnTo>
                  <a:pt x="9102" y="3973"/>
                </a:lnTo>
                <a:lnTo>
                  <a:pt x="9112" y="3968"/>
                </a:lnTo>
                <a:lnTo>
                  <a:pt x="9129" y="3954"/>
                </a:lnTo>
                <a:lnTo>
                  <a:pt x="9143" y="3938"/>
                </a:lnTo>
                <a:lnTo>
                  <a:pt x="9152" y="3921"/>
                </a:lnTo>
                <a:lnTo>
                  <a:pt x="9153" y="3912"/>
                </a:lnTo>
                <a:lnTo>
                  <a:pt x="9157" y="3897"/>
                </a:lnTo>
                <a:lnTo>
                  <a:pt x="9179" y="3866"/>
                </a:lnTo>
                <a:lnTo>
                  <a:pt x="9193" y="3856"/>
                </a:lnTo>
                <a:lnTo>
                  <a:pt x="9200" y="3852"/>
                </a:lnTo>
                <a:lnTo>
                  <a:pt x="9212" y="3841"/>
                </a:lnTo>
                <a:lnTo>
                  <a:pt x="9222" y="3819"/>
                </a:lnTo>
                <a:lnTo>
                  <a:pt x="9223" y="3803"/>
                </a:lnTo>
                <a:lnTo>
                  <a:pt x="9222" y="3785"/>
                </a:lnTo>
                <a:lnTo>
                  <a:pt x="9231" y="3745"/>
                </a:lnTo>
                <a:lnTo>
                  <a:pt x="9240" y="3727"/>
                </a:lnTo>
                <a:lnTo>
                  <a:pt x="9247" y="3714"/>
                </a:lnTo>
                <a:lnTo>
                  <a:pt x="9253" y="3696"/>
                </a:lnTo>
                <a:lnTo>
                  <a:pt x="9251" y="3680"/>
                </a:lnTo>
                <a:lnTo>
                  <a:pt x="9241" y="3664"/>
                </a:lnTo>
                <a:lnTo>
                  <a:pt x="9231" y="3654"/>
                </a:lnTo>
                <a:lnTo>
                  <a:pt x="9217" y="3641"/>
                </a:lnTo>
                <a:lnTo>
                  <a:pt x="9186" y="3625"/>
                </a:lnTo>
                <a:lnTo>
                  <a:pt x="9149" y="3624"/>
                </a:lnTo>
                <a:lnTo>
                  <a:pt x="9110" y="3638"/>
                </a:lnTo>
                <a:lnTo>
                  <a:pt x="9090" y="3651"/>
                </a:lnTo>
                <a:lnTo>
                  <a:pt x="9069" y="3663"/>
                </a:lnTo>
                <a:lnTo>
                  <a:pt x="9010" y="3685"/>
                </a:lnTo>
                <a:lnTo>
                  <a:pt x="8981" y="3691"/>
                </a:lnTo>
                <a:lnTo>
                  <a:pt x="8916" y="3703"/>
                </a:lnTo>
                <a:lnTo>
                  <a:pt x="8861" y="3714"/>
                </a:lnTo>
                <a:lnTo>
                  <a:pt x="8833" y="3721"/>
                </a:lnTo>
                <a:lnTo>
                  <a:pt x="8822" y="3716"/>
                </a:lnTo>
                <a:lnTo>
                  <a:pt x="8830" y="3704"/>
                </a:lnTo>
                <a:lnTo>
                  <a:pt x="8838" y="3694"/>
                </a:lnTo>
                <a:lnTo>
                  <a:pt x="8849" y="3681"/>
                </a:lnTo>
                <a:lnTo>
                  <a:pt x="8870" y="3648"/>
                </a:lnTo>
                <a:lnTo>
                  <a:pt x="8875" y="3633"/>
                </a:lnTo>
                <a:lnTo>
                  <a:pt x="8881" y="3622"/>
                </a:lnTo>
                <a:lnTo>
                  <a:pt x="8896" y="3607"/>
                </a:lnTo>
                <a:lnTo>
                  <a:pt x="8904" y="3605"/>
                </a:lnTo>
                <a:lnTo>
                  <a:pt x="8910" y="3604"/>
                </a:lnTo>
                <a:lnTo>
                  <a:pt x="8919" y="3590"/>
                </a:lnTo>
                <a:lnTo>
                  <a:pt x="8920" y="3580"/>
                </a:lnTo>
                <a:lnTo>
                  <a:pt x="8922" y="3570"/>
                </a:lnTo>
                <a:lnTo>
                  <a:pt x="8934" y="3549"/>
                </a:lnTo>
                <a:lnTo>
                  <a:pt x="8945" y="3542"/>
                </a:lnTo>
                <a:lnTo>
                  <a:pt x="8955" y="3534"/>
                </a:lnTo>
                <a:lnTo>
                  <a:pt x="8983" y="3492"/>
                </a:lnTo>
                <a:lnTo>
                  <a:pt x="8996" y="3465"/>
                </a:lnTo>
                <a:lnTo>
                  <a:pt x="9005" y="3445"/>
                </a:lnTo>
                <a:lnTo>
                  <a:pt x="9017" y="3417"/>
                </a:lnTo>
                <a:lnTo>
                  <a:pt x="9017" y="3396"/>
                </a:lnTo>
                <a:lnTo>
                  <a:pt x="9007" y="3374"/>
                </a:lnTo>
                <a:lnTo>
                  <a:pt x="8998" y="3360"/>
                </a:lnTo>
                <a:lnTo>
                  <a:pt x="8988" y="3346"/>
                </a:lnTo>
                <a:lnTo>
                  <a:pt x="8970" y="3327"/>
                </a:lnTo>
                <a:lnTo>
                  <a:pt x="8949" y="3318"/>
                </a:lnTo>
                <a:lnTo>
                  <a:pt x="8922" y="3317"/>
                </a:lnTo>
                <a:lnTo>
                  <a:pt x="8905" y="3319"/>
                </a:lnTo>
                <a:lnTo>
                  <a:pt x="8899" y="3319"/>
                </a:lnTo>
                <a:lnTo>
                  <a:pt x="8892" y="3315"/>
                </a:lnTo>
                <a:lnTo>
                  <a:pt x="8889" y="3298"/>
                </a:lnTo>
                <a:lnTo>
                  <a:pt x="8894" y="3278"/>
                </a:lnTo>
                <a:lnTo>
                  <a:pt x="8896" y="3265"/>
                </a:lnTo>
                <a:lnTo>
                  <a:pt x="8898" y="3248"/>
                </a:lnTo>
                <a:lnTo>
                  <a:pt x="8893" y="3239"/>
                </a:lnTo>
                <a:lnTo>
                  <a:pt x="8881" y="3235"/>
                </a:lnTo>
                <a:lnTo>
                  <a:pt x="8872" y="3234"/>
                </a:lnTo>
                <a:lnTo>
                  <a:pt x="8856" y="3236"/>
                </a:lnTo>
                <a:lnTo>
                  <a:pt x="8813" y="3250"/>
                </a:lnTo>
                <a:lnTo>
                  <a:pt x="8793" y="3259"/>
                </a:lnTo>
                <a:lnTo>
                  <a:pt x="8771" y="3269"/>
                </a:lnTo>
                <a:lnTo>
                  <a:pt x="8734" y="3283"/>
                </a:lnTo>
                <a:lnTo>
                  <a:pt x="8723" y="3284"/>
                </a:lnTo>
                <a:lnTo>
                  <a:pt x="8718" y="3283"/>
                </a:lnTo>
                <a:lnTo>
                  <a:pt x="8708" y="3274"/>
                </a:lnTo>
                <a:lnTo>
                  <a:pt x="8696" y="3247"/>
                </a:lnTo>
                <a:lnTo>
                  <a:pt x="8687" y="3196"/>
                </a:lnTo>
                <a:lnTo>
                  <a:pt x="8689" y="3146"/>
                </a:lnTo>
                <a:lnTo>
                  <a:pt x="8696" y="3127"/>
                </a:lnTo>
                <a:lnTo>
                  <a:pt x="8723" y="3064"/>
                </a:lnTo>
                <a:lnTo>
                  <a:pt x="8770" y="2919"/>
                </a:lnTo>
                <a:lnTo>
                  <a:pt x="8780" y="2871"/>
                </a:lnTo>
                <a:lnTo>
                  <a:pt x="8781" y="2859"/>
                </a:lnTo>
                <a:lnTo>
                  <a:pt x="8779" y="2835"/>
                </a:lnTo>
                <a:lnTo>
                  <a:pt x="8768" y="2798"/>
                </a:lnTo>
                <a:lnTo>
                  <a:pt x="8737" y="2757"/>
                </a:lnTo>
                <a:lnTo>
                  <a:pt x="8706" y="2735"/>
                </a:lnTo>
                <a:lnTo>
                  <a:pt x="8684" y="2726"/>
                </a:lnTo>
                <a:lnTo>
                  <a:pt x="8672" y="2724"/>
                </a:lnTo>
                <a:lnTo>
                  <a:pt x="8655" y="2721"/>
                </a:lnTo>
                <a:lnTo>
                  <a:pt x="8629" y="2707"/>
                </a:lnTo>
                <a:lnTo>
                  <a:pt x="8618" y="2691"/>
                </a:lnTo>
                <a:lnTo>
                  <a:pt x="8622" y="2681"/>
                </a:lnTo>
                <a:lnTo>
                  <a:pt x="8632" y="2678"/>
                </a:lnTo>
                <a:lnTo>
                  <a:pt x="8641" y="2677"/>
                </a:lnTo>
                <a:lnTo>
                  <a:pt x="8653" y="2677"/>
                </a:lnTo>
                <a:lnTo>
                  <a:pt x="8666" y="2673"/>
                </a:lnTo>
                <a:lnTo>
                  <a:pt x="8666" y="2665"/>
                </a:lnTo>
                <a:lnTo>
                  <a:pt x="8655" y="2655"/>
                </a:lnTo>
                <a:lnTo>
                  <a:pt x="8618" y="2637"/>
                </a:lnTo>
                <a:lnTo>
                  <a:pt x="8535" y="2607"/>
                </a:lnTo>
                <a:lnTo>
                  <a:pt x="8481" y="2591"/>
                </a:lnTo>
                <a:lnTo>
                  <a:pt x="8467" y="2587"/>
                </a:lnTo>
                <a:lnTo>
                  <a:pt x="8444" y="2567"/>
                </a:lnTo>
                <a:lnTo>
                  <a:pt x="8426" y="2537"/>
                </a:lnTo>
                <a:lnTo>
                  <a:pt x="8414" y="2497"/>
                </a:lnTo>
                <a:lnTo>
                  <a:pt x="8412" y="2474"/>
                </a:lnTo>
                <a:lnTo>
                  <a:pt x="8409" y="2450"/>
                </a:lnTo>
                <a:lnTo>
                  <a:pt x="8400" y="2408"/>
                </a:lnTo>
                <a:lnTo>
                  <a:pt x="8395" y="2398"/>
                </a:lnTo>
                <a:lnTo>
                  <a:pt x="8391" y="2386"/>
                </a:lnTo>
                <a:lnTo>
                  <a:pt x="8393" y="2330"/>
                </a:lnTo>
                <a:lnTo>
                  <a:pt x="8398" y="2296"/>
                </a:lnTo>
                <a:lnTo>
                  <a:pt x="8404" y="2255"/>
                </a:lnTo>
                <a:lnTo>
                  <a:pt x="8402" y="2181"/>
                </a:lnTo>
                <a:lnTo>
                  <a:pt x="8388" y="2133"/>
                </a:lnTo>
                <a:lnTo>
                  <a:pt x="8375" y="2104"/>
                </a:lnTo>
                <a:lnTo>
                  <a:pt x="8358" y="2077"/>
                </a:lnTo>
                <a:lnTo>
                  <a:pt x="8336" y="2055"/>
                </a:lnTo>
                <a:lnTo>
                  <a:pt x="8324" y="2046"/>
                </a:lnTo>
                <a:lnTo>
                  <a:pt x="8310" y="2037"/>
                </a:lnTo>
                <a:lnTo>
                  <a:pt x="8282" y="2023"/>
                </a:lnTo>
                <a:lnTo>
                  <a:pt x="8246" y="2015"/>
                </a:lnTo>
                <a:lnTo>
                  <a:pt x="8199" y="2012"/>
                </a:lnTo>
                <a:lnTo>
                  <a:pt x="8169" y="2012"/>
                </a:lnTo>
                <a:lnTo>
                  <a:pt x="8130" y="2012"/>
                </a:lnTo>
                <a:lnTo>
                  <a:pt x="8088" y="2007"/>
                </a:lnTo>
                <a:lnTo>
                  <a:pt x="8071" y="2001"/>
                </a:lnTo>
                <a:lnTo>
                  <a:pt x="8060" y="1993"/>
                </a:lnTo>
                <a:lnTo>
                  <a:pt x="8056" y="1981"/>
                </a:lnTo>
                <a:lnTo>
                  <a:pt x="8062" y="1958"/>
                </a:lnTo>
                <a:lnTo>
                  <a:pt x="8074" y="1936"/>
                </a:lnTo>
                <a:lnTo>
                  <a:pt x="8080" y="1925"/>
                </a:lnTo>
                <a:lnTo>
                  <a:pt x="8080" y="1899"/>
                </a:lnTo>
                <a:lnTo>
                  <a:pt x="8071" y="1870"/>
                </a:lnTo>
                <a:lnTo>
                  <a:pt x="8053" y="1840"/>
                </a:lnTo>
                <a:lnTo>
                  <a:pt x="8029" y="1814"/>
                </a:lnTo>
                <a:lnTo>
                  <a:pt x="8003" y="1793"/>
                </a:lnTo>
                <a:lnTo>
                  <a:pt x="7976" y="1781"/>
                </a:lnTo>
                <a:lnTo>
                  <a:pt x="7950" y="1779"/>
                </a:lnTo>
                <a:lnTo>
                  <a:pt x="7939" y="1783"/>
                </a:lnTo>
                <a:lnTo>
                  <a:pt x="7924" y="1790"/>
                </a:lnTo>
                <a:lnTo>
                  <a:pt x="7891" y="1798"/>
                </a:lnTo>
                <a:lnTo>
                  <a:pt x="7858" y="1797"/>
                </a:lnTo>
                <a:lnTo>
                  <a:pt x="7821" y="1787"/>
                </a:lnTo>
                <a:lnTo>
                  <a:pt x="7800" y="1777"/>
                </a:lnTo>
                <a:lnTo>
                  <a:pt x="7785" y="1770"/>
                </a:lnTo>
                <a:lnTo>
                  <a:pt x="7774" y="1763"/>
                </a:lnTo>
                <a:lnTo>
                  <a:pt x="7774" y="1759"/>
                </a:lnTo>
                <a:lnTo>
                  <a:pt x="7797" y="1749"/>
                </a:lnTo>
                <a:lnTo>
                  <a:pt x="7861" y="1737"/>
                </a:lnTo>
                <a:lnTo>
                  <a:pt x="7967" y="1717"/>
                </a:lnTo>
                <a:lnTo>
                  <a:pt x="7865" y="1720"/>
                </a:lnTo>
                <a:lnTo>
                  <a:pt x="7823" y="1721"/>
                </a:lnTo>
                <a:lnTo>
                  <a:pt x="7781" y="1716"/>
                </a:lnTo>
                <a:lnTo>
                  <a:pt x="7768" y="1711"/>
                </a:lnTo>
                <a:lnTo>
                  <a:pt x="7767" y="1707"/>
                </a:lnTo>
                <a:lnTo>
                  <a:pt x="7770" y="1687"/>
                </a:lnTo>
                <a:lnTo>
                  <a:pt x="7777" y="1664"/>
                </a:lnTo>
                <a:lnTo>
                  <a:pt x="7779" y="1655"/>
                </a:lnTo>
                <a:lnTo>
                  <a:pt x="7778" y="1649"/>
                </a:lnTo>
                <a:lnTo>
                  <a:pt x="7775" y="1653"/>
                </a:lnTo>
                <a:lnTo>
                  <a:pt x="7773" y="1657"/>
                </a:lnTo>
                <a:lnTo>
                  <a:pt x="7765" y="1656"/>
                </a:lnTo>
                <a:lnTo>
                  <a:pt x="7751" y="1643"/>
                </a:lnTo>
                <a:lnTo>
                  <a:pt x="7730" y="1604"/>
                </a:lnTo>
                <a:lnTo>
                  <a:pt x="7714" y="1557"/>
                </a:lnTo>
                <a:lnTo>
                  <a:pt x="7711" y="1532"/>
                </a:lnTo>
                <a:lnTo>
                  <a:pt x="7708" y="1509"/>
                </a:lnTo>
                <a:lnTo>
                  <a:pt x="7695" y="1470"/>
                </a:lnTo>
                <a:lnTo>
                  <a:pt x="7688" y="1462"/>
                </a:lnTo>
                <a:lnTo>
                  <a:pt x="7684" y="1459"/>
                </a:lnTo>
                <a:lnTo>
                  <a:pt x="7680" y="1448"/>
                </a:lnTo>
                <a:lnTo>
                  <a:pt x="7681" y="1421"/>
                </a:lnTo>
                <a:lnTo>
                  <a:pt x="7688" y="1395"/>
                </a:lnTo>
                <a:lnTo>
                  <a:pt x="7695" y="1367"/>
                </a:lnTo>
                <a:lnTo>
                  <a:pt x="7703" y="1296"/>
                </a:lnTo>
                <a:lnTo>
                  <a:pt x="7704" y="1263"/>
                </a:lnTo>
                <a:lnTo>
                  <a:pt x="7704" y="1241"/>
                </a:lnTo>
                <a:lnTo>
                  <a:pt x="7699" y="1206"/>
                </a:lnTo>
                <a:lnTo>
                  <a:pt x="7687" y="1178"/>
                </a:lnTo>
                <a:lnTo>
                  <a:pt x="7664" y="1150"/>
                </a:lnTo>
                <a:lnTo>
                  <a:pt x="7648" y="1133"/>
                </a:lnTo>
                <a:lnTo>
                  <a:pt x="7632" y="1117"/>
                </a:lnTo>
                <a:lnTo>
                  <a:pt x="7602" y="1094"/>
                </a:lnTo>
                <a:lnTo>
                  <a:pt x="7566" y="1080"/>
                </a:lnTo>
                <a:lnTo>
                  <a:pt x="7517" y="1071"/>
                </a:lnTo>
                <a:lnTo>
                  <a:pt x="7485" y="1067"/>
                </a:lnTo>
                <a:lnTo>
                  <a:pt x="7435" y="1064"/>
                </a:lnTo>
                <a:lnTo>
                  <a:pt x="7323" y="1066"/>
                </a:lnTo>
                <a:lnTo>
                  <a:pt x="7278" y="1071"/>
                </a:lnTo>
                <a:lnTo>
                  <a:pt x="7248" y="1075"/>
                </a:lnTo>
                <a:lnTo>
                  <a:pt x="7207" y="1079"/>
                </a:lnTo>
                <a:lnTo>
                  <a:pt x="7186" y="1076"/>
                </a:lnTo>
                <a:lnTo>
                  <a:pt x="7174" y="1064"/>
                </a:lnTo>
                <a:lnTo>
                  <a:pt x="7171" y="1054"/>
                </a:lnTo>
                <a:lnTo>
                  <a:pt x="7168" y="1045"/>
                </a:lnTo>
                <a:lnTo>
                  <a:pt x="7158" y="1030"/>
                </a:lnTo>
                <a:lnTo>
                  <a:pt x="7134" y="1012"/>
                </a:lnTo>
                <a:lnTo>
                  <a:pt x="7094" y="999"/>
                </a:lnTo>
                <a:lnTo>
                  <a:pt x="7047" y="1000"/>
                </a:lnTo>
                <a:lnTo>
                  <a:pt x="7024" y="1006"/>
                </a:lnTo>
                <a:lnTo>
                  <a:pt x="6980" y="1020"/>
                </a:lnTo>
                <a:lnTo>
                  <a:pt x="6952" y="1021"/>
                </a:lnTo>
                <a:lnTo>
                  <a:pt x="6945" y="1010"/>
                </a:lnTo>
                <a:lnTo>
                  <a:pt x="6944" y="1001"/>
                </a:lnTo>
                <a:lnTo>
                  <a:pt x="6945" y="996"/>
                </a:lnTo>
                <a:lnTo>
                  <a:pt x="6955" y="984"/>
                </a:lnTo>
                <a:lnTo>
                  <a:pt x="6984" y="965"/>
                </a:lnTo>
                <a:lnTo>
                  <a:pt x="7012" y="955"/>
                </a:lnTo>
                <a:lnTo>
                  <a:pt x="7039" y="946"/>
                </a:lnTo>
                <a:lnTo>
                  <a:pt x="7076" y="926"/>
                </a:lnTo>
                <a:lnTo>
                  <a:pt x="7080" y="919"/>
                </a:lnTo>
                <a:lnTo>
                  <a:pt x="7080" y="913"/>
                </a:lnTo>
                <a:lnTo>
                  <a:pt x="7076" y="907"/>
                </a:lnTo>
                <a:lnTo>
                  <a:pt x="7045" y="914"/>
                </a:lnTo>
                <a:lnTo>
                  <a:pt x="6981" y="937"/>
                </a:lnTo>
                <a:lnTo>
                  <a:pt x="6893" y="970"/>
                </a:lnTo>
                <a:lnTo>
                  <a:pt x="6883" y="904"/>
                </a:lnTo>
                <a:lnTo>
                  <a:pt x="6877" y="874"/>
                </a:lnTo>
                <a:lnTo>
                  <a:pt x="6861" y="840"/>
                </a:lnTo>
                <a:lnTo>
                  <a:pt x="6848" y="825"/>
                </a:lnTo>
                <a:lnTo>
                  <a:pt x="6841" y="821"/>
                </a:lnTo>
                <a:lnTo>
                  <a:pt x="6833" y="816"/>
                </a:lnTo>
                <a:lnTo>
                  <a:pt x="6822" y="804"/>
                </a:lnTo>
                <a:lnTo>
                  <a:pt x="6819" y="789"/>
                </a:lnTo>
                <a:lnTo>
                  <a:pt x="6822" y="767"/>
                </a:lnTo>
                <a:lnTo>
                  <a:pt x="6826" y="753"/>
                </a:lnTo>
                <a:lnTo>
                  <a:pt x="6830" y="739"/>
                </a:lnTo>
                <a:lnTo>
                  <a:pt x="6832" y="716"/>
                </a:lnTo>
                <a:lnTo>
                  <a:pt x="6828" y="700"/>
                </a:lnTo>
                <a:lnTo>
                  <a:pt x="6816" y="686"/>
                </a:lnTo>
                <a:lnTo>
                  <a:pt x="6806" y="679"/>
                </a:lnTo>
                <a:lnTo>
                  <a:pt x="6794" y="671"/>
                </a:lnTo>
                <a:lnTo>
                  <a:pt x="6781" y="656"/>
                </a:lnTo>
                <a:lnTo>
                  <a:pt x="6780" y="635"/>
                </a:lnTo>
                <a:lnTo>
                  <a:pt x="6790" y="601"/>
                </a:lnTo>
                <a:lnTo>
                  <a:pt x="6799" y="575"/>
                </a:lnTo>
                <a:lnTo>
                  <a:pt x="6810" y="540"/>
                </a:lnTo>
                <a:lnTo>
                  <a:pt x="6824" y="479"/>
                </a:lnTo>
                <a:lnTo>
                  <a:pt x="6826" y="463"/>
                </a:lnTo>
                <a:lnTo>
                  <a:pt x="6824" y="442"/>
                </a:lnTo>
                <a:lnTo>
                  <a:pt x="6809" y="397"/>
                </a:lnTo>
                <a:lnTo>
                  <a:pt x="6783" y="357"/>
                </a:lnTo>
                <a:lnTo>
                  <a:pt x="6750" y="328"/>
                </a:lnTo>
                <a:lnTo>
                  <a:pt x="6735" y="321"/>
                </a:lnTo>
                <a:lnTo>
                  <a:pt x="6721" y="318"/>
                </a:lnTo>
                <a:lnTo>
                  <a:pt x="6687" y="317"/>
                </a:lnTo>
                <a:lnTo>
                  <a:pt x="6626" y="326"/>
                </a:lnTo>
                <a:lnTo>
                  <a:pt x="6522" y="355"/>
                </a:lnTo>
                <a:lnTo>
                  <a:pt x="6402" y="402"/>
                </a:lnTo>
                <a:lnTo>
                  <a:pt x="6336" y="434"/>
                </a:lnTo>
                <a:lnTo>
                  <a:pt x="6267" y="466"/>
                </a:lnTo>
                <a:lnTo>
                  <a:pt x="6154" y="508"/>
                </a:lnTo>
                <a:lnTo>
                  <a:pt x="6093" y="520"/>
                </a:lnTo>
                <a:lnTo>
                  <a:pt x="6064" y="519"/>
                </a:lnTo>
                <a:lnTo>
                  <a:pt x="6043" y="510"/>
                </a:lnTo>
                <a:lnTo>
                  <a:pt x="6033" y="495"/>
                </a:lnTo>
                <a:lnTo>
                  <a:pt x="6032" y="483"/>
                </a:lnTo>
                <a:lnTo>
                  <a:pt x="6031" y="461"/>
                </a:lnTo>
                <a:lnTo>
                  <a:pt x="6018" y="421"/>
                </a:lnTo>
                <a:lnTo>
                  <a:pt x="5994" y="384"/>
                </a:lnTo>
                <a:lnTo>
                  <a:pt x="5963" y="356"/>
                </a:lnTo>
                <a:lnTo>
                  <a:pt x="5944" y="347"/>
                </a:lnTo>
                <a:lnTo>
                  <a:pt x="5921" y="340"/>
                </a:lnTo>
                <a:lnTo>
                  <a:pt x="5845" y="336"/>
                </a:lnTo>
                <a:lnTo>
                  <a:pt x="5753" y="341"/>
                </a:lnTo>
                <a:lnTo>
                  <a:pt x="5667" y="355"/>
                </a:lnTo>
                <a:lnTo>
                  <a:pt x="5635" y="365"/>
                </a:lnTo>
                <a:lnTo>
                  <a:pt x="5617" y="371"/>
                </a:lnTo>
                <a:lnTo>
                  <a:pt x="5597" y="372"/>
                </a:lnTo>
                <a:lnTo>
                  <a:pt x="5588" y="368"/>
                </a:lnTo>
                <a:lnTo>
                  <a:pt x="5585" y="365"/>
                </a:lnTo>
                <a:lnTo>
                  <a:pt x="5577" y="358"/>
                </a:lnTo>
                <a:lnTo>
                  <a:pt x="5543" y="349"/>
                </a:lnTo>
                <a:lnTo>
                  <a:pt x="5522" y="348"/>
                </a:lnTo>
                <a:lnTo>
                  <a:pt x="5506" y="348"/>
                </a:lnTo>
                <a:lnTo>
                  <a:pt x="5485" y="345"/>
                </a:lnTo>
                <a:lnTo>
                  <a:pt x="5477" y="337"/>
                </a:lnTo>
                <a:lnTo>
                  <a:pt x="5478" y="321"/>
                </a:lnTo>
                <a:lnTo>
                  <a:pt x="5481" y="309"/>
                </a:lnTo>
                <a:lnTo>
                  <a:pt x="5491" y="260"/>
                </a:lnTo>
                <a:lnTo>
                  <a:pt x="5502" y="180"/>
                </a:lnTo>
                <a:lnTo>
                  <a:pt x="5505" y="152"/>
                </a:lnTo>
                <a:lnTo>
                  <a:pt x="5506" y="112"/>
                </a:lnTo>
                <a:lnTo>
                  <a:pt x="5501" y="83"/>
                </a:lnTo>
                <a:lnTo>
                  <a:pt x="5488" y="58"/>
                </a:lnTo>
                <a:lnTo>
                  <a:pt x="5478" y="46"/>
                </a:lnTo>
                <a:lnTo>
                  <a:pt x="5468" y="34"/>
                </a:lnTo>
                <a:lnTo>
                  <a:pt x="5446" y="17"/>
                </a:lnTo>
                <a:lnTo>
                  <a:pt x="5415" y="7"/>
                </a:lnTo>
                <a:lnTo>
                  <a:pt x="5370" y="2"/>
                </a:lnTo>
                <a:lnTo>
                  <a:pt x="5337" y="1"/>
                </a:lnTo>
                <a:lnTo>
                  <a:pt x="5292" y="0"/>
                </a:lnTo>
                <a:lnTo>
                  <a:pt x="5206" y="5"/>
                </a:lnTo>
                <a:lnTo>
                  <a:pt x="5179" y="9"/>
                </a:lnTo>
                <a:close/>
                <a:moveTo>
                  <a:pt x="5390" y="145"/>
                </a:moveTo>
                <a:lnTo>
                  <a:pt x="5396" y="149"/>
                </a:lnTo>
                <a:lnTo>
                  <a:pt x="5399" y="154"/>
                </a:lnTo>
                <a:lnTo>
                  <a:pt x="5384" y="156"/>
                </a:lnTo>
                <a:lnTo>
                  <a:pt x="5357" y="152"/>
                </a:lnTo>
                <a:lnTo>
                  <a:pt x="5309" y="142"/>
                </a:lnTo>
                <a:lnTo>
                  <a:pt x="5291" y="134"/>
                </a:lnTo>
                <a:lnTo>
                  <a:pt x="5293" y="131"/>
                </a:lnTo>
                <a:lnTo>
                  <a:pt x="5306" y="129"/>
                </a:lnTo>
                <a:lnTo>
                  <a:pt x="5324" y="129"/>
                </a:lnTo>
                <a:lnTo>
                  <a:pt x="5341" y="130"/>
                </a:lnTo>
                <a:lnTo>
                  <a:pt x="5378" y="139"/>
                </a:lnTo>
                <a:lnTo>
                  <a:pt x="5390" y="145"/>
                </a:lnTo>
                <a:close/>
                <a:moveTo>
                  <a:pt x="4531" y="340"/>
                </a:moveTo>
                <a:lnTo>
                  <a:pt x="4485" y="359"/>
                </a:lnTo>
                <a:lnTo>
                  <a:pt x="4463" y="365"/>
                </a:lnTo>
                <a:lnTo>
                  <a:pt x="4460" y="364"/>
                </a:lnTo>
                <a:lnTo>
                  <a:pt x="4462" y="360"/>
                </a:lnTo>
                <a:lnTo>
                  <a:pt x="4478" y="349"/>
                </a:lnTo>
                <a:lnTo>
                  <a:pt x="4514" y="331"/>
                </a:lnTo>
                <a:lnTo>
                  <a:pt x="4551" y="317"/>
                </a:lnTo>
                <a:lnTo>
                  <a:pt x="4562" y="316"/>
                </a:lnTo>
                <a:lnTo>
                  <a:pt x="4566" y="316"/>
                </a:lnTo>
                <a:lnTo>
                  <a:pt x="4567" y="319"/>
                </a:lnTo>
                <a:lnTo>
                  <a:pt x="4552" y="330"/>
                </a:lnTo>
                <a:lnTo>
                  <a:pt x="4531" y="340"/>
                </a:lnTo>
                <a:close/>
                <a:moveTo>
                  <a:pt x="5314" y="348"/>
                </a:moveTo>
                <a:lnTo>
                  <a:pt x="5297" y="355"/>
                </a:lnTo>
                <a:lnTo>
                  <a:pt x="5268" y="363"/>
                </a:lnTo>
                <a:lnTo>
                  <a:pt x="5249" y="363"/>
                </a:lnTo>
                <a:lnTo>
                  <a:pt x="5239" y="355"/>
                </a:lnTo>
                <a:lnTo>
                  <a:pt x="5238" y="348"/>
                </a:lnTo>
                <a:lnTo>
                  <a:pt x="5239" y="345"/>
                </a:lnTo>
                <a:lnTo>
                  <a:pt x="5247" y="339"/>
                </a:lnTo>
                <a:lnTo>
                  <a:pt x="5271" y="333"/>
                </a:lnTo>
                <a:lnTo>
                  <a:pt x="5294" y="333"/>
                </a:lnTo>
                <a:lnTo>
                  <a:pt x="5323" y="334"/>
                </a:lnTo>
                <a:lnTo>
                  <a:pt x="5333" y="338"/>
                </a:lnTo>
                <a:lnTo>
                  <a:pt x="5324" y="344"/>
                </a:lnTo>
                <a:lnTo>
                  <a:pt x="5314" y="348"/>
                </a:lnTo>
                <a:close/>
                <a:moveTo>
                  <a:pt x="5086" y="398"/>
                </a:moveTo>
                <a:lnTo>
                  <a:pt x="5084" y="406"/>
                </a:lnTo>
                <a:lnTo>
                  <a:pt x="5064" y="415"/>
                </a:lnTo>
                <a:lnTo>
                  <a:pt x="5048" y="416"/>
                </a:lnTo>
                <a:lnTo>
                  <a:pt x="5028" y="416"/>
                </a:lnTo>
                <a:lnTo>
                  <a:pt x="5023" y="408"/>
                </a:lnTo>
                <a:lnTo>
                  <a:pt x="5035" y="398"/>
                </a:lnTo>
                <a:lnTo>
                  <a:pt x="5046" y="391"/>
                </a:lnTo>
                <a:lnTo>
                  <a:pt x="5066" y="383"/>
                </a:lnTo>
                <a:lnTo>
                  <a:pt x="5079" y="383"/>
                </a:lnTo>
                <a:lnTo>
                  <a:pt x="5085" y="391"/>
                </a:lnTo>
                <a:lnTo>
                  <a:pt x="5086" y="398"/>
                </a:lnTo>
                <a:close/>
                <a:moveTo>
                  <a:pt x="5491" y="406"/>
                </a:moveTo>
                <a:lnTo>
                  <a:pt x="5490" y="416"/>
                </a:lnTo>
                <a:lnTo>
                  <a:pt x="5476" y="433"/>
                </a:lnTo>
                <a:lnTo>
                  <a:pt x="5466" y="439"/>
                </a:lnTo>
                <a:lnTo>
                  <a:pt x="5457" y="441"/>
                </a:lnTo>
                <a:lnTo>
                  <a:pt x="5445" y="435"/>
                </a:lnTo>
                <a:lnTo>
                  <a:pt x="5440" y="420"/>
                </a:lnTo>
                <a:lnTo>
                  <a:pt x="5446" y="402"/>
                </a:lnTo>
                <a:lnTo>
                  <a:pt x="5453" y="393"/>
                </a:lnTo>
                <a:lnTo>
                  <a:pt x="5460" y="387"/>
                </a:lnTo>
                <a:lnTo>
                  <a:pt x="5473" y="381"/>
                </a:lnTo>
                <a:lnTo>
                  <a:pt x="5484" y="385"/>
                </a:lnTo>
                <a:lnTo>
                  <a:pt x="5490" y="396"/>
                </a:lnTo>
                <a:lnTo>
                  <a:pt x="5491" y="406"/>
                </a:lnTo>
                <a:close/>
                <a:moveTo>
                  <a:pt x="6708" y="473"/>
                </a:moveTo>
                <a:lnTo>
                  <a:pt x="6705" y="478"/>
                </a:lnTo>
                <a:lnTo>
                  <a:pt x="6680" y="486"/>
                </a:lnTo>
                <a:lnTo>
                  <a:pt x="6647" y="489"/>
                </a:lnTo>
                <a:lnTo>
                  <a:pt x="6618" y="486"/>
                </a:lnTo>
                <a:lnTo>
                  <a:pt x="6613" y="481"/>
                </a:lnTo>
                <a:lnTo>
                  <a:pt x="6612" y="478"/>
                </a:lnTo>
                <a:lnTo>
                  <a:pt x="6616" y="473"/>
                </a:lnTo>
                <a:lnTo>
                  <a:pt x="6636" y="467"/>
                </a:lnTo>
                <a:lnTo>
                  <a:pt x="6655" y="466"/>
                </a:lnTo>
                <a:lnTo>
                  <a:pt x="6676" y="466"/>
                </a:lnTo>
                <a:lnTo>
                  <a:pt x="6705" y="470"/>
                </a:lnTo>
                <a:lnTo>
                  <a:pt x="6708" y="473"/>
                </a:lnTo>
                <a:close/>
                <a:moveTo>
                  <a:pt x="5801" y="495"/>
                </a:moveTo>
                <a:lnTo>
                  <a:pt x="5790" y="497"/>
                </a:lnTo>
                <a:lnTo>
                  <a:pt x="5762" y="497"/>
                </a:lnTo>
                <a:lnTo>
                  <a:pt x="5750" y="495"/>
                </a:lnTo>
                <a:lnTo>
                  <a:pt x="5745" y="494"/>
                </a:lnTo>
                <a:lnTo>
                  <a:pt x="5742" y="490"/>
                </a:lnTo>
                <a:lnTo>
                  <a:pt x="5752" y="487"/>
                </a:lnTo>
                <a:lnTo>
                  <a:pt x="5770" y="487"/>
                </a:lnTo>
                <a:lnTo>
                  <a:pt x="5789" y="487"/>
                </a:lnTo>
                <a:lnTo>
                  <a:pt x="5804" y="490"/>
                </a:lnTo>
                <a:lnTo>
                  <a:pt x="5804" y="494"/>
                </a:lnTo>
                <a:lnTo>
                  <a:pt x="5801" y="495"/>
                </a:lnTo>
                <a:close/>
                <a:moveTo>
                  <a:pt x="6576" y="706"/>
                </a:moveTo>
                <a:lnTo>
                  <a:pt x="6568" y="712"/>
                </a:lnTo>
                <a:lnTo>
                  <a:pt x="6550" y="716"/>
                </a:lnTo>
                <a:lnTo>
                  <a:pt x="6543" y="712"/>
                </a:lnTo>
                <a:lnTo>
                  <a:pt x="6540" y="707"/>
                </a:lnTo>
                <a:lnTo>
                  <a:pt x="6547" y="692"/>
                </a:lnTo>
                <a:lnTo>
                  <a:pt x="6556" y="686"/>
                </a:lnTo>
                <a:lnTo>
                  <a:pt x="6567" y="679"/>
                </a:lnTo>
                <a:lnTo>
                  <a:pt x="6583" y="676"/>
                </a:lnTo>
                <a:lnTo>
                  <a:pt x="6589" y="683"/>
                </a:lnTo>
                <a:lnTo>
                  <a:pt x="6584" y="697"/>
                </a:lnTo>
                <a:lnTo>
                  <a:pt x="6576" y="706"/>
                </a:lnTo>
                <a:close/>
                <a:moveTo>
                  <a:pt x="6792" y="753"/>
                </a:moveTo>
                <a:lnTo>
                  <a:pt x="6791" y="766"/>
                </a:lnTo>
                <a:lnTo>
                  <a:pt x="6774" y="791"/>
                </a:lnTo>
                <a:lnTo>
                  <a:pt x="6746" y="811"/>
                </a:lnTo>
                <a:lnTo>
                  <a:pt x="6718" y="820"/>
                </a:lnTo>
                <a:lnTo>
                  <a:pt x="6706" y="818"/>
                </a:lnTo>
                <a:lnTo>
                  <a:pt x="6703" y="816"/>
                </a:lnTo>
                <a:lnTo>
                  <a:pt x="6703" y="805"/>
                </a:lnTo>
                <a:lnTo>
                  <a:pt x="6713" y="783"/>
                </a:lnTo>
                <a:lnTo>
                  <a:pt x="6738" y="748"/>
                </a:lnTo>
                <a:lnTo>
                  <a:pt x="6766" y="722"/>
                </a:lnTo>
                <a:lnTo>
                  <a:pt x="6777" y="719"/>
                </a:lnTo>
                <a:lnTo>
                  <a:pt x="6783" y="721"/>
                </a:lnTo>
                <a:lnTo>
                  <a:pt x="6791" y="740"/>
                </a:lnTo>
                <a:lnTo>
                  <a:pt x="6792" y="753"/>
                </a:lnTo>
                <a:close/>
                <a:moveTo>
                  <a:pt x="6745" y="1010"/>
                </a:moveTo>
                <a:lnTo>
                  <a:pt x="6736" y="1017"/>
                </a:lnTo>
                <a:lnTo>
                  <a:pt x="6728" y="1020"/>
                </a:lnTo>
                <a:lnTo>
                  <a:pt x="6725" y="1016"/>
                </a:lnTo>
                <a:lnTo>
                  <a:pt x="6725" y="1013"/>
                </a:lnTo>
                <a:lnTo>
                  <a:pt x="6725" y="1004"/>
                </a:lnTo>
                <a:lnTo>
                  <a:pt x="6731" y="989"/>
                </a:lnTo>
                <a:lnTo>
                  <a:pt x="6741" y="980"/>
                </a:lnTo>
                <a:lnTo>
                  <a:pt x="6752" y="978"/>
                </a:lnTo>
                <a:lnTo>
                  <a:pt x="6756" y="981"/>
                </a:lnTo>
                <a:lnTo>
                  <a:pt x="6758" y="986"/>
                </a:lnTo>
                <a:lnTo>
                  <a:pt x="6752" y="1002"/>
                </a:lnTo>
                <a:lnTo>
                  <a:pt x="6745" y="1010"/>
                </a:lnTo>
                <a:close/>
                <a:moveTo>
                  <a:pt x="7442" y="1226"/>
                </a:moveTo>
                <a:lnTo>
                  <a:pt x="7444" y="1229"/>
                </a:lnTo>
                <a:lnTo>
                  <a:pt x="7442" y="1235"/>
                </a:lnTo>
                <a:lnTo>
                  <a:pt x="7431" y="1242"/>
                </a:lnTo>
                <a:lnTo>
                  <a:pt x="7417" y="1243"/>
                </a:lnTo>
                <a:lnTo>
                  <a:pt x="7403" y="1242"/>
                </a:lnTo>
                <a:lnTo>
                  <a:pt x="7392" y="1235"/>
                </a:lnTo>
                <a:lnTo>
                  <a:pt x="7391" y="1229"/>
                </a:lnTo>
                <a:lnTo>
                  <a:pt x="7392" y="1226"/>
                </a:lnTo>
                <a:lnTo>
                  <a:pt x="7397" y="1219"/>
                </a:lnTo>
                <a:lnTo>
                  <a:pt x="7410" y="1209"/>
                </a:lnTo>
                <a:lnTo>
                  <a:pt x="7417" y="1208"/>
                </a:lnTo>
                <a:lnTo>
                  <a:pt x="7424" y="1209"/>
                </a:lnTo>
                <a:lnTo>
                  <a:pt x="7437" y="1219"/>
                </a:lnTo>
                <a:lnTo>
                  <a:pt x="7442" y="1226"/>
                </a:lnTo>
                <a:close/>
                <a:moveTo>
                  <a:pt x="2554" y="1334"/>
                </a:moveTo>
                <a:lnTo>
                  <a:pt x="2545" y="1341"/>
                </a:lnTo>
                <a:lnTo>
                  <a:pt x="2514" y="1357"/>
                </a:lnTo>
                <a:lnTo>
                  <a:pt x="2478" y="1369"/>
                </a:lnTo>
                <a:lnTo>
                  <a:pt x="2459" y="1371"/>
                </a:lnTo>
                <a:lnTo>
                  <a:pt x="2452" y="1369"/>
                </a:lnTo>
                <a:lnTo>
                  <a:pt x="2451" y="1367"/>
                </a:lnTo>
                <a:lnTo>
                  <a:pt x="2462" y="1356"/>
                </a:lnTo>
                <a:lnTo>
                  <a:pt x="2537" y="1317"/>
                </a:lnTo>
                <a:lnTo>
                  <a:pt x="2559" y="1310"/>
                </a:lnTo>
                <a:lnTo>
                  <a:pt x="2561" y="1311"/>
                </a:lnTo>
                <a:lnTo>
                  <a:pt x="2564" y="1314"/>
                </a:lnTo>
                <a:lnTo>
                  <a:pt x="2560" y="1324"/>
                </a:lnTo>
                <a:lnTo>
                  <a:pt x="2554" y="1334"/>
                </a:lnTo>
                <a:close/>
                <a:moveTo>
                  <a:pt x="2434" y="1398"/>
                </a:moveTo>
                <a:lnTo>
                  <a:pt x="2434" y="1405"/>
                </a:lnTo>
                <a:lnTo>
                  <a:pt x="2426" y="1409"/>
                </a:lnTo>
                <a:lnTo>
                  <a:pt x="2422" y="1406"/>
                </a:lnTo>
                <a:lnTo>
                  <a:pt x="2419" y="1404"/>
                </a:lnTo>
                <a:lnTo>
                  <a:pt x="2413" y="1405"/>
                </a:lnTo>
                <a:lnTo>
                  <a:pt x="2399" y="1413"/>
                </a:lnTo>
                <a:lnTo>
                  <a:pt x="2390" y="1425"/>
                </a:lnTo>
                <a:lnTo>
                  <a:pt x="2381" y="1435"/>
                </a:lnTo>
                <a:lnTo>
                  <a:pt x="2367" y="1443"/>
                </a:lnTo>
                <a:lnTo>
                  <a:pt x="2359" y="1442"/>
                </a:lnTo>
                <a:lnTo>
                  <a:pt x="2356" y="1440"/>
                </a:lnTo>
                <a:lnTo>
                  <a:pt x="2354" y="1437"/>
                </a:lnTo>
                <a:lnTo>
                  <a:pt x="2354" y="1429"/>
                </a:lnTo>
                <a:lnTo>
                  <a:pt x="2364" y="1413"/>
                </a:lnTo>
                <a:lnTo>
                  <a:pt x="2377" y="1403"/>
                </a:lnTo>
                <a:lnTo>
                  <a:pt x="2390" y="1393"/>
                </a:lnTo>
                <a:lnTo>
                  <a:pt x="2412" y="1381"/>
                </a:lnTo>
                <a:lnTo>
                  <a:pt x="2426" y="1380"/>
                </a:lnTo>
                <a:lnTo>
                  <a:pt x="2434" y="1389"/>
                </a:lnTo>
                <a:lnTo>
                  <a:pt x="2434" y="1398"/>
                </a:lnTo>
                <a:close/>
                <a:moveTo>
                  <a:pt x="7684" y="1550"/>
                </a:moveTo>
                <a:lnTo>
                  <a:pt x="7680" y="1566"/>
                </a:lnTo>
                <a:lnTo>
                  <a:pt x="7661" y="1589"/>
                </a:lnTo>
                <a:lnTo>
                  <a:pt x="7648" y="1593"/>
                </a:lnTo>
                <a:lnTo>
                  <a:pt x="7640" y="1595"/>
                </a:lnTo>
                <a:lnTo>
                  <a:pt x="7629" y="1594"/>
                </a:lnTo>
                <a:lnTo>
                  <a:pt x="7628" y="1580"/>
                </a:lnTo>
                <a:lnTo>
                  <a:pt x="7638" y="1557"/>
                </a:lnTo>
                <a:lnTo>
                  <a:pt x="7648" y="1538"/>
                </a:lnTo>
                <a:lnTo>
                  <a:pt x="7666" y="1516"/>
                </a:lnTo>
                <a:lnTo>
                  <a:pt x="7678" y="1514"/>
                </a:lnTo>
                <a:lnTo>
                  <a:pt x="7683" y="1517"/>
                </a:lnTo>
                <a:lnTo>
                  <a:pt x="7686" y="1532"/>
                </a:lnTo>
                <a:lnTo>
                  <a:pt x="7684" y="1550"/>
                </a:lnTo>
                <a:close/>
                <a:moveTo>
                  <a:pt x="7615" y="1691"/>
                </a:moveTo>
                <a:lnTo>
                  <a:pt x="7610" y="1694"/>
                </a:lnTo>
                <a:lnTo>
                  <a:pt x="7591" y="1696"/>
                </a:lnTo>
                <a:lnTo>
                  <a:pt x="7582" y="1693"/>
                </a:lnTo>
                <a:lnTo>
                  <a:pt x="7575" y="1689"/>
                </a:lnTo>
                <a:lnTo>
                  <a:pt x="7580" y="1683"/>
                </a:lnTo>
                <a:lnTo>
                  <a:pt x="7593" y="1683"/>
                </a:lnTo>
                <a:lnTo>
                  <a:pt x="7606" y="1682"/>
                </a:lnTo>
                <a:lnTo>
                  <a:pt x="7616" y="1686"/>
                </a:lnTo>
                <a:lnTo>
                  <a:pt x="7617" y="1689"/>
                </a:lnTo>
                <a:lnTo>
                  <a:pt x="7615" y="1691"/>
                </a:lnTo>
                <a:close/>
                <a:moveTo>
                  <a:pt x="1589" y="1922"/>
                </a:moveTo>
                <a:lnTo>
                  <a:pt x="1581" y="1934"/>
                </a:lnTo>
                <a:lnTo>
                  <a:pt x="1554" y="1962"/>
                </a:lnTo>
                <a:lnTo>
                  <a:pt x="1530" y="1981"/>
                </a:lnTo>
                <a:lnTo>
                  <a:pt x="1524" y="1979"/>
                </a:lnTo>
                <a:lnTo>
                  <a:pt x="1537" y="1955"/>
                </a:lnTo>
                <a:lnTo>
                  <a:pt x="1544" y="1944"/>
                </a:lnTo>
                <a:lnTo>
                  <a:pt x="1561" y="1925"/>
                </a:lnTo>
                <a:lnTo>
                  <a:pt x="1577" y="1915"/>
                </a:lnTo>
                <a:lnTo>
                  <a:pt x="1588" y="1916"/>
                </a:lnTo>
                <a:lnTo>
                  <a:pt x="1589" y="1922"/>
                </a:lnTo>
                <a:close/>
                <a:moveTo>
                  <a:pt x="7856" y="2017"/>
                </a:moveTo>
                <a:lnTo>
                  <a:pt x="7855" y="2025"/>
                </a:lnTo>
                <a:lnTo>
                  <a:pt x="7847" y="2040"/>
                </a:lnTo>
                <a:lnTo>
                  <a:pt x="7840" y="2044"/>
                </a:lnTo>
                <a:lnTo>
                  <a:pt x="7833" y="2047"/>
                </a:lnTo>
                <a:lnTo>
                  <a:pt x="7824" y="2038"/>
                </a:lnTo>
                <a:lnTo>
                  <a:pt x="7823" y="2029"/>
                </a:lnTo>
                <a:lnTo>
                  <a:pt x="7824" y="2017"/>
                </a:lnTo>
                <a:lnTo>
                  <a:pt x="7833" y="2003"/>
                </a:lnTo>
                <a:lnTo>
                  <a:pt x="7840" y="2002"/>
                </a:lnTo>
                <a:lnTo>
                  <a:pt x="7847" y="2002"/>
                </a:lnTo>
                <a:lnTo>
                  <a:pt x="7855" y="2011"/>
                </a:lnTo>
                <a:lnTo>
                  <a:pt x="7856" y="2017"/>
                </a:lnTo>
                <a:close/>
                <a:moveTo>
                  <a:pt x="8177" y="2170"/>
                </a:moveTo>
                <a:lnTo>
                  <a:pt x="8165" y="2177"/>
                </a:lnTo>
                <a:lnTo>
                  <a:pt x="8133" y="2187"/>
                </a:lnTo>
                <a:lnTo>
                  <a:pt x="8119" y="2188"/>
                </a:lnTo>
                <a:lnTo>
                  <a:pt x="8100" y="2188"/>
                </a:lnTo>
                <a:lnTo>
                  <a:pt x="8097" y="2179"/>
                </a:lnTo>
                <a:lnTo>
                  <a:pt x="8109" y="2170"/>
                </a:lnTo>
                <a:lnTo>
                  <a:pt x="8122" y="2164"/>
                </a:lnTo>
                <a:lnTo>
                  <a:pt x="8154" y="2155"/>
                </a:lnTo>
                <a:lnTo>
                  <a:pt x="8169" y="2154"/>
                </a:lnTo>
                <a:lnTo>
                  <a:pt x="8186" y="2154"/>
                </a:lnTo>
                <a:lnTo>
                  <a:pt x="8189" y="2162"/>
                </a:lnTo>
                <a:lnTo>
                  <a:pt x="8177" y="2170"/>
                </a:lnTo>
                <a:close/>
                <a:moveTo>
                  <a:pt x="8291" y="2180"/>
                </a:moveTo>
                <a:lnTo>
                  <a:pt x="8286" y="2185"/>
                </a:lnTo>
                <a:lnTo>
                  <a:pt x="8268" y="2186"/>
                </a:lnTo>
                <a:lnTo>
                  <a:pt x="8258" y="2183"/>
                </a:lnTo>
                <a:lnTo>
                  <a:pt x="8250" y="2178"/>
                </a:lnTo>
                <a:lnTo>
                  <a:pt x="8256" y="2173"/>
                </a:lnTo>
                <a:lnTo>
                  <a:pt x="8269" y="2172"/>
                </a:lnTo>
                <a:lnTo>
                  <a:pt x="8282" y="2172"/>
                </a:lnTo>
                <a:lnTo>
                  <a:pt x="8292" y="2175"/>
                </a:lnTo>
                <a:lnTo>
                  <a:pt x="8293" y="2178"/>
                </a:lnTo>
                <a:lnTo>
                  <a:pt x="8291" y="2180"/>
                </a:lnTo>
                <a:close/>
                <a:moveTo>
                  <a:pt x="8200" y="2385"/>
                </a:moveTo>
                <a:lnTo>
                  <a:pt x="8189" y="2387"/>
                </a:lnTo>
                <a:lnTo>
                  <a:pt x="8166" y="2387"/>
                </a:lnTo>
                <a:lnTo>
                  <a:pt x="8157" y="2385"/>
                </a:lnTo>
                <a:lnTo>
                  <a:pt x="8153" y="2383"/>
                </a:lnTo>
                <a:lnTo>
                  <a:pt x="8152" y="2380"/>
                </a:lnTo>
                <a:lnTo>
                  <a:pt x="8161" y="2377"/>
                </a:lnTo>
                <a:lnTo>
                  <a:pt x="8177" y="2377"/>
                </a:lnTo>
                <a:lnTo>
                  <a:pt x="8194" y="2377"/>
                </a:lnTo>
                <a:lnTo>
                  <a:pt x="8204" y="2380"/>
                </a:lnTo>
                <a:lnTo>
                  <a:pt x="8203" y="2383"/>
                </a:lnTo>
                <a:lnTo>
                  <a:pt x="8200" y="2385"/>
                </a:lnTo>
                <a:close/>
                <a:moveTo>
                  <a:pt x="8392" y="2498"/>
                </a:moveTo>
                <a:lnTo>
                  <a:pt x="8385" y="2509"/>
                </a:lnTo>
                <a:lnTo>
                  <a:pt x="8361" y="2524"/>
                </a:lnTo>
                <a:lnTo>
                  <a:pt x="8347" y="2525"/>
                </a:lnTo>
                <a:lnTo>
                  <a:pt x="8334" y="2525"/>
                </a:lnTo>
                <a:lnTo>
                  <a:pt x="8321" y="2523"/>
                </a:lnTo>
                <a:lnTo>
                  <a:pt x="8322" y="2508"/>
                </a:lnTo>
                <a:lnTo>
                  <a:pt x="8339" y="2481"/>
                </a:lnTo>
                <a:lnTo>
                  <a:pt x="8352" y="2466"/>
                </a:lnTo>
                <a:lnTo>
                  <a:pt x="8375" y="2453"/>
                </a:lnTo>
                <a:lnTo>
                  <a:pt x="8388" y="2456"/>
                </a:lnTo>
                <a:lnTo>
                  <a:pt x="8394" y="2463"/>
                </a:lnTo>
                <a:lnTo>
                  <a:pt x="8397" y="2481"/>
                </a:lnTo>
                <a:lnTo>
                  <a:pt x="8392" y="2498"/>
                </a:lnTo>
                <a:close/>
                <a:moveTo>
                  <a:pt x="8160" y="2491"/>
                </a:moveTo>
                <a:lnTo>
                  <a:pt x="8159" y="2497"/>
                </a:lnTo>
                <a:lnTo>
                  <a:pt x="8151" y="2508"/>
                </a:lnTo>
                <a:lnTo>
                  <a:pt x="8144" y="2509"/>
                </a:lnTo>
                <a:lnTo>
                  <a:pt x="8137" y="2508"/>
                </a:lnTo>
                <a:lnTo>
                  <a:pt x="8128" y="2497"/>
                </a:lnTo>
                <a:lnTo>
                  <a:pt x="8127" y="2491"/>
                </a:lnTo>
                <a:lnTo>
                  <a:pt x="8128" y="2484"/>
                </a:lnTo>
                <a:lnTo>
                  <a:pt x="8137" y="2475"/>
                </a:lnTo>
                <a:lnTo>
                  <a:pt x="8144" y="2474"/>
                </a:lnTo>
                <a:lnTo>
                  <a:pt x="8151" y="2475"/>
                </a:lnTo>
                <a:lnTo>
                  <a:pt x="8159" y="2484"/>
                </a:lnTo>
                <a:lnTo>
                  <a:pt x="8160" y="2491"/>
                </a:lnTo>
                <a:close/>
                <a:moveTo>
                  <a:pt x="1260" y="3043"/>
                </a:moveTo>
                <a:lnTo>
                  <a:pt x="1250" y="3075"/>
                </a:lnTo>
                <a:lnTo>
                  <a:pt x="1242" y="3106"/>
                </a:lnTo>
                <a:lnTo>
                  <a:pt x="1238" y="3120"/>
                </a:lnTo>
                <a:lnTo>
                  <a:pt x="1223" y="3147"/>
                </a:lnTo>
                <a:lnTo>
                  <a:pt x="1216" y="3157"/>
                </a:lnTo>
                <a:lnTo>
                  <a:pt x="1206" y="3165"/>
                </a:lnTo>
                <a:lnTo>
                  <a:pt x="1202" y="3164"/>
                </a:lnTo>
                <a:lnTo>
                  <a:pt x="1207" y="3153"/>
                </a:lnTo>
                <a:lnTo>
                  <a:pt x="1213" y="3142"/>
                </a:lnTo>
                <a:lnTo>
                  <a:pt x="1211" y="3133"/>
                </a:lnTo>
                <a:lnTo>
                  <a:pt x="1196" y="3137"/>
                </a:lnTo>
                <a:lnTo>
                  <a:pt x="1170" y="3156"/>
                </a:lnTo>
                <a:lnTo>
                  <a:pt x="1153" y="3170"/>
                </a:lnTo>
                <a:lnTo>
                  <a:pt x="1129" y="3193"/>
                </a:lnTo>
                <a:lnTo>
                  <a:pt x="1117" y="3198"/>
                </a:lnTo>
                <a:lnTo>
                  <a:pt x="1117" y="3186"/>
                </a:lnTo>
                <a:lnTo>
                  <a:pt x="1120" y="3175"/>
                </a:lnTo>
                <a:lnTo>
                  <a:pt x="1123" y="3162"/>
                </a:lnTo>
                <a:lnTo>
                  <a:pt x="1138" y="3145"/>
                </a:lnTo>
                <a:lnTo>
                  <a:pt x="1146" y="3144"/>
                </a:lnTo>
                <a:lnTo>
                  <a:pt x="1151" y="3144"/>
                </a:lnTo>
                <a:lnTo>
                  <a:pt x="1165" y="3136"/>
                </a:lnTo>
                <a:lnTo>
                  <a:pt x="1192" y="3109"/>
                </a:lnTo>
                <a:lnTo>
                  <a:pt x="1211" y="3082"/>
                </a:lnTo>
                <a:lnTo>
                  <a:pt x="1244" y="3035"/>
                </a:lnTo>
                <a:lnTo>
                  <a:pt x="1264" y="3016"/>
                </a:lnTo>
                <a:lnTo>
                  <a:pt x="1267" y="3016"/>
                </a:lnTo>
                <a:lnTo>
                  <a:pt x="1266" y="3027"/>
                </a:lnTo>
                <a:lnTo>
                  <a:pt x="1260" y="3043"/>
                </a:lnTo>
                <a:close/>
                <a:moveTo>
                  <a:pt x="8870" y="3289"/>
                </a:moveTo>
                <a:lnTo>
                  <a:pt x="8869" y="3294"/>
                </a:lnTo>
                <a:lnTo>
                  <a:pt x="8860" y="3306"/>
                </a:lnTo>
                <a:lnTo>
                  <a:pt x="8834" y="3328"/>
                </a:lnTo>
                <a:lnTo>
                  <a:pt x="8811" y="3340"/>
                </a:lnTo>
                <a:lnTo>
                  <a:pt x="8776" y="3356"/>
                </a:lnTo>
                <a:lnTo>
                  <a:pt x="8756" y="3358"/>
                </a:lnTo>
                <a:lnTo>
                  <a:pt x="8752" y="3349"/>
                </a:lnTo>
                <a:lnTo>
                  <a:pt x="8752" y="3340"/>
                </a:lnTo>
                <a:lnTo>
                  <a:pt x="8753" y="3328"/>
                </a:lnTo>
                <a:lnTo>
                  <a:pt x="8768" y="3303"/>
                </a:lnTo>
                <a:lnTo>
                  <a:pt x="8795" y="3282"/>
                </a:lnTo>
                <a:lnTo>
                  <a:pt x="8825" y="3269"/>
                </a:lnTo>
                <a:lnTo>
                  <a:pt x="8841" y="3268"/>
                </a:lnTo>
                <a:lnTo>
                  <a:pt x="8852" y="3269"/>
                </a:lnTo>
                <a:lnTo>
                  <a:pt x="8869" y="3281"/>
                </a:lnTo>
                <a:lnTo>
                  <a:pt x="8870" y="3289"/>
                </a:lnTo>
                <a:close/>
                <a:moveTo>
                  <a:pt x="9090" y="4061"/>
                </a:moveTo>
                <a:lnTo>
                  <a:pt x="9078" y="4067"/>
                </a:lnTo>
                <a:lnTo>
                  <a:pt x="9056" y="4077"/>
                </a:lnTo>
                <a:lnTo>
                  <a:pt x="9047" y="4078"/>
                </a:lnTo>
                <a:lnTo>
                  <a:pt x="9045" y="4077"/>
                </a:lnTo>
                <a:lnTo>
                  <a:pt x="9043" y="4075"/>
                </a:lnTo>
                <a:lnTo>
                  <a:pt x="9047" y="4067"/>
                </a:lnTo>
                <a:lnTo>
                  <a:pt x="9056" y="4061"/>
                </a:lnTo>
                <a:lnTo>
                  <a:pt x="9079" y="4048"/>
                </a:lnTo>
                <a:lnTo>
                  <a:pt x="9098" y="4044"/>
                </a:lnTo>
                <a:lnTo>
                  <a:pt x="9102" y="4045"/>
                </a:lnTo>
                <a:lnTo>
                  <a:pt x="9104" y="4047"/>
                </a:lnTo>
                <a:lnTo>
                  <a:pt x="9099" y="4055"/>
                </a:lnTo>
                <a:lnTo>
                  <a:pt x="9090" y="4061"/>
                </a:lnTo>
                <a:close/>
                <a:moveTo>
                  <a:pt x="9064" y="4702"/>
                </a:moveTo>
                <a:lnTo>
                  <a:pt x="9059" y="4709"/>
                </a:lnTo>
                <a:lnTo>
                  <a:pt x="9039" y="4718"/>
                </a:lnTo>
                <a:lnTo>
                  <a:pt x="9029" y="4719"/>
                </a:lnTo>
                <a:lnTo>
                  <a:pt x="9020" y="4718"/>
                </a:lnTo>
                <a:lnTo>
                  <a:pt x="9011" y="4709"/>
                </a:lnTo>
                <a:lnTo>
                  <a:pt x="9014" y="4702"/>
                </a:lnTo>
                <a:lnTo>
                  <a:pt x="9019" y="4695"/>
                </a:lnTo>
                <a:lnTo>
                  <a:pt x="9039" y="4685"/>
                </a:lnTo>
                <a:lnTo>
                  <a:pt x="9049" y="4685"/>
                </a:lnTo>
                <a:lnTo>
                  <a:pt x="9058" y="4685"/>
                </a:lnTo>
                <a:lnTo>
                  <a:pt x="9066" y="4695"/>
                </a:lnTo>
                <a:lnTo>
                  <a:pt x="9064" y="4702"/>
                </a:lnTo>
                <a:close/>
                <a:moveTo>
                  <a:pt x="9652" y="5954"/>
                </a:moveTo>
                <a:lnTo>
                  <a:pt x="9635" y="5971"/>
                </a:lnTo>
                <a:lnTo>
                  <a:pt x="9602" y="5995"/>
                </a:lnTo>
                <a:lnTo>
                  <a:pt x="9578" y="6002"/>
                </a:lnTo>
                <a:lnTo>
                  <a:pt x="9567" y="5997"/>
                </a:lnTo>
                <a:lnTo>
                  <a:pt x="9563" y="5988"/>
                </a:lnTo>
                <a:lnTo>
                  <a:pt x="9563" y="5981"/>
                </a:lnTo>
                <a:lnTo>
                  <a:pt x="9564" y="5967"/>
                </a:lnTo>
                <a:lnTo>
                  <a:pt x="9581" y="5941"/>
                </a:lnTo>
                <a:lnTo>
                  <a:pt x="9608" y="5919"/>
                </a:lnTo>
                <a:lnTo>
                  <a:pt x="9640" y="5907"/>
                </a:lnTo>
                <a:lnTo>
                  <a:pt x="9655" y="5907"/>
                </a:lnTo>
                <a:lnTo>
                  <a:pt x="9696" y="5909"/>
                </a:lnTo>
                <a:lnTo>
                  <a:pt x="9652" y="5954"/>
                </a:lnTo>
                <a:close/>
                <a:moveTo>
                  <a:pt x="9639" y="6708"/>
                </a:moveTo>
                <a:lnTo>
                  <a:pt x="9641" y="6716"/>
                </a:lnTo>
                <a:lnTo>
                  <a:pt x="9637" y="6730"/>
                </a:lnTo>
                <a:lnTo>
                  <a:pt x="9630" y="6736"/>
                </a:lnTo>
                <a:lnTo>
                  <a:pt x="9624" y="6738"/>
                </a:lnTo>
                <a:lnTo>
                  <a:pt x="9615" y="6730"/>
                </a:lnTo>
                <a:lnTo>
                  <a:pt x="9614" y="6721"/>
                </a:lnTo>
                <a:lnTo>
                  <a:pt x="9614" y="6709"/>
                </a:lnTo>
                <a:lnTo>
                  <a:pt x="9617" y="6696"/>
                </a:lnTo>
                <a:lnTo>
                  <a:pt x="9624" y="6693"/>
                </a:lnTo>
                <a:lnTo>
                  <a:pt x="9633" y="6700"/>
                </a:lnTo>
                <a:lnTo>
                  <a:pt x="9639" y="6708"/>
                </a:lnTo>
                <a:close/>
                <a:moveTo>
                  <a:pt x="9568" y="6781"/>
                </a:moveTo>
                <a:lnTo>
                  <a:pt x="9552" y="6794"/>
                </a:lnTo>
                <a:lnTo>
                  <a:pt x="9512" y="6815"/>
                </a:lnTo>
                <a:lnTo>
                  <a:pt x="9495" y="6820"/>
                </a:lnTo>
                <a:lnTo>
                  <a:pt x="9452" y="6827"/>
                </a:lnTo>
                <a:lnTo>
                  <a:pt x="9497" y="6787"/>
                </a:lnTo>
                <a:lnTo>
                  <a:pt x="9515" y="6773"/>
                </a:lnTo>
                <a:lnTo>
                  <a:pt x="9556" y="6751"/>
                </a:lnTo>
                <a:lnTo>
                  <a:pt x="9569" y="6749"/>
                </a:lnTo>
                <a:lnTo>
                  <a:pt x="9578" y="6749"/>
                </a:lnTo>
                <a:lnTo>
                  <a:pt x="9588" y="6751"/>
                </a:lnTo>
                <a:lnTo>
                  <a:pt x="9585" y="6763"/>
                </a:lnTo>
                <a:lnTo>
                  <a:pt x="9568" y="6781"/>
                </a:lnTo>
                <a:close/>
                <a:moveTo>
                  <a:pt x="9394" y="6904"/>
                </a:moveTo>
                <a:lnTo>
                  <a:pt x="9393" y="6914"/>
                </a:lnTo>
                <a:lnTo>
                  <a:pt x="9378" y="6928"/>
                </a:lnTo>
                <a:lnTo>
                  <a:pt x="9368" y="6929"/>
                </a:lnTo>
                <a:lnTo>
                  <a:pt x="9359" y="6929"/>
                </a:lnTo>
                <a:lnTo>
                  <a:pt x="9346" y="6922"/>
                </a:lnTo>
                <a:lnTo>
                  <a:pt x="9343" y="6911"/>
                </a:lnTo>
                <a:lnTo>
                  <a:pt x="9348" y="6898"/>
                </a:lnTo>
                <a:lnTo>
                  <a:pt x="9355" y="6891"/>
                </a:lnTo>
                <a:lnTo>
                  <a:pt x="9362" y="6884"/>
                </a:lnTo>
                <a:lnTo>
                  <a:pt x="9375" y="6879"/>
                </a:lnTo>
                <a:lnTo>
                  <a:pt x="9386" y="6883"/>
                </a:lnTo>
                <a:lnTo>
                  <a:pt x="9393" y="6895"/>
                </a:lnTo>
                <a:lnTo>
                  <a:pt x="9394" y="6904"/>
                </a:lnTo>
                <a:close/>
                <a:moveTo>
                  <a:pt x="2104" y="6929"/>
                </a:moveTo>
                <a:lnTo>
                  <a:pt x="2098" y="6937"/>
                </a:lnTo>
                <a:lnTo>
                  <a:pt x="2073" y="6957"/>
                </a:lnTo>
                <a:lnTo>
                  <a:pt x="2057" y="6965"/>
                </a:lnTo>
                <a:lnTo>
                  <a:pt x="2035" y="6976"/>
                </a:lnTo>
                <a:lnTo>
                  <a:pt x="2036" y="6969"/>
                </a:lnTo>
                <a:lnTo>
                  <a:pt x="2061" y="6948"/>
                </a:lnTo>
                <a:lnTo>
                  <a:pt x="2089" y="6923"/>
                </a:lnTo>
                <a:lnTo>
                  <a:pt x="2109" y="6913"/>
                </a:lnTo>
                <a:lnTo>
                  <a:pt x="2109" y="6920"/>
                </a:lnTo>
                <a:lnTo>
                  <a:pt x="2104" y="6929"/>
                </a:lnTo>
                <a:close/>
                <a:moveTo>
                  <a:pt x="2012" y="6997"/>
                </a:moveTo>
                <a:lnTo>
                  <a:pt x="2007" y="7003"/>
                </a:lnTo>
                <a:lnTo>
                  <a:pt x="1960" y="7038"/>
                </a:lnTo>
                <a:lnTo>
                  <a:pt x="1826" y="7126"/>
                </a:lnTo>
                <a:lnTo>
                  <a:pt x="1706" y="7202"/>
                </a:lnTo>
                <a:lnTo>
                  <a:pt x="1622" y="7254"/>
                </a:lnTo>
                <a:lnTo>
                  <a:pt x="1576" y="7288"/>
                </a:lnTo>
                <a:lnTo>
                  <a:pt x="1554" y="7304"/>
                </a:lnTo>
                <a:lnTo>
                  <a:pt x="1452" y="7364"/>
                </a:lnTo>
                <a:lnTo>
                  <a:pt x="1328" y="7432"/>
                </a:lnTo>
                <a:lnTo>
                  <a:pt x="1232" y="7481"/>
                </a:lnTo>
                <a:lnTo>
                  <a:pt x="1216" y="7486"/>
                </a:lnTo>
                <a:lnTo>
                  <a:pt x="1210" y="7485"/>
                </a:lnTo>
                <a:lnTo>
                  <a:pt x="1201" y="7470"/>
                </a:lnTo>
                <a:lnTo>
                  <a:pt x="1201" y="7460"/>
                </a:lnTo>
                <a:lnTo>
                  <a:pt x="1202" y="7449"/>
                </a:lnTo>
                <a:lnTo>
                  <a:pt x="1217" y="7439"/>
                </a:lnTo>
                <a:lnTo>
                  <a:pt x="1229" y="7440"/>
                </a:lnTo>
                <a:lnTo>
                  <a:pt x="1236" y="7440"/>
                </a:lnTo>
                <a:lnTo>
                  <a:pt x="1252" y="7436"/>
                </a:lnTo>
                <a:lnTo>
                  <a:pt x="1280" y="7421"/>
                </a:lnTo>
                <a:lnTo>
                  <a:pt x="1297" y="7405"/>
                </a:lnTo>
                <a:lnTo>
                  <a:pt x="1315" y="7390"/>
                </a:lnTo>
                <a:lnTo>
                  <a:pt x="1349" y="7373"/>
                </a:lnTo>
                <a:lnTo>
                  <a:pt x="1361" y="7374"/>
                </a:lnTo>
                <a:lnTo>
                  <a:pt x="1370" y="7376"/>
                </a:lnTo>
                <a:lnTo>
                  <a:pt x="1387" y="7371"/>
                </a:lnTo>
                <a:lnTo>
                  <a:pt x="1392" y="7364"/>
                </a:lnTo>
                <a:lnTo>
                  <a:pt x="1395" y="7359"/>
                </a:lnTo>
                <a:lnTo>
                  <a:pt x="1417" y="7341"/>
                </a:lnTo>
                <a:lnTo>
                  <a:pt x="1477" y="7306"/>
                </a:lnTo>
                <a:lnTo>
                  <a:pt x="1528" y="7279"/>
                </a:lnTo>
                <a:lnTo>
                  <a:pt x="1579" y="7252"/>
                </a:lnTo>
                <a:lnTo>
                  <a:pt x="1655" y="7208"/>
                </a:lnTo>
                <a:lnTo>
                  <a:pt x="1667" y="7198"/>
                </a:lnTo>
                <a:lnTo>
                  <a:pt x="1673" y="7189"/>
                </a:lnTo>
                <a:lnTo>
                  <a:pt x="1701" y="7173"/>
                </a:lnTo>
                <a:lnTo>
                  <a:pt x="1718" y="7166"/>
                </a:lnTo>
                <a:lnTo>
                  <a:pt x="1733" y="7158"/>
                </a:lnTo>
                <a:lnTo>
                  <a:pt x="1749" y="7144"/>
                </a:lnTo>
                <a:lnTo>
                  <a:pt x="1754" y="7134"/>
                </a:lnTo>
                <a:lnTo>
                  <a:pt x="1754" y="7129"/>
                </a:lnTo>
                <a:lnTo>
                  <a:pt x="1753" y="7121"/>
                </a:lnTo>
                <a:lnTo>
                  <a:pt x="1764" y="7110"/>
                </a:lnTo>
                <a:lnTo>
                  <a:pt x="1772" y="7111"/>
                </a:lnTo>
                <a:lnTo>
                  <a:pt x="1784" y="7110"/>
                </a:lnTo>
                <a:lnTo>
                  <a:pt x="1839" y="7085"/>
                </a:lnTo>
                <a:lnTo>
                  <a:pt x="1873" y="7065"/>
                </a:lnTo>
                <a:lnTo>
                  <a:pt x="1904" y="7045"/>
                </a:lnTo>
                <a:lnTo>
                  <a:pt x="1940" y="7017"/>
                </a:lnTo>
                <a:lnTo>
                  <a:pt x="1939" y="7014"/>
                </a:lnTo>
                <a:lnTo>
                  <a:pt x="1934" y="7013"/>
                </a:lnTo>
                <a:lnTo>
                  <a:pt x="1931" y="7005"/>
                </a:lnTo>
                <a:lnTo>
                  <a:pt x="1934" y="7000"/>
                </a:lnTo>
                <a:lnTo>
                  <a:pt x="1939" y="6995"/>
                </a:lnTo>
                <a:lnTo>
                  <a:pt x="1962" y="6989"/>
                </a:lnTo>
                <a:lnTo>
                  <a:pt x="1990" y="6987"/>
                </a:lnTo>
                <a:lnTo>
                  <a:pt x="2010" y="6992"/>
                </a:lnTo>
                <a:lnTo>
                  <a:pt x="2012" y="6997"/>
                </a:lnTo>
                <a:close/>
                <a:moveTo>
                  <a:pt x="2291" y="7030"/>
                </a:moveTo>
                <a:lnTo>
                  <a:pt x="2286" y="7038"/>
                </a:lnTo>
                <a:lnTo>
                  <a:pt x="2270" y="7047"/>
                </a:lnTo>
                <a:lnTo>
                  <a:pt x="2263" y="7048"/>
                </a:lnTo>
                <a:lnTo>
                  <a:pt x="2257" y="7047"/>
                </a:lnTo>
                <a:lnTo>
                  <a:pt x="2253" y="7038"/>
                </a:lnTo>
                <a:lnTo>
                  <a:pt x="2256" y="7030"/>
                </a:lnTo>
                <a:lnTo>
                  <a:pt x="2261" y="7023"/>
                </a:lnTo>
                <a:lnTo>
                  <a:pt x="2276" y="7014"/>
                </a:lnTo>
                <a:lnTo>
                  <a:pt x="2284" y="7014"/>
                </a:lnTo>
                <a:lnTo>
                  <a:pt x="2290" y="7014"/>
                </a:lnTo>
                <a:lnTo>
                  <a:pt x="2294" y="7023"/>
                </a:lnTo>
                <a:lnTo>
                  <a:pt x="2291" y="7030"/>
                </a:lnTo>
                <a:close/>
                <a:moveTo>
                  <a:pt x="8915" y="7294"/>
                </a:moveTo>
                <a:lnTo>
                  <a:pt x="8910" y="7298"/>
                </a:lnTo>
                <a:lnTo>
                  <a:pt x="8893" y="7299"/>
                </a:lnTo>
                <a:lnTo>
                  <a:pt x="8884" y="7296"/>
                </a:lnTo>
                <a:lnTo>
                  <a:pt x="8876" y="7292"/>
                </a:lnTo>
                <a:lnTo>
                  <a:pt x="8882" y="7287"/>
                </a:lnTo>
                <a:lnTo>
                  <a:pt x="8894" y="7286"/>
                </a:lnTo>
                <a:lnTo>
                  <a:pt x="8906" y="7286"/>
                </a:lnTo>
                <a:lnTo>
                  <a:pt x="8916" y="7289"/>
                </a:lnTo>
                <a:lnTo>
                  <a:pt x="8917" y="7292"/>
                </a:lnTo>
                <a:lnTo>
                  <a:pt x="8915" y="7294"/>
                </a:lnTo>
                <a:close/>
                <a:moveTo>
                  <a:pt x="1032" y="7402"/>
                </a:moveTo>
                <a:lnTo>
                  <a:pt x="1033" y="7405"/>
                </a:lnTo>
                <a:lnTo>
                  <a:pt x="1041" y="7411"/>
                </a:lnTo>
                <a:lnTo>
                  <a:pt x="1062" y="7418"/>
                </a:lnTo>
                <a:lnTo>
                  <a:pt x="1082" y="7419"/>
                </a:lnTo>
                <a:lnTo>
                  <a:pt x="1103" y="7419"/>
                </a:lnTo>
                <a:lnTo>
                  <a:pt x="1125" y="7426"/>
                </a:lnTo>
                <a:lnTo>
                  <a:pt x="1132" y="7432"/>
                </a:lnTo>
                <a:lnTo>
                  <a:pt x="1133" y="7435"/>
                </a:lnTo>
                <a:lnTo>
                  <a:pt x="1132" y="7440"/>
                </a:lnTo>
                <a:lnTo>
                  <a:pt x="1123" y="7447"/>
                </a:lnTo>
                <a:lnTo>
                  <a:pt x="1098" y="7456"/>
                </a:lnTo>
                <a:lnTo>
                  <a:pt x="1052" y="7465"/>
                </a:lnTo>
                <a:lnTo>
                  <a:pt x="1012" y="7466"/>
                </a:lnTo>
                <a:lnTo>
                  <a:pt x="999" y="7461"/>
                </a:lnTo>
                <a:lnTo>
                  <a:pt x="990" y="7454"/>
                </a:lnTo>
                <a:lnTo>
                  <a:pt x="982" y="7429"/>
                </a:lnTo>
                <a:lnTo>
                  <a:pt x="984" y="7404"/>
                </a:lnTo>
                <a:lnTo>
                  <a:pt x="992" y="7391"/>
                </a:lnTo>
                <a:lnTo>
                  <a:pt x="1001" y="7386"/>
                </a:lnTo>
                <a:lnTo>
                  <a:pt x="1006" y="7385"/>
                </a:lnTo>
                <a:lnTo>
                  <a:pt x="1017" y="7386"/>
                </a:lnTo>
                <a:lnTo>
                  <a:pt x="1031" y="7395"/>
                </a:lnTo>
                <a:lnTo>
                  <a:pt x="1032" y="7402"/>
                </a:lnTo>
                <a:close/>
                <a:moveTo>
                  <a:pt x="1181" y="7500"/>
                </a:moveTo>
                <a:lnTo>
                  <a:pt x="1181" y="7504"/>
                </a:lnTo>
                <a:lnTo>
                  <a:pt x="1177" y="7511"/>
                </a:lnTo>
                <a:lnTo>
                  <a:pt x="1161" y="7520"/>
                </a:lnTo>
                <a:lnTo>
                  <a:pt x="1141" y="7521"/>
                </a:lnTo>
                <a:lnTo>
                  <a:pt x="1118" y="7520"/>
                </a:lnTo>
                <a:lnTo>
                  <a:pt x="1108" y="7512"/>
                </a:lnTo>
                <a:lnTo>
                  <a:pt x="1113" y="7502"/>
                </a:lnTo>
                <a:lnTo>
                  <a:pt x="1120" y="7495"/>
                </a:lnTo>
                <a:lnTo>
                  <a:pt x="1129" y="7486"/>
                </a:lnTo>
                <a:lnTo>
                  <a:pt x="1147" y="7476"/>
                </a:lnTo>
                <a:lnTo>
                  <a:pt x="1164" y="7477"/>
                </a:lnTo>
                <a:lnTo>
                  <a:pt x="1176" y="7489"/>
                </a:lnTo>
                <a:lnTo>
                  <a:pt x="1181" y="7500"/>
                </a:lnTo>
                <a:close/>
                <a:moveTo>
                  <a:pt x="9174" y="7756"/>
                </a:moveTo>
                <a:lnTo>
                  <a:pt x="9173" y="7769"/>
                </a:lnTo>
                <a:lnTo>
                  <a:pt x="9168" y="7774"/>
                </a:lnTo>
                <a:lnTo>
                  <a:pt x="9157" y="7769"/>
                </a:lnTo>
                <a:lnTo>
                  <a:pt x="9148" y="7756"/>
                </a:lnTo>
                <a:lnTo>
                  <a:pt x="9146" y="7749"/>
                </a:lnTo>
                <a:lnTo>
                  <a:pt x="9149" y="7740"/>
                </a:lnTo>
                <a:lnTo>
                  <a:pt x="9155" y="7739"/>
                </a:lnTo>
                <a:lnTo>
                  <a:pt x="9162" y="7740"/>
                </a:lnTo>
                <a:lnTo>
                  <a:pt x="9173" y="7749"/>
                </a:lnTo>
                <a:lnTo>
                  <a:pt x="9174" y="7756"/>
                </a:lnTo>
                <a:close/>
                <a:moveTo>
                  <a:pt x="7096" y="7832"/>
                </a:moveTo>
                <a:lnTo>
                  <a:pt x="7081" y="7848"/>
                </a:lnTo>
                <a:lnTo>
                  <a:pt x="7057" y="7862"/>
                </a:lnTo>
                <a:lnTo>
                  <a:pt x="7045" y="7865"/>
                </a:lnTo>
                <a:lnTo>
                  <a:pt x="7040" y="7863"/>
                </a:lnTo>
                <a:lnTo>
                  <a:pt x="7038" y="7861"/>
                </a:lnTo>
                <a:lnTo>
                  <a:pt x="7038" y="7853"/>
                </a:lnTo>
                <a:lnTo>
                  <a:pt x="7049" y="7835"/>
                </a:lnTo>
                <a:lnTo>
                  <a:pt x="7064" y="7822"/>
                </a:lnTo>
                <a:lnTo>
                  <a:pt x="7085" y="7807"/>
                </a:lnTo>
                <a:lnTo>
                  <a:pt x="7113" y="7792"/>
                </a:lnTo>
                <a:lnTo>
                  <a:pt x="7121" y="7793"/>
                </a:lnTo>
                <a:lnTo>
                  <a:pt x="7121" y="7799"/>
                </a:lnTo>
                <a:lnTo>
                  <a:pt x="7111" y="7815"/>
                </a:lnTo>
                <a:lnTo>
                  <a:pt x="7096" y="7832"/>
                </a:lnTo>
                <a:close/>
                <a:moveTo>
                  <a:pt x="8464" y="7814"/>
                </a:moveTo>
                <a:lnTo>
                  <a:pt x="8458" y="7820"/>
                </a:lnTo>
                <a:lnTo>
                  <a:pt x="8439" y="7830"/>
                </a:lnTo>
                <a:lnTo>
                  <a:pt x="8430" y="7833"/>
                </a:lnTo>
                <a:lnTo>
                  <a:pt x="8416" y="7829"/>
                </a:lnTo>
                <a:lnTo>
                  <a:pt x="8413" y="7824"/>
                </a:lnTo>
                <a:lnTo>
                  <a:pt x="8416" y="7817"/>
                </a:lnTo>
                <a:lnTo>
                  <a:pt x="8430" y="7808"/>
                </a:lnTo>
                <a:lnTo>
                  <a:pt x="8439" y="7807"/>
                </a:lnTo>
                <a:lnTo>
                  <a:pt x="8449" y="7807"/>
                </a:lnTo>
                <a:lnTo>
                  <a:pt x="8463" y="7811"/>
                </a:lnTo>
                <a:lnTo>
                  <a:pt x="8464" y="7814"/>
                </a:lnTo>
                <a:close/>
                <a:moveTo>
                  <a:pt x="8189" y="7901"/>
                </a:moveTo>
                <a:lnTo>
                  <a:pt x="8184" y="7905"/>
                </a:lnTo>
                <a:lnTo>
                  <a:pt x="8166" y="7906"/>
                </a:lnTo>
                <a:lnTo>
                  <a:pt x="8157" y="7903"/>
                </a:lnTo>
                <a:lnTo>
                  <a:pt x="8149" y="7899"/>
                </a:lnTo>
                <a:lnTo>
                  <a:pt x="8155" y="7894"/>
                </a:lnTo>
                <a:lnTo>
                  <a:pt x="8167" y="7893"/>
                </a:lnTo>
                <a:lnTo>
                  <a:pt x="8180" y="7893"/>
                </a:lnTo>
                <a:lnTo>
                  <a:pt x="8190" y="7896"/>
                </a:lnTo>
                <a:lnTo>
                  <a:pt x="8192" y="7899"/>
                </a:lnTo>
                <a:lnTo>
                  <a:pt x="8189" y="7901"/>
                </a:lnTo>
                <a:close/>
                <a:moveTo>
                  <a:pt x="7921" y="7944"/>
                </a:moveTo>
                <a:lnTo>
                  <a:pt x="7910" y="7950"/>
                </a:lnTo>
                <a:lnTo>
                  <a:pt x="7879" y="7958"/>
                </a:lnTo>
                <a:lnTo>
                  <a:pt x="7865" y="7959"/>
                </a:lnTo>
                <a:lnTo>
                  <a:pt x="7845" y="7958"/>
                </a:lnTo>
                <a:lnTo>
                  <a:pt x="7844" y="7949"/>
                </a:lnTo>
                <a:lnTo>
                  <a:pt x="7861" y="7934"/>
                </a:lnTo>
                <a:lnTo>
                  <a:pt x="7876" y="7926"/>
                </a:lnTo>
                <a:lnTo>
                  <a:pt x="7908" y="7917"/>
                </a:lnTo>
                <a:lnTo>
                  <a:pt x="7919" y="7920"/>
                </a:lnTo>
                <a:lnTo>
                  <a:pt x="7931" y="7926"/>
                </a:lnTo>
                <a:lnTo>
                  <a:pt x="7932" y="7936"/>
                </a:lnTo>
                <a:lnTo>
                  <a:pt x="7921" y="7944"/>
                </a:lnTo>
                <a:close/>
                <a:moveTo>
                  <a:pt x="8109" y="7915"/>
                </a:moveTo>
                <a:lnTo>
                  <a:pt x="8102" y="7921"/>
                </a:lnTo>
                <a:lnTo>
                  <a:pt x="8076" y="7931"/>
                </a:lnTo>
                <a:lnTo>
                  <a:pt x="8063" y="7933"/>
                </a:lnTo>
                <a:lnTo>
                  <a:pt x="8045" y="7930"/>
                </a:lnTo>
                <a:lnTo>
                  <a:pt x="8043" y="7924"/>
                </a:lnTo>
                <a:lnTo>
                  <a:pt x="8045" y="7917"/>
                </a:lnTo>
                <a:lnTo>
                  <a:pt x="8063" y="7909"/>
                </a:lnTo>
                <a:lnTo>
                  <a:pt x="8076" y="7908"/>
                </a:lnTo>
                <a:lnTo>
                  <a:pt x="8089" y="7908"/>
                </a:lnTo>
                <a:lnTo>
                  <a:pt x="8107" y="7912"/>
                </a:lnTo>
                <a:lnTo>
                  <a:pt x="8109" y="7915"/>
                </a:lnTo>
                <a:close/>
                <a:moveTo>
                  <a:pt x="6877" y="7942"/>
                </a:moveTo>
                <a:lnTo>
                  <a:pt x="6864" y="7950"/>
                </a:lnTo>
                <a:lnTo>
                  <a:pt x="6839" y="7958"/>
                </a:lnTo>
                <a:lnTo>
                  <a:pt x="6821" y="7958"/>
                </a:lnTo>
                <a:lnTo>
                  <a:pt x="6814" y="7950"/>
                </a:lnTo>
                <a:lnTo>
                  <a:pt x="6817" y="7942"/>
                </a:lnTo>
                <a:lnTo>
                  <a:pt x="6823" y="7935"/>
                </a:lnTo>
                <a:lnTo>
                  <a:pt x="6850" y="7926"/>
                </a:lnTo>
                <a:lnTo>
                  <a:pt x="6865" y="7926"/>
                </a:lnTo>
                <a:lnTo>
                  <a:pt x="6884" y="7926"/>
                </a:lnTo>
                <a:lnTo>
                  <a:pt x="6889" y="7934"/>
                </a:lnTo>
                <a:lnTo>
                  <a:pt x="6877" y="7942"/>
                </a:lnTo>
                <a:close/>
                <a:moveTo>
                  <a:pt x="6556" y="8040"/>
                </a:moveTo>
                <a:lnTo>
                  <a:pt x="6555" y="8047"/>
                </a:lnTo>
                <a:lnTo>
                  <a:pt x="6543" y="8065"/>
                </a:lnTo>
                <a:lnTo>
                  <a:pt x="6525" y="8082"/>
                </a:lnTo>
                <a:lnTo>
                  <a:pt x="6507" y="8093"/>
                </a:lnTo>
                <a:lnTo>
                  <a:pt x="6500" y="8094"/>
                </a:lnTo>
                <a:lnTo>
                  <a:pt x="6496" y="8093"/>
                </a:lnTo>
                <a:lnTo>
                  <a:pt x="6494" y="8083"/>
                </a:lnTo>
                <a:lnTo>
                  <a:pt x="6497" y="8077"/>
                </a:lnTo>
                <a:lnTo>
                  <a:pt x="6498" y="8073"/>
                </a:lnTo>
                <a:lnTo>
                  <a:pt x="6496" y="8067"/>
                </a:lnTo>
                <a:lnTo>
                  <a:pt x="6483" y="8061"/>
                </a:lnTo>
                <a:lnTo>
                  <a:pt x="6467" y="8060"/>
                </a:lnTo>
                <a:lnTo>
                  <a:pt x="6448" y="8060"/>
                </a:lnTo>
                <a:lnTo>
                  <a:pt x="6442" y="8052"/>
                </a:lnTo>
                <a:lnTo>
                  <a:pt x="6454" y="8043"/>
                </a:lnTo>
                <a:lnTo>
                  <a:pt x="6466" y="8036"/>
                </a:lnTo>
                <a:lnTo>
                  <a:pt x="6500" y="8028"/>
                </a:lnTo>
                <a:lnTo>
                  <a:pt x="6532" y="8027"/>
                </a:lnTo>
                <a:lnTo>
                  <a:pt x="6550" y="8032"/>
                </a:lnTo>
                <a:lnTo>
                  <a:pt x="6555" y="8037"/>
                </a:lnTo>
                <a:lnTo>
                  <a:pt x="6556" y="8040"/>
                </a:lnTo>
                <a:close/>
                <a:moveTo>
                  <a:pt x="5187" y="8111"/>
                </a:moveTo>
                <a:lnTo>
                  <a:pt x="5185" y="8117"/>
                </a:lnTo>
                <a:lnTo>
                  <a:pt x="5170" y="8127"/>
                </a:lnTo>
                <a:lnTo>
                  <a:pt x="5159" y="8128"/>
                </a:lnTo>
                <a:lnTo>
                  <a:pt x="5143" y="8127"/>
                </a:lnTo>
                <a:lnTo>
                  <a:pt x="5140" y="8120"/>
                </a:lnTo>
                <a:lnTo>
                  <a:pt x="5154" y="8111"/>
                </a:lnTo>
                <a:lnTo>
                  <a:pt x="5174" y="8098"/>
                </a:lnTo>
                <a:lnTo>
                  <a:pt x="5185" y="8097"/>
                </a:lnTo>
                <a:lnTo>
                  <a:pt x="5187" y="8104"/>
                </a:lnTo>
                <a:lnTo>
                  <a:pt x="5187" y="8111"/>
                </a:lnTo>
                <a:close/>
                <a:moveTo>
                  <a:pt x="6252" y="8179"/>
                </a:moveTo>
                <a:lnTo>
                  <a:pt x="6251" y="8185"/>
                </a:lnTo>
                <a:lnTo>
                  <a:pt x="6235" y="8194"/>
                </a:lnTo>
                <a:lnTo>
                  <a:pt x="6224" y="8195"/>
                </a:lnTo>
                <a:lnTo>
                  <a:pt x="6215" y="8194"/>
                </a:lnTo>
                <a:lnTo>
                  <a:pt x="6207" y="8185"/>
                </a:lnTo>
                <a:lnTo>
                  <a:pt x="6209" y="8179"/>
                </a:lnTo>
                <a:lnTo>
                  <a:pt x="6214" y="8172"/>
                </a:lnTo>
                <a:lnTo>
                  <a:pt x="6228" y="8162"/>
                </a:lnTo>
                <a:lnTo>
                  <a:pt x="6236" y="8161"/>
                </a:lnTo>
                <a:lnTo>
                  <a:pt x="6242" y="8162"/>
                </a:lnTo>
                <a:lnTo>
                  <a:pt x="6251" y="8172"/>
                </a:lnTo>
                <a:lnTo>
                  <a:pt x="6252" y="81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0" name="Freeform 24">
            <a:extLst>
              <a:ext uri="{FF2B5EF4-FFF2-40B4-BE49-F238E27FC236}">
                <a16:creationId xmlns:a16="http://schemas.microsoft.com/office/drawing/2014/main" id="{F36697CD-FCD4-49A8-99AC-755AF88787DB}"/>
              </a:ext>
            </a:extLst>
          </p:cNvPr>
          <p:cNvSpPr>
            <a:spLocks noEditPoints="1"/>
          </p:cNvSpPr>
          <p:nvPr/>
        </p:nvSpPr>
        <p:spPr bwMode="auto">
          <a:xfrm>
            <a:off x="2700540" y="540916"/>
            <a:ext cx="1688525" cy="1185813"/>
          </a:xfrm>
          <a:custGeom>
            <a:avLst/>
            <a:gdLst>
              <a:gd name="T0" fmla="*/ 4062 w 11988"/>
              <a:gd name="T1" fmla="*/ 322 h 8419"/>
              <a:gd name="T2" fmla="*/ 3430 w 11988"/>
              <a:gd name="T3" fmla="*/ 795 h 8419"/>
              <a:gd name="T4" fmla="*/ 2865 w 11988"/>
              <a:gd name="T5" fmla="*/ 263 h 8419"/>
              <a:gd name="T6" fmla="*/ 1838 w 11988"/>
              <a:gd name="T7" fmla="*/ 1288 h 8419"/>
              <a:gd name="T8" fmla="*/ 686 w 11988"/>
              <a:gd name="T9" fmla="*/ 2608 h 8419"/>
              <a:gd name="T10" fmla="*/ 76 w 11988"/>
              <a:gd name="T11" fmla="*/ 4369 h 8419"/>
              <a:gd name="T12" fmla="*/ 372 w 11988"/>
              <a:gd name="T13" fmla="*/ 5293 h 8419"/>
              <a:gd name="T14" fmla="*/ 679 w 11988"/>
              <a:gd name="T15" fmla="*/ 5466 h 8419"/>
              <a:gd name="T16" fmla="*/ 1208 w 11988"/>
              <a:gd name="T17" fmla="*/ 6530 h 8419"/>
              <a:gd name="T18" fmla="*/ 1609 w 11988"/>
              <a:gd name="T19" fmla="*/ 6816 h 8419"/>
              <a:gd name="T20" fmla="*/ 2114 w 11988"/>
              <a:gd name="T21" fmla="*/ 6705 h 8419"/>
              <a:gd name="T22" fmla="*/ 2519 w 11988"/>
              <a:gd name="T23" fmla="*/ 7544 h 8419"/>
              <a:gd name="T24" fmla="*/ 2874 w 11988"/>
              <a:gd name="T25" fmla="*/ 7793 h 8419"/>
              <a:gd name="T26" fmla="*/ 3207 w 11988"/>
              <a:gd name="T27" fmla="*/ 7661 h 8419"/>
              <a:gd name="T28" fmla="*/ 3488 w 11988"/>
              <a:gd name="T29" fmla="*/ 8159 h 8419"/>
              <a:gd name="T30" fmla="*/ 3879 w 11988"/>
              <a:gd name="T31" fmla="*/ 7897 h 8419"/>
              <a:gd name="T32" fmla="*/ 4056 w 11988"/>
              <a:gd name="T33" fmla="*/ 8418 h 8419"/>
              <a:gd name="T34" fmla="*/ 4557 w 11988"/>
              <a:gd name="T35" fmla="*/ 7491 h 8419"/>
              <a:gd name="T36" fmla="*/ 4967 w 11988"/>
              <a:gd name="T37" fmla="*/ 7306 h 8419"/>
              <a:gd name="T38" fmla="*/ 5093 w 11988"/>
              <a:gd name="T39" fmla="*/ 7187 h 8419"/>
              <a:gd name="T40" fmla="*/ 5450 w 11988"/>
              <a:gd name="T41" fmla="*/ 7256 h 8419"/>
              <a:gd name="T42" fmla="*/ 5766 w 11988"/>
              <a:gd name="T43" fmla="*/ 7392 h 8419"/>
              <a:gd name="T44" fmla="*/ 6675 w 11988"/>
              <a:gd name="T45" fmla="*/ 6735 h 8419"/>
              <a:gd name="T46" fmla="*/ 7017 w 11988"/>
              <a:gd name="T47" fmla="*/ 6721 h 8419"/>
              <a:gd name="T48" fmla="*/ 7228 w 11988"/>
              <a:gd name="T49" fmla="*/ 6666 h 8419"/>
              <a:gd name="T50" fmla="*/ 7676 w 11988"/>
              <a:gd name="T51" fmla="*/ 6456 h 8419"/>
              <a:gd name="T52" fmla="*/ 7965 w 11988"/>
              <a:gd name="T53" fmla="*/ 6938 h 8419"/>
              <a:gd name="T54" fmla="*/ 8367 w 11988"/>
              <a:gd name="T55" fmla="*/ 7766 h 8419"/>
              <a:gd name="T56" fmla="*/ 8871 w 11988"/>
              <a:gd name="T57" fmla="*/ 8001 h 8419"/>
              <a:gd name="T58" fmla="*/ 9121 w 11988"/>
              <a:gd name="T59" fmla="*/ 8132 h 8419"/>
              <a:gd name="T60" fmla="*/ 9740 w 11988"/>
              <a:gd name="T61" fmla="*/ 7558 h 8419"/>
              <a:gd name="T62" fmla="*/ 10228 w 11988"/>
              <a:gd name="T63" fmla="*/ 6804 h 8419"/>
              <a:gd name="T64" fmla="*/ 10545 w 11988"/>
              <a:gd name="T65" fmla="*/ 6978 h 8419"/>
              <a:gd name="T66" fmla="*/ 10908 w 11988"/>
              <a:gd name="T67" fmla="*/ 6635 h 8419"/>
              <a:gd name="T68" fmla="*/ 11139 w 11988"/>
              <a:gd name="T69" fmla="*/ 7154 h 8419"/>
              <a:gd name="T70" fmla="*/ 11827 w 11988"/>
              <a:gd name="T71" fmla="*/ 5932 h 8419"/>
              <a:gd name="T72" fmla="*/ 11889 w 11988"/>
              <a:gd name="T73" fmla="*/ 5048 h 8419"/>
              <a:gd name="T74" fmla="*/ 11816 w 11988"/>
              <a:gd name="T75" fmla="*/ 4027 h 8419"/>
              <a:gd name="T76" fmla="*/ 11427 w 11988"/>
              <a:gd name="T77" fmla="*/ 2481 h 8419"/>
              <a:gd name="T78" fmla="*/ 11003 w 11988"/>
              <a:gd name="T79" fmla="*/ 2116 h 8419"/>
              <a:gd name="T80" fmla="*/ 10290 w 11988"/>
              <a:gd name="T81" fmla="*/ 1928 h 8419"/>
              <a:gd name="T82" fmla="*/ 9497 w 11988"/>
              <a:gd name="T83" fmla="*/ 1595 h 8419"/>
              <a:gd name="T84" fmla="*/ 9145 w 11988"/>
              <a:gd name="T85" fmla="*/ 1531 h 8419"/>
              <a:gd name="T86" fmla="*/ 8559 w 11988"/>
              <a:gd name="T87" fmla="*/ 1074 h 8419"/>
              <a:gd name="T88" fmla="*/ 7898 w 11988"/>
              <a:gd name="T89" fmla="*/ 1548 h 8419"/>
              <a:gd name="T90" fmla="*/ 7343 w 11988"/>
              <a:gd name="T91" fmla="*/ 901 h 8419"/>
              <a:gd name="T92" fmla="*/ 6520 w 11988"/>
              <a:gd name="T93" fmla="*/ 1328 h 8419"/>
              <a:gd name="T94" fmla="*/ 6232 w 11988"/>
              <a:gd name="T95" fmla="*/ 694 h 8419"/>
              <a:gd name="T96" fmla="*/ 5447 w 11988"/>
              <a:gd name="T97" fmla="*/ 453 h 8419"/>
              <a:gd name="T98" fmla="*/ 4803 w 11988"/>
              <a:gd name="T99" fmla="*/ 185 h 8419"/>
              <a:gd name="T100" fmla="*/ 2908 w 11988"/>
              <a:gd name="T101" fmla="*/ 397 h 8419"/>
              <a:gd name="T102" fmla="*/ 5365 w 11988"/>
              <a:gd name="T103" fmla="*/ 584 h 8419"/>
              <a:gd name="T104" fmla="*/ 5833 w 11988"/>
              <a:gd name="T105" fmla="*/ 642 h 8419"/>
              <a:gd name="T106" fmla="*/ 7060 w 11988"/>
              <a:gd name="T107" fmla="*/ 1066 h 8419"/>
              <a:gd name="T108" fmla="*/ 8733 w 11988"/>
              <a:gd name="T109" fmla="*/ 1084 h 8419"/>
              <a:gd name="T110" fmla="*/ 1741 w 11988"/>
              <a:gd name="T111" fmla="*/ 1363 h 8419"/>
              <a:gd name="T112" fmla="*/ 1886 w 11988"/>
              <a:gd name="T113" fmla="*/ 1449 h 8419"/>
              <a:gd name="T114" fmla="*/ 9585 w 11988"/>
              <a:gd name="T115" fmla="*/ 1870 h 8419"/>
              <a:gd name="T116" fmla="*/ 10619 w 11988"/>
              <a:gd name="T117" fmla="*/ 2218 h 8419"/>
              <a:gd name="T118" fmla="*/ 413 w 11988"/>
              <a:gd name="T119" fmla="*/ 3304 h 8419"/>
              <a:gd name="T120" fmla="*/ 11007 w 11988"/>
              <a:gd name="T121" fmla="*/ 6490 h 8419"/>
              <a:gd name="T122" fmla="*/ 10478 w 11988"/>
              <a:gd name="T123" fmla="*/ 7029 h 8419"/>
              <a:gd name="T124" fmla="*/ 9200 w 11988"/>
              <a:gd name="T125" fmla="*/ 7860 h 8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1988" h="8419">
                <a:moveTo>
                  <a:pt x="4679" y="20"/>
                </a:moveTo>
                <a:lnTo>
                  <a:pt x="4670" y="32"/>
                </a:lnTo>
                <a:lnTo>
                  <a:pt x="4650" y="86"/>
                </a:lnTo>
                <a:lnTo>
                  <a:pt x="4642" y="117"/>
                </a:lnTo>
                <a:lnTo>
                  <a:pt x="4633" y="151"/>
                </a:lnTo>
                <a:lnTo>
                  <a:pt x="4608" y="223"/>
                </a:lnTo>
                <a:lnTo>
                  <a:pt x="4598" y="251"/>
                </a:lnTo>
                <a:lnTo>
                  <a:pt x="4574" y="309"/>
                </a:lnTo>
                <a:lnTo>
                  <a:pt x="4563" y="230"/>
                </a:lnTo>
                <a:lnTo>
                  <a:pt x="4556" y="197"/>
                </a:lnTo>
                <a:lnTo>
                  <a:pt x="4535" y="142"/>
                </a:lnTo>
                <a:lnTo>
                  <a:pt x="4525" y="129"/>
                </a:lnTo>
                <a:lnTo>
                  <a:pt x="4517" y="123"/>
                </a:lnTo>
                <a:lnTo>
                  <a:pt x="4503" y="119"/>
                </a:lnTo>
                <a:lnTo>
                  <a:pt x="4487" y="127"/>
                </a:lnTo>
                <a:lnTo>
                  <a:pt x="4467" y="147"/>
                </a:lnTo>
                <a:lnTo>
                  <a:pt x="4452" y="163"/>
                </a:lnTo>
                <a:lnTo>
                  <a:pt x="4434" y="184"/>
                </a:lnTo>
                <a:lnTo>
                  <a:pt x="4400" y="214"/>
                </a:lnTo>
                <a:lnTo>
                  <a:pt x="4391" y="217"/>
                </a:lnTo>
                <a:lnTo>
                  <a:pt x="4380" y="219"/>
                </a:lnTo>
                <a:lnTo>
                  <a:pt x="4351" y="245"/>
                </a:lnTo>
                <a:lnTo>
                  <a:pt x="4336" y="263"/>
                </a:lnTo>
                <a:lnTo>
                  <a:pt x="4316" y="290"/>
                </a:lnTo>
                <a:lnTo>
                  <a:pt x="4304" y="297"/>
                </a:lnTo>
                <a:lnTo>
                  <a:pt x="4301" y="285"/>
                </a:lnTo>
                <a:lnTo>
                  <a:pt x="4300" y="274"/>
                </a:lnTo>
                <a:lnTo>
                  <a:pt x="4300" y="263"/>
                </a:lnTo>
                <a:lnTo>
                  <a:pt x="4295" y="243"/>
                </a:lnTo>
                <a:lnTo>
                  <a:pt x="4285" y="224"/>
                </a:lnTo>
                <a:lnTo>
                  <a:pt x="4271" y="210"/>
                </a:lnTo>
                <a:lnTo>
                  <a:pt x="4243" y="194"/>
                </a:lnTo>
                <a:lnTo>
                  <a:pt x="4192" y="187"/>
                </a:lnTo>
                <a:lnTo>
                  <a:pt x="4162" y="190"/>
                </a:lnTo>
                <a:lnTo>
                  <a:pt x="4129" y="195"/>
                </a:lnTo>
                <a:lnTo>
                  <a:pt x="4084" y="207"/>
                </a:lnTo>
                <a:lnTo>
                  <a:pt x="4058" y="225"/>
                </a:lnTo>
                <a:lnTo>
                  <a:pt x="4044" y="255"/>
                </a:lnTo>
                <a:lnTo>
                  <a:pt x="4039" y="276"/>
                </a:lnTo>
                <a:lnTo>
                  <a:pt x="4029" y="327"/>
                </a:lnTo>
                <a:lnTo>
                  <a:pt x="4056" y="279"/>
                </a:lnTo>
                <a:lnTo>
                  <a:pt x="4078" y="244"/>
                </a:lnTo>
                <a:lnTo>
                  <a:pt x="4090" y="233"/>
                </a:lnTo>
                <a:lnTo>
                  <a:pt x="4093" y="234"/>
                </a:lnTo>
                <a:lnTo>
                  <a:pt x="4093" y="245"/>
                </a:lnTo>
                <a:lnTo>
                  <a:pt x="4084" y="273"/>
                </a:lnTo>
                <a:lnTo>
                  <a:pt x="4062" y="322"/>
                </a:lnTo>
                <a:lnTo>
                  <a:pt x="4039" y="359"/>
                </a:lnTo>
                <a:lnTo>
                  <a:pt x="4031" y="365"/>
                </a:lnTo>
                <a:lnTo>
                  <a:pt x="4023" y="368"/>
                </a:lnTo>
                <a:lnTo>
                  <a:pt x="4017" y="362"/>
                </a:lnTo>
                <a:lnTo>
                  <a:pt x="4021" y="354"/>
                </a:lnTo>
                <a:lnTo>
                  <a:pt x="4025" y="346"/>
                </a:lnTo>
                <a:lnTo>
                  <a:pt x="4023" y="336"/>
                </a:lnTo>
                <a:lnTo>
                  <a:pt x="4017" y="335"/>
                </a:lnTo>
                <a:lnTo>
                  <a:pt x="4012" y="337"/>
                </a:lnTo>
                <a:lnTo>
                  <a:pt x="3997" y="356"/>
                </a:lnTo>
                <a:lnTo>
                  <a:pt x="3965" y="410"/>
                </a:lnTo>
                <a:lnTo>
                  <a:pt x="3914" y="515"/>
                </a:lnTo>
                <a:lnTo>
                  <a:pt x="3868" y="627"/>
                </a:lnTo>
                <a:lnTo>
                  <a:pt x="3851" y="676"/>
                </a:lnTo>
                <a:lnTo>
                  <a:pt x="3842" y="707"/>
                </a:lnTo>
                <a:lnTo>
                  <a:pt x="3827" y="746"/>
                </a:lnTo>
                <a:lnTo>
                  <a:pt x="3813" y="763"/>
                </a:lnTo>
                <a:lnTo>
                  <a:pt x="3793" y="766"/>
                </a:lnTo>
                <a:lnTo>
                  <a:pt x="3778" y="764"/>
                </a:lnTo>
                <a:lnTo>
                  <a:pt x="3766" y="762"/>
                </a:lnTo>
                <a:lnTo>
                  <a:pt x="3744" y="764"/>
                </a:lnTo>
                <a:lnTo>
                  <a:pt x="3722" y="775"/>
                </a:lnTo>
                <a:lnTo>
                  <a:pt x="3695" y="797"/>
                </a:lnTo>
                <a:lnTo>
                  <a:pt x="3679" y="815"/>
                </a:lnTo>
                <a:lnTo>
                  <a:pt x="3656" y="838"/>
                </a:lnTo>
                <a:lnTo>
                  <a:pt x="3623" y="866"/>
                </a:lnTo>
                <a:lnTo>
                  <a:pt x="3606" y="872"/>
                </a:lnTo>
                <a:lnTo>
                  <a:pt x="3597" y="870"/>
                </a:lnTo>
                <a:lnTo>
                  <a:pt x="3584" y="857"/>
                </a:lnTo>
                <a:lnTo>
                  <a:pt x="3575" y="841"/>
                </a:lnTo>
                <a:lnTo>
                  <a:pt x="3570" y="834"/>
                </a:lnTo>
                <a:lnTo>
                  <a:pt x="3557" y="822"/>
                </a:lnTo>
                <a:lnTo>
                  <a:pt x="3533" y="810"/>
                </a:lnTo>
                <a:lnTo>
                  <a:pt x="3515" y="808"/>
                </a:lnTo>
                <a:lnTo>
                  <a:pt x="3505" y="808"/>
                </a:lnTo>
                <a:lnTo>
                  <a:pt x="3488" y="803"/>
                </a:lnTo>
                <a:lnTo>
                  <a:pt x="3478" y="795"/>
                </a:lnTo>
                <a:lnTo>
                  <a:pt x="3473" y="783"/>
                </a:lnTo>
                <a:lnTo>
                  <a:pt x="3473" y="774"/>
                </a:lnTo>
                <a:lnTo>
                  <a:pt x="3472" y="760"/>
                </a:lnTo>
                <a:lnTo>
                  <a:pt x="3463" y="742"/>
                </a:lnTo>
                <a:lnTo>
                  <a:pt x="3456" y="740"/>
                </a:lnTo>
                <a:lnTo>
                  <a:pt x="3450" y="742"/>
                </a:lnTo>
                <a:lnTo>
                  <a:pt x="3440" y="760"/>
                </a:lnTo>
                <a:lnTo>
                  <a:pt x="3439" y="772"/>
                </a:lnTo>
                <a:lnTo>
                  <a:pt x="3439" y="780"/>
                </a:lnTo>
                <a:lnTo>
                  <a:pt x="3430" y="795"/>
                </a:lnTo>
                <a:lnTo>
                  <a:pt x="3406" y="816"/>
                </a:lnTo>
                <a:lnTo>
                  <a:pt x="3365" y="831"/>
                </a:lnTo>
                <a:lnTo>
                  <a:pt x="3336" y="830"/>
                </a:lnTo>
                <a:lnTo>
                  <a:pt x="3322" y="823"/>
                </a:lnTo>
                <a:lnTo>
                  <a:pt x="3317" y="816"/>
                </a:lnTo>
                <a:lnTo>
                  <a:pt x="3310" y="807"/>
                </a:lnTo>
                <a:lnTo>
                  <a:pt x="3290" y="792"/>
                </a:lnTo>
                <a:lnTo>
                  <a:pt x="3281" y="790"/>
                </a:lnTo>
                <a:lnTo>
                  <a:pt x="3275" y="789"/>
                </a:lnTo>
                <a:lnTo>
                  <a:pt x="3266" y="777"/>
                </a:lnTo>
                <a:lnTo>
                  <a:pt x="3254" y="744"/>
                </a:lnTo>
                <a:lnTo>
                  <a:pt x="3247" y="679"/>
                </a:lnTo>
                <a:lnTo>
                  <a:pt x="3250" y="614"/>
                </a:lnTo>
                <a:lnTo>
                  <a:pt x="3256" y="590"/>
                </a:lnTo>
                <a:lnTo>
                  <a:pt x="3264" y="568"/>
                </a:lnTo>
                <a:lnTo>
                  <a:pt x="3259" y="559"/>
                </a:lnTo>
                <a:lnTo>
                  <a:pt x="3245" y="572"/>
                </a:lnTo>
                <a:lnTo>
                  <a:pt x="3237" y="578"/>
                </a:lnTo>
                <a:lnTo>
                  <a:pt x="3227" y="582"/>
                </a:lnTo>
                <a:lnTo>
                  <a:pt x="3219" y="571"/>
                </a:lnTo>
                <a:lnTo>
                  <a:pt x="3218" y="544"/>
                </a:lnTo>
                <a:lnTo>
                  <a:pt x="3217" y="499"/>
                </a:lnTo>
                <a:lnTo>
                  <a:pt x="3218" y="460"/>
                </a:lnTo>
                <a:lnTo>
                  <a:pt x="3219" y="433"/>
                </a:lnTo>
                <a:lnTo>
                  <a:pt x="3209" y="349"/>
                </a:lnTo>
                <a:lnTo>
                  <a:pt x="3193" y="256"/>
                </a:lnTo>
                <a:lnTo>
                  <a:pt x="3173" y="185"/>
                </a:lnTo>
                <a:lnTo>
                  <a:pt x="3165" y="170"/>
                </a:lnTo>
                <a:lnTo>
                  <a:pt x="3156" y="159"/>
                </a:lnTo>
                <a:lnTo>
                  <a:pt x="3133" y="151"/>
                </a:lnTo>
                <a:lnTo>
                  <a:pt x="3106" y="156"/>
                </a:lnTo>
                <a:lnTo>
                  <a:pt x="3080" y="172"/>
                </a:lnTo>
                <a:lnTo>
                  <a:pt x="3054" y="197"/>
                </a:lnTo>
                <a:lnTo>
                  <a:pt x="3029" y="230"/>
                </a:lnTo>
                <a:lnTo>
                  <a:pt x="3009" y="270"/>
                </a:lnTo>
                <a:lnTo>
                  <a:pt x="2994" y="314"/>
                </a:lnTo>
                <a:lnTo>
                  <a:pt x="2990" y="339"/>
                </a:lnTo>
                <a:lnTo>
                  <a:pt x="2986" y="360"/>
                </a:lnTo>
                <a:lnTo>
                  <a:pt x="2973" y="392"/>
                </a:lnTo>
                <a:lnTo>
                  <a:pt x="2962" y="404"/>
                </a:lnTo>
                <a:lnTo>
                  <a:pt x="2956" y="405"/>
                </a:lnTo>
                <a:lnTo>
                  <a:pt x="2950" y="395"/>
                </a:lnTo>
                <a:lnTo>
                  <a:pt x="2949" y="379"/>
                </a:lnTo>
                <a:lnTo>
                  <a:pt x="2947" y="366"/>
                </a:lnTo>
                <a:lnTo>
                  <a:pt x="2924" y="328"/>
                </a:lnTo>
                <a:lnTo>
                  <a:pt x="2907" y="308"/>
                </a:lnTo>
                <a:lnTo>
                  <a:pt x="2865" y="263"/>
                </a:lnTo>
                <a:lnTo>
                  <a:pt x="2790" y="340"/>
                </a:lnTo>
                <a:lnTo>
                  <a:pt x="2762" y="368"/>
                </a:lnTo>
                <a:lnTo>
                  <a:pt x="2724" y="395"/>
                </a:lnTo>
                <a:lnTo>
                  <a:pt x="2702" y="406"/>
                </a:lnTo>
                <a:lnTo>
                  <a:pt x="2683" y="410"/>
                </a:lnTo>
                <a:lnTo>
                  <a:pt x="2664" y="406"/>
                </a:lnTo>
                <a:lnTo>
                  <a:pt x="2649" y="395"/>
                </a:lnTo>
                <a:lnTo>
                  <a:pt x="2635" y="378"/>
                </a:lnTo>
                <a:lnTo>
                  <a:pt x="2628" y="367"/>
                </a:lnTo>
                <a:lnTo>
                  <a:pt x="2619" y="354"/>
                </a:lnTo>
                <a:lnTo>
                  <a:pt x="2590" y="343"/>
                </a:lnTo>
                <a:lnTo>
                  <a:pt x="2572" y="344"/>
                </a:lnTo>
                <a:lnTo>
                  <a:pt x="2532" y="352"/>
                </a:lnTo>
                <a:lnTo>
                  <a:pt x="2477" y="367"/>
                </a:lnTo>
                <a:lnTo>
                  <a:pt x="2444" y="385"/>
                </a:lnTo>
                <a:lnTo>
                  <a:pt x="2418" y="416"/>
                </a:lnTo>
                <a:lnTo>
                  <a:pt x="2405" y="438"/>
                </a:lnTo>
                <a:lnTo>
                  <a:pt x="2393" y="460"/>
                </a:lnTo>
                <a:lnTo>
                  <a:pt x="2372" y="491"/>
                </a:lnTo>
                <a:lnTo>
                  <a:pt x="2355" y="503"/>
                </a:lnTo>
                <a:lnTo>
                  <a:pt x="2342" y="499"/>
                </a:lnTo>
                <a:lnTo>
                  <a:pt x="2336" y="491"/>
                </a:lnTo>
                <a:lnTo>
                  <a:pt x="2334" y="487"/>
                </a:lnTo>
                <a:lnTo>
                  <a:pt x="2333" y="492"/>
                </a:lnTo>
                <a:lnTo>
                  <a:pt x="2334" y="499"/>
                </a:lnTo>
                <a:lnTo>
                  <a:pt x="2336" y="508"/>
                </a:lnTo>
                <a:lnTo>
                  <a:pt x="2330" y="519"/>
                </a:lnTo>
                <a:lnTo>
                  <a:pt x="2324" y="521"/>
                </a:lnTo>
                <a:lnTo>
                  <a:pt x="2317" y="522"/>
                </a:lnTo>
                <a:lnTo>
                  <a:pt x="2301" y="535"/>
                </a:lnTo>
                <a:lnTo>
                  <a:pt x="2269" y="579"/>
                </a:lnTo>
                <a:lnTo>
                  <a:pt x="2217" y="681"/>
                </a:lnTo>
                <a:lnTo>
                  <a:pt x="2156" y="829"/>
                </a:lnTo>
                <a:lnTo>
                  <a:pt x="2121" y="921"/>
                </a:lnTo>
                <a:lnTo>
                  <a:pt x="2090" y="1008"/>
                </a:lnTo>
                <a:lnTo>
                  <a:pt x="2047" y="1118"/>
                </a:lnTo>
                <a:lnTo>
                  <a:pt x="2025" y="1161"/>
                </a:lnTo>
                <a:lnTo>
                  <a:pt x="2013" y="1177"/>
                </a:lnTo>
                <a:lnTo>
                  <a:pt x="1995" y="1188"/>
                </a:lnTo>
                <a:lnTo>
                  <a:pt x="1979" y="1189"/>
                </a:lnTo>
                <a:lnTo>
                  <a:pt x="1968" y="1190"/>
                </a:lnTo>
                <a:lnTo>
                  <a:pt x="1945" y="1198"/>
                </a:lnTo>
                <a:lnTo>
                  <a:pt x="1921" y="1213"/>
                </a:lnTo>
                <a:lnTo>
                  <a:pt x="1896" y="1233"/>
                </a:lnTo>
                <a:lnTo>
                  <a:pt x="1885" y="1245"/>
                </a:lnTo>
                <a:lnTo>
                  <a:pt x="1866" y="1265"/>
                </a:lnTo>
                <a:lnTo>
                  <a:pt x="1838" y="1288"/>
                </a:lnTo>
                <a:lnTo>
                  <a:pt x="1816" y="1295"/>
                </a:lnTo>
                <a:lnTo>
                  <a:pt x="1793" y="1283"/>
                </a:lnTo>
                <a:lnTo>
                  <a:pt x="1777" y="1271"/>
                </a:lnTo>
                <a:lnTo>
                  <a:pt x="1760" y="1261"/>
                </a:lnTo>
                <a:lnTo>
                  <a:pt x="1711" y="1249"/>
                </a:lnTo>
                <a:lnTo>
                  <a:pt x="1653" y="1247"/>
                </a:lnTo>
                <a:lnTo>
                  <a:pt x="1600" y="1255"/>
                </a:lnTo>
                <a:lnTo>
                  <a:pt x="1581" y="1263"/>
                </a:lnTo>
                <a:lnTo>
                  <a:pt x="1566" y="1274"/>
                </a:lnTo>
                <a:lnTo>
                  <a:pt x="1519" y="1335"/>
                </a:lnTo>
                <a:lnTo>
                  <a:pt x="1495" y="1375"/>
                </a:lnTo>
                <a:lnTo>
                  <a:pt x="1472" y="1414"/>
                </a:lnTo>
                <a:lnTo>
                  <a:pt x="1445" y="1446"/>
                </a:lnTo>
                <a:lnTo>
                  <a:pt x="1433" y="1454"/>
                </a:lnTo>
                <a:lnTo>
                  <a:pt x="1429" y="1450"/>
                </a:lnTo>
                <a:lnTo>
                  <a:pt x="1423" y="1442"/>
                </a:lnTo>
                <a:lnTo>
                  <a:pt x="1411" y="1442"/>
                </a:lnTo>
                <a:lnTo>
                  <a:pt x="1377" y="1490"/>
                </a:lnTo>
                <a:lnTo>
                  <a:pt x="1333" y="1575"/>
                </a:lnTo>
                <a:lnTo>
                  <a:pt x="1303" y="1635"/>
                </a:lnTo>
                <a:lnTo>
                  <a:pt x="1250" y="1778"/>
                </a:lnTo>
                <a:lnTo>
                  <a:pt x="1200" y="1950"/>
                </a:lnTo>
                <a:lnTo>
                  <a:pt x="1154" y="2155"/>
                </a:lnTo>
                <a:lnTo>
                  <a:pt x="1133" y="2273"/>
                </a:lnTo>
                <a:lnTo>
                  <a:pt x="1122" y="2338"/>
                </a:lnTo>
                <a:lnTo>
                  <a:pt x="1101" y="2431"/>
                </a:lnTo>
                <a:lnTo>
                  <a:pt x="1077" y="2486"/>
                </a:lnTo>
                <a:lnTo>
                  <a:pt x="1047" y="2519"/>
                </a:lnTo>
                <a:lnTo>
                  <a:pt x="1027" y="2529"/>
                </a:lnTo>
                <a:lnTo>
                  <a:pt x="1003" y="2538"/>
                </a:lnTo>
                <a:lnTo>
                  <a:pt x="981" y="2539"/>
                </a:lnTo>
                <a:lnTo>
                  <a:pt x="970" y="2531"/>
                </a:lnTo>
                <a:lnTo>
                  <a:pt x="965" y="2524"/>
                </a:lnTo>
                <a:lnTo>
                  <a:pt x="955" y="2513"/>
                </a:lnTo>
                <a:lnTo>
                  <a:pt x="928" y="2496"/>
                </a:lnTo>
                <a:lnTo>
                  <a:pt x="898" y="2489"/>
                </a:lnTo>
                <a:lnTo>
                  <a:pt x="863" y="2490"/>
                </a:lnTo>
                <a:lnTo>
                  <a:pt x="829" y="2498"/>
                </a:lnTo>
                <a:lnTo>
                  <a:pt x="795" y="2514"/>
                </a:lnTo>
                <a:lnTo>
                  <a:pt x="767" y="2536"/>
                </a:lnTo>
                <a:lnTo>
                  <a:pt x="744" y="2563"/>
                </a:lnTo>
                <a:lnTo>
                  <a:pt x="737" y="2579"/>
                </a:lnTo>
                <a:lnTo>
                  <a:pt x="728" y="2598"/>
                </a:lnTo>
                <a:lnTo>
                  <a:pt x="710" y="2622"/>
                </a:lnTo>
                <a:lnTo>
                  <a:pt x="696" y="2631"/>
                </a:lnTo>
                <a:lnTo>
                  <a:pt x="687" y="2622"/>
                </a:lnTo>
                <a:lnTo>
                  <a:pt x="686" y="2608"/>
                </a:lnTo>
                <a:lnTo>
                  <a:pt x="685" y="2605"/>
                </a:lnTo>
                <a:lnTo>
                  <a:pt x="682" y="2605"/>
                </a:lnTo>
                <a:lnTo>
                  <a:pt x="672" y="2618"/>
                </a:lnTo>
                <a:lnTo>
                  <a:pt x="637" y="2682"/>
                </a:lnTo>
                <a:lnTo>
                  <a:pt x="576" y="2815"/>
                </a:lnTo>
                <a:lnTo>
                  <a:pt x="521" y="2951"/>
                </a:lnTo>
                <a:lnTo>
                  <a:pt x="507" y="2998"/>
                </a:lnTo>
                <a:lnTo>
                  <a:pt x="497" y="3032"/>
                </a:lnTo>
                <a:lnTo>
                  <a:pt x="477" y="3086"/>
                </a:lnTo>
                <a:lnTo>
                  <a:pt x="448" y="3132"/>
                </a:lnTo>
                <a:lnTo>
                  <a:pt x="405" y="3184"/>
                </a:lnTo>
                <a:lnTo>
                  <a:pt x="375" y="3215"/>
                </a:lnTo>
                <a:lnTo>
                  <a:pt x="333" y="3259"/>
                </a:lnTo>
                <a:lnTo>
                  <a:pt x="266" y="3316"/>
                </a:lnTo>
                <a:lnTo>
                  <a:pt x="253" y="3322"/>
                </a:lnTo>
                <a:lnTo>
                  <a:pt x="244" y="3324"/>
                </a:lnTo>
                <a:lnTo>
                  <a:pt x="223" y="3343"/>
                </a:lnTo>
                <a:lnTo>
                  <a:pt x="187" y="3398"/>
                </a:lnTo>
                <a:lnTo>
                  <a:pt x="138" y="3510"/>
                </a:lnTo>
                <a:lnTo>
                  <a:pt x="98" y="3640"/>
                </a:lnTo>
                <a:lnTo>
                  <a:pt x="86" y="3701"/>
                </a:lnTo>
                <a:lnTo>
                  <a:pt x="80" y="3736"/>
                </a:lnTo>
                <a:lnTo>
                  <a:pt x="52" y="3844"/>
                </a:lnTo>
                <a:lnTo>
                  <a:pt x="33" y="3901"/>
                </a:lnTo>
                <a:lnTo>
                  <a:pt x="17" y="3952"/>
                </a:lnTo>
                <a:lnTo>
                  <a:pt x="0" y="4033"/>
                </a:lnTo>
                <a:lnTo>
                  <a:pt x="1" y="4075"/>
                </a:lnTo>
                <a:lnTo>
                  <a:pt x="7" y="4095"/>
                </a:lnTo>
                <a:lnTo>
                  <a:pt x="18" y="4108"/>
                </a:lnTo>
                <a:lnTo>
                  <a:pt x="34" y="4114"/>
                </a:lnTo>
                <a:lnTo>
                  <a:pt x="43" y="4115"/>
                </a:lnTo>
                <a:lnTo>
                  <a:pt x="57" y="4116"/>
                </a:lnTo>
                <a:lnTo>
                  <a:pt x="74" y="4133"/>
                </a:lnTo>
                <a:lnTo>
                  <a:pt x="79" y="4159"/>
                </a:lnTo>
                <a:lnTo>
                  <a:pt x="72" y="4194"/>
                </a:lnTo>
                <a:lnTo>
                  <a:pt x="63" y="4213"/>
                </a:lnTo>
                <a:lnTo>
                  <a:pt x="53" y="4236"/>
                </a:lnTo>
                <a:lnTo>
                  <a:pt x="40" y="4293"/>
                </a:lnTo>
                <a:lnTo>
                  <a:pt x="37" y="4346"/>
                </a:lnTo>
                <a:lnTo>
                  <a:pt x="43" y="4377"/>
                </a:lnTo>
                <a:lnTo>
                  <a:pt x="51" y="4389"/>
                </a:lnTo>
                <a:lnTo>
                  <a:pt x="56" y="4392"/>
                </a:lnTo>
                <a:lnTo>
                  <a:pt x="65" y="4395"/>
                </a:lnTo>
                <a:lnTo>
                  <a:pt x="72" y="4391"/>
                </a:lnTo>
                <a:lnTo>
                  <a:pt x="69" y="4385"/>
                </a:lnTo>
                <a:lnTo>
                  <a:pt x="67" y="4378"/>
                </a:lnTo>
                <a:lnTo>
                  <a:pt x="76" y="4369"/>
                </a:lnTo>
                <a:lnTo>
                  <a:pt x="86" y="4369"/>
                </a:lnTo>
                <a:lnTo>
                  <a:pt x="94" y="4369"/>
                </a:lnTo>
                <a:lnTo>
                  <a:pt x="104" y="4375"/>
                </a:lnTo>
                <a:lnTo>
                  <a:pt x="108" y="4400"/>
                </a:lnTo>
                <a:lnTo>
                  <a:pt x="103" y="4437"/>
                </a:lnTo>
                <a:lnTo>
                  <a:pt x="97" y="4476"/>
                </a:lnTo>
                <a:lnTo>
                  <a:pt x="100" y="4499"/>
                </a:lnTo>
                <a:lnTo>
                  <a:pt x="111" y="4501"/>
                </a:lnTo>
                <a:lnTo>
                  <a:pt x="119" y="4500"/>
                </a:lnTo>
                <a:lnTo>
                  <a:pt x="128" y="4497"/>
                </a:lnTo>
                <a:lnTo>
                  <a:pt x="143" y="4482"/>
                </a:lnTo>
                <a:lnTo>
                  <a:pt x="167" y="4433"/>
                </a:lnTo>
                <a:lnTo>
                  <a:pt x="184" y="4380"/>
                </a:lnTo>
                <a:lnTo>
                  <a:pt x="198" y="4335"/>
                </a:lnTo>
                <a:lnTo>
                  <a:pt x="226" y="4278"/>
                </a:lnTo>
                <a:lnTo>
                  <a:pt x="242" y="4264"/>
                </a:lnTo>
                <a:lnTo>
                  <a:pt x="248" y="4268"/>
                </a:lnTo>
                <a:lnTo>
                  <a:pt x="252" y="4296"/>
                </a:lnTo>
                <a:lnTo>
                  <a:pt x="246" y="4334"/>
                </a:lnTo>
                <a:lnTo>
                  <a:pt x="240" y="4372"/>
                </a:lnTo>
                <a:lnTo>
                  <a:pt x="240" y="4401"/>
                </a:lnTo>
                <a:lnTo>
                  <a:pt x="244" y="4408"/>
                </a:lnTo>
                <a:lnTo>
                  <a:pt x="255" y="4400"/>
                </a:lnTo>
                <a:lnTo>
                  <a:pt x="277" y="4352"/>
                </a:lnTo>
                <a:lnTo>
                  <a:pt x="289" y="4313"/>
                </a:lnTo>
                <a:lnTo>
                  <a:pt x="300" y="4271"/>
                </a:lnTo>
                <a:lnTo>
                  <a:pt x="316" y="4233"/>
                </a:lnTo>
                <a:lnTo>
                  <a:pt x="322" y="4223"/>
                </a:lnTo>
                <a:lnTo>
                  <a:pt x="324" y="4225"/>
                </a:lnTo>
                <a:lnTo>
                  <a:pt x="326" y="4237"/>
                </a:lnTo>
                <a:lnTo>
                  <a:pt x="316" y="4292"/>
                </a:lnTo>
                <a:lnTo>
                  <a:pt x="306" y="4326"/>
                </a:lnTo>
                <a:lnTo>
                  <a:pt x="296" y="4365"/>
                </a:lnTo>
                <a:lnTo>
                  <a:pt x="291" y="4404"/>
                </a:lnTo>
                <a:lnTo>
                  <a:pt x="294" y="4421"/>
                </a:lnTo>
                <a:lnTo>
                  <a:pt x="297" y="4425"/>
                </a:lnTo>
                <a:lnTo>
                  <a:pt x="301" y="4433"/>
                </a:lnTo>
                <a:lnTo>
                  <a:pt x="307" y="4484"/>
                </a:lnTo>
                <a:lnTo>
                  <a:pt x="313" y="4619"/>
                </a:lnTo>
                <a:lnTo>
                  <a:pt x="314" y="4743"/>
                </a:lnTo>
                <a:lnTo>
                  <a:pt x="315" y="4888"/>
                </a:lnTo>
                <a:lnTo>
                  <a:pt x="322" y="5031"/>
                </a:lnTo>
                <a:lnTo>
                  <a:pt x="331" y="5094"/>
                </a:lnTo>
                <a:lnTo>
                  <a:pt x="337" y="5114"/>
                </a:lnTo>
                <a:lnTo>
                  <a:pt x="347" y="5149"/>
                </a:lnTo>
                <a:lnTo>
                  <a:pt x="366" y="5246"/>
                </a:lnTo>
                <a:lnTo>
                  <a:pt x="372" y="5293"/>
                </a:lnTo>
                <a:lnTo>
                  <a:pt x="377" y="5338"/>
                </a:lnTo>
                <a:lnTo>
                  <a:pt x="396" y="5423"/>
                </a:lnTo>
                <a:lnTo>
                  <a:pt x="407" y="5448"/>
                </a:lnTo>
                <a:lnTo>
                  <a:pt x="416" y="5469"/>
                </a:lnTo>
                <a:lnTo>
                  <a:pt x="431" y="5513"/>
                </a:lnTo>
                <a:lnTo>
                  <a:pt x="433" y="5528"/>
                </a:lnTo>
                <a:lnTo>
                  <a:pt x="433" y="5541"/>
                </a:lnTo>
                <a:lnTo>
                  <a:pt x="442" y="5571"/>
                </a:lnTo>
                <a:lnTo>
                  <a:pt x="449" y="5584"/>
                </a:lnTo>
                <a:lnTo>
                  <a:pt x="454" y="5591"/>
                </a:lnTo>
                <a:lnTo>
                  <a:pt x="462" y="5598"/>
                </a:lnTo>
                <a:lnTo>
                  <a:pt x="473" y="5596"/>
                </a:lnTo>
                <a:lnTo>
                  <a:pt x="488" y="5586"/>
                </a:lnTo>
                <a:lnTo>
                  <a:pt x="499" y="5576"/>
                </a:lnTo>
                <a:lnTo>
                  <a:pt x="513" y="5564"/>
                </a:lnTo>
                <a:lnTo>
                  <a:pt x="529" y="5556"/>
                </a:lnTo>
                <a:lnTo>
                  <a:pt x="535" y="5557"/>
                </a:lnTo>
                <a:lnTo>
                  <a:pt x="535" y="5559"/>
                </a:lnTo>
                <a:lnTo>
                  <a:pt x="536" y="5563"/>
                </a:lnTo>
                <a:lnTo>
                  <a:pt x="539" y="5562"/>
                </a:lnTo>
                <a:lnTo>
                  <a:pt x="546" y="5543"/>
                </a:lnTo>
                <a:lnTo>
                  <a:pt x="561" y="5472"/>
                </a:lnTo>
                <a:lnTo>
                  <a:pt x="564" y="5432"/>
                </a:lnTo>
                <a:lnTo>
                  <a:pt x="564" y="5389"/>
                </a:lnTo>
                <a:lnTo>
                  <a:pt x="550" y="5432"/>
                </a:lnTo>
                <a:lnTo>
                  <a:pt x="537" y="5473"/>
                </a:lnTo>
                <a:lnTo>
                  <a:pt x="535" y="5428"/>
                </a:lnTo>
                <a:lnTo>
                  <a:pt x="535" y="5407"/>
                </a:lnTo>
                <a:lnTo>
                  <a:pt x="545" y="5359"/>
                </a:lnTo>
                <a:lnTo>
                  <a:pt x="554" y="5339"/>
                </a:lnTo>
                <a:lnTo>
                  <a:pt x="563" y="5320"/>
                </a:lnTo>
                <a:lnTo>
                  <a:pt x="577" y="5310"/>
                </a:lnTo>
                <a:lnTo>
                  <a:pt x="584" y="5312"/>
                </a:lnTo>
                <a:lnTo>
                  <a:pt x="593" y="5327"/>
                </a:lnTo>
                <a:lnTo>
                  <a:pt x="601" y="5370"/>
                </a:lnTo>
                <a:lnTo>
                  <a:pt x="601" y="5401"/>
                </a:lnTo>
                <a:lnTo>
                  <a:pt x="602" y="5424"/>
                </a:lnTo>
                <a:lnTo>
                  <a:pt x="609" y="5454"/>
                </a:lnTo>
                <a:lnTo>
                  <a:pt x="617" y="5465"/>
                </a:lnTo>
                <a:lnTo>
                  <a:pt x="624" y="5466"/>
                </a:lnTo>
                <a:lnTo>
                  <a:pt x="634" y="5457"/>
                </a:lnTo>
                <a:lnTo>
                  <a:pt x="641" y="5443"/>
                </a:lnTo>
                <a:lnTo>
                  <a:pt x="643" y="5439"/>
                </a:lnTo>
                <a:lnTo>
                  <a:pt x="649" y="5435"/>
                </a:lnTo>
                <a:lnTo>
                  <a:pt x="660" y="5440"/>
                </a:lnTo>
                <a:lnTo>
                  <a:pt x="669" y="5453"/>
                </a:lnTo>
                <a:lnTo>
                  <a:pt x="679" y="5466"/>
                </a:lnTo>
                <a:lnTo>
                  <a:pt x="697" y="5475"/>
                </a:lnTo>
                <a:lnTo>
                  <a:pt x="710" y="5475"/>
                </a:lnTo>
                <a:lnTo>
                  <a:pt x="717" y="5473"/>
                </a:lnTo>
                <a:lnTo>
                  <a:pt x="722" y="5472"/>
                </a:lnTo>
                <a:lnTo>
                  <a:pt x="731" y="5473"/>
                </a:lnTo>
                <a:lnTo>
                  <a:pt x="740" y="5485"/>
                </a:lnTo>
                <a:lnTo>
                  <a:pt x="752" y="5575"/>
                </a:lnTo>
                <a:lnTo>
                  <a:pt x="758" y="5730"/>
                </a:lnTo>
                <a:lnTo>
                  <a:pt x="764" y="5843"/>
                </a:lnTo>
                <a:lnTo>
                  <a:pt x="783" y="6042"/>
                </a:lnTo>
                <a:lnTo>
                  <a:pt x="793" y="6098"/>
                </a:lnTo>
                <a:lnTo>
                  <a:pt x="805" y="6145"/>
                </a:lnTo>
                <a:lnTo>
                  <a:pt x="823" y="6254"/>
                </a:lnTo>
                <a:lnTo>
                  <a:pt x="828" y="6300"/>
                </a:lnTo>
                <a:lnTo>
                  <a:pt x="835" y="6352"/>
                </a:lnTo>
                <a:lnTo>
                  <a:pt x="859" y="6464"/>
                </a:lnTo>
                <a:lnTo>
                  <a:pt x="892" y="6565"/>
                </a:lnTo>
                <a:lnTo>
                  <a:pt x="915" y="6617"/>
                </a:lnTo>
                <a:lnTo>
                  <a:pt x="929" y="6638"/>
                </a:lnTo>
                <a:lnTo>
                  <a:pt x="935" y="6642"/>
                </a:lnTo>
                <a:lnTo>
                  <a:pt x="942" y="6644"/>
                </a:lnTo>
                <a:lnTo>
                  <a:pt x="958" y="6642"/>
                </a:lnTo>
                <a:lnTo>
                  <a:pt x="980" y="6625"/>
                </a:lnTo>
                <a:lnTo>
                  <a:pt x="1006" y="6587"/>
                </a:lnTo>
                <a:lnTo>
                  <a:pt x="1021" y="6536"/>
                </a:lnTo>
                <a:lnTo>
                  <a:pt x="1024" y="6510"/>
                </a:lnTo>
                <a:lnTo>
                  <a:pt x="1025" y="6485"/>
                </a:lnTo>
                <a:lnTo>
                  <a:pt x="1037" y="6435"/>
                </a:lnTo>
                <a:lnTo>
                  <a:pt x="1046" y="6419"/>
                </a:lnTo>
                <a:lnTo>
                  <a:pt x="1053" y="6410"/>
                </a:lnTo>
                <a:lnTo>
                  <a:pt x="1064" y="6402"/>
                </a:lnTo>
                <a:lnTo>
                  <a:pt x="1074" y="6418"/>
                </a:lnTo>
                <a:lnTo>
                  <a:pt x="1081" y="6457"/>
                </a:lnTo>
                <a:lnTo>
                  <a:pt x="1085" y="6482"/>
                </a:lnTo>
                <a:lnTo>
                  <a:pt x="1096" y="6515"/>
                </a:lnTo>
                <a:lnTo>
                  <a:pt x="1107" y="6526"/>
                </a:lnTo>
                <a:lnTo>
                  <a:pt x="1114" y="6528"/>
                </a:lnTo>
                <a:lnTo>
                  <a:pt x="1124" y="6520"/>
                </a:lnTo>
                <a:lnTo>
                  <a:pt x="1130" y="6506"/>
                </a:lnTo>
                <a:lnTo>
                  <a:pt x="1132" y="6502"/>
                </a:lnTo>
                <a:lnTo>
                  <a:pt x="1138" y="6498"/>
                </a:lnTo>
                <a:lnTo>
                  <a:pt x="1152" y="6505"/>
                </a:lnTo>
                <a:lnTo>
                  <a:pt x="1165" y="6520"/>
                </a:lnTo>
                <a:lnTo>
                  <a:pt x="1180" y="6537"/>
                </a:lnTo>
                <a:lnTo>
                  <a:pt x="1194" y="6542"/>
                </a:lnTo>
                <a:lnTo>
                  <a:pt x="1203" y="6536"/>
                </a:lnTo>
                <a:lnTo>
                  <a:pt x="1208" y="6530"/>
                </a:lnTo>
                <a:lnTo>
                  <a:pt x="1215" y="6520"/>
                </a:lnTo>
                <a:lnTo>
                  <a:pt x="1232" y="6516"/>
                </a:lnTo>
                <a:lnTo>
                  <a:pt x="1249" y="6525"/>
                </a:lnTo>
                <a:lnTo>
                  <a:pt x="1259" y="6546"/>
                </a:lnTo>
                <a:lnTo>
                  <a:pt x="1260" y="6562"/>
                </a:lnTo>
                <a:lnTo>
                  <a:pt x="1261" y="6576"/>
                </a:lnTo>
                <a:lnTo>
                  <a:pt x="1269" y="6596"/>
                </a:lnTo>
                <a:lnTo>
                  <a:pt x="1283" y="6606"/>
                </a:lnTo>
                <a:lnTo>
                  <a:pt x="1304" y="6606"/>
                </a:lnTo>
                <a:lnTo>
                  <a:pt x="1317" y="6602"/>
                </a:lnTo>
                <a:lnTo>
                  <a:pt x="1326" y="6599"/>
                </a:lnTo>
                <a:lnTo>
                  <a:pt x="1336" y="6582"/>
                </a:lnTo>
                <a:lnTo>
                  <a:pt x="1344" y="6529"/>
                </a:lnTo>
                <a:lnTo>
                  <a:pt x="1345" y="6460"/>
                </a:lnTo>
                <a:lnTo>
                  <a:pt x="1345" y="6390"/>
                </a:lnTo>
                <a:lnTo>
                  <a:pt x="1353" y="6342"/>
                </a:lnTo>
                <a:lnTo>
                  <a:pt x="1364" y="6332"/>
                </a:lnTo>
                <a:lnTo>
                  <a:pt x="1371" y="6333"/>
                </a:lnTo>
                <a:lnTo>
                  <a:pt x="1382" y="6332"/>
                </a:lnTo>
                <a:lnTo>
                  <a:pt x="1402" y="6322"/>
                </a:lnTo>
                <a:lnTo>
                  <a:pt x="1419" y="6298"/>
                </a:lnTo>
                <a:lnTo>
                  <a:pt x="1433" y="6259"/>
                </a:lnTo>
                <a:lnTo>
                  <a:pt x="1439" y="6233"/>
                </a:lnTo>
                <a:lnTo>
                  <a:pt x="1451" y="6182"/>
                </a:lnTo>
                <a:lnTo>
                  <a:pt x="1461" y="6233"/>
                </a:lnTo>
                <a:lnTo>
                  <a:pt x="1467" y="6254"/>
                </a:lnTo>
                <a:lnTo>
                  <a:pt x="1481" y="6275"/>
                </a:lnTo>
                <a:lnTo>
                  <a:pt x="1492" y="6283"/>
                </a:lnTo>
                <a:lnTo>
                  <a:pt x="1497" y="6283"/>
                </a:lnTo>
                <a:lnTo>
                  <a:pt x="1504" y="6284"/>
                </a:lnTo>
                <a:lnTo>
                  <a:pt x="1517" y="6287"/>
                </a:lnTo>
                <a:lnTo>
                  <a:pt x="1526" y="6295"/>
                </a:lnTo>
                <a:lnTo>
                  <a:pt x="1533" y="6311"/>
                </a:lnTo>
                <a:lnTo>
                  <a:pt x="1540" y="6350"/>
                </a:lnTo>
                <a:lnTo>
                  <a:pt x="1543" y="6449"/>
                </a:lnTo>
                <a:lnTo>
                  <a:pt x="1543" y="6525"/>
                </a:lnTo>
                <a:lnTo>
                  <a:pt x="1546" y="6625"/>
                </a:lnTo>
                <a:lnTo>
                  <a:pt x="1554" y="6714"/>
                </a:lnTo>
                <a:lnTo>
                  <a:pt x="1561" y="6744"/>
                </a:lnTo>
                <a:lnTo>
                  <a:pt x="1566" y="6749"/>
                </a:lnTo>
                <a:lnTo>
                  <a:pt x="1575" y="6756"/>
                </a:lnTo>
                <a:lnTo>
                  <a:pt x="1588" y="6778"/>
                </a:lnTo>
                <a:lnTo>
                  <a:pt x="1591" y="6789"/>
                </a:lnTo>
                <a:lnTo>
                  <a:pt x="1594" y="6809"/>
                </a:lnTo>
                <a:lnTo>
                  <a:pt x="1600" y="6822"/>
                </a:lnTo>
                <a:lnTo>
                  <a:pt x="1603" y="6824"/>
                </a:lnTo>
                <a:lnTo>
                  <a:pt x="1609" y="6816"/>
                </a:lnTo>
                <a:lnTo>
                  <a:pt x="1617" y="6782"/>
                </a:lnTo>
                <a:lnTo>
                  <a:pt x="1622" y="6756"/>
                </a:lnTo>
                <a:lnTo>
                  <a:pt x="1626" y="6736"/>
                </a:lnTo>
                <a:lnTo>
                  <a:pt x="1636" y="6702"/>
                </a:lnTo>
                <a:lnTo>
                  <a:pt x="1650" y="6675"/>
                </a:lnTo>
                <a:lnTo>
                  <a:pt x="1671" y="6653"/>
                </a:lnTo>
                <a:lnTo>
                  <a:pt x="1684" y="6643"/>
                </a:lnTo>
                <a:lnTo>
                  <a:pt x="1705" y="6624"/>
                </a:lnTo>
                <a:lnTo>
                  <a:pt x="1729" y="6590"/>
                </a:lnTo>
                <a:lnTo>
                  <a:pt x="1740" y="6565"/>
                </a:lnTo>
                <a:lnTo>
                  <a:pt x="1743" y="6552"/>
                </a:lnTo>
                <a:lnTo>
                  <a:pt x="1748" y="6529"/>
                </a:lnTo>
                <a:lnTo>
                  <a:pt x="1768" y="6494"/>
                </a:lnTo>
                <a:lnTo>
                  <a:pt x="1779" y="6486"/>
                </a:lnTo>
                <a:lnTo>
                  <a:pt x="1790" y="6483"/>
                </a:lnTo>
                <a:lnTo>
                  <a:pt x="1803" y="6480"/>
                </a:lnTo>
                <a:lnTo>
                  <a:pt x="1819" y="6498"/>
                </a:lnTo>
                <a:lnTo>
                  <a:pt x="1841" y="6540"/>
                </a:lnTo>
                <a:lnTo>
                  <a:pt x="1854" y="6563"/>
                </a:lnTo>
                <a:lnTo>
                  <a:pt x="1879" y="6593"/>
                </a:lnTo>
                <a:lnTo>
                  <a:pt x="1888" y="6596"/>
                </a:lnTo>
                <a:lnTo>
                  <a:pt x="1892" y="6597"/>
                </a:lnTo>
                <a:lnTo>
                  <a:pt x="1898" y="6610"/>
                </a:lnTo>
                <a:lnTo>
                  <a:pt x="1900" y="6656"/>
                </a:lnTo>
                <a:lnTo>
                  <a:pt x="1897" y="6708"/>
                </a:lnTo>
                <a:lnTo>
                  <a:pt x="1895" y="6751"/>
                </a:lnTo>
                <a:lnTo>
                  <a:pt x="1899" y="6834"/>
                </a:lnTo>
                <a:lnTo>
                  <a:pt x="1911" y="6904"/>
                </a:lnTo>
                <a:lnTo>
                  <a:pt x="1925" y="6937"/>
                </a:lnTo>
                <a:lnTo>
                  <a:pt x="1934" y="6949"/>
                </a:lnTo>
                <a:lnTo>
                  <a:pt x="1939" y="6950"/>
                </a:lnTo>
                <a:lnTo>
                  <a:pt x="1942" y="6950"/>
                </a:lnTo>
                <a:lnTo>
                  <a:pt x="1947" y="6959"/>
                </a:lnTo>
                <a:lnTo>
                  <a:pt x="1952" y="6980"/>
                </a:lnTo>
                <a:lnTo>
                  <a:pt x="1953" y="6999"/>
                </a:lnTo>
                <a:lnTo>
                  <a:pt x="1954" y="7022"/>
                </a:lnTo>
                <a:lnTo>
                  <a:pt x="1963" y="7053"/>
                </a:lnTo>
                <a:lnTo>
                  <a:pt x="1977" y="7062"/>
                </a:lnTo>
                <a:lnTo>
                  <a:pt x="1987" y="7062"/>
                </a:lnTo>
                <a:lnTo>
                  <a:pt x="2007" y="7053"/>
                </a:lnTo>
                <a:lnTo>
                  <a:pt x="2022" y="7040"/>
                </a:lnTo>
                <a:lnTo>
                  <a:pt x="2031" y="7029"/>
                </a:lnTo>
                <a:lnTo>
                  <a:pt x="2047" y="6996"/>
                </a:lnTo>
                <a:lnTo>
                  <a:pt x="2072" y="6914"/>
                </a:lnTo>
                <a:lnTo>
                  <a:pt x="2088" y="6830"/>
                </a:lnTo>
                <a:lnTo>
                  <a:pt x="2105" y="6738"/>
                </a:lnTo>
                <a:lnTo>
                  <a:pt x="2114" y="6705"/>
                </a:lnTo>
                <a:lnTo>
                  <a:pt x="2116" y="6708"/>
                </a:lnTo>
                <a:lnTo>
                  <a:pt x="2115" y="6732"/>
                </a:lnTo>
                <a:lnTo>
                  <a:pt x="2113" y="6761"/>
                </a:lnTo>
                <a:lnTo>
                  <a:pt x="2110" y="6806"/>
                </a:lnTo>
                <a:lnTo>
                  <a:pt x="2114" y="6874"/>
                </a:lnTo>
                <a:lnTo>
                  <a:pt x="2124" y="6906"/>
                </a:lnTo>
                <a:lnTo>
                  <a:pt x="2133" y="6919"/>
                </a:lnTo>
                <a:lnTo>
                  <a:pt x="2145" y="6924"/>
                </a:lnTo>
                <a:lnTo>
                  <a:pt x="2158" y="6920"/>
                </a:lnTo>
                <a:lnTo>
                  <a:pt x="2166" y="6915"/>
                </a:lnTo>
                <a:lnTo>
                  <a:pt x="2179" y="6905"/>
                </a:lnTo>
                <a:lnTo>
                  <a:pt x="2194" y="6903"/>
                </a:lnTo>
                <a:lnTo>
                  <a:pt x="2204" y="6908"/>
                </a:lnTo>
                <a:lnTo>
                  <a:pt x="2209" y="6913"/>
                </a:lnTo>
                <a:lnTo>
                  <a:pt x="2220" y="6921"/>
                </a:lnTo>
                <a:lnTo>
                  <a:pt x="2245" y="6932"/>
                </a:lnTo>
                <a:lnTo>
                  <a:pt x="2257" y="6933"/>
                </a:lnTo>
                <a:lnTo>
                  <a:pt x="2269" y="6935"/>
                </a:lnTo>
                <a:lnTo>
                  <a:pt x="2295" y="6958"/>
                </a:lnTo>
                <a:lnTo>
                  <a:pt x="2304" y="6974"/>
                </a:lnTo>
                <a:lnTo>
                  <a:pt x="2309" y="6985"/>
                </a:lnTo>
                <a:lnTo>
                  <a:pt x="2321" y="7001"/>
                </a:lnTo>
                <a:lnTo>
                  <a:pt x="2336" y="7009"/>
                </a:lnTo>
                <a:lnTo>
                  <a:pt x="2355" y="7012"/>
                </a:lnTo>
                <a:lnTo>
                  <a:pt x="2366" y="7011"/>
                </a:lnTo>
                <a:lnTo>
                  <a:pt x="2386" y="7007"/>
                </a:lnTo>
                <a:lnTo>
                  <a:pt x="2416" y="6995"/>
                </a:lnTo>
                <a:lnTo>
                  <a:pt x="2424" y="6987"/>
                </a:lnTo>
                <a:lnTo>
                  <a:pt x="2426" y="6984"/>
                </a:lnTo>
                <a:lnTo>
                  <a:pt x="2434" y="6983"/>
                </a:lnTo>
                <a:lnTo>
                  <a:pt x="2451" y="6996"/>
                </a:lnTo>
                <a:lnTo>
                  <a:pt x="2465" y="7016"/>
                </a:lnTo>
                <a:lnTo>
                  <a:pt x="2473" y="7030"/>
                </a:lnTo>
                <a:lnTo>
                  <a:pt x="2482" y="7058"/>
                </a:lnTo>
                <a:lnTo>
                  <a:pt x="2485" y="7088"/>
                </a:lnTo>
                <a:lnTo>
                  <a:pt x="2481" y="7127"/>
                </a:lnTo>
                <a:lnTo>
                  <a:pt x="2476" y="7153"/>
                </a:lnTo>
                <a:lnTo>
                  <a:pt x="2468" y="7201"/>
                </a:lnTo>
                <a:lnTo>
                  <a:pt x="2460" y="7279"/>
                </a:lnTo>
                <a:lnTo>
                  <a:pt x="2465" y="7342"/>
                </a:lnTo>
                <a:lnTo>
                  <a:pt x="2480" y="7394"/>
                </a:lnTo>
                <a:lnTo>
                  <a:pt x="2493" y="7417"/>
                </a:lnTo>
                <a:lnTo>
                  <a:pt x="2501" y="7432"/>
                </a:lnTo>
                <a:lnTo>
                  <a:pt x="2513" y="7461"/>
                </a:lnTo>
                <a:lnTo>
                  <a:pt x="2520" y="7492"/>
                </a:lnTo>
                <a:lnTo>
                  <a:pt x="2521" y="7526"/>
                </a:lnTo>
                <a:lnTo>
                  <a:pt x="2519" y="7544"/>
                </a:lnTo>
                <a:lnTo>
                  <a:pt x="2516" y="7576"/>
                </a:lnTo>
                <a:lnTo>
                  <a:pt x="2522" y="7653"/>
                </a:lnTo>
                <a:lnTo>
                  <a:pt x="2529" y="7685"/>
                </a:lnTo>
                <a:lnTo>
                  <a:pt x="2542" y="7742"/>
                </a:lnTo>
                <a:lnTo>
                  <a:pt x="2551" y="7779"/>
                </a:lnTo>
                <a:lnTo>
                  <a:pt x="2561" y="7807"/>
                </a:lnTo>
                <a:lnTo>
                  <a:pt x="2574" y="7837"/>
                </a:lnTo>
                <a:lnTo>
                  <a:pt x="2590" y="7870"/>
                </a:lnTo>
                <a:lnTo>
                  <a:pt x="2602" y="7898"/>
                </a:lnTo>
                <a:lnTo>
                  <a:pt x="2606" y="7911"/>
                </a:lnTo>
                <a:lnTo>
                  <a:pt x="2618" y="7924"/>
                </a:lnTo>
                <a:lnTo>
                  <a:pt x="2633" y="7923"/>
                </a:lnTo>
                <a:lnTo>
                  <a:pt x="2648" y="7910"/>
                </a:lnTo>
                <a:lnTo>
                  <a:pt x="2664" y="7888"/>
                </a:lnTo>
                <a:lnTo>
                  <a:pt x="2679" y="7859"/>
                </a:lnTo>
                <a:lnTo>
                  <a:pt x="2690" y="7823"/>
                </a:lnTo>
                <a:lnTo>
                  <a:pt x="2697" y="7784"/>
                </a:lnTo>
                <a:lnTo>
                  <a:pt x="2698" y="7764"/>
                </a:lnTo>
                <a:lnTo>
                  <a:pt x="2701" y="7701"/>
                </a:lnTo>
                <a:lnTo>
                  <a:pt x="2713" y="7761"/>
                </a:lnTo>
                <a:lnTo>
                  <a:pt x="2724" y="7819"/>
                </a:lnTo>
                <a:lnTo>
                  <a:pt x="2728" y="7769"/>
                </a:lnTo>
                <a:lnTo>
                  <a:pt x="2730" y="7746"/>
                </a:lnTo>
                <a:lnTo>
                  <a:pt x="2740" y="7701"/>
                </a:lnTo>
                <a:lnTo>
                  <a:pt x="2747" y="7685"/>
                </a:lnTo>
                <a:lnTo>
                  <a:pt x="2751" y="7675"/>
                </a:lnTo>
                <a:lnTo>
                  <a:pt x="2757" y="7667"/>
                </a:lnTo>
                <a:lnTo>
                  <a:pt x="2762" y="7681"/>
                </a:lnTo>
                <a:lnTo>
                  <a:pt x="2762" y="7713"/>
                </a:lnTo>
                <a:lnTo>
                  <a:pt x="2764" y="7742"/>
                </a:lnTo>
                <a:lnTo>
                  <a:pt x="2773" y="7769"/>
                </a:lnTo>
                <a:lnTo>
                  <a:pt x="2781" y="7777"/>
                </a:lnTo>
                <a:lnTo>
                  <a:pt x="2789" y="7777"/>
                </a:lnTo>
                <a:lnTo>
                  <a:pt x="2797" y="7770"/>
                </a:lnTo>
                <a:lnTo>
                  <a:pt x="2807" y="7743"/>
                </a:lnTo>
                <a:lnTo>
                  <a:pt x="2810" y="7715"/>
                </a:lnTo>
                <a:lnTo>
                  <a:pt x="2814" y="7688"/>
                </a:lnTo>
                <a:lnTo>
                  <a:pt x="2827" y="7644"/>
                </a:lnTo>
                <a:lnTo>
                  <a:pt x="2835" y="7634"/>
                </a:lnTo>
                <a:lnTo>
                  <a:pt x="2839" y="7630"/>
                </a:lnTo>
                <a:lnTo>
                  <a:pt x="2844" y="7630"/>
                </a:lnTo>
                <a:lnTo>
                  <a:pt x="2845" y="7646"/>
                </a:lnTo>
                <a:lnTo>
                  <a:pt x="2840" y="7670"/>
                </a:lnTo>
                <a:lnTo>
                  <a:pt x="2835" y="7700"/>
                </a:lnTo>
                <a:lnTo>
                  <a:pt x="2836" y="7745"/>
                </a:lnTo>
                <a:lnTo>
                  <a:pt x="2849" y="7777"/>
                </a:lnTo>
                <a:lnTo>
                  <a:pt x="2874" y="7793"/>
                </a:lnTo>
                <a:lnTo>
                  <a:pt x="2891" y="7794"/>
                </a:lnTo>
                <a:lnTo>
                  <a:pt x="2903" y="7794"/>
                </a:lnTo>
                <a:lnTo>
                  <a:pt x="2920" y="7800"/>
                </a:lnTo>
                <a:lnTo>
                  <a:pt x="2934" y="7810"/>
                </a:lnTo>
                <a:lnTo>
                  <a:pt x="2944" y="7827"/>
                </a:lnTo>
                <a:lnTo>
                  <a:pt x="2949" y="7837"/>
                </a:lnTo>
                <a:lnTo>
                  <a:pt x="2953" y="7850"/>
                </a:lnTo>
                <a:lnTo>
                  <a:pt x="2964" y="7865"/>
                </a:lnTo>
                <a:lnTo>
                  <a:pt x="2978" y="7874"/>
                </a:lnTo>
                <a:lnTo>
                  <a:pt x="2995" y="7876"/>
                </a:lnTo>
                <a:lnTo>
                  <a:pt x="3005" y="7875"/>
                </a:lnTo>
                <a:lnTo>
                  <a:pt x="3020" y="7871"/>
                </a:lnTo>
                <a:lnTo>
                  <a:pt x="3040" y="7855"/>
                </a:lnTo>
                <a:lnTo>
                  <a:pt x="3044" y="7845"/>
                </a:lnTo>
                <a:lnTo>
                  <a:pt x="3048" y="7812"/>
                </a:lnTo>
                <a:lnTo>
                  <a:pt x="3071" y="7720"/>
                </a:lnTo>
                <a:lnTo>
                  <a:pt x="3084" y="7685"/>
                </a:lnTo>
                <a:lnTo>
                  <a:pt x="3103" y="7620"/>
                </a:lnTo>
                <a:lnTo>
                  <a:pt x="3137" y="7482"/>
                </a:lnTo>
                <a:lnTo>
                  <a:pt x="3152" y="7413"/>
                </a:lnTo>
                <a:lnTo>
                  <a:pt x="3180" y="7307"/>
                </a:lnTo>
                <a:lnTo>
                  <a:pt x="3187" y="7288"/>
                </a:lnTo>
                <a:lnTo>
                  <a:pt x="3189" y="7284"/>
                </a:lnTo>
                <a:lnTo>
                  <a:pt x="3193" y="7284"/>
                </a:lnTo>
                <a:lnTo>
                  <a:pt x="3197" y="7295"/>
                </a:lnTo>
                <a:lnTo>
                  <a:pt x="3198" y="7354"/>
                </a:lnTo>
                <a:lnTo>
                  <a:pt x="3188" y="7483"/>
                </a:lnTo>
                <a:lnTo>
                  <a:pt x="3171" y="7617"/>
                </a:lnTo>
                <a:lnTo>
                  <a:pt x="3160" y="7667"/>
                </a:lnTo>
                <a:lnTo>
                  <a:pt x="3134" y="7777"/>
                </a:lnTo>
                <a:lnTo>
                  <a:pt x="3122" y="7858"/>
                </a:lnTo>
                <a:lnTo>
                  <a:pt x="3125" y="7869"/>
                </a:lnTo>
                <a:lnTo>
                  <a:pt x="3130" y="7865"/>
                </a:lnTo>
                <a:lnTo>
                  <a:pt x="3134" y="7860"/>
                </a:lnTo>
                <a:lnTo>
                  <a:pt x="3140" y="7848"/>
                </a:lnTo>
                <a:lnTo>
                  <a:pt x="3152" y="7809"/>
                </a:lnTo>
                <a:lnTo>
                  <a:pt x="3155" y="7789"/>
                </a:lnTo>
                <a:lnTo>
                  <a:pt x="3158" y="7771"/>
                </a:lnTo>
                <a:lnTo>
                  <a:pt x="3168" y="7740"/>
                </a:lnTo>
                <a:lnTo>
                  <a:pt x="3174" y="7733"/>
                </a:lnTo>
                <a:lnTo>
                  <a:pt x="3178" y="7726"/>
                </a:lnTo>
                <a:lnTo>
                  <a:pt x="3185" y="7703"/>
                </a:lnTo>
                <a:lnTo>
                  <a:pt x="3185" y="7690"/>
                </a:lnTo>
                <a:lnTo>
                  <a:pt x="3186" y="7677"/>
                </a:lnTo>
                <a:lnTo>
                  <a:pt x="3195" y="7660"/>
                </a:lnTo>
                <a:lnTo>
                  <a:pt x="3201" y="7659"/>
                </a:lnTo>
                <a:lnTo>
                  <a:pt x="3207" y="7661"/>
                </a:lnTo>
                <a:lnTo>
                  <a:pt x="3211" y="7680"/>
                </a:lnTo>
                <a:lnTo>
                  <a:pt x="3208" y="7693"/>
                </a:lnTo>
                <a:lnTo>
                  <a:pt x="3205" y="7706"/>
                </a:lnTo>
                <a:lnTo>
                  <a:pt x="3209" y="7721"/>
                </a:lnTo>
                <a:lnTo>
                  <a:pt x="3214" y="7726"/>
                </a:lnTo>
                <a:lnTo>
                  <a:pt x="3218" y="7726"/>
                </a:lnTo>
                <a:lnTo>
                  <a:pt x="3222" y="7727"/>
                </a:lnTo>
                <a:lnTo>
                  <a:pt x="3228" y="7732"/>
                </a:lnTo>
                <a:lnTo>
                  <a:pt x="3230" y="7750"/>
                </a:lnTo>
                <a:lnTo>
                  <a:pt x="3226" y="7771"/>
                </a:lnTo>
                <a:lnTo>
                  <a:pt x="3221" y="7792"/>
                </a:lnTo>
                <a:lnTo>
                  <a:pt x="3223" y="7806"/>
                </a:lnTo>
                <a:lnTo>
                  <a:pt x="3229" y="7807"/>
                </a:lnTo>
                <a:lnTo>
                  <a:pt x="3235" y="7804"/>
                </a:lnTo>
                <a:lnTo>
                  <a:pt x="3239" y="7802"/>
                </a:lnTo>
                <a:lnTo>
                  <a:pt x="3246" y="7805"/>
                </a:lnTo>
                <a:lnTo>
                  <a:pt x="3253" y="7822"/>
                </a:lnTo>
                <a:lnTo>
                  <a:pt x="3252" y="7860"/>
                </a:lnTo>
                <a:lnTo>
                  <a:pt x="3242" y="7896"/>
                </a:lnTo>
                <a:lnTo>
                  <a:pt x="3233" y="7908"/>
                </a:lnTo>
                <a:lnTo>
                  <a:pt x="3228" y="7914"/>
                </a:lnTo>
                <a:lnTo>
                  <a:pt x="3223" y="7927"/>
                </a:lnTo>
                <a:lnTo>
                  <a:pt x="3226" y="7951"/>
                </a:lnTo>
                <a:lnTo>
                  <a:pt x="3238" y="7974"/>
                </a:lnTo>
                <a:lnTo>
                  <a:pt x="3259" y="8014"/>
                </a:lnTo>
                <a:lnTo>
                  <a:pt x="3272" y="8030"/>
                </a:lnTo>
                <a:lnTo>
                  <a:pt x="3282" y="8041"/>
                </a:lnTo>
                <a:lnTo>
                  <a:pt x="3308" y="8091"/>
                </a:lnTo>
                <a:lnTo>
                  <a:pt x="3335" y="8154"/>
                </a:lnTo>
                <a:lnTo>
                  <a:pt x="3353" y="8210"/>
                </a:lnTo>
                <a:lnTo>
                  <a:pt x="3355" y="8227"/>
                </a:lnTo>
                <a:lnTo>
                  <a:pt x="3355" y="8237"/>
                </a:lnTo>
                <a:lnTo>
                  <a:pt x="3359" y="8252"/>
                </a:lnTo>
                <a:lnTo>
                  <a:pt x="3367" y="8262"/>
                </a:lnTo>
                <a:lnTo>
                  <a:pt x="3380" y="8266"/>
                </a:lnTo>
                <a:lnTo>
                  <a:pt x="3388" y="8267"/>
                </a:lnTo>
                <a:lnTo>
                  <a:pt x="3402" y="8265"/>
                </a:lnTo>
                <a:lnTo>
                  <a:pt x="3428" y="8249"/>
                </a:lnTo>
                <a:lnTo>
                  <a:pt x="3446" y="8218"/>
                </a:lnTo>
                <a:lnTo>
                  <a:pt x="3456" y="8178"/>
                </a:lnTo>
                <a:lnTo>
                  <a:pt x="3458" y="8153"/>
                </a:lnTo>
                <a:lnTo>
                  <a:pt x="3458" y="8127"/>
                </a:lnTo>
                <a:lnTo>
                  <a:pt x="3464" y="8121"/>
                </a:lnTo>
                <a:lnTo>
                  <a:pt x="3473" y="8140"/>
                </a:lnTo>
                <a:lnTo>
                  <a:pt x="3478" y="8152"/>
                </a:lnTo>
                <a:lnTo>
                  <a:pt x="3485" y="8160"/>
                </a:lnTo>
                <a:lnTo>
                  <a:pt x="3488" y="8159"/>
                </a:lnTo>
                <a:lnTo>
                  <a:pt x="3493" y="8138"/>
                </a:lnTo>
                <a:lnTo>
                  <a:pt x="3494" y="8090"/>
                </a:lnTo>
                <a:lnTo>
                  <a:pt x="3494" y="8059"/>
                </a:lnTo>
                <a:lnTo>
                  <a:pt x="3499" y="8021"/>
                </a:lnTo>
                <a:lnTo>
                  <a:pt x="3506" y="8011"/>
                </a:lnTo>
                <a:lnTo>
                  <a:pt x="3511" y="8013"/>
                </a:lnTo>
                <a:lnTo>
                  <a:pt x="3518" y="8030"/>
                </a:lnTo>
                <a:lnTo>
                  <a:pt x="3522" y="8054"/>
                </a:lnTo>
                <a:lnTo>
                  <a:pt x="3527" y="8078"/>
                </a:lnTo>
                <a:lnTo>
                  <a:pt x="3543" y="8116"/>
                </a:lnTo>
                <a:lnTo>
                  <a:pt x="3556" y="8130"/>
                </a:lnTo>
                <a:lnTo>
                  <a:pt x="3564" y="8132"/>
                </a:lnTo>
                <a:lnTo>
                  <a:pt x="3571" y="8127"/>
                </a:lnTo>
                <a:lnTo>
                  <a:pt x="3574" y="8115"/>
                </a:lnTo>
                <a:lnTo>
                  <a:pt x="3575" y="8105"/>
                </a:lnTo>
                <a:lnTo>
                  <a:pt x="3575" y="8096"/>
                </a:lnTo>
                <a:lnTo>
                  <a:pt x="3577" y="8086"/>
                </a:lnTo>
                <a:lnTo>
                  <a:pt x="3586" y="8091"/>
                </a:lnTo>
                <a:lnTo>
                  <a:pt x="3601" y="8111"/>
                </a:lnTo>
                <a:lnTo>
                  <a:pt x="3613" y="8126"/>
                </a:lnTo>
                <a:lnTo>
                  <a:pt x="3645" y="8146"/>
                </a:lnTo>
                <a:lnTo>
                  <a:pt x="3659" y="8148"/>
                </a:lnTo>
                <a:lnTo>
                  <a:pt x="3672" y="8150"/>
                </a:lnTo>
                <a:lnTo>
                  <a:pt x="3695" y="8169"/>
                </a:lnTo>
                <a:lnTo>
                  <a:pt x="3701" y="8182"/>
                </a:lnTo>
                <a:lnTo>
                  <a:pt x="3704" y="8190"/>
                </a:lnTo>
                <a:lnTo>
                  <a:pt x="3713" y="8202"/>
                </a:lnTo>
                <a:lnTo>
                  <a:pt x="3726" y="8211"/>
                </a:lnTo>
                <a:lnTo>
                  <a:pt x="3741" y="8215"/>
                </a:lnTo>
                <a:lnTo>
                  <a:pt x="3750" y="8216"/>
                </a:lnTo>
                <a:lnTo>
                  <a:pt x="3761" y="8215"/>
                </a:lnTo>
                <a:lnTo>
                  <a:pt x="3778" y="8210"/>
                </a:lnTo>
                <a:lnTo>
                  <a:pt x="3790" y="8196"/>
                </a:lnTo>
                <a:lnTo>
                  <a:pt x="3798" y="8170"/>
                </a:lnTo>
                <a:lnTo>
                  <a:pt x="3801" y="8151"/>
                </a:lnTo>
                <a:lnTo>
                  <a:pt x="3808" y="8090"/>
                </a:lnTo>
                <a:lnTo>
                  <a:pt x="3811" y="8029"/>
                </a:lnTo>
                <a:lnTo>
                  <a:pt x="3812" y="8000"/>
                </a:lnTo>
                <a:lnTo>
                  <a:pt x="3821" y="7971"/>
                </a:lnTo>
                <a:lnTo>
                  <a:pt x="3830" y="7959"/>
                </a:lnTo>
                <a:lnTo>
                  <a:pt x="3836" y="7956"/>
                </a:lnTo>
                <a:lnTo>
                  <a:pt x="3846" y="7951"/>
                </a:lnTo>
                <a:lnTo>
                  <a:pt x="3860" y="7932"/>
                </a:lnTo>
                <a:lnTo>
                  <a:pt x="3861" y="7920"/>
                </a:lnTo>
                <a:lnTo>
                  <a:pt x="3861" y="7914"/>
                </a:lnTo>
                <a:lnTo>
                  <a:pt x="3867" y="7905"/>
                </a:lnTo>
                <a:lnTo>
                  <a:pt x="3879" y="7897"/>
                </a:lnTo>
                <a:lnTo>
                  <a:pt x="3892" y="7898"/>
                </a:lnTo>
                <a:lnTo>
                  <a:pt x="3900" y="7899"/>
                </a:lnTo>
                <a:lnTo>
                  <a:pt x="3911" y="7895"/>
                </a:lnTo>
                <a:lnTo>
                  <a:pt x="3921" y="7875"/>
                </a:lnTo>
                <a:lnTo>
                  <a:pt x="3924" y="7845"/>
                </a:lnTo>
                <a:lnTo>
                  <a:pt x="3929" y="7784"/>
                </a:lnTo>
                <a:lnTo>
                  <a:pt x="3941" y="7718"/>
                </a:lnTo>
                <a:lnTo>
                  <a:pt x="3946" y="7696"/>
                </a:lnTo>
                <a:lnTo>
                  <a:pt x="3952" y="7677"/>
                </a:lnTo>
                <a:lnTo>
                  <a:pt x="3955" y="7674"/>
                </a:lnTo>
                <a:lnTo>
                  <a:pt x="3961" y="7700"/>
                </a:lnTo>
                <a:lnTo>
                  <a:pt x="3968" y="7777"/>
                </a:lnTo>
                <a:lnTo>
                  <a:pt x="3974" y="7828"/>
                </a:lnTo>
                <a:lnTo>
                  <a:pt x="3988" y="7901"/>
                </a:lnTo>
                <a:lnTo>
                  <a:pt x="3995" y="7912"/>
                </a:lnTo>
                <a:lnTo>
                  <a:pt x="4005" y="7920"/>
                </a:lnTo>
                <a:lnTo>
                  <a:pt x="4018" y="7952"/>
                </a:lnTo>
                <a:lnTo>
                  <a:pt x="4021" y="7986"/>
                </a:lnTo>
                <a:lnTo>
                  <a:pt x="4017" y="8009"/>
                </a:lnTo>
                <a:lnTo>
                  <a:pt x="4009" y="8018"/>
                </a:lnTo>
                <a:lnTo>
                  <a:pt x="4005" y="8020"/>
                </a:lnTo>
                <a:lnTo>
                  <a:pt x="3999" y="8023"/>
                </a:lnTo>
                <a:lnTo>
                  <a:pt x="3989" y="8034"/>
                </a:lnTo>
                <a:lnTo>
                  <a:pt x="3981" y="8064"/>
                </a:lnTo>
                <a:lnTo>
                  <a:pt x="3980" y="8093"/>
                </a:lnTo>
                <a:lnTo>
                  <a:pt x="3980" y="8129"/>
                </a:lnTo>
                <a:lnTo>
                  <a:pt x="3986" y="8142"/>
                </a:lnTo>
                <a:lnTo>
                  <a:pt x="3997" y="8132"/>
                </a:lnTo>
                <a:lnTo>
                  <a:pt x="4005" y="8121"/>
                </a:lnTo>
                <a:lnTo>
                  <a:pt x="4012" y="8112"/>
                </a:lnTo>
                <a:lnTo>
                  <a:pt x="4023" y="8104"/>
                </a:lnTo>
                <a:lnTo>
                  <a:pt x="4029" y="8125"/>
                </a:lnTo>
                <a:lnTo>
                  <a:pt x="4031" y="8174"/>
                </a:lnTo>
                <a:lnTo>
                  <a:pt x="4030" y="8211"/>
                </a:lnTo>
                <a:lnTo>
                  <a:pt x="4022" y="8286"/>
                </a:lnTo>
                <a:lnTo>
                  <a:pt x="4016" y="8312"/>
                </a:lnTo>
                <a:lnTo>
                  <a:pt x="4010" y="8329"/>
                </a:lnTo>
                <a:lnTo>
                  <a:pt x="4006" y="8351"/>
                </a:lnTo>
                <a:lnTo>
                  <a:pt x="4010" y="8365"/>
                </a:lnTo>
                <a:lnTo>
                  <a:pt x="4023" y="8373"/>
                </a:lnTo>
                <a:lnTo>
                  <a:pt x="4032" y="8376"/>
                </a:lnTo>
                <a:lnTo>
                  <a:pt x="4045" y="8382"/>
                </a:lnTo>
                <a:lnTo>
                  <a:pt x="4056" y="8392"/>
                </a:lnTo>
                <a:lnTo>
                  <a:pt x="4057" y="8399"/>
                </a:lnTo>
                <a:lnTo>
                  <a:pt x="4056" y="8403"/>
                </a:lnTo>
                <a:lnTo>
                  <a:pt x="4052" y="8410"/>
                </a:lnTo>
                <a:lnTo>
                  <a:pt x="4056" y="8418"/>
                </a:lnTo>
                <a:lnTo>
                  <a:pt x="4062" y="8419"/>
                </a:lnTo>
                <a:lnTo>
                  <a:pt x="4066" y="8418"/>
                </a:lnTo>
                <a:lnTo>
                  <a:pt x="4074" y="8411"/>
                </a:lnTo>
                <a:lnTo>
                  <a:pt x="4085" y="8390"/>
                </a:lnTo>
                <a:lnTo>
                  <a:pt x="4092" y="8371"/>
                </a:lnTo>
                <a:lnTo>
                  <a:pt x="4099" y="8340"/>
                </a:lnTo>
                <a:lnTo>
                  <a:pt x="4110" y="8298"/>
                </a:lnTo>
                <a:lnTo>
                  <a:pt x="4122" y="8275"/>
                </a:lnTo>
                <a:lnTo>
                  <a:pt x="4138" y="8265"/>
                </a:lnTo>
                <a:lnTo>
                  <a:pt x="4150" y="8262"/>
                </a:lnTo>
                <a:lnTo>
                  <a:pt x="4157" y="8259"/>
                </a:lnTo>
                <a:lnTo>
                  <a:pt x="4174" y="8246"/>
                </a:lnTo>
                <a:lnTo>
                  <a:pt x="4199" y="8212"/>
                </a:lnTo>
                <a:lnTo>
                  <a:pt x="4213" y="8184"/>
                </a:lnTo>
                <a:lnTo>
                  <a:pt x="4225" y="8156"/>
                </a:lnTo>
                <a:lnTo>
                  <a:pt x="4249" y="8119"/>
                </a:lnTo>
                <a:lnTo>
                  <a:pt x="4255" y="8115"/>
                </a:lnTo>
                <a:lnTo>
                  <a:pt x="4261" y="8116"/>
                </a:lnTo>
                <a:lnTo>
                  <a:pt x="4261" y="8126"/>
                </a:lnTo>
                <a:lnTo>
                  <a:pt x="4257" y="8133"/>
                </a:lnTo>
                <a:lnTo>
                  <a:pt x="4255" y="8138"/>
                </a:lnTo>
                <a:lnTo>
                  <a:pt x="4255" y="8142"/>
                </a:lnTo>
                <a:lnTo>
                  <a:pt x="4266" y="8140"/>
                </a:lnTo>
                <a:lnTo>
                  <a:pt x="4282" y="8131"/>
                </a:lnTo>
                <a:lnTo>
                  <a:pt x="4297" y="8123"/>
                </a:lnTo>
                <a:lnTo>
                  <a:pt x="4324" y="8099"/>
                </a:lnTo>
                <a:lnTo>
                  <a:pt x="4330" y="8088"/>
                </a:lnTo>
                <a:lnTo>
                  <a:pt x="4335" y="8077"/>
                </a:lnTo>
                <a:lnTo>
                  <a:pt x="4355" y="8065"/>
                </a:lnTo>
                <a:lnTo>
                  <a:pt x="4368" y="8064"/>
                </a:lnTo>
                <a:lnTo>
                  <a:pt x="4380" y="8063"/>
                </a:lnTo>
                <a:lnTo>
                  <a:pt x="4404" y="8050"/>
                </a:lnTo>
                <a:lnTo>
                  <a:pt x="4427" y="8026"/>
                </a:lnTo>
                <a:lnTo>
                  <a:pt x="4449" y="7992"/>
                </a:lnTo>
                <a:lnTo>
                  <a:pt x="4469" y="7952"/>
                </a:lnTo>
                <a:lnTo>
                  <a:pt x="4485" y="7906"/>
                </a:lnTo>
                <a:lnTo>
                  <a:pt x="4497" y="7857"/>
                </a:lnTo>
                <a:lnTo>
                  <a:pt x="4503" y="7807"/>
                </a:lnTo>
                <a:lnTo>
                  <a:pt x="4503" y="7782"/>
                </a:lnTo>
                <a:lnTo>
                  <a:pt x="4504" y="7757"/>
                </a:lnTo>
                <a:lnTo>
                  <a:pt x="4514" y="7708"/>
                </a:lnTo>
                <a:lnTo>
                  <a:pt x="4522" y="7691"/>
                </a:lnTo>
                <a:lnTo>
                  <a:pt x="4529" y="7674"/>
                </a:lnTo>
                <a:lnTo>
                  <a:pt x="4539" y="7626"/>
                </a:lnTo>
                <a:lnTo>
                  <a:pt x="4541" y="7604"/>
                </a:lnTo>
                <a:lnTo>
                  <a:pt x="4542" y="7575"/>
                </a:lnTo>
                <a:lnTo>
                  <a:pt x="4557" y="7491"/>
                </a:lnTo>
                <a:lnTo>
                  <a:pt x="4568" y="7448"/>
                </a:lnTo>
                <a:lnTo>
                  <a:pt x="4583" y="7393"/>
                </a:lnTo>
                <a:lnTo>
                  <a:pt x="4594" y="7371"/>
                </a:lnTo>
                <a:lnTo>
                  <a:pt x="4597" y="7370"/>
                </a:lnTo>
                <a:lnTo>
                  <a:pt x="4602" y="7377"/>
                </a:lnTo>
                <a:lnTo>
                  <a:pt x="4606" y="7389"/>
                </a:lnTo>
                <a:lnTo>
                  <a:pt x="4617" y="7431"/>
                </a:lnTo>
                <a:lnTo>
                  <a:pt x="4637" y="7384"/>
                </a:lnTo>
                <a:lnTo>
                  <a:pt x="4644" y="7361"/>
                </a:lnTo>
                <a:lnTo>
                  <a:pt x="4654" y="7304"/>
                </a:lnTo>
                <a:lnTo>
                  <a:pt x="4655" y="7278"/>
                </a:lnTo>
                <a:lnTo>
                  <a:pt x="4656" y="7255"/>
                </a:lnTo>
                <a:lnTo>
                  <a:pt x="4660" y="7228"/>
                </a:lnTo>
                <a:lnTo>
                  <a:pt x="4670" y="7222"/>
                </a:lnTo>
                <a:lnTo>
                  <a:pt x="4686" y="7235"/>
                </a:lnTo>
                <a:lnTo>
                  <a:pt x="4698" y="7249"/>
                </a:lnTo>
                <a:lnTo>
                  <a:pt x="4704" y="7257"/>
                </a:lnTo>
                <a:lnTo>
                  <a:pt x="4715" y="7266"/>
                </a:lnTo>
                <a:lnTo>
                  <a:pt x="4725" y="7268"/>
                </a:lnTo>
                <a:lnTo>
                  <a:pt x="4736" y="7263"/>
                </a:lnTo>
                <a:lnTo>
                  <a:pt x="4743" y="7257"/>
                </a:lnTo>
                <a:lnTo>
                  <a:pt x="4753" y="7250"/>
                </a:lnTo>
                <a:lnTo>
                  <a:pt x="4776" y="7250"/>
                </a:lnTo>
                <a:lnTo>
                  <a:pt x="4795" y="7262"/>
                </a:lnTo>
                <a:lnTo>
                  <a:pt x="4806" y="7285"/>
                </a:lnTo>
                <a:lnTo>
                  <a:pt x="4807" y="7300"/>
                </a:lnTo>
                <a:lnTo>
                  <a:pt x="4808" y="7304"/>
                </a:lnTo>
                <a:lnTo>
                  <a:pt x="4814" y="7312"/>
                </a:lnTo>
                <a:lnTo>
                  <a:pt x="4831" y="7320"/>
                </a:lnTo>
                <a:lnTo>
                  <a:pt x="4848" y="7321"/>
                </a:lnTo>
                <a:lnTo>
                  <a:pt x="4859" y="7321"/>
                </a:lnTo>
                <a:lnTo>
                  <a:pt x="4877" y="7314"/>
                </a:lnTo>
                <a:lnTo>
                  <a:pt x="4893" y="7300"/>
                </a:lnTo>
                <a:lnTo>
                  <a:pt x="4908" y="7274"/>
                </a:lnTo>
                <a:lnTo>
                  <a:pt x="4916" y="7257"/>
                </a:lnTo>
                <a:lnTo>
                  <a:pt x="4927" y="7235"/>
                </a:lnTo>
                <a:lnTo>
                  <a:pt x="4936" y="7222"/>
                </a:lnTo>
                <a:lnTo>
                  <a:pt x="4937" y="7225"/>
                </a:lnTo>
                <a:lnTo>
                  <a:pt x="4936" y="7232"/>
                </a:lnTo>
                <a:lnTo>
                  <a:pt x="4934" y="7250"/>
                </a:lnTo>
                <a:lnTo>
                  <a:pt x="4940" y="7265"/>
                </a:lnTo>
                <a:lnTo>
                  <a:pt x="4948" y="7270"/>
                </a:lnTo>
                <a:lnTo>
                  <a:pt x="4954" y="7270"/>
                </a:lnTo>
                <a:lnTo>
                  <a:pt x="4965" y="7272"/>
                </a:lnTo>
                <a:lnTo>
                  <a:pt x="4973" y="7286"/>
                </a:lnTo>
                <a:lnTo>
                  <a:pt x="4969" y="7296"/>
                </a:lnTo>
                <a:lnTo>
                  <a:pt x="4967" y="7306"/>
                </a:lnTo>
                <a:lnTo>
                  <a:pt x="4970" y="7320"/>
                </a:lnTo>
                <a:lnTo>
                  <a:pt x="4974" y="7321"/>
                </a:lnTo>
                <a:lnTo>
                  <a:pt x="4981" y="7320"/>
                </a:lnTo>
                <a:lnTo>
                  <a:pt x="4995" y="7306"/>
                </a:lnTo>
                <a:lnTo>
                  <a:pt x="5000" y="7296"/>
                </a:lnTo>
                <a:lnTo>
                  <a:pt x="5003" y="7287"/>
                </a:lnTo>
                <a:lnTo>
                  <a:pt x="4999" y="7272"/>
                </a:lnTo>
                <a:lnTo>
                  <a:pt x="4994" y="7270"/>
                </a:lnTo>
                <a:lnTo>
                  <a:pt x="4990" y="7270"/>
                </a:lnTo>
                <a:lnTo>
                  <a:pt x="4983" y="7264"/>
                </a:lnTo>
                <a:lnTo>
                  <a:pt x="4977" y="7248"/>
                </a:lnTo>
                <a:lnTo>
                  <a:pt x="4976" y="7232"/>
                </a:lnTo>
                <a:lnTo>
                  <a:pt x="4975" y="7215"/>
                </a:lnTo>
                <a:lnTo>
                  <a:pt x="4965" y="7184"/>
                </a:lnTo>
                <a:lnTo>
                  <a:pt x="4958" y="7174"/>
                </a:lnTo>
                <a:lnTo>
                  <a:pt x="4953" y="7169"/>
                </a:lnTo>
                <a:lnTo>
                  <a:pt x="4948" y="7155"/>
                </a:lnTo>
                <a:lnTo>
                  <a:pt x="4950" y="7124"/>
                </a:lnTo>
                <a:lnTo>
                  <a:pt x="4959" y="7090"/>
                </a:lnTo>
                <a:lnTo>
                  <a:pt x="4972" y="7054"/>
                </a:lnTo>
                <a:lnTo>
                  <a:pt x="4998" y="6989"/>
                </a:lnTo>
                <a:lnTo>
                  <a:pt x="5023" y="6941"/>
                </a:lnTo>
                <a:lnTo>
                  <a:pt x="5040" y="6921"/>
                </a:lnTo>
                <a:lnTo>
                  <a:pt x="5048" y="6915"/>
                </a:lnTo>
                <a:lnTo>
                  <a:pt x="5052" y="6915"/>
                </a:lnTo>
                <a:lnTo>
                  <a:pt x="5061" y="6917"/>
                </a:lnTo>
                <a:lnTo>
                  <a:pt x="5069" y="6930"/>
                </a:lnTo>
                <a:lnTo>
                  <a:pt x="5065" y="6977"/>
                </a:lnTo>
                <a:lnTo>
                  <a:pt x="5047" y="7040"/>
                </a:lnTo>
                <a:lnTo>
                  <a:pt x="5037" y="7078"/>
                </a:lnTo>
                <a:lnTo>
                  <a:pt x="5030" y="7129"/>
                </a:lnTo>
                <a:lnTo>
                  <a:pt x="5034" y="7142"/>
                </a:lnTo>
                <a:lnTo>
                  <a:pt x="5039" y="7140"/>
                </a:lnTo>
                <a:lnTo>
                  <a:pt x="5053" y="7118"/>
                </a:lnTo>
                <a:lnTo>
                  <a:pt x="5066" y="7085"/>
                </a:lnTo>
                <a:lnTo>
                  <a:pt x="5083" y="7038"/>
                </a:lnTo>
                <a:lnTo>
                  <a:pt x="5090" y="7034"/>
                </a:lnTo>
                <a:lnTo>
                  <a:pt x="5085" y="7073"/>
                </a:lnTo>
                <a:lnTo>
                  <a:pt x="5081" y="7101"/>
                </a:lnTo>
                <a:lnTo>
                  <a:pt x="5084" y="7137"/>
                </a:lnTo>
                <a:lnTo>
                  <a:pt x="5090" y="7155"/>
                </a:lnTo>
                <a:lnTo>
                  <a:pt x="5095" y="7161"/>
                </a:lnTo>
                <a:lnTo>
                  <a:pt x="5104" y="7172"/>
                </a:lnTo>
                <a:lnTo>
                  <a:pt x="5106" y="7183"/>
                </a:lnTo>
                <a:lnTo>
                  <a:pt x="5101" y="7186"/>
                </a:lnTo>
                <a:lnTo>
                  <a:pt x="5096" y="7186"/>
                </a:lnTo>
                <a:lnTo>
                  <a:pt x="5093" y="7187"/>
                </a:lnTo>
                <a:lnTo>
                  <a:pt x="5086" y="7193"/>
                </a:lnTo>
                <a:lnTo>
                  <a:pt x="5079" y="7212"/>
                </a:lnTo>
                <a:lnTo>
                  <a:pt x="5078" y="7229"/>
                </a:lnTo>
                <a:lnTo>
                  <a:pt x="5079" y="7247"/>
                </a:lnTo>
                <a:lnTo>
                  <a:pt x="5087" y="7267"/>
                </a:lnTo>
                <a:lnTo>
                  <a:pt x="5100" y="7268"/>
                </a:lnTo>
                <a:lnTo>
                  <a:pt x="5112" y="7250"/>
                </a:lnTo>
                <a:lnTo>
                  <a:pt x="5116" y="7232"/>
                </a:lnTo>
                <a:lnTo>
                  <a:pt x="5118" y="7226"/>
                </a:lnTo>
                <a:lnTo>
                  <a:pt x="5121" y="7231"/>
                </a:lnTo>
                <a:lnTo>
                  <a:pt x="5125" y="7266"/>
                </a:lnTo>
                <a:lnTo>
                  <a:pt x="5126" y="7310"/>
                </a:lnTo>
                <a:lnTo>
                  <a:pt x="5125" y="7358"/>
                </a:lnTo>
                <a:lnTo>
                  <a:pt x="5117" y="7438"/>
                </a:lnTo>
                <a:lnTo>
                  <a:pt x="5111" y="7457"/>
                </a:lnTo>
                <a:lnTo>
                  <a:pt x="5107" y="7466"/>
                </a:lnTo>
                <a:lnTo>
                  <a:pt x="5103" y="7482"/>
                </a:lnTo>
                <a:lnTo>
                  <a:pt x="5108" y="7497"/>
                </a:lnTo>
                <a:lnTo>
                  <a:pt x="5120" y="7515"/>
                </a:lnTo>
                <a:lnTo>
                  <a:pt x="5130" y="7526"/>
                </a:lnTo>
                <a:lnTo>
                  <a:pt x="5144" y="7539"/>
                </a:lnTo>
                <a:lnTo>
                  <a:pt x="5166" y="7555"/>
                </a:lnTo>
                <a:lnTo>
                  <a:pt x="5171" y="7554"/>
                </a:lnTo>
                <a:lnTo>
                  <a:pt x="5182" y="7533"/>
                </a:lnTo>
                <a:lnTo>
                  <a:pt x="5213" y="7473"/>
                </a:lnTo>
                <a:lnTo>
                  <a:pt x="5231" y="7441"/>
                </a:lnTo>
                <a:lnTo>
                  <a:pt x="5284" y="7362"/>
                </a:lnTo>
                <a:lnTo>
                  <a:pt x="5342" y="7288"/>
                </a:lnTo>
                <a:lnTo>
                  <a:pt x="5376" y="7252"/>
                </a:lnTo>
                <a:lnTo>
                  <a:pt x="5390" y="7243"/>
                </a:lnTo>
                <a:lnTo>
                  <a:pt x="5394" y="7244"/>
                </a:lnTo>
                <a:lnTo>
                  <a:pt x="5394" y="7250"/>
                </a:lnTo>
                <a:lnTo>
                  <a:pt x="5380" y="7292"/>
                </a:lnTo>
                <a:lnTo>
                  <a:pt x="5367" y="7320"/>
                </a:lnTo>
                <a:lnTo>
                  <a:pt x="5351" y="7349"/>
                </a:lnTo>
                <a:lnTo>
                  <a:pt x="5333" y="7400"/>
                </a:lnTo>
                <a:lnTo>
                  <a:pt x="5330" y="7424"/>
                </a:lnTo>
                <a:lnTo>
                  <a:pt x="5331" y="7432"/>
                </a:lnTo>
                <a:lnTo>
                  <a:pt x="5341" y="7429"/>
                </a:lnTo>
                <a:lnTo>
                  <a:pt x="5354" y="7412"/>
                </a:lnTo>
                <a:lnTo>
                  <a:pt x="5366" y="7396"/>
                </a:lnTo>
                <a:lnTo>
                  <a:pt x="5386" y="7345"/>
                </a:lnTo>
                <a:lnTo>
                  <a:pt x="5394" y="7320"/>
                </a:lnTo>
                <a:lnTo>
                  <a:pt x="5402" y="7295"/>
                </a:lnTo>
                <a:lnTo>
                  <a:pt x="5420" y="7269"/>
                </a:lnTo>
                <a:lnTo>
                  <a:pt x="5435" y="7259"/>
                </a:lnTo>
                <a:lnTo>
                  <a:pt x="5450" y="7256"/>
                </a:lnTo>
                <a:lnTo>
                  <a:pt x="5464" y="7259"/>
                </a:lnTo>
                <a:lnTo>
                  <a:pt x="5478" y="7268"/>
                </a:lnTo>
                <a:lnTo>
                  <a:pt x="5491" y="7285"/>
                </a:lnTo>
                <a:lnTo>
                  <a:pt x="5496" y="7296"/>
                </a:lnTo>
                <a:lnTo>
                  <a:pt x="5501" y="7307"/>
                </a:lnTo>
                <a:lnTo>
                  <a:pt x="5515" y="7323"/>
                </a:lnTo>
                <a:lnTo>
                  <a:pt x="5530" y="7333"/>
                </a:lnTo>
                <a:lnTo>
                  <a:pt x="5550" y="7338"/>
                </a:lnTo>
                <a:lnTo>
                  <a:pt x="5562" y="7338"/>
                </a:lnTo>
                <a:lnTo>
                  <a:pt x="5583" y="7337"/>
                </a:lnTo>
                <a:lnTo>
                  <a:pt x="5618" y="7330"/>
                </a:lnTo>
                <a:lnTo>
                  <a:pt x="5627" y="7325"/>
                </a:lnTo>
                <a:lnTo>
                  <a:pt x="5639" y="7314"/>
                </a:lnTo>
                <a:lnTo>
                  <a:pt x="5674" y="7272"/>
                </a:lnTo>
                <a:lnTo>
                  <a:pt x="5710" y="7222"/>
                </a:lnTo>
                <a:lnTo>
                  <a:pt x="5733" y="7181"/>
                </a:lnTo>
                <a:lnTo>
                  <a:pt x="5737" y="7171"/>
                </a:lnTo>
                <a:lnTo>
                  <a:pt x="5738" y="7164"/>
                </a:lnTo>
                <a:lnTo>
                  <a:pt x="5747" y="7154"/>
                </a:lnTo>
                <a:lnTo>
                  <a:pt x="5754" y="7153"/>
                </a:lnTo>
                <a:lnTo>
                  <a:pt x="5761" y="7151"/>
                </a:lnTo>
                <a:lnTo>
                  <a:pt x="5769" y="7135"/>
                </a:lnTo>
                <a:lnTo>
                  <a:pt x="5770" y="7124"/>
                </a:lnTo>
                <a:lnTo>
                  <a:pt x="5771" y="7110"/>
                </a:lnTo>
                <a:lnTo>
                  <a:pt x="5779" y="7105"/>
                </a:lnTo>
                <a:lnTo>
                  <a:pt x="5787" y="7112"/>
                </a:lnTo>
                <a:lnTo>
                  <a:pt x="5791" y="7117"/>
                </a:lnTo>
                <a:lnTo>
                  <a:pt x="5793" y="7132"/>
                </a:lnTo>
                <a:lnTo>
                  <a:pt x="5788" y="7164"/>
                </a:lnTo>
                <a:lnTo>
                  <a:pt x="5768" y="7218"/>
                </a:lnTo>
                <a:lnTo>
                  <a:pt x="5737" y="7269"/>
                </a:lnTo>
                <a:lnTo>
                  <a:pt x="5718" y="7290"/>
                </a:lnTo>
                <a:lnTo>
                  <a:pt x="5707" y="7302"/>
                </a:lnTo>
                <a:lnTo>
                  <a:pt x="5695" y="7324"/>
                </a:lnTo>
                <a:lnTo>
                  <a:pt x="5696" y="7343"/>
                </a:lnTo>
                <a:lnTo>
                  <a:pt x="5708" y="7354"/>
                </a:lnTo>
                <a:lnTo>
                  <a:pt x="5719" y="7355"/>
                </a:lnTo>
                <a:lnTo>
                  <a:pt x="5725" y="7353"/>
                </a:lnTo>
                <a:lnTo>
                  <a:pt x="5727" y="7337"/>
                </a:lnTo>
                <a:lnTo>
                  <a:pt x="5724" y="7325"/>
                </a:lnTo>
                <a:lnTo>
                  <a:pt x="5718" y="7309"/>
                </a:lnTo>
                <a:lnTo>
                  <a:pt x="5725" y="7307"/>
                </a:lnTo>
                <a:lnTo>
                  <a:pt x="5742" y="7318"/>
                </a:lnTo>
                <a:lnTo>
                  <a:pt x="5753" y="7329"/>
                </a:lnTo>
                <a:lnTo>
                  <a:pt x="5767" y="7357"/>
                </a:lnTo>
                <a:lnTo>
                  <a:pt x="5767" y="7369"/>
                </a:lnTo>
                <a:lnTo>
                  <a:pt x="5766" y="7392"/>
                </a:lnTo>
                <a:lnTo>
                  <a:pt x="5768" y="7430"/>
                </a:lnTo>
                <a:lnTo>
                  <a:pt x="5777" y="7458"/>
                </a:lnTo>
                <a:lnTo>
                  <a:pt x="5792" y="7479"/>
                </a:lnTo>
                <a:lnTo>
                  <a:pt x="5804" y="7487"/>
                </a:lnTo>
                <a:lnTo>
                  <a:pt x="5815" y="7493"/>
                </a:lnTo>
                <a:lnTo>
                  <a:pt x="5832" y="7498"/>
                </a:lnTo>
                <a:lnTo>
                  <a:pt x="5849" y="7493"/>
                </a:lnTo>
                <a:lnTo>
                  <a:pt x="5868" y="7478"/>
                </a:lnTo>
                <a:lnTo>
                  <a:pt x="5881" y="7465"/>
                </a:lnTo>
                <a:lnTo>
                  <a:pt x="5916" y="7431"/>
                </a:lnTo>
                <a:lnTo>
                  <a:pt x="5932" y="7422"/>
                </a:lnTo>
                <a:lnTo>
                  <a:pt x="5951" y="7411"/>
                </a:lnTo>
                <a:lnTo>
                  <a:pt x="5993" y="7372"/>
                </a:lnTo>
                <a:lnTo>
                  <a:pt x="6014" y="7351"/>
                </a:lnTo>
                <a:lnTo>
                  <a:pt x="6041" y="7333"/>
                </a:lnTo>
                <a:lnTo>
                  <a:pt x="6054" y="7329"/>
                </a:lnTo>
                <a:lnTo>
                  <a:pt x="6058" y="7330"/>
                </a:lnTo>
                <a:lnTo>
                  <a:pt x="6061" y="7330"/>
                </a:lnTo>
                <a:lnTo>
                  <a:pt x="6072" y="7323"/>
                </a:lnTo>
                <a:lnTo>
                  <a:pt x="6096" y="7297"/>
                </a:lnTo>
                <a:lnTo>
                  <a:pt x="6115" y="7270"/>
                </a:lnTo>
                <a:lnTo>
                  <a:pt x="6136" y="7242"/>
                </a:lnTo>
                <a:lnTo>
                  <a:pt x="6190" y="7191"/>
                </a:lnTo>
                <a:lnTo>
                  <a:pt x="6213" y="7176"/>
                </a:lnTo>
                <a:lnTo>
                  <a:pt x="6269" y="7146"/>
                </a:lnTo>
                <a:lnTo>
                  <a:pt x="6343" y="7095"/>
                </a:lnTo>
                <a:lnTo>
                  <a:pt x="6379" y="7064"/>
                </a:lnTo>
                <a:lnTo>
                  <a:pt x="6390" y="7052"/>
                </a:lnTo>
                <a:lnTo>
                  <a:pt x="6408" y="7026"/>
                </a:lnTo>
                <a:lnTo>
                  <a:pt x="6470" y="6907"/>
                </a:lnTo>
                <a:lnTo>
                  <a:pt x="6542" y="6758"/>
                </a:lnTo>
                <a:lnTo>
                  <a:pt x="6597" y="6635"/>
                </a:lnTo>
                <a:lnTo>
                  <a:pt x="6606" y="6606"/>
                </a:lnTo>
                <a:lnTo>
                  <a:pt x="6612" y="6581"/>
                </a:lnTo>
                <a:lnTo>
                  <a:pt x="6621" y="6570"/>
                </a:lnTo>
                <a:lnTo>
                  <a:pt x="6628" y="6573"/>
                </a:lnTo>
                <a:lnTo>
                  <a:pt x="6632" y="6579"/>
                </a:lnTo>
                <a:lnTo>
                  <a:pt x="6638" y="6590"/>
                </a:lnTo>
                <a:lnTo>
                  <a:pt x="6637" y="6614"/>
                </a:lnTo>
                <a:lnTo>
                  <a:pt x="6630" y="6624"/>
                </a:lnTo>
                <a:lnTo>
                  <a:pt x="6623" y="6635"/>
                </a:lnTo>
                <a:lnTo>
                  <a:pt x="6620" y="6661"/>
                </a:lnTo>
                <a:lnTo>
                  <a:pt x="6627" y="6690"/>
                </a:lnTo>
                <a:lnTo>
                  <a:pt x="6644" y="6718"/>
                </a:lnTo>
                <a:lnTo>
                  <a:pt x="6656" y="6729"/>
                </a:lnTo>
                <a:lnTo>
                  <a:pt x="6662" y="6734"/>
                </a:lnTo>
                <a:lnTo>
                  <a:pt x="6675" y="6735"/>
                </a:lnTo>
                <a:lnTo>
                  <a:pt x="6689" y="6725"/>
                </a:lnTo>
                <a:lnTo>
                  <a:pt x="6707" y="6702"/>
                </a:lnTo>
                <a:lnTo>
                  <a:pt x="6717" y="6685"/>
                </a:lnTo>
                <a:lnTo>
                  <a:pt x="6732" y="6661"/>
                </a:lnTo>
                <a:lnTo>
                  <a:pt x="6750" y="6643"/>
                </a:lnTo>
                <a:lnTo>
                  <a:pt x="6758" y="6640"/>
                </a:lnTo>
                <a:lnTo>
                  <a:pt x="6763" y="6649"/>
                </a:lnTo>
                <a:lnTo>
                  <a:pt x="6755" y="6685"/>
                </a:lnTo>
                <a:lnTo>
                  <a:pt x="6742" y="6713"/>
                </a:lnTo>
                <a:lnTo>
                  <a:pt x="6728" y="6741"/>
                </a:lnTo>
                <a:lnTo>
                  <a:pt x="6721" y="6761"/>
                </a:lnTo>
                <a:lnTo>
                  <a:pt x="6723" y="6764"/>
                </a:lnTo>
                <a:lnTo>
                  <a:pt x="6734" y="6753"/>
                </a:lnTo>
                <a:lnTo>
                  <a:pt x="6763" y="6708"/>
                </a:lnTo>
                <a:lnTo>
                  <a:pt x="6784" y="6675"/>
                </a:lnTo>
                <a:lnTo>
                  <a:pt x="6804" y="6642"/>
                </a:lnTo>
                <a:lnTo>
                  <a:pt x="6826" y="6609"/>
                </a:lnTo>
                <a:lnTo>
                  <a:pt x="6834" y="6602"/>
                </a:lnTo>
                <a:lnTo>
                  <a:pt x="6834" y="6604"/>
                </a:lnTo>
                <a:lnTo>
                  <a:pt x="6835" y="6606"/>
                </a:lnTo>
                <a:lnTo>
                  <a:pt x="6839" y="6604"/>
                </a:lnTo>
                <a:lnTo>
                  <a:pt x="6849" y="6589"/>
                </a:lnTo>
                <a:lnTo>
                  <a:pt x="6859" y="6571"/>
                </a:lnTo>
                <a:lnTo>
                  <a:pt x="6871" y="6544"/>
                </a:lnTo>
                <a:lnTo>
                  <a:pt x="6896" y="6502"/>
                </a:lnTo>
                <a:lnTo>
                  <a:pt x="6919" y="6473"/>
                </a:lnTo>
                <a:lnTo>
                  <a:pt x="6935" y="6462"/>
                </a:lnTo>
                <a:lnTo>
                  <a:pt x="6942" y="6462"/>
                </a:lnTo>
                <a:lnTo>
                  <a:pt x="6945" y="6464"/>
                </a:lnTo>
                <a:lnTo>
                  <a:pt x="6947" y="6468"/>
                </a:lnTo>
                <a:lnTo>
                  <a:pt x="6945" y="6482"/>
                </a:lnTo>
                <a:lnTo>
                  <a:pt x="6933" y="6513"/>
                </a:lnTo>
                <a:lnTo>
                  <a:pt x="6917" y="6538"/>
                </a:lnTo>
                <a:lnTo>
                  <a:pt x="6901" y="6566"/>
                </a:lnTo>
                <a:lnTo>
                  <a:pt x="6879" y="6619"/>
                </a:lnTo>
                <a:lnTo>
                  <a:pt x="6875" y="6637"/>
                </a:lnTo>
                <a:lnTo>
                  <a:pt x="6875" y="6647"/>
                </a:lnTo>
                <a:lnTo>
                  <a:pt x="6878" y="6657"/>
                </a:lnTo>
                <a:lnTo>
                  <a:pt x="6893" y="6647"/>
                </a:lnTo>
                <a:lnTo>
                  <a:pt x="6915" y="6619"/>
                </a:lnTo>
                <a:lnTo>
                  <a:pt x="6956" y="6569"/>
                </a:lnTo>
                <a:lnTo>
                  <a:pt x="6993" y="6601"/>
                </a:lnTo>
                <a:lnTo>
                  <a:pt x="7006" y="6611"/>
                </a:lnTo>
                <a:lnTo>
                  <a:pt x="7020" y="6632"/>
                </a:lnTo>
                <a:lnTo>
                  <a:pt x="7025" y="6656"/>
                </a:lnTo>
                <a:lnTo>
                  <a:pt x="7022" y="6693"/>
                </a:lnTo>
                <a:lnTo>
                  <a:pt x="7017" y="6721"/>
                </a:lnTo>
                <a:lnTo>
                  <a:pt x="7014" y="6745"/>
                </a:lnTo>
                <a:lnTo>
                  <a:pt x="7012" y="6786"/>
                </a:lnTo>
                <a:lnTo>
                  <a:pt x="7015" y="6824"/>
                </a:lnTo>
                <a:lnTo>
                  <a:pt x="7025" y="6864"/>
                </a:lnTo>
                <a:lnTo>
                  <a:pt x="7032" y="6886"/>
                </a:lnTo>
                <a:lnTo>
                  <a:pt x="7044" y="6919"/>
                </a:lnTo>
                <a:lnTo>
                  <a:pt x="7067" y="6963"/>
                </a:lnTo>
                <a:lnTo>
                  <a:pt x="7074" y="6967"/>
                </a:lnTo>
                <a:lnTo>
                  <a:pt x="7077" y="6968"/>
                </a:lnTo>
                <a:lnTo>
                  <a:pt x="7082" y="6974"/>
                </a:lnTo>
                <a:lnTo>
                  <a:pt x="7083" y="6990"/>
                </a:lnTo>
                <a:lnTo>
                  <a:pt x="7079" y="7006"/>
                </a:lnTo>
                <a:lnTo>
                  <a:pt x="7075" y="7024"/>
                </a:lnTo>
                <a:lnTo>
                  <a:pt x="7081" y="7049"/>
                </a:lnTo>
                <a:lnTo>
                  <a:pt x="7088" y="7061"/>
                </a:lnTo>
                <a:lnTo>
                  <a:pt x="7093" y="7067"/>
                </a:lnTo>
                <a:lnTo>
                  <a:pt x="7101" y="7072"/>
                </a:lnTo>
                <a:lnTo>
                  <a:pt x="7113" y="7077"/>
                </a:lnTo>
                <a:lnTo>
                  <a:pt x="7124" y="7073"/>
                </a:lnTo>
                <a:lnTo>
                  <a:pt x="7137" y="7059"/>
                </a:lnTo>
                <a:lnTo>
                  <a:pt x="7145" y="7048"/>
                </a:lnTo>
                <a:lnTo>
                  <a:pt x="7157" y="7030"/>
                </a:lnTo>
                <a:lnTo>
                  <a:pt x="7172" y="6986"/>
                </a:lnTo>
                <a:lnTo>
                  <a:pt x="7174" y="6967"/>
                </a:lnTo>
                <a:lnTo>
                  <a:pt x="7175" y="6948"/>
                </a:lnTo>
                <a:lnTo>
                  <a:pt x="7183" y="6907"/>
                </a:lnTo>
                <a:lnTo>
                  <a:pt x="7189" y="6891"/>
                </a:lnTo>
                <a:lnTo>
                  <a:pt x="7193" y="6882"/>
                </a:lnTo>
                <a:lnTo>
                  <a:pt x="7199" y="6873"/>
                </a:lnTo>
                <a:lnTo>
                  <a:pt x="7205" y="6885"/>
                </a:lnTo>
                <a:lnTo>
                  <a:pt x="7208" y="6916"/>
                </a:lnTo>
                <a:lnTo>
                  <a:pt x="7209" y="6953"/>
                </a:lnTo>
                <a:lnTo>
                  <a:pt x="7216" y="6945"/>
                </a:lnTo>
                <a:lnTo>
                  <a:pt x="7224" y="6900"/>
                </a:lnTo>
                <a:lnTo>
                  <a:pt x="7235" y="6831"/>
                </a:lnTo>
                <a:lnTo>
                  <a:pt x="7239" y="6781"/>
                </a:lnTo>
                <a:lnTo>
                  <a:pt x="7239" y="6760"/>
                </a:lnTo>
                <a:lnTo>
                  <a:pt x="7234" y="6752"/>
                </a:lnTo>
                <a:lnTo>
                  <a:pt x="7226" y="6758"/>
                </a:lnTo>
                <a:lnTo>
                  <a:pt x="7221" y="6764"/>
                </a:lnTo>
                <a:lnTo>
                  <a:pt x="7211" y="6777"/>
                </a:lnTo>
                <a:lnTo>
                  <a:pt x="7208" y="6775"/>
                </a:lnTo>
                <a:lnTo>
                  <a:pt x="7213" y="6759"/>
                </a:lnTo>
                <a:lnTo>
                  <a:pt x="7220" y="6728"/>
                </a:lnTo>
                <a:lnTo>
                  <a:pt x="7224" y="6692"/>
                </a:lnTo>
                <a:lnTo>
                  <a:pt x="7225" y="6678"/>
                </a:lnTo>
                <a:lnTo>
                  <a:pt x="7228" y="6666"/>
                </a:lnTo>
                <a:lnTo>
                  <a:pt x="7236" y="6675"/>
                </a:lnTo>
                <a:lnTo>
                  <a:pt x="7246" y="6728"/>
                </a:lnTo>
                <a:lnTo>
                  <a:pt x="7254" y="6805"/>
                </a:lnTo>
                <a:lnTo>
                  <a:pt x="7255" y="6845"/>
                </a:lnTo>
                <a:lnTo>
                  <a:pt x="7257" y="6890"/>
                </a:lnTo>
                <a:lnTo>
                  <a:pt x="7265" y="6930"/>
                </a:lnTo>
                <a:lnTo>
                  <a:pt x="7272" y="6944"/>
                </a:lnTo>
                <a:lnTo>
                  <a:pt x="7281" y="6947"/>
                </a:lnTo>
                <a:lnTo>
                  <a:pt x="7289" y="6939"/>
                </a:lnTo>
                <a:lnTo>
                  <a:pt x="7302" y="6905"/>
                </a:lnTo>
                <a:lnTo>
                  <a:pt x="7310" y="6864"/>
                </a:lnTo>
                <a:lnTo>
                  <a:pt x="7320" y="6789"/>
                </a:lnTo>
                <a:lnTo>
                  <a:pt x="7321" y="6869"/>
                </a:lnTo>
                <a:lnTo>
                  <a:pt x="7323" y="6895"/>
                </a:lnTo>
                <a:lnTo>
                  <a:pt x="7327" y="6928"/>
                </a:lnTo>
                <a:lnTo>
                  <a:pt x="7336" y="6944"/>
                </a:lnTo>
                <a:lnTo>
                  <a:pt x="7353" y="6949"/>
                </a:lnTo>
                <a:lnTo>
                  <a:pt x="7366" y="6950"/>
                </a:lnTo>
                <a:lnTo>
                  <a:pt x="7385" y="6953"/>
                </a:lnTo>
                <a:lnTo>
                  <a:pt x="7418" y="6971"/>
                </a:lnTo>
                <a:lnTo>
                  <a:pt x="7429" y="6984"/>
                </a:lnTo>
                <a:lnTo>
                  <a:pt x="7441" y="7000"/>
                </a:lnTo>
                <a:lnTo>
                  <a:pt x="7469" y="7016"/>
                </a:lnTo>
                <a:lnTo>
                  <a:pt x="7487" y="7016"/>
                </a:lnTo>
                <a:lnTo>
                  <a:pt x="7498" y="7011"/>
                </a:lnTo>
                <a:lnTo>
                  <a:pt x="7505" y="7001"/>
                </a:lnTo>
                <a:lnTo>
                  <a:pt x="7510" y="6986"/>
                </a:lnTo>
                <a:lnTo>
                  <a:pt x="7510" y="6977"/>
                </a:lnTo>
                <a:lnTo>
                  <a:pt x="7511" y="6960"/>
                </a:lnTo>
                <a:lnTo>
                  <a:pt x="7525" y="6927"/>
                </a:lnTo>
                <a:lnTo>
                  <a:pt x="7536" y="6916"/>
                </a:lnTo>
                <a:lnTo>
                  <a:pt x="7546" y="6906"/>
                </a:lnTo>
                <a:lnTo>
                  <a:pt x="7560" y="6878"/>
                </a:lnTo>
                <a:lnTo>
                  <a:pt x="7561" y="6864"/>
                </a:lnTo>
                <a:lnTo>
                  <a:pt x="7562" y="6851"/>
                </a:lnTo>
                <a:lnTo>
                  <a:pt x="7571" y="6829"/>
                </a:lnTo>
                <a:lnTo>
                  <a:pt x="7578" y="6824"/>
                </a:lnTo>
                <a:lnTo>
                  <a:pt x="7585" y="6817"/>
                </a:lnTo>
                <a:lnTo>
                  <a:pt x="7593" y="6780"/>
                </a:lnTo>
                <a:lnTo>
                  <a:pt x="7594" y="6758"/>
                </a:lnTo>
                <a:lnTo>
                  <a:pt x="7596" y="6730"/>
                </a:lnTo>
                <a:lnTo>
                  <a:pt x="7614" y="6639"/>
                </a:lnTo>
                <a:lnTo>
                  <a:pt x="7639" y="6537"/>
                </a:lnTo>
                <a:lnTo>
                  <a:pt x="7662" y="6460"/>
                </a:lnTo>
                <a:lnTo>
                  <a:pt x="7670" y="6447"/>
                </a:lnTo>
                <a:lnTo>
                  <a:pt x="7673" y="6446"/>
                </a:lnTo>
                <a:lnTo>
                  <a:pt x="7676" y="6456"/>
                </a:lnTo>
                <a:lnTo>
                  <a:pt x="7677" y="6494"/>
                </a:lnTo>
                <a:lnTo>
                  <a:pt x="7675" y="6531"/>
                </a:lnTo>
                <a:lnTo>
                  <a:pt x="7675" y="6571"/>
                </a:lnTo>
                <a:lnTo>
                  <a:pt x="7679" y="6610"/>
                </a:lnTo>
                <a:lnTo>
                  <a:pt x="7683" y="6623"/>
                </a:lnTo>
                <a:lnTo>
                  <a:pt x="7686" y="6624"/>
                </a:lnTo>
                <a:lnTo>
                  <a:pt x="7690" y="6624"/>
                </a:lnTo>
                <a:lnTo>
                  <a:pt x="7698" y="6634"/>
                </a:lnTo>
                <a:lnTo>
                  <a:pt x="7708" y="6660"/>
                </a:lnTo>
                <a:lnTo>
                  <a:pt x="7717" y="6710"/>
                </a:lnTo>
                <a:lnTo>
                  <a:pt x="7716" y="6755"/>
                </a:lnTo>
                <a:lnTo>
                  <a:pt x="7711" y="6768"/>
                </a:lnTo>
                <a:lnTo>
                  <a:pt x="7704" y="6780"/>
                </a:lnTo>
                <a:lnTo>
                  <a:pt x="7697" y="6804"/>
                </a:lnTo>
                <a:lnTo>
                  <a:pt x="7699" y="6821"/>
                </a:lnTo>
                <a:lnTo>
                  <a:pt x="7709" y="6831"/>
                </a:lnTo>
                <a:lnTo>
                  <a:pt x="7718" y="6832"/>
                </a:lnTo>
                <a:lnTo>
                  <a:pt x="7724" y="6833"/>
                </a:lnTo>
                <a:lnTo>
                  <a:pt x="7732" y="6851"/>
                </a:lnTo>
                <a:lnTo>
                  <a:pt x="7739" y="6917"/>
                </a:lnTo>
                <a:lnTo>
                  <a:pt x="7740" y="7004"/>
                </a:lnTo>
                <a:lnTo>
                  <a:pt x="7739" y="7099"/>
                </a:lnTo>
                <a:lnTo>
                  <a:pt x="7747" y="7172"/>
                </a:lnTo>
                <a:lnTo>
                  <a:pt x="7760" y="7201"/>
                </a:lnTo>
                <a:lnTo>
                  <a:pt x="7769" y="7212"/>
                </a:lnTo>
                <a:lnTo>
                  <a:pt x="7785" y="7230"/>
                </a:lnTo>
                <a:lnTo>
                  <a:pt x="7801" y="7235"/>
                </a:lnTo>
                <a:lnTo>
                  <a:pt x="7809" y="7228"/>
                </a:lnTo>
                <a:lnTo>
                  <a:pt x="7814" y="7220"/>
                </a:lnTo>
                <a:lnTo>
                  <a:pt x="7820" y="7209"/>
                </a:lnTo>
                <a:lnTo>
                  <a:pt x="7830" y="7176"/>
                </a:lnTo>
                <a:lnTo>
                  <a:pt x="7830" y="7161"/>
                </a:lnTo>
                <a:lnTo>
                  <a:pt x="7830" y="7142"/>
                </a:lnTo>
                <a:lnTo>
                  <a:pt x="7819" y="7146"/>
                </a:lnTo>
                <a:lnTo>
                  <a:pt x="7806" y="7169"/>
                </a:lnTo>
                <a:lnTo>
                  <a:pt x="7782" y="7212"/>
                </a:lnTo>
                <a:lnTo>
                  <a:pt x="7781" y="7166"/>
                </a:lnTo>
                <a:lnTo>
                  <a:pt x="7782" y="7146"/>
                </a:lnTo>
                <a:lnTo>
                  <a:pt x="7792" y="7124"/>
                </a:lnTo>
                <a:lnTo>
                  <a:pt x="7803" y="7115"/>
                </a:lnTo>
                <a:lnTo>
                  <a:pt x="7811" y="7112"/>
                </a:lnTo>
                <a:lnTo>
                  <a:pt x="7830" y="7104"/>
                </a:lnTo>
                <a:lnTo>
                  <a:pt x="7876" y="7069"/>
                </a:lnTo>
                <a:lnTo>
                  <a:pt x="7921" y="7022"/>
                </a:lnTo>
                <a:lnTo>
                  <a:pt x="7953" y="6977"/>
                </a:lnTo>
                <a:lnTo>
                  <a:pt x="7959" y="6959"/>
                </a:lnTo>
                <a:lnTo>
                  <a:pt x="7965" y="6938"/>
                </a:lnTo>
                <a:lnTo>
                  <a:pt x="7978" y="6918"/>
                </a:lnTo>
                <a:lnTo>
                  <a:pt x="7987" y="6921"/>
                </a:lnTo>
                <a:lnTo>
                  <a:pt x="7990" y="6948"/>
                </a:lnTo>
                <a:lnTo>
                  <a:pt x="7989" y="6971"/>
                </a:lnTo>
                <a:lnTo>
                  <a:pt x="7986" y="7004"/>
                </a:lnTo>
                <a:lnTo>
                  <a:pt x="7990" y="7009"/>
                </a:lnTo>
                <a:lnTo>
                  <a:pt x="8000" y="6984"/>
                </a:lnTo>
                <a:lnTo>
                  <a:pt x="8010" y="6965"/>
                </a:lnTo>
                <a:lnTo>
                  <a:pt x="8037" y="6925"/>
                </a:lnTo>
                <a:lnTo>
                  <a:pt x="8069" y="6890"/>
                </a:lnTo>
                <a:lnTo>
                  <a:pt x="8096" y="6867"/>
                </a:lnTo>
                <a:lnTo>
                  <a:pt x="8106" y="6865"/>
                </a:lnTo>
                <a:lnTo>
                  <a:pt x="8120" y="6863"/>
                </a:lnTo>
                <a:lnTo>
                  <a:pt x="8157" y="6842"/>
                </a:lnTo>
                <a:lnTo>
                  <a:pt x="8192" y="6811"/>
                </a:lnTo>
                <a:lnTo>
                  <a:pt x="8210" y="6788"/>
                </a:lnTo>
                <a:lnTo>
                  <a:pt x="8214" y="6775"/>
                </a:lnTo>
                <a:lnTo>
                  <a:pt x="8213" y="6771"/>
                </a:lnTo>
                <a:lnTo>
                  <a:pt x="8211" y="6761"/>
                </a:lnTo>
                <a:lnTo>
                  <a:pt x="8214" y="6749"/>
                </a:lnTo>
                <a:lnTo>
                  <a:pt x="8220" y="6748"/>
                </a:lnTo>
                <a:lnTo>
                  <a:pt x="8223" y="6746"/>
                </a:lnTo>
                <a:lnTo>
                  <a:pt x="8232" y="6731"/>
                </a:lnTo>
                <a:lnTo>
                  <a:pt x="8247" y="6687"/>
                </a:lnTo>
                <a:lnTo>
                  <a:pt x="8257" y="6647"/>
                </a:lnTo>
                <a:lnTo>
                  <a:pt x="8264" y="6612"/>
                </a:lnTo>
                <a:lnTo>
                  <a:pt x="8273" y="6571"/>
                </a:lnTo>
                <a:lnTo>
                  <a:pt x="8282" y="6561"/>
                </a:lnTo>
                <a:lnTo>
                  <a:pt x="8287" y="6560"/>
                </a:lnTo>
                <a:lnTo>
                  <a:pt x="8298" y="6569"/>
                </a:lnTo>
                <a:lnTo>
                  <a:pt x="8309" y="6581"/>
                </a:lnTo>
                <a:lnTo>
                  <a:pt x="8319" y="6592"/>
                </a:lnTo>
                <a:lnTo>
                  <a:pt x="8332" y="6616"/>
                </a:lnTo>
                <a:lnTo>
                  <a:pt x="8336" y="6656"/>
                </a:lnTo>
                <a:lnTo>
                  <a:pt x="8334" y="6722"/>
                </a:lnTo>
                <a:lnTo>
                  <a:pt x="8331" y="6769"/>
                </a:lnTo>
                <a:lnTo>
                  <a:pt x="8326" y="6850"/>
                </a:lnTo>
                <a:lnTo>
                  <a:pt x="8316" y="7106"/>
                </a:lnTo>
                <a:lnTo>
                  <a:pt x="8313" y="7242"/>
                </a:lnTo>
                <a:lnTo>
                  <a:pt x="8309" y="7420"/>
                </a:lnTo>
                <a:lnTo>
                  <a:pt x="8314" y="7547"/>
                </a:lnTo>
                <a:lnTo>
                  <a:pt x="8325" y="7589"/>
                </a:lnTo>
                <a:lnTo>
                  <a:pt x="8333" y="7604"/>
                </a:lnTo>
                <a:lnTo>
                  <a:pt x="8339" y="7614"/>
                </a:lnTo>
                <a:lnTo>
                  <a:pt x="8350" y="7646"/>
                </a:lnTo>
                <a:lnTo>
                  <a:pt x="8363" y="7711"/>
                </a:lnTo>
                <a:lnTo>
                  <a:pt x="8367" y="7766"/>
                </a:lnTo>
                <a:lnTo>
                  <a:pt x="8370" y="7813"/>
                </a:lnTo>
                <a:lnTo>
                  <a:pt x="8376" y="7883"/>
                </a:lnTo>
                <a:lnTo>
                  <a:pt x="8385" y="7919"/>
                </a:lnTo>
                <a:lnTo>
                  <a:pt x="8393" y="7927"/>
                </a:lnTo>
                <a:lnTo>
                  <a:pt x="8399" y="7923"/>
                </a:lnTo>
                <a:lnTo>
                  <a:pt x="8402" y="7917"/>
                </a:lnTo>
                <a:lnTo>
                  <a:pt x="8404" y="7914"/>
                </a:lnTo>
                <a:lnTo>
                  <a:pt x="8409" y="7919"/>
                </a:lnTo>
                <a:lnTo>
                  <a:pt x="8415" y="7945"/>
                </a:lnTo>
                <a:lnTo>
                  <a:pt x="8417" y="7973"/>
                </a:lnTo>
                <a:lnTo>
                  <a:pt x="8418" y="7996"/>
                </a:lnTo>
                <a:lnTo>
                  <a:pt x="8423" y="8035"/>
                </a:lnTo>
                <a:lnTo>
                  <a:pt x="8433" y="8062"/>
                </a:lnTo>
                <a:lnTo>
                  <a:pt x="8444" y="8077"/>
                </a:lnTo>
                <a:lnTo>
                  <a:pt x="8459" y="8082"/>
                </a:lnTo>
                <a:lnTo>
                  <a:pt x="8477" y="8075"/>
                </a:lnTo>
                <a:lnTo>
                  <a:pt x="8498" y="8057"/>
                </a:lnTo>
                <a:lnTo>
                  <a:pt x="8524" y="8028"/>
                </a:lnTo>
                <a:lnTo>
                  <a:pt x="8537" y="8009"/>
                </a:lnTo>
                <a:lnTo>
                  <a:pt x="8559" y="7977"/>
                </a:lnTo>
                <a:lnTo>
                  <a:pt x="8590" y="7950"/>
                </a:lnTo>
                <a:lnTo>
                  <a:pt x="8607" y="7942"/>
                </a:lnTo>
                <a:lnTo>
                  <a:pt x="8613" y="7943"/>
                </a:lnTo>
                <a:lnTo>
                  <a:pt x="8624" y="7944"/>
                </a:lnTo>
                <a:lnTo>
                  <a:pt x="8640" y="7934"/>
                </a:lnTo>
                <a:lnTo>
                  <a:pt x="8642" y="7926"/>
                </a:lnTo>
                <a:lnTo>
                  <a:pt x="8642" y="7921"/>
                </a:lnTo>
                <a:lnTo>
                  <a:pt x="8646" y="7917"/>
                </a:lnTo>
                <a:lnTo>
                  <a:pt x="8657" y="7923"/>
                </a:lnTo>
                <a:lnTo>
                  <a:pt x="8668" y="7936"/>
                </a:lnTo>
                <a:lnTo>
                  <a:pt x="8679" y="7948"/>
                </a:lnTo>
                <a:lnTo>
                  <a:pt x="8705" y="7960"/>
                </a:lnTo>
                <a:lnTo>
                  <a:pt x="8716" y="7958"/>
                </a:lnTo>
                <a:lnTo>
                  <a:pt x="8722" y="7956"/>
                </a:lnTo>
                <a:lnTo>
                  <a:pt x="8737" y="7957"/>
                </a:lnTo>
                <a:lnTo>
                  <a:pt x="8757" y="7971"/>
                </a:lnTo>
                <a:lnTo>
                  <a:pt x="8770" y="7988"/>
                </a:lnTo>
                <a:lnTo>
                  <a:pt x="8781" y="8003"/>
                </a:lnTo>
                <a:lnTo>
                  <a:pt x="8806" y="8024"/>
                </a:lnTo>
                <a:lnTo>
                  <a:pt x="8829" y="8031"/>
                </a:lnTo>
                <a:lnTo>
                  <a:pt x="8840" y="8027"/>
                </a:lnTo>
                <a:lnTo>
                  <a:pt x="8844" y="8019"/>
                </a:lnTo>
                <a:lnTo>
                  <a:pt x="8845" y="8014"/>
                </a:lnTo>
                <a:lnTo>
                  <a:pt x="8846" y="8008"/>
                </a:lnTo>
                <a:lnTo>
                  <a:pt x="8858" y="8000"/>
                </a:lnTo>
                <a:lnTo>
                  <a:pt x="8866" y="8001"/>
                </a:lnTo>
                <a:lnTo>
                  <a:pt x="8871" y="8001"/>
                </a:lnTo>
                <a:lnTo>
                  <a:pt x="8885" y="7990"/>
                </a:lnTo>
                <a:lnTo>
                  <a:pt x="8910" y="7957"/>
                </a:lnTo>
                <a:lnTo>
                  <a:pt x="8927" y="7924"/>
                </a:lnTo>
                <a:lnTo>
                  <a:pt x="8944" y="7892"/>
                </a:lnTo>
                <a:lnTo>
                  <a:pt x="8970" y="7858"/>
                </a:lnTo>
                <a:lnTo>
                  <a:pt x="8985" y="7846"/>
                </a:lnTo>
                <a:lnTo>
                  <a:pt x="8990" y="7845"/>
                </a:lnTo>
                <a:lnTo>
                  <a:pt x="9000" y="7844"/>
                </a:lnTo>
                <a:lnTo>
                  <a:pt x="9012" y="7834"/>
                </a:lnTo>
                <a:lnTo>
                  <a:pt x="9013" y="7827"/>
                </a:lnTo>
                <a:lnTo>
                  <a:pt x="9015" y="7820"/>
                </a:lnTo>
                <a:lnTo>
                  <a:pt x="9030" y="7811"/>
                </a:lnTo>
                <a:lnTo>
                  <a:pt x="9039" y="7811"/>
                </a:lnTo>
                <a:lnTo>
                  <a:pt x="9049" y="7812"/>
                </a:lnTo>
                <a:lnTo>
                  <a:pt x="9063" y="7826"/>
                </a:lnTo>
                <a:lnTo>
                  <a:pt x="9064" y="7836"/>
                </a:lnTo>
                <a:lnTo>
                  <a:pt x="9063" y="7848"/>
                </a:lnTo>
                <a:lnTo>
                  <a:pt x="9049" y="7867"/>
                </a:lnTo>
                <a:lnTo>
                  <a:pt x="9039" y="7872"/>
                </a:lnTo>
                <a:lnTo>
                  <a:pt x="9030" y="7878"/>
                </a:lnTo>
                <a:lnTo>
                  <a:pt x="9015" y="7904"/>
                </a:lnTo>
                <a:lnTo>
                  <a:pt x="9013" y="7920"/>
                </a:lnTo>
                <a:lnTo>
                  <a:pt x="9013" y="7930"/>
                </a:lnTo>
                <a:lnTo>
                  <a:pt x="9006" y="7948"/>
                </a:lnTo>
                <a:lnTo>
                  <a:pt x="8986" y="7975"/>
                </a:lnTo>
                <a:lnTo>
                  <a:pt x="8965" y="7991"/>
                </a:lnTo>
                <a:lnTo>
                  <a:pt x="8953" y="7999"/>
                </a:lnTo>
                <a:lnTo>
                  <a:pt x="8934" y="8015"/>
                </a:lnTo>
                <a:lnTo>
                  <a:pt x="8926" y="8030"/>
                </a:lnTo>
                <a:lnTo>
                  <a:pt x="8925" y="8045"/>
                </a:lnTo>
                <a:lnTo>
                  <a:pt x="8927" y="8054"/>
                </a:lnTo>
                <a:lnTo>
                  <a:pt x="8931" y="8063"/>
                </a:lnTo>
                <a:lnTo>
                  <a:pt x="8939" y="8073"/>
                </a:lnTo>
                <a:lnTo>
                  <a:pt x="8955" y="8066"/>
                </a:lnTo>
                <a:lnTo>
                  <a:pt x="8975" y="8040"/>
                </a:lnTo>
                <a:lnTo>
                  <a:pt x="9012" y="7994"/>
                </a:lnTo>
                <a:lnTo>
                  <a:pt x="9017" y="8042"/>
                </a:lnTo>
                <a:lnTo>
                  <a:pt x="9020" y="8061"/>
                </a:lnTo>
                <a:lnTo>
                  <a:pt x="9032" y="8082"/>
                </a:lnTo>
                <a:lnTo>
                  <a:pt x="9042" y="8091"/>
                </a:lnTo>
                <a:lnTo>
                  <a:pt x="9048" y="8091"/>
                </a:lnTo>
                <a:lnTo>
                  <a:pt x="9071" y="8094"/>
                </a:lnTo>
                <a:lnTo>
                  <a:pt x="9093" y="8096"/>
                </a:lnTo>
                <a:lnTo>
                  <a:pt x="9101" y="8098"/>
                </a:lnTo>
                <a:lnTo>
                  <a:pt x="9115" y="8114"/>
                </a:lnTo>
                <a:lnTo>
                  <a:pt x="9119" y="8125"/>
                </a:lnTo>
                <a:lnTo>
                  <a:pt x="9121" y="8132"/>
                </a:lnTo>
                <a:lnTo>
                  <a:pt x="9133" y="8135"/>
                </a:lnTo>
                <a:lnTo>
                  <a:pt x="9173" y="8112"/>
                </a:lnTo>
                <a:lnTo>
                  <a:pt x="9225" y="8070"/>
                </a:lnTo>
                <a:lnTo>
                  <a:pt x="9278" y="8028"/>
                </a:lnTo>
                <a:lnTo>
                  <a:pt x="9304" y="8012"/>
                </a:lnTo>
                <a:lnTo>
                  <a:pt x="9307" y="8013"/>
                </a:lnTo>
                <a:lnTo>
                  <a:pt x="9304" y="8022"/>
                </a:lnTo>
                <a:lnTo>
                  <a:pt x="9296" y="8035"/>
                </a:lnTo>
                <a:lnTo>
                  <a:pt x="9284" y="8055"/>
                </a:lnTo>
                <a:lnTo>
                  <a:pt x="9272" y="8087"/>
                </a:lnTo>
                <a:lnTo>
                  <a:pt x="9274" y="8093"/>
                </a:lnTo>
                <a:lnTo>
                  <a:pt x="9276" y="8094"/>
                </a:lnTo>
                <a:lnTo>
                  <a:pt x="9284" y="8087"/>
                </a:lnTo>
                <a:lnTo>
                  <a:pt x="9300" y="8062"/>
                </a:lnTo>
                <a:lnTo>
                  <a:pt x="9312" y="8037"/>
                </a:lnTo>
                <a:lnTo>
                  <a:pt x="9327" y="8009"/>
                </a:lnTo>
                <a:lnTo>
                  <a:pt x="9354" y="7962"/>
                </a:lnTo>
                <a:lnTo>
                  <a:pt x="9381" y="7927"/>
                </a:lnTo>
                <a:lnTo>
                  <a:pt x="9412" y="7901"/>
                </a:lnTo>
                <a:lnTo>
                  <a:pt x="9428" y="7892"/>
                </a:lnTo>
                <a:lnTo>
                  <a:pt x="9445" y="7882"/>
                </a:lnTo>
                <a:lnTo>
                  <a:pt x="9451" y="7885"/>
                </a:lnTo>
                <a:lnTo>
                  <a:pt x="9441" y="7897"/>
                </a:lnTo>
                <a:lnTo>
                  <a:pt x="9432" y="7908"/>
                </a:lnTo>
                <a:lnTo>
                  <a:pt x="9421" y="7935"/>
                </a:lnTo>
                <a:lnTo>
                  <a:pt x="9420" y="7961"/>
                </a:lnTo>
                <a:lnTo>
                  <a:pt x="9426" y="7974"/>
                </a:lnTo>
                <a:lnTo>
                  <a:pt x="9433" y="7979"/>
                </a:lnTo>
                <a:lnTo>
                  <a:pt x="9438" y="7979"/>
                </a:lnTo>
                <a:lnTo>
                  <a:pt x="9445" y="7977"/>
                </a:lnTo>
                <a:lnTo>
                  <a:pt x="9460" y="7959"/>
                </a:lnTo>
                <a:lnTo>
                  <a:pt x="9464" y="7946"/>
                </a:lnTo>
                <a:lnTo>
                  <a:pt x="9469" y="7933"/>
                </a:lnTo>
                <a:lnTo>
                  <a:pt x="9482" y="7914"/>
                </a:lnTo>
                <a:lnTo>
                  <a:pt x="9489" y="7912"/>
                </a:lnTo>
                <a:lnTo>
                  <a:pt x="9495" y="7910"/>
                </a:lnTo>
                <a:lnTo>
                  <a:pt x="9503" y="7896"/>
                </a:lnTo>
                <a:lnTo>
                  <a:pt x="9504" y="7887"/>
                </a:lnTo>
                <a:lnTo>
                  <a:pt x="9508" y="7872"/>
                </a:lnTo>
                <a:lnTo>
                  <a:pt x="9549" y="7815"/>
                </a:lnTo>
                <a:lnTo>
                  <a:pt x="9580" y="7782"/>
                </a:lnTo>
                <a:lnTo>
                  <a:pt x="9613" y="7746"/>
                </a:lnTo>
                <a:lnTo>
                  <a:pt x="9674" y="7662"/>
                </a:lnTo>
                <a:lnTo>
                  <a:pt x="9692" y="7629"/>
                </a:lnTo>
                <a:lnTo>
                  <a:pt x="9707" y="7601"/>
                </a:lnTo>
                <a:lnTo>
                  <a:pt x="9733" y="7562"/>
                </a:lnTo>
                <a:lnTo>
                  <a:pt x="9740" y="7558"/>
                </a:lnTo>
                <a:lnTo>
                  <a:pt x="9747" y="7554"/>
                </a:lnTo>
                <a:lnTo>
                  <a:pt x="9766" y="7520"/>
                </a:lnTo>
                <a:lnTo>
                  <a:pt x="9776" y="7493"/>
                </a:lnTo>
                <a:lnTo>
                  <a:pt x="9785" y="7466"/>
                </a:lnTo>
                <a:lnTo>
                  <a:pt x="9813" y="7407"/>
                </a:lnTo>
                <a:lnTo>
                  <a:pt x="9826" y="7386"/>
                </a:lnTo>
                <a:lnTo>
                  <a:pt x="9839" y="7367"/>
                </a:lnTo>
                <a:lnTo>
                  <a:pt x="9857" y="7330"/>
                </a:lnTo>
                <a:lnTo>
                  <a:pt x="9859" y="7318"/>
                </a:lnTo>
                <a:lnTo>
                  <a:pt x="9862" y="7299"/>
                </a:lnTo>
                <a:lnTo>
                  <a:pt x="9894" y="7189"/>
                </a:lnTo>
                <a:lnTo>
                  <a:pt x="9919" y="7118"/>
                </a:lnTo>
                <a:lnTo>
                  <a:pt x="9967" y="6972"/>
                </a:lnTo>
                <a:lnTo>
                  <a:pt x="9986" y="6900"/>
                </a:lnTo>
                <a:lnTo>
                  <a:pt x="9991" y="6883"/>
                </a:lnTo>
                <a:lnTo>
                  <a:pt x="10004" y="6850"/>
                </a:lnTo>
                <a:lnTo>
                  <a:pt x="10011" y="6840"/>
                </a:lnTo>
                <a:lnTo>
                  <a:pt x="10018" y="6825"/>
                </a:lnTo>
                <a:lnTo>
                  <a:pt x="10048" y="6734"/>
                </a:lnTo>
                <a:lnTo>
                  <a:pt x="10102" y="6548"/>
                </a:lnTo>
                <a:lnTo>
                  <a:pt x="10118" y="6470"/>
                </a:lnTo>
                <a:lnTo>
                  <a:pt x="10127" y="6432"/>
                </a:lnTo>
                <a:lnTo>
                  <a:pt x="10143" y="6389"/>
                </a:lnTo>
                <a:lnTo>
                  <a:pt x="10152" y="6366"/>
                </a:lnTo>
                <a:lnTo>
                  <a:pt x="10162" y="6321"/>
                </a:lnTo>
                <a:lnTo>
                  <a:pt x="10164" y="6303"/>
                </a:lnTo>
                <a:lnTo>
                  <a:pt x="10165" y="6287"/>
                </a:lnTo>
                <a:lnTo>
                  <a:pt x="10173" y="6249"/>
                </a:lnTo>
                <a:lnTo>
                  <a:pt x="10179" y="6233"/>
                </a:lnTo>
                <a:lnTo>
                  <a:pt x="10183" y="6222"/>
                </a:lnTo>
                <a:lnTo>
                  <a:pt x="10189" y="6212"/>
                </a:lnTo>
                <a:lnTo>
                  <a:pt x="10197" y="6221"/>
                </a:lnTo>
                <a:lnTo>
                  <a:pt x="10204" y="6250"/>
                </a:lnTo>
                <a:lnTo>
                  <a:pt x="10211" y="6272"/>
                </a:lnTo>
                <a:lnTo>
                  <a:pt x="10235" y="6322"/>
                </a:lnTo>
                <a:lnTo>
                  <a:pt x="10247" y="6341"/>
                </a:lnTo>
                <a:lnTo>
                  <a:pt x="10257" y="6355"/>
                </a:lnTo>
                <a:lnTo>
                  <a:pt x="10267" y="6379"/>
                </a:lnTo>
                <a:lnTo>
                  <a:pt x="10266" y="6409"/>
                </a:lnTo>
                <a:lnTo>
                  <a:pt x="10253" y="6456"/>
                </a:lnTo>
                <a:lnTo>
                  <a:pt x="10242" y="6493"/>
                </a:lnTo>
                <a:lnTo>
                  <a:pt x="10222" y="6566"/>
                </a:lnTo>
                <a:lnTo>
                  <a:pt x="10204" y="6658"/>
                </a:lnTo>
                <a:lnTo>
                  <a:pt x="10200" y="6708"/>
                </a:lnTo>
                <a:lnTo>
                  <a:pt x="10203" y="6750"/>
                </a:lnTo>
                <a:lnTo>
                  <a:pt x="10212" y="6781"/>
                </a:lnTo>
                <a:lnTo>
                  <a:pt x="10228" y="6804"/>
                </a:lnTo>
                <a:lnTo>
                  <a:pt x="10250" y="6814"/>
                </a:lnTo>
                <a:lnTo>
                  <a:pt x="10264" y="6815"/>
                </a:lnTo>
                <a:lnTo>
                  <a:pt x="10277" y="6815"/>
                </a:lnTo>
                <a:lnTo>
                  <a:pt x="10293" y="6819"/>
                </a:lnTo>
                <a:lnTo>
                  <a:pt x="10294" y="6834"/>
                </a:lnTo>
                <a:lnTo>
                  <a:pt x="10283" y="6867"/>
                </a:lnTo>
                <a:lnTo>
                  <a:pt x="10272" y="6895"/>
                </a:lnTo>
                <a:lnTo>
                  <a:pt x="10262" y="6921"/>
                </a:lnTo>
                <a:lnTo>
                  <a:pt x="10250" y="6969"/>
                </a:lnTo>
                <a:lnTo>
                  <a:pt x="10249" y="7013"/>
                </a:lnTo>
                <a:lnTo>
                  <a:pt x="10259" y="7058"/>
                </a:lnTo>
                <a:lnTo>
                  <a:pt x="10269" y="7083"/>
                </a:lnTo>
                <a:lnTo>
                  <a:pt x="10283" y="7118"/>
                </a:lnTo>
                <a:lnTo>
                  <a:pt x="10295" y="7126"/>
                </a:lnTo>
                <a:lnTo>
                  <a:pt x="10305" y="7112"/>
                </a:lnTo>
                <a:lnTo>
                  <a:pt x="10311" y="7098"/>
                </a:lnTo>
                <a:lnTo>
                  <a:pt x="10317" y="7088"/>
                </a:lnTo>
                <a:lnTo>
                  <a:pt x="10322" y="7081"/>
                </a:lnTo>
                <a:lnTo>
                  <a:pt x="10324" y="7082"/>
                </a:lnTo>
                <a:lnTo>
                  <a:pt x="10325" y="7102"/>
                </a:lnTo>
                <a:lnTo>
                  <a:pt x="10320" y="7151"/>
                </a:lnTo>
                <a:lnTo>
                  <a:pt x="10315" y="7203"/>
                </a:lnTo>
                <a:lnTo>
                  <a:pt x="10320" y="7232"/>
                </a:lnTo>
                <a:lnTo>
                  <a:pt x="10332" y="7236"/>
                </a:lnTo>
                <a:lnTo>
                  <a:pt x="10341" y="7234"/>
                </a:lnTo>
                <a:lnTo>
                  <a:pt x="10355" y="7229"/>
                </a:lnTo>
                <a:lnTo>
                  <a:pt x="10385" y="7201"/>
                </a:lnTo>
                <a:lnTo>
                  <a:pt x="10396" y="7181"/>
                </a:lnTo>
                <a:lnTo>
                  <a:pt x="10405" y="7163"/>
                </a:lnTo>
                <a:lnTo>
                  <a:pt x="10426" y="7138"/>
                </a:lnTo>
                <a:lnTo>
                  <a:pt x="10434" y="7136"/>
                </a:lnTo>
                <a:lnTo>
                  <a:pt x="10440" y="7135"/>
                </a:lnTo>
                <a:lnTo>
                  <a:pt x="10449" y="7120"/>
                </a:lnTo>
                <a:lnTo>
                  <a:pt x="10450" y="7108"/>
                </a:lnTo>
                <a:lnTo>
                  <a:pt x="10450" y="7101"/>
                </a:lnTo>
                <a:lnTo>
                  <a:pt x="10452" y="7092"/>
                </a:lnTo>
                <a:lnTo>
                  <a:pt x="10462" y="7091"/>
                </a:lnTo>
                <a:lnTo>
                  <a:pt x="10475" y="7102"/>
                </a:lnTo>
                <a:lnTo>
                  <a:pt x="10482" y="7107"/>
                </a:lnTo>
                <a:lnTo>
                  <a:pt x="10493" y="7112"/>
                </a:lnTo>
                <a:lnTo>
                  <a:pt x="10502" y="7106"/>
                </a:lnTo>
                <a:lnTo>
                  <a:pt x="10511" y="7090"/>
                </a:lnTo>
                <a:lnTo>
                  <a:pt x="10517" y="7077"/>
                </a:lnTo>
                <a:lnTo>
                  <a:pt x="10530" y="7038"/>
                </a:lnTo>
                <a:lnTo>
                  <a:pt x="10534" y="7012"/>
                </a:lnTo>
                <a:lnTo>
                  <a:pt x="10535" y="7003"/>
                </a:lnTo>
                <a:lnTo>
                  <a:pt x="10545" y="6978"/>
                </a:lnTo>
                <a:lnTo>
                  <a:pt x="10551" y="6967"/>
                </a:lnTo>
                <a:lnTo>
                  <a:pt x="10554" y="6962"/>
                </a:lnTo>
                <a:lnTo>
                  <a:pt x="10559" y="6964"/>
                </a:lnTo>
                <a:lnTo>
                  <a:pt x="10560" y="6990"/>
                </a:lnTo>
                <a:lnTo>
                  <a:pt x="10556" y="7029"/>
                </a:lnTo>
                <a:lnTo>
                  <a:pt x="10553" y="7060"/>
                </a:lnTo>
                <a:lnTo>
                  <a:pt x="10551" y="7097"/>
                </a:lnTo>
                <a:lnTo>
                  <a:pt x="10557" y="7115"/>
                </a:lnTo>
                <a:lnTo>
                  <a:pt x="10575" y="7119"/>
                </a:lnTo>
                <a:lnTo>
                  <a:pt x="10589" y="7119"/>
                </a:lnTo>
                <a:lnTo>
                  <a:pt x="10609" y="7121"/>
                </a:lnTo>
                <a:lnTo>
                  <a:pt x="10631" y="7132"/>
                </a:lnTo>
                <a:lnTo>
                  <a:pt x="10641" y="7144"/>
                </a:lnTo>
                <a:lnTo>
                  <a:pt x="10644" y="7151"/>
                </a:lnTo>
                <a:lnTo>
                  <a:pt x="10649" y="7164"/>
                </a:lnTo>
                <a:lnTo>
                  <a:pt x="10674" y="7186"/>
                </a:lnTo>
                <a:lnTo>
                  <a:pt x="10688" y="7191"/>
                </a:lnTo>
                <a:lnTo>
                  <a:pt x="10699" y="7193"/>
                </a:lnTo>
                <a:lnTo>
                  <a:pt x="10717" y="7191"/>
                </a:lnTo>
                <a:lnTo>
                  <a:pt x="10730" y="7177"/>
                </a:lnTo>
                <a:lnTo>
                  <a:pt x="10739" y="7151"/>
                </a:lnTo>
                <a:lnTo>
                  <a:pt x="10743" y="7133"/>
                </a:lnTo>
                <a:lnTo>
                  <a:pt x="10753" y="7103"/>
                </a:lnTo>
                <a:lnTo>
                  <a:pt x="10776" y="7058"/>
                </a:lnTo>
                <a:lnTo>
                  <a:pt x="10786" y="7037"/>
                </a:lnTo>
                <a:lnTo>
                  <a:pt x="10794" y="7010"/>
                </a:lnTo>
                <a:lnTo>
                  <a:pt x="10794" y="6998"/>
                </a:lnTo>
                <a:lnTo>
                  <a:pt x="10792" y="6996"/>
                </a:lnTo>
                <a:lnTo>
                  <a:pt x="10790" y="6990"/>
                </a:lnTo>
                <a:lnTo>
                  <a:pt x="10800" y="6970"/>
                </a:lnTo>
                <a:lnTo>
                  <a:pt x="10811" y="6959"/>
                </a:lnTo>
                <a:lnTo>
                  <a:pt x="10822" y="6946"/>
                </a:lnTo>
                <a:lnTo>
                  <a:pt x="10837" y="6918"/>
                </a:lnTo>
                <a:lnTo>
                  <a:pt x="10838" y="6906"/>
                </a:lnTo>
                <a:lnTo>
                  <a:pt x="10839" y="6897"/>
                </a:lnTo>
                <a:lnTo>
                  <a:pt x="10849" y="6884"/>
                </a:lnTo>
                <a:lnTo>
                  <a:pt x="10855" y="6883"/>
                </a:lnTo>
                <a:lnTo>
                  <a:pt x="10859" y="6883"/>
                </a:lnTo>
                <a:lnTo>
                  <a:pt x="10863" y="6879"/>
                </a:lnTo>
                <a:lnTo>
                  <a:pt x="10863" y="6866"/>
                </a:lnTo>
                <a:lnTo>
                  <a:pt x="10857" y="6852"/>
                </a:lnTo>
                <a:lnTo>
                  <a:pt x="10853" y="6844"/>
                </a:lnTo>
                <a:lnTo>
                  <a:pt x="10851" y="6823"/>
                </a:lnTo>
                <a:lnTo>
                  <a:pt x="10857" y="6779"/>
                </a:lnTo>
                <a:lnTo>
                  <a:pt x="10870" y="6739"/>
                </a:lnTo>
                <a:lnTo>
                  <a:pt x="10896" y="6669"/>
                </a:lnTo>
                <a:lnTo>
                  <a:pt x="10908" y="6635"/>
                </a:lnTo>
                <a:lnTo>
                  <a:pt x="10909" y="6630"/>
                </a:lnTo>
                <a:lnTo>
                  <a:pt x="10915" y="6624"/>
                </a:lnTo>
                <a:lnTo>
                  <a:pt x="10927" y="6622"/>
                </a:lnTo>
                <a:lnTo>
                  <a:pt x="10938" y="6627"/>
                </a:lnTo>
                <a:lnTo>
                  <a:pt x="10944" y="6633"/>
                </a:lnTo>
                <a:lnTo>
                  <a:pt x="10950" y="6645"/>
                </a:lnTo>
                <a:lnTo>
                  <a:pt x="10943" y="6676"/>
                </a:lnTo>
                <a:lnTo>
                  <a:pt x="10924" y="6718"/>
                </a:lnTo>
                <a:lnTo>
                  <a:pt x="10899" y="6771"/>
                </a:lnTo>
                <a:lnTo>
                  <a:pt x="10889" y="6808"/>
                </a:lnTo>
                <a:lnTo>
                  <a:pt x="10899" y="6811"/>
                </a:lnTo>
                <a:lnTo>
                  <a:pt x="10908" y="6807"/>
                </a:lnTo>
                <a:lnTo>
                  <a:pt x="10912" y="6805"/>
                </a:lnTo>
                <a:lnTo>
                  <a:pt x="10917" y="6807"/>
                </a:lnTo>
                <a:lnTo>
                  <a:pt x="10920" y="6824"/>
                </a:lnTo>
                <a:lnTo>
                  <a:pt x="10918" y="6849"/>
                </a:lnTo>
                <a:lnTo>
                  <a:pt x="10914" y="6876"/>
                </a:lnTo>
                <a:lnTo>
                  <a:pt x="10918" y="6893"/>
                </a:lnTo>
                <a:lnTo>
                  <a:pt x="10926" y="6895"/>
                </a:lnTo>
                <a:lnTo>
                  <a:pt x="10933" y="6893"/>
                </a:lnTo>
                <a:lnTo>
                  <a:pt x="10939" y="6891"/>
                </a:lnTo>
                <a:lnTo>
                  <a:pt x="10948" y="6895"/>
                </a:lnTo>
                <a:lnTo>
                  <a:pt x="10956" y="6923"/>
                </a:lnTo>
                <a:lnTo>
                  <a:pt x="10958" y="6964"/>
                </a:lnTo>
                <a:lnTo>
                  <a:pt x="10959" y="7090"/>
                </a:lnTo>
                <a:lnTo>
                  <a:pt x="10952" y="7242"/>
                </a:lnTo>
                <a:lnTo>
                  <a:pt x="10943" y="7304"/>
                </a:lnTo>
                <a:lnTo>
                  <a:pt x="10938" y="7315"/>
                </a:lnTo>
                <a:lnTo>
                  <a:pt x="10932" y="7324"/>
                </a:lnTo>
                <a:lnTo>
                  <a:pt x="10935" y="7339"/>
                </a:lnTo>
                <a:lnTo>
                  <a:pt x="10946" y="7343"/>
                </a:lnTo>
                <a:lnTo>
                  <a:pt x="10951" y="7344"/>
                </a:lnTo>
                <a:lnTo>
                  <a:pt x="10962" y="7342"/>
                </a:lnTo>
                <a:lnTo>
                  <a:pt x="10979" y="7328"/>
                </a:lnTo>
                <a:lnTo>
                  <a:pt x="10989" y="7311"/>
                </a:lnTo>
                <a:lnTo>
                  <a:pt x="10997" y="7296"/>
                </a:lnTo>
                <a:lnTo>
                  <a:pt x="11015" y="7276"/>
                </a:lnTo>
                <a:lnTo>
                  <a:pt x="11026" y="7271"/>
                </a:lnTo>
                <a:lnTo>
                  <a:pt x="11031" y="7273"/>
                </a:lnTo>
                <a:lnTo>
                  <a:pt x="11033" y="7285"/>
                </a:lnTo>
                <a:lnTo>
                  <a:pt x="11029" y="7300"/>
                </a:lnTo>
                <a:lnTo>
                  <a:pt x="11024" y="7314"/>
                </a:lnTo>
                <a:lnTo>
                  <a:pt x="11029" y="7319"/>
                </a:lnTo>
                <a:lnTo>
                  <a:pt x="11040" y="7310"/>
                </a:lnTo>
                <a:lnTo>
                  <a:pt x="11057" y="7295"/>
                </a:lnTo>
                <a:lnTo>
                  <a:pt x="11098" y="7229"/>
                </a:lnTo>
                <a:lnTo>
                  <a:pt x="11139" y="7154"/>
                </a:lnTo>
                <a:lnTo>
                  <a:pt x="11157" y="7125"/>
                </a:lnTo>
                <a:lnTo>
                  <a:pt x="11184" y="7095"/>
                </a:lnTo>
                <a:lnTo>
                  <a:pt x="11201" y="7086"/>
                </a:lnTo>
                <a:lnTo>
                  <a:pt x="11208" y="7085"/>
                </a:lnTo>
                <a:lnTo>
                  <a:pt x="11222" y="7084"/>
                </a:lnTo>
                <a:lnTo>
                  <a:pt x="11250" y="7070"/>
                </a:lnTo>
                <a:lnTo>
                  <a:pt x="11260" y="7060"/>
                </a:lnTo>
                <a:lnTo>
                  <a:pt x="11271" y="7050"/>
                </a:lnTo>
                <a:lnTo>
                  <a:pt x="11298" y="7036"/>
                </a:lnTo>
                <a:lnTo>
                  <a:pt x="11311" y="7035"/>
                </a:lnTo>
                <a:lnTo>
                  <a:pt x="11317" y="7034"/>
                </a:lnTo>
                <a:lnTo>
                  <a:pt x="11330" y="7026"/>
                </a:lnTo>
                <a:lnTo>
                  <a:pt x="11352" y="7006"/>
                </a:lnTo>
                <a:lnTo>
                  <a:pt x="11364" y="6987"/>
                </a:lnTo>
                <a:lnTo>
                  <a:pt x="11387" y="6942"/>
                </a:lnTo>
                <a:lnTo>
                  <a:pt x="11415" y="6901"/>
                </a:lnTo>
                <a:lnTo>
                  <a:pt x="11428" y="6883"/>
                </a:lnTo>
                <a:lnTo>
                  <a:pt x="11445" y="6841"/>
                </a:lnTo>
                <a:lnTo>
                  <a:pt x="11446" y="6824"/>
                </a:lnTo>
                <a:lnTo>
                  <a:pt x="11448" y="6808"/>
                </a:lnTo>
                <a:lnTo>
                  <a:pt x="11462" y="6775"/>
                </a:lnTo>
                <a:lnTo>
                  <a:pt x="11471" y="6764"/>
                </a:lnTo>
                <a:lnTo>
                  <a:pt x="11484" y="6750"/>
                </a:lnTo>
                <a:lnTo>
                  <a:pt x="11510" y="6694"/>
                </a:lnTo>
                <a:lnTo>
                  <a:pt x="11530" y="6626"/>
                </a:lnTo>
                <a:lnTo>
                  <a:pt x="11539" y="6568"/>
                </a:lnTo>
                <a:lnTo>
                  <a:pt x="11536" y="6552"/>
                </a:lnTo>
                <a:lnTo>
                  <a:pt x="11533" y="6540"/>
                </a:lnTo>
                <a:lnTo>
                  <a:pt x="11539" y="6518"/>
                </a:lnTo>
                <a:lnTo>
                  <a:pt x="11547" y="6511"/>
                </a:lnTo>
                <a:lnTo>
                  <a:pt x="11552" y="6508"/>
                </a:lnTo>
                <a:lnTo>
                  <a:pt x="11560" y="6494"/>
                </a:lnTo>
                <a:lnTo>
                  <a:pt x="11571" y="6460"/>
                </a:lnTo>
                <a:lnTo>
                  <a:pt x="11575" y="6434"/>
                </a:lnTo>
                <a:lnTo>
                  <a:pt x="11579" y="6399"/>
                </a:lnTo>
                <a:lnTo>
                  <a:pt x="11598" y="6320"/>
                </a:lnTo>
                <a:lnTo>
                  <a:pt x="11626" y="6241"/>
                </a:lnTo>
                <a:lnTo>
                  <a:pt x="11660" y="6173"/>
                </a:lnTo>
                <a:lnTo>
                  <a:pt x="11678" y="6147"/>
                </a:lnTo>
                <a:lnTo>
                  <a:pt x="11693" y="6124"/>
                </a:lnTo>
                <a:lnTo>
                  <a:pt x="11714" y="6082"/>
                </a:lnTo>
                <a:lnTo>
                  <a:pt x="11716" y="6068"/>
                </a:lnTo>
                <a:lnTo>
                  <a:pt x="11718" y="6060"/>
                </a:lnTo>
                <a:lnTo>
                  <a:pt x="11731" y="6038"/>
                </a:lnTo>
                <a:lnTo>
                  <a:pt x="11768" y="5992"/>
                </a:lnTo>
                <a:lnTo>
                  <a:pt x="11803" y="5956"/>
                </a:lnTo>
                <a:lnTo>
                  <a:pt x="11827" y="5932"/>
                </a:lnTo>
                <a:lnTo>
                  <a:pt x="11861" y="5892"/>
                </a:lnTo>
                <a:lnTo>
                  <a:pt x="11883" y="5859"/>
                </a:lnTo>
                <a:lnTo>
                  <a:pt x="11893" y="5825"/>
                </a:lnTo>
                <a:lnTo>
                  <a:pt x="11896" y="5806"/>
                </a:lnTo>
                <a:lnTo>
                  <a:pt x="11897" y="5785"/>
                </a:lnTo>
                <a:lnTo>
                  <a:pt x="11896" y="5757"/>
                </a:lnTo>
                <a:lnTo>
                  <a:pt x="11888" y="5742"/>
                </a:lnTo>
                <a:lnTo>
                  <a:pt x="11870" y="5733"/>
                </a:lnTo>
                <a:lnTo>
                  <a:pt x="11855" y="5730"/>
                </a:lnTo>
                <a:lnTo>
                  <a:pt x="11841" y="5727"/>
                </a:lnTo>
                <a:lnTo>
                  <a:pt x="11819" y="5728"/>
                </a:lnTo>
                <a:lnTo>
                  <a:pt x="11797" y="5741"/>
                </a:lnTo>
                <a:lnTo>
                  <a:pt x="11771" y="5764"/>
                </a:lnTo>
                <a:lnTo>
                  <a:pt x="11755" y="5782"/>
                </a:lnTo>
                <a:lnTo>
                  <a:pt x="11733" y="5806"/>
                </a:lnTo>
                <a:lnTo>
                  <a:pt x="11709" y="5826"/>
                </a:lnTo>
                <a:lnTo>
                  <a:pt x="11700" y="5828"/>
                </a:lnTo>
                <a:lnTo>
                  <a:pt x="11699" y="5825"/>
                </a:lnTo>
                <a:lnTo>
                  <a:pt x="11700" y="5816"/>
                </a:lnTo>
                <a:lnTo>
                  <a:pt x="11710" y="5799"/>
                </a:lnTo>
                <a:lnTo>
                  <a:pt x="11719" y="5794"/>
                </a:lnTo>
                <a:lnTo>
                  <a:pt x="11725" y="5788"/>
                </a:lnTo>
                <a:lnTo>
                  <a:pt x="11730" y="5769"/>
                </a:lnTo>
                <a:lnTo>
                  <a:pt x="11727" y="5759"/>
                </a:lnTo>
                <a:lnTo>
                  <a:pt x="11725" y="5747"/>
                </a:lnTo>
                <a:lnTo>
                  <a:pt x="11733" y="5702"/>
                </a:lnTo>
                <a:lnTo>
                  <a:pt x="11742" y="5678"/>
                </a:lnTo>
                <a:lnTo>
                  <a:pt x="11752" y="5649"/>
                </a:lnTo>
                <a:lnTo>
                  <a:pt x="11769" y="5582"/>
                </a:lnTo>
                <a:lnTo>
                  <a:pt x="11772" y="5553"/>
                </a:lnTo>
                <a:lnTo>
                  <a:pt x="11775" y="5525"/>
                </a:lnTo>
                <a:lnTo>
                  <a:pt x="11785" y="5479"/>
                </a:lnTo>
                <a:lnTo>
                  <a:pt x="11790" y="5468"/>
                </a:lnTo>
                <a:lnTo>
                  <a:pt x="11796" y="5457"/>
                </a:lnTo>
                <a:lnTo>
                  <a:pt x="11807" y="5407"/>
                </a:lnTo>
                <a:lnTo>
                  <a:pt x="11811" y="5377"/>
                </a:lnTo>
                <a:lnTo>
                  <a:pt x="11817" y="5347"/>
                </a:lnTo>
                <a:lnTo>
                  <a:pt x="11831" y="5297"/>
                </a:lnTo>
                <a:lnTo>
                  <a:pt x="11838" y="5285"/>
                </a:lnTo>
                <a:lnTo>
                  <a:pt x="11844" y="5275"/>
                </a:lnTo>
                <a:lnTo>
                  <a:pt x="11850" y="5247"/>
                </a:lnTo>
                <a:lnTo>
                  <a:pt x="11850" y="5234"/>
                </a:lnTo>
                <a:lnTo>
                  <a:pt x="11848" y="5216"/>
                </a:lnTo>
                <a:lnTo>
                  <a:pt x="11853" y="5163"/>
                </a:lnTo>
                <a:lnTo>
                  <a:pt x="11865" y="5106"/>
                </a:lnTo>
                <a:lnTo>
                  <a:pt x="11881" y="5060"/>
                </a:lnTo>
                <a:lnTo>
                  <a:pt x="11889" y="5048"/>
                </a:lnTo>
                <a:lnTo>
                  <a:pt x="11895" y="5039"/>
                </a:lnTo>
                <a:lnTo>
                  <a:pt x="11898" y="5018"/>
                </a:lnTo>
                <a:lnTo>
                  <a:pt x="11894" y="5009"/>
                </a:lnTo>
                <a:lnTo>
                  <a:pt x="11890" y="5000"/>
                </a:lnTo>
                <a:lnTo>
                  <a:pt x="11895" y="4978"/>
                </a:lnTo>
                <a:lnTo>
                  <a:pt x="11902" y="4967"/>
                </a:lnTo>
                <a:lnTo>
                  <a:pt x="11910" y="4953"/>
                </a:lnTo>
                <a:lnTo>
                  <a:pt x="11924" y="4889"/>
                </a:lnTo>
                <a:lnTo>
                  <a:pt x="11927" y="4850"/>
                </a:lnTo>
                <a:lnTo>
                  <a:pt x="11931" y="4811"/>
                </a:lnTo>
                <a:lnTo>
                  <a:pt x="11944" y="4748"/>
                </a:lnTo>
                <a:lnTo>
                  <a:pt x="11950" y="4734"/>
                </a:lnTo>
                <a:lnTo>
                  <a:pt x="11954" y="4728"/>
                </a:lnTo>
                <a:lnTo>
                  <a:pt x="11962" y="4703"/>
                </a:lnTo>
                <a:lnTo>
                  <a:pt x="11973" y="4641"/>
                </a:lnTo>
                <a:lnTo>
                  <a:pt x="11983" y="4520"/>
                </a:lnTo>
                <a:lnTo>
                  <a:pt x="11988" y="4369"/>
                </a:lnTo>
                <a:lnTo>
                  <a:pt x="11988" y="4284"/>
                </a:lnTo>
                <a:lnTo>
                  <a:pt x="11987" y="4218"/>
                </a:lnTo>
                <a:lnTo>
                  <a:pt x="11980" y="4111"/>
                </a:lnTo>
                <a:lnTo>
                  <a:pt x="11966" y="4038"/>
                </a:lnTo>
                <a:lnTo>
                  <a:pt x="11952" y="4007"/>
                </a:lnTo>
                <a:lnTo>
                  <a:pt x="11940" y="3998"/>
                </a:lnTo>
                <a:lnTo>
                  <a:pt x="11934" y="3997"/>
                </a:lnTo>
                <a:lnTo>
                  <a:pt x="11926" y="3994"/>
                </a:lnTo>
                <a:lnTo>
                  <a:pt x="11905" y="3966"/>
                </a:lnTo>
                <a:lnTo>
                  <a:pt x="11894" y="3944"/>
                </a:lnTo>
                <a:lnTo>
                  <a:pt x="11885" y="3927"/>
                </a:lnTo>
                <a:lnTo>
                  <a:pt x="11871" y="3907"/>
                </a:lnTo>
                <a:lnTo>
                  <a:pt x="11859" y="3903"/>
                </a:lnTo>
                <a:lnTo>
                  <a:pt x="11843" y="3913"/>
                </a:lnTo>
                <a:lnTo>
                  <a:pt x="11831" y="3923"/>
                </a:lnTo>
                <a:lnTo>
                  <a:pt x="11817" y="3938"/>
                </a:lnTo>
                <a:lnTo>
                  <a:pt x="11788" y="3974"/>
                </a:lnTo>
                <a:lnTo>
                  <a:pt x="11780" y="3989"/>
                </a:lnTo>
                <a:lnTo>
                  <a:pt x="11776" y="3997"/>
                </a:lnTo>
                <a:lnTo>
                  <a:pt x="11774" y="4005"/>
                </a:lnTo>
                <a:lnTo>
                  <a:pt x="11788" y="3998"/>
                </a:lnTo>
                <a:lnTo>
                  <a:pt x="11813" y="3975"/>
                </a:lnTo>
                <a:lnTo>
                  <a:pt x="11837" y="3953"/>
                </a:lnTo>
                <a:lnTo>
                  <a:pt x="11860" y="3941"/>
                </a:lnTo>
                <a:lnTo>
                  <a:pt x="11870" y="3944"/>
                </a:lnTo>
                <a:lnTo>
                  <a:pt x="11872" y="3949"/>
                </a:lnTo>
                <a:lnTo>
                  <a:pt x="11873" y="3954"/>
                </a:lnTo>
                <a:lnTo>
                  <a:pt x="11865" y="3972"/>
                </a:lnTo>
                <a:lnTo>
                  <a:pt x="11841" y="4004"/>
                </a:lnTo>
                <a:lnTo>
                  <a:pt x="11816" y="4027"/>
                </a:lnTo>
                <a:lnTo>
                  <a:pt x="11791" y="4049"/>
                </a:lnTo>
                <a:lnTo>
                  <a:pt x="11764" y="4064"/>
                </a:lnTo>
                <a:lnTo>
                  <a:pt x="11756" y="4065"/>
                </a:lnTo>
                <a:lnTo>
                  <a:pt x="11755" y="4061"/>
                </a:lnTo>
                <a:lnTo>
                  <a:pt x="11755" y="4011"/>
                </a:lnTo>
                <a:lnTo>
                  <a:pt x="11747" y="3965"/>
                </a:lnTo>
                <a:lnTo>
                  <a:pt x="11737" y="3951"/>
                </a:lnTo>
                <a:lnTo>
                  <a:pt x="11730" y="3951"/>
                </a:lnTo>
                <a:lnTo>
                  <a:pt x="11726" y="3951"/>
                </a:lnTo>
                <a:lnTo>
                  <a:pt x="11718" y="3943"/>
                </a:lnTo>
                <a:lnTo>
                  <a:pt x="11704" y="3919"/>
                </a:lnTo>
                <a:lnTo>
                  <a:pt x="11699" y="3896"/>
                </a:lnTo>
                <a:lnTo>
                  <a:pt x="11695" y="3870"/>
                </a:lnTo>
                <a:lnTo>
                  <a:pt x="11683" y="3827"/>
                </a:lnTo>
                <a:lnTo>
                  <a:pt x="11678" y="3817"/>
                </a:lnTo>
                <a:lnTo>
                  <a:pt x="11672" y="3800"/>
                </a:lnTo>
                <a:lnTo>
                  <a:pt x="11662" y="3700"/>
                </a:lnTo>
                <a:lnTo>
                  <a:pt x="11658" y="3634"/>
                </a:lnTo>
                <a:lnTo>
                  <a:pt x="11652" y="3560"/>
                </a:lnTo>
                <a:lnTo>
                  <a:pt x="11637" y="3472"/>
                </a:lnTo>
                <a:lnTo>
                  <a:pt x="11626" y="3431"/>
                </a:lnTo>
                <a:lnTo>
                  <a:pt x="11620" y="3417"/>
                </a:lnTo>
                <a:lnTo>
                  <a:pt x="11612" y="3399"/>
                </a:lnTo>
                <a:lnTo>
                  <a:pt x="11600" y="3341"/>
                </a:lnTo>
                <a:lnTo>
                  <a:pt x="11591" y="3167"/>
                </a:lnTo>
                <a:lnTo>
                  <a:pt x="11588" y="2929"/>
                </a:lnTo>
                <a:lnTo>
                  <a:pt x="11586" y="2681"/>
                </a:lnTo>
                <a:lnTo>
                  <a:pt x="11577" y="2517"/>
                </a:lnTo>
                <a:lnTo>
                  <a:pt x="11563" y="2471"/>
                </a:lnTo>
                <a:lnTo>
                  <a:pt x="11554" y="2460"/>
                </a:lnTo>
                <a:lnTo>
                  <a:pt x="11541" y="2447"/>
                </a:lnTo>
                <a:lnTo>
                  <a:pt x="11512" y="2430"/>
                </a:lnTo>
                <a:lnTo>
                  <a:pt x="11501" y="2428"/>
                </a:lnTo>
                <a:lnTo>
                  <a:pt x="11495" y="2428"/>
                </a:lnTo>
                <a:lnTo>
                  <a:pt x="11486" y="2422"/>
                </a:lnTo>
                <a:lnTo>
                  <a:pt x="11483" y="2406"/>
                </a:lnTo>
                <a:lnTo>
                  <a:pt x="11486" y="2385"/>
                </a:lnTo>
                <a:lnTo>
                  <a:pt x="11490" y="2368"/>
                </a:lnTo>
                <a:lnTo>
                  <a:pt x="11488" y="2350"/>
                </a:lnTo>
                <a:lnTo>
                  <a:pt x="11483" y="2344"/>
                </a:lnTo>
                <a:lnTo>
                  <a:pt x="11480" y="2344"/>
                </a:lnTo>
                <a:lnTo>
                  <a:pt x="11473" y="2346"/>
                </a:lnTo>
                <a:lnTo>
                  <a:pt x="11464" y="2364"/>
                </a:lnTo>
                <a:lnTo>
                  <a:pt x="11463" y="2379"/>
                </a:lnTo>
                <a:lnTo>
                  <a:pt x="11462" y="2393"/>
                </a:lnTo>
                <a:lnTo>
                  <a:pt x="11449" y="2434"/>
                </a:lnTo>
                <a:lnTo>
                  <a:pt x="11427" y="2481"/>
                </a:lnTo>
                <a:lnTo>
                  <a:pt x="11398" y="2529"/>
                </a:lnTo>
                <a:lnTo>
                  <a:pt x="11382" y="2549"/>
                </a:lnTo>
                <a:lnTo>
                  <a:pt x="11373" y="2561"/>
                </a:lnTo>
                <a:lnTo>
                  <a:pt x="11365" y="2583"/>
                </a:lnTo>
                <a:lnTo>
                  <a:pt x="11367" y="2592"/>
                </a:lnTo>
                <a:lnTo>
                  <a:pt x="11369" y="2599"/>
                </a:lnTo>
                <a:lnTo>
                  <a:pt x="11366" y="2624"/>
                </a:lnTo>
                <a:lnTo>
                  <a:pt x="11360" y="2638"/>
                </a:lnTo>
                <a:lnTo>
                  <a:pt x="11357" y="2645"/>
                </a:lnTo>
                <a:lnTo>
                  <a:pt x="11352" y="2641"/>
                </a:lnTo>
                <a:lnTo>
                  <a:pt x="11347" y="2602"/>
                </a:lnTo>
                <a:lnTo>
                  <a:pt x="11345" y="2546"/>
                </a:lnTo>
                <a:lnTo>
                  <a:pt x="11342" y="2497"/>
                </a:lnTo>
                <a:lnTo>
                  <a:pt x="11334" y="2407"/>
                </a:lnTo>
                <a:lnTo>
                  <a:pt x="11324" y="2345"/>
                </a:lnTo>
                <a:lnTo>
                  <a:pt x="11317" y="2331"/>
                </a:lnTo>
                <a:lnTo>
                  <a:pt x="11314" y="2342"/>
                </a:lnTo>
                <a:lnTo>
                  <a:pt x="11313" y="2357"/>
                </a:lnTo>
                <a:lnTo>
                  <a:pt x="11311" y="2377"/>
                </a:lnTo>
                <a:lnTo>
                  <a:pt x="11303" y="2388"/>
                </a:lnTo>
                <a:lnTo>
                  <a:pt x="11297" y="2387"/>
                </a:lnTo>
                <a:lnTo>
                  <a:pt x="11288" y="2375"/>
                </a:lnTo>
                <a:lnTo>
                  <a:pt x="11279" y="2341"/>
                </a:lnTo>
                <a:lnTo>
                  <a:pt x="11278" y="2318"/>
                </a:lnTo>
                <a:lnTo>
                  <a:pt x="11277" y="2294"/>
                </a:lnTo>
                <a:lnTo>
                  <a:pt x="11271" y="2266"/>
                </a:lnTo>
                <a:lnTo>
                  <a:pt x="11264" y="2253"/>
                </a:lnTo>
                <a:lnTo>
                  <a:pt x="11260" y="2250"/>
                </a:lnTo>
                <a:lnTo>
                  <a:pt x="11257" y="2246"/>
                </a:lnTo>
                <a:lnTo>
                  <a:pt x="11251" y="2222"/>
                </a:lnTo>
                <a:lnTo>
                  <a:pt x="11244" y="2158"/>
                </a:lnTo>
                <a:lnTo>
                  <a:pt x="11243" y="2102"/>
                </a:lnTo>
                <a:lnTo>
                  <a:pt x="11242" y="2046"/>
                </a:lnTo>
                <a:lnTo>
                  <a:pt x="11235" y="1946"/>
                </a:lnTo>
                <a:lnTo>
                  <a:pt x="11223" y="1866"/>
                </a:lnTo>
                <a:lnTo>
                  <a:pt x="11206" y="1813"/>
                </a:lnTo>
                <a:lnTo>
                  <a:pt x="11197" y="1800"/>
                </a:lnTo>
                <a:lnTo>
                  <a:pt x="11188" y="1794"/>
                </a:lnTo>
                <a:lnTo>
                  <a:pt x="11159" y="1791"/>
                </a:lnTo>
                <a:lnTo>
                  <a:pt x="11144" y="1795"/>
                </a:lnTo>
                <a:lnTo>
                  <a:pt x="11134" y="1799"/>
                </a:lnTo>
                <a:lnTo>
                  <a:pt x="11115" y="1818"/>
                </a:lnTo>
                <a:lnTo>
                  <a:pt x="11088" y="1878"/>
                </a:lnTo>
                <a:lnTo>
                  <a:pt x="11065" y="1952"/>
                </a:lnTo>
                <a:lnTo>
                  <a:pt x="11047" y="2008"/>
                </a:lnTo>
                <a:lnTo>
                  <a:pt x="11018" y="2086"/>
                </a:lnTo>
                <a:lnTo>
                  <a:pt x="11003" y="2116"/>
                </a:lnTo>
                <a:lnTo>
                  <a:pt x="10996" y="2122"/>
                </a:lnTo>
                <a:lnTo>
                  <a:pt x="10991" y="2109"/>
                </a:lnTo>
                <a:lnTo>
                  <a:pt x="10992" y="2081"/>
                </a:lnTo>
                <a:lnTo>
                  <a:pt x="10993" y="2055"/>
                </a:lnTo>
                <a:lnTo>
                  <a:pt x="10987" y="2003"/>
                </a:lnTo>
                <a:lnTo>
                  <a:pt x="10973" y="1961"/>
                </a:lnTo>
                <a:lnTo>
                  <a:pt x="10951" y="1929"/>
                </a:lnTo>
                <a:lnTo>
                  <a:pt x="10938" y="1921"/>
                </a:lnTo>
                <a:lnTo>
                  <a:pt x="10929" y="1916"/>
                </a:lnTo>
                <a:lnTo>
                  <a:pt x="10914" y="1914"/>
                </a:lnTo>
                <a:lnTo>
                  <a:pt x="10902" y="1921"/>
                </a:lnTo>
                <a:lnTo>
                  <a:pt x="10888" y="1941"/>
                </a:lnTo>
                <a:lnTo>
                  <a:pt x="10880" y="1955"/>
                </a:lnTo>
                <a:lnTo>
                  <a:pt x="10869" y="1975"/>
                </a:lnTo>
                <a:lnTo>
                  <a:pt x="10844" y="2002"/>
                </a:lnTo>
                <a:lnTo>
                  <a:pt x="10835" y="2005"/>
                </a:lnTo>
                <a:lnTo>
                  <a:pt x="10825" y="2007"/>
                </a:lnTo>
                <a:lnTo>
                  <a:pt x="10793" y="2028"/>
                </a:lnTo>
                <a:lnTo>
                  <a:pt x="10776" y="2043"/>
                </a:lnTo>
                <a:lnTo>
                  <a:pt x="10756" y="2060"/>
                </a:lnTo>
                <a:lnTo>
                  <a:pt x="10740" y="2066"/>
                </a:lnTo>
                <a:lnTo>
                  <a:pt x="10737" y="2060"/>
                </a:lnTo>
                <a:lnTo>
                  <a:pt x="10736" y="2053"/>
                </a:lnTo>
                <a:lnTo>
                  <a:pt x="10735" y="2042"/>
                </a:lnTo>
                <a:lnTo>
                  <a:pt x="10718" y="2013"/>
                </a:lnTo>
                <a:lnTo>
                  <a:pt x="10706" y="2000"/>
                </a:lnTo>
                <a:lnTo>
                  <a:pt x="10697" y="1994"/>
                </a:lnTo>
                <a:lnTo>
                  <a:pt x="10668" y="1984"/>
                </a:lnTo>
                <a:lnTo>
                  <a:pt x="10612" y="1975"/>
                </a:lnTo>
                <a:lnTo>
                  <a:pt x="10531" y="1977"/>
                </a:lnTo>
                <a:lnTo>
                  <a:pt x="10484" y="1987"/>
                </a:lnTo>
                <a:lnTo>
                  <a:pt x="10468" y="1998"/>
                </a:lnTo>
                <a:lnTo>
                  <a:pt x="10467" y="2005"/>
                </a:lnTo>
                <a:lnTo>
                  <a:pt x="10465" y="2020"/>
                </a:lnTo>
                <a:lnTo>
                  <a:pt x="10447" y="2073"/>
                </a:lnTo>
                <a:lnTo>
                  <a:pt x="10432" y="2104"/>
                </a:lnTo>
                <a:lnTo>
                  <a:pt x="10420" y="2129"/>
                </a:lnTo>
                <a:lnTo>
                  <a:pt x="10396" y="2160"/>
                </a:lnTo>
                <a:lnTo>
                  <a:pt x="10382" y="2165"/>
                </a:lnTo>
                <a:lnTo>
                  <a:pt x="10374" y="2161"/>
                </a:lnTo>
                <a:lnTo>
                  <a:pt x="10366" y="2143"/>
                </a:lnTo>
                <a:lnTo>
                  <a:pt x="10365" y="2121"/>
                </a:lnTo>
                <a:lnTo>
                  <a:pt x="10363" y="2104"/>
                </a:lnTo>
                <a:lnTo>
                  <a:pt x="10345" y="2055"/>
                </a:lnTo>
                <a:lnTo>
                  <a:pt x="10331" y="2031"/>
                </a:lnTo>
                <a:lnTo>
                  <a:pt x="10314" y="1999"/>
                </a:lnTo>
                <a:lnTo>
                  <a:pt x="10290" y="1928"/>
                </a:lnTo>
                <a:lnTo>
                  <a:pt x="10283" y="1860"/>
                </a:lnTo>
                <a:lnTo>
                  <a:pt x="10288" y="1819"/>
                </a:lnTo>
                <a:lnTo>
                  <a:pt x="10298" y="1799"/>
                </a:lnTo>
                <a:lnTo>
                  <a:pt x="10305" y="1793"/>
                </a:lnTo>
                <a:lnTo>
                  <a:pt x="10314" y="1785"/>
                </a:lnTo>
                <a:lnTo>
                  <a:pt x="10319" y="1767"/>
                </a:lnTo>
                <a:lnTo>
                  <a:pt x="10311" y="1756"/>
                </a:lnTo>
                <a:lnTo>
                  <a:pt x="10292" y="1755"/>
                </a:lnTo>
                <a:lnTo>
                  <a:pt x="10280" y="1761"/>
                </a:lnTo>
                <a:lnTo>
                  <a:pt x="10277" y="1762"/>
                </a:lnTo>
                <a:lnTo>
                  <a:pt x="10271" y="1752"/>
                </a:lnTo>
                <a:lnTo>
                  <a:pt x="10264" y="1712"/>
                </a:lnTo>
                <a:lnTo>
                  <a:pt x="10264" y="1665"/>
                </a:lnTo>
                <a:lnTo>
                  <a:pt x="10263" y="1636"/>
                </a:lnTo>
                <a:lnTo>
                  <a:pt x="10256" y="1579"/>
                </a:lnTo>
                <a:lnTo>
                  <a:pt x="10244" y="1527"/>
                </a:lnTo>
                <a:lnTo>
                  <a:pt x="10228" y="1481"/>
                </a:lnTo>
                <a:lnTo>
                  <a:pt x="10207" y="1441"/>
                </a:lnTo>
                <a:lnTo>
                  <a:pt x="10185" y="1411"/>
                </a:lnTo>
                <a:lnTo>
                  <a:pt x="10161" y="1393"/>
                </a:lnTo>
                <a:lnTo>
                  <a:pt x="10136" y="1387"/>
                </a:lnTo>
                <a:lnTo>
                  <a:pt x="10123" y="1390"/>
                </a:lnTo>
                <a:lnTo>
                  <a:pt x="10111" y="1400"/>
                </a:lnTo>
                <a:lnTo>
                  <a:pt x="10073" y="1461"/>
                </a:lnTo>
                <a:lnTo>
                  <a:pt x="10052" y="1501"/>
                </a:lnTo>
                <a:lnTo>
                  <a:pt x="10009" y="1600"/>
                </a:lnTo>
                <a:lnTo>
                  <a:pt x="9965" y="1567"/>
                </a:lnTo>
                <a:lnTo>
                  <a:pt x="9943" y="1551"/>
                </a:lnTo>
                <a:lnTo>
                  <a:pt x="9905" y="1535"/>
                </a:lnTo>
                <a:lnTo>
                  <a:pt x="9880" y="1537"/>
                </a:lnTo>
                <a:lnTo>
                  <a:pt x="9865" y="1544"/>
                </a:lnTo>
                <a:lnTo>
                  <a:pt x="9841" y="1562"/>
                </a:lnTo>
                <a:lnTo>
                  <a:pt x="9826" y="1582"/>
                </a:lnTo>
                <a:lnTo>
                  <a:pt x="9813" y="1599"/>
                </a:lnTo>
                <a:lnTo>
                  <a:pt x="9780" y="1627"/>
                </a:lnTo>
                <a:lnTo>
                  <a:pt x="9747" y="1644"/>
                </a:lnTo>
                <a:lnTo>
                  <a:pt x="9730" y="1645"/>
                </a:lnTo>
                <a:lnTo>
                  <a:pt x="9724" y="1641"/>
                </a:lnTo>
                <a:lnTo>
                  <a:pt x="9723" y="1636"/>
                </a:lnTo>
                <a:lnTo>
                  <a:pt x="9723" y="1632"/>
                </a:lnTo>
                <a:lnTo>
                  <a:pt x="9716" y="1624"/>
                </a:lnTo>
                <a:lnTo>
                  <a:pt x="9694" y="1609"/>
                </a:lnTo>
                <a:lnTo>
                  <a:pt x="9652" y="1594"/>
                </a:lnTo>
                <a:lnTo>
                  <a:pt x="9603" y="1585"/>
                </a:lnTo>
                <a:lnTo>
                  <a:pt x="9580" y="1584"/>
                </a:lnTo>
                <a:lnTo>
                  <a:pt x="9554" y="1585"/>
                </a:lnTo>
                <a:lnTo>
                  <a:pt x="9497" y="1595"/>
                </a:lnTo>
                <a:lnTo>
                  <a:pt x="9475" y="1604"/>
                </a:lnTo>
                <a:lnTo>
                  <a:pt x="9435" y="1622"/>
                </a:lnTo>
                <a:lnTo>
                  <a:pt x="9418" y="1635"/>
                </a:lnTo>
                <a:lnTo>
                  <a:pt x="9424" y="1643"/>
                </a:lnTo>
                <a:lnTo>
                  <a:pt x="9431" y="1648"/>
                </a:lnTo>
                <a:lnTo>
                  <a:pt x="9436" y="1651"/>
                </a:lnTo>
                <a:lnTo>
                  <a:pt x="9440" y="1660"/>
                </a:lnTo>
                <a:lnTo>
                  <a:pt x="9437" y="1681"/>
                </a:lnTo>
                <a:lnTo>
                  <a:pt x="9426" y="1702"/>
                </a:lnTo>
                <a:lnTo>
                  <a:pt x="9411" y="1727"/>
                </a:lnTo>
                <a:lnTo>
                  <a:pt x="9404" y="1729"/>
                </a:lnTo>
                <a:lnTo>
                  <a:pt x="9408" y="1706"/>
                </a:lnTo>
                <a:lnTo>
                  <a:pt x="9411" y="1690"/>
                </a:lnTo>
                <a:lnTo>
                  <a:pt x="9409" y="1674"/>
                </a:lnTo>
                <a:lnTo>
                  <a:pt x="9406" y="1669"/>
                </a:lnTo>
                <a:lnTo>
                  <a:pt x="9403" y="1668"/>
                </a:lnTo>
                <a:lnTo>
                  <a:pt x="9396" y="1664"/>
                </a:lnTo>
                <a:lnTo>
                  <a:pt x="9384" y="1625"/>
                </a:lnTo>
                <a:lnTo>
                  <a:pt x="9380" y="1595"/>
                </a:lnTo>
                <a:lnTo>
                  <a:pt x="9377" y="1577"/>
                </a:lnTo>
                <a:lnTo>
                  <a:pt x="9368" y="1545"/>
                </a:lnTo>
                <a:lnTo>
                  <a:pt x="9353" y="1517"/>
                </a:lnTo>
                <a:lnTo>
                  <a:pt x="9332" y="1492"/>
                </a:lnTo>
                <a:lnTo>
                  <a:pt x="9317" y="1479"/>
                </a:lnTo>
                <a:lnTo>
                  <a:pt x="9296" y="1461"/>
                </a:lnTo>
                <a:lnTo>
                  <a:pt x="9277" y="1434"/>
                </a:lnTo>
                <a:lnTo>
                  <a:pt x="9273" y="1421"/>
                </a:lnTo>
                <a:lnTo>
                  <a:pt x="9274" y="1417"/>
                </a:lnTo>
                <a:lnTo>
                  <a:pt x="9278" y="1409"/>
                </a:lnTo>
                <a:lnTo>
                  <a:pt x="9275" y="1399"/>
                </a:lnTo>
                <a:lnTo>
                  <a:pt x="9269" y="1398"/>
                </a:lnTo>
                <a:lnTo>
                  <a:pt x="9262" y="1400"/>
                </a:lnTo>
                <a:lnTo>
                  <a:pt x="9252" y="1416"/>
                </a:lnTo>
                <a:lnTo>
                  <a:pt x="9251" y="1428"/>
                </a:lnTo>
                <a:lnTo>
                  <a:pt x="9248" y="1442"/>
                </a:lnTo>
                <a:lnTo>
                  <a:pt x="9234" y="1478"/>
                </a:lnTo>
                <a:lnTo>
                  <a:pt x="9225" y="1493"/>
                </a:lnTo>
                <a:lnTo>
                  <a:pt x="9215" y="1506"/>
                </a:lnTo>
                <a:lnTo>
                  <a:pt x="9201" y="1537"/>
                </a:lnTo>
                <a:lnTo>
                  <a:pt x="9200" y="1547"/>
                </a:lnTo>
                <a:lnTo>
                  <a:pt x="9198" y="1557"/>
                </a:lnTo>
                <a:lnTo>
                  <a:pt x="9186" y="1582"/>
                </a:lnTo>
                <a:lnTo>
                  <a:pt x="9176" y="1592"/>
                </a:lnTo>
                <a:lnTo>
                  <a:pt x="9169" y="1599"/>
                </a:lnTo>
                <a:lnTo>
                  <a:pt x="9159" y="1601"/>
                </a:lnTo>
                <a:lnTo>
                  <a:pt x="9150" y="1577"/>
                </a:lnTo>
                <a:lnTo>
                  <a:pt x="9145" y="1531"/>
                </a:lnTo>
                <a:lnTo>
                  <a:pt x="9140" y="1495"/>
                </a:lnTo>
                <a:lnTo>
                  <a:pt x="9127" y="1451"/>
                </a:lnTo>
                <a:lnTo>
                  <a:pt x="9116" y="1432"/>
                </a:lnTo>
                <a:lnTo>
                  <a:pt x="9110" y="1427"/>
                </a:lnTo>
                <a:lnTo>
                  <a:pt x="9098" y="1414"/>
                </a:lnTo>
                <a:lnTo>
                  <a:pt x="9073" y="1364"/>
                </a:lnTo>
                <a:lnTo>
                  <a:pt x="9064" y="1334"/>
                </a:lnTo>
                <a:lnTo>
                  <a:pt x="9059" y="1312"/>
                </a:lnTo>
                <a:lnTo>
                  <a:pt x="9054" y="1281"/>
                </a:lnTo>
                <a:lnTo>
                  <a:pt x="9057" y="1258"/>
                </a:lnTo>
                <a:lnTo>
                  <a:pt x="9070" y="1238"/>
                </a:lnTo>
                <a:lnTo>
                  <a:pt x="9081" y="1226"/>
                </a:lnTo>
                <a:lnTo>
                  <a:pt x="9094" y="1210"/>
                </a:lnTo>
                <a:lnTo>
                  <a:pt x="9107" y="1186"/>
                </a:lnTo>
                <a:lnTo>
                  <a:pt x="9105" y="1180"/>
                </a:lnTo>
                <a:lnTo>
                  <a:pt x="9100" y="1178"/>
                </a:lnTo>
                <a:lnTo>
                  <a:pt x="9082" y="1189"/>
                </a:lnTo>
                <a:lnTo>
                  <a:pt x="9073" y="1200"/>
                </a:lnTo>
                <a:lnTo>
                  <a:pt x="9066" y="1208"/>
                </a:lnTo>
                <a:lnTo>
                  <a:pt x="9057" y="1209"/>
                </a:lnTo>
                <a:lnTo>
                  <a:pt x="9049" y="1168"/>
                </a:lnTo>
                <a:lnTo>
                  <a:pt x="9044" y="1091"/>
                </a:lnTo>
                <a:lnTo>
                  <a:pt x="9041" y="1039"/>
                </a:lnTo>
                <a:lnTo>
                  <a:pt x="9029" y="954"/>
                </a:lnTo>
                <a:lnTo>
                  <a:pt x="9007" y="892"/>
                </a:lnTo>
                <a:lnTo>
                  <a:pt x="8986" y="857"/>
                </a:lnTo>
                <a:lnTo>
                  <a:pt x="8969" y="841"/>
                </a:lnTo>
                <a:lnTo>
                  <a:pt x="8960" y="835"/>
                </a:lnTo>
                <a:lnTo>
                  <a:pt x="8953" y="831"/>
                </a:lnTo>
                <a:lnTo>
                  <a:pt x="8937" y="828"/>
                </a:lnTo>
                <a:lnTo>
                  <a:pt x="8922" y="831"/>
                </a:lnTo>
                <a:lnTo>
                  <a:pt x="8908" y="840"/>
                </a:lnTo>
                <a:lnTo>
                  <a:pt x="8885" y="864"/>
                </a:lnTo>
                <a:lnTo>
                  <a:pt x="8852" y="922"/>
                </a:lnTo>
                <a:lnTo>
                  <a:pt x="8835" y="962"/>
                </a:lnTo>
                <a:lnTo>
                  <a:pt x="8819" y="997"/>
                </a:lnTo>
                <a:lnTo>
                  <a:pt x="8802" y="1027"/>
                </a:lnTo>
                <a:lnTo>
                  <a:pt x="8795" y="1033"/>
                </a:lnTo>
                <a:lnTo>
                  <a:pt x="8794" y="1030"/>
                </a:lnTo>
                <a:lnTo>
                  <a:pt x="8793" y="1025"/>
                </a:lnTo>
                <a:lnTo>
                  <a:pt x="8784" y="1014"/>
                </a:lnTo>
                <a:lnTo>
                  <a:pt x="8758" y="994"/>
                </a:lnTo>
                <a:lnTo>
                  <a:pt x="8735" y="982"/>
                </a:lnTo>
                <a:lnTo>
                  <a:pt x="8676" y="952"/>
                </a:lnTo>
                <a:lnTo>
                  <a:pt x="8618" y="1015"/>
                </a:lnTo>
                <a:lnTo>
                  <a:pt x="8596" y="1039"/>
                </a:lnTo>
                <a:lnTo>
                  <a:pt x="8559" y="1074"/>
                </a:lnTo>
                <a:lnTo>
                  <a:pt x="8551" y="1078"/>
                </a:lnTo>
                <a:lnTo>
                  <a:pt x="8531" y="1070"/>
                </a:lnTo>
                <a:lnTo>
                  <a:pt x="8486" y="1043"/>
                </a:lnTo>
                <a:lnTo>
                  <a:pt x="8458" y="1027"/>
                </a:lnTo>
                <a:lnTo>
                  <a:pt x="8405" y="1011"/>
                </a:lnTo>
                <a:lnTo>
                  <a:pt x="8369" y="1012"/>
                </a:lnTo>
                <a:lnTo>
                  <a:pt x="8346" y="1018"/>
                </a:lnTo>
                <a:lnTo>
                  <a:pt x="8315" y="1035"/>
                </a:lnTo>
                <a:lnTo>
                  <a:pt x="8296" y="1054"/>
                </a:lnTo>
                <a:lnTo>
                  <a:pt x="8280" y="1073"/>
                </a:lnTo>
                <a:lnTo>
                  <a:pt x="8250" y="1115"/>
                </a:lnTo>
                <a:lnTo>
                  <a:pt x="8243" y="1132"/>
                </a:lnTo>
                <a:lnTo>
                  <a:pt x="8238" y="1145"/>
                </a:lnTo>
                <a:lnTo>
                  <a:pt x="8224" y="1157"/>
                </a:lnTo>
                <a:lnTo>
                  <a:pt x="8212" y="1159"/>
                </a:lnTo>
                <a:lnTo>
                  <a:pt x="8207" y="1159"/>
                </a:lnTo>
                <a:lnTo>
                  <a:pt x="8200" y="1158"/>
                </a:lnTo>
                <a:lnTo>
                  <a:pt x="8187" y="1162"/>
                </a:lnTo>
                <a:lnTo>
                  <a:pt x="8164" y="1179"/>
                </a:lnTo>
                <a:lnTo>
                  <a:pt x="8132" y="1220"/>
                </a:lnTo>
                <a:lnTo>
                  <a:pt x="8100" y="1276"/>
                </a:lnTo>
                <a:lnTo>
                  <a:pt x="8086" y="1309"/>
                </a:lnTo>
                <a:lnTo>
                  <a:pt x="8076" y="1330"/>
                </a:lnTo>
                <a:lnTo>
                  <a:pt x="8050" y="1358"/>
                </a:lnTo>
                <a:lnTo>
                  <a:pt x="8033" y="1365"/>
                </a:lnTo>
                <a:lnTo>
                  <a:pt x="8025" y="1363"/>
                </a:lnTo>
                <a:lnTo>
                  <a:pt x="8020" y="1355"/>
                </a:lnTo>
                <a:lnTo>
                  <a:pt x="8020" y="1341"/>
                </a:lnTo>
                <a:lnTo>
                  <a:pt x="8022" y="1331"/>
                </a:lnTo>
                <a:lnTo>
                  <a:pt x="8025" y="1317"/>
                </a:lnTo>
                <a:lnTo>
                  <a:pt x="8021" y="1293"/>
                </a:lnTo>
                <a:lnTo>
                  <a:pt x="8015" y="1286"/>
                </a:lnTo>
                <a:lnTo>
                  <a:pt x="8009" y="1284"/>
                </a:lnTo>
                <a:lnTo>
                  <a:pt x="8001" y="1295"/>
                </a:lnTo>
                <a:lnTo>
                  <a:pt x="8000" y="1306"/>
                </a:lnTo>
                <a:lnTo>
                  <a:pt x="7998" y="1320"/>
                </a:lnTo>
                <a:lnTo>
                  <a:pt x="7980" y="1370"/>
                </a:lnTo>
                <a:lnTo>
                  <a:pt x="7966" y="1398"/>
                </a:lnTo>
                <a:lnTo>
                  <a:pt x="7953" y="1425"/>
                </a:lnTo>
                <a:lnTo>
                  <a:pt x="7941" y="1462"/>
                </a:lnTo>
                <a:lnTo>
                  <a:pt x="7943" y="1466"/>
                </a:lnTo>
                <a:lnTo>
                  <a:pt x="7945" y="1466"/>
                </a:lnTo>
                <a:lnTo>
                  <a:pt x="7945" y="1471"/>
                </a:lnTo>
                <a:lnTo>
                  <a:pt x="7938" y="1483"/>
                </a:lnTo>
                <a:lnTo>
                  <a:pt x="7928" y="1494"/>
                </a:lnTo>
                <a:lnTo>
                  <a:pt x="7917" y="1509"/>
                </a:lnTo>
                <a:lnTo>
                  <a:pt x="7898" y="1548"/>
                </a:lnTo>
                <a:lnTo>
                  <a:pt x="7893" y="1567"/>
                </a:lnTo>
                <a:lnTo>
                  <a:pt x="7892" y="1574"/>
                </a:lnTo>
                <a:lnTo>
                  <a:pt x="7889" y="1573"/>
                </a:lnTo>
                <a:lnTo>
                  <a:pt x="7884" y="1542"/>
                </a:lnTo>
                <a:lnTo>
                  <a:pt x="7882" y="1499"/>
                </a:lnTo>
                <a:lnTo>
                  <a:pt x="7880" y="1454"/>
                </a:lnTo>
                <a:lnTo>
                  <a:pt x="7873" y="1384"/>
                </a:lnTo>
                <a:lnTo>
                  <a:pt x="7863" y="1337"/>
                </a:lnTo>
                <a:lnTo>
                  <a:pt x="7852" y="1319"/>
                </a:lnTo>
                <a:lnTo>
                  <a:pt x="7844" y="1314"/>
                </a:lnTo>
                <a:lnTo>
                  <a:pt x="7840" y="1314"/>
                </a:lnTo>
                <a:lnTo>
                  <a:pt x="7834" y="1311"/>
                </a:lnTo>
                <a:lnTo>
                  <a:pt x="7821" y="1286"/>
                </a:lnTo>
                <a:lnTo>
                  <a:pt x="7817" y="1268"/>
                </a:lnTo>
                <a:lnTo>
                  <a:pt x="7814" y="1249"/>
                </a:lnTo>
                <a:lnTo>
                  <a:pt x="7802" y="1214"/>
                </a:lnTo>
                <a:lnTo>
                  <a:pt x="7796" y="1204"/>
                </a:lnTo>
                <a:lnTo>
                  <a:pt x="7790" y="1191"/>
                </a:lnTo>
                <a:lnTo>
                  <a:pt x="7781" y="1113"/>
                </a:lnTo>
                <a:lnTo>
                  <a:pt x="7781" y="1061"/>
                </a:lnTo>
                <a:lnTo>
                  <a:pt x="7780" y="1000"/>
                </a:lnTo>
                <a:lnTo>
                  <a:pt x="7770" y="888"/>
                </a:lnTo>
                <a:lnTo>
                  <a:pt x="7751" y="794"/>
                </a:lnTo>
                <a:lnTo>
                  <a:pt x="7733" y="744"/>
                </a:lnTo>
                <a:lnTo>
                  <a:pt x="7719" y="720"/>
                </a:lnTo>
                <a:lnTo>
                  <a:pt x="7711" y="713"/>
                </a:lnTo>
                <a:lnTo>
                  <a:pt x="7702" y="704"/>
                </a:lnTo>
                <a:lnTo>
                  <a:pt x="7686" y="696"/>
                </a:lnTo>
                <a:lnTo>
                  <a:pt x="7667" y="700"/>
                </a:lnTo>
                <a:lnTo>
                  <a:pt x="7641" y="718"/>
                </a:lnTo>
                <a:lnTo>
                  <a:pt x="7622" y="734"/>
                </a:lnTo>
                <a:lnTo>
                  <a:pt x="7596" y="756"/>
                </a:lnTo>
                <a:lnTo>
                  <a:pt x="7567" y="795"/>
                </a:lnTo>
                <a:lnTo>
                  <a:pt x="7554" y="821"/>
                </a:lnTo>
                <a:lnTo>
                  <a:pt x="7551" y="833"/>
                </a:lnTo>
                <a:lnTo>
                  <a:pt x="7545" y="859"/>
                </a:lnTo>
                <a:lnTo>
                  <a:pt x="7535" y="891"/>
                </a:lnTo>
                <a:lnTo>
                  <a:pt x="7525" y="899"/>
                </a:lnTo>
                <a:lnTo>
                  <a:pt x="7517" y="899"/>
                </a:lnTo>
                <a:lnTo>
                  <a:pt x="7504" y="890"/>
                </a:lnTo>
                <a:lnTo>
                  <a:pt x="7492" y="876"/>
                </a:lnTo>
                <a:lnTo>
                  <a:pt x="7474" y="859"/>
                </a:lnTo>
                <a:lnTo>
                  <a:pt x="7449" y="846"/>
                </a:lnTo>
                <a:lnTo>
                  <a:pt x="7432" y="843"/>
                </a:lnTo>
                <a:lnTo>
                  <a:pt x="7406" y="849"/>
                </a:lnTo>
                <a:lnTo>
                  <a:pt x="7366" y="877"/>
                </a:lnTo>
                <a:lnTo>
                  <a:pt x="7343" y="901"/>
                </a:lnTo>
                <a:lnTo>
                  <a:pt x="7321" y="924"/>
                </a:lnTo>
                <a:lnTo>
                  <a:pt x="7285" y="951"/>
                </a:lnTo>
                <a:lnTo>
                  <a:pt x="7264" y="957"/>
                </a:lnTo>
                <a:lnTo>
                  <a:pt x="7250" y="954"/>
                </a:lnTo>
                <a:lnTo>
                  <a:pt x="7230" y="942"/>
                </a:lnTo>
                <a:lnTo>
                  <a:pt x="7214" y="926"/>
                </a:lnTo>
                <a:lnTo>
                  <a:pt x="7207" y="918"/>
                </a:lnTo>
                <a:lnTo>
                  <a:pt x="7188" y="906"/>
                </a:lnTo>
                <a:lnTo>
                  <a:pt x="7153" y="894"/>
                </a:lnTo>
                <a:lnTo>
                  <a:pt x="7127" y="892"/>
                </a:lnTo>
                <a:lnTo>
                  <a:pt x="7101" y="894"/>
                </a:lnTo>
                <a:lnTo>
                  <a:pt x="7039" y="909"/>
                </a:lnTo>
                <a:lnTo>
                  <a:pt x="6984" y="929"/>
                </a:lnTo>
                <a:lnTo>
                  <a:pt x="6963" y="944"/>
                </a:lnTo>
                <a:lnTo>
                  <a:pt x="6961" y="952"/>
                </a:lnTo>
                <a:lnTo>
                  <a:pt x="6966" y="954"/>
                </a:lnTo>
                <a:lnTo>
                  <a:pt x="6971" y="956"/>
                </a:lnTo>
                <a:lnTo>
                  <a:pt x="6972" y="967"/>
                </a:lnTo>
                <a:lnTo>
                  <a:pt x="6958" y="995"/>
                </a:lnTo>
                <a:lnTo>
                  <a:pt x="6936" y="1023"/>
                </a:lnTo>
                <a:lnTo>
                  <a:pt x="6916" y="1050"/>
                </a:lnTo>
                <a:lnTo>
                  <a:pt x="6888" y="1097"/>
                </a:lnTo>
                <a:lnTo>
                  <a:pt x="6885" y="1111"/>
                </a:lnTo>
                <a:lnTo>
                  <a:pt x="6885" y="1124"/>
                </a:lnTo>
                <a:lnTo>
                  <a:pt x="6878" y="1125"/>
                </a:lnTo>
                <a:lnTo>
                  <a:pt x="6870" y="1113"/>
                </a:lnTo>
                <a:lnTo>
                  <a:pt x="6866" y="1107"/>
                </a:lnTo>
                <a:lnTo>
                  <a:pt x="6854" y="1106"/>
                </a:lnTo>
                <a:lnTo>
                  <a:pt x="6830" y="1125"/>
                </a:lnTo>
                <a:lnTo>
                  <a:pt x="6803" y="1162"/>
                </a:lnTo>
                <a:lnTo>
                  <a:pt x="6782" y="1192"/>
                </a:lnTo>
                <a:lnTo>
                  <a:pt x="6748" y="1248"/>
                </a:lnTo>
                <a:lnTo>
                  <a:pt x="6742" y="1265"/>
                </a:lnTo>
                <a:lnTo>
                  <a:pt x="6739" y="1272"/>
                </a:lnTo>
                <a:lnTo>
                  <a:pt x="6728" y="1284"/>
                </a:lnTo>
                <a:lnTo>
                  <a:pt x="6702" y="1296"/>
                </a:lnTo>
                <a:lnTo>
                  <a:pt x="6663" y="1297"/>
                </a:lnTo>
                <a:lnTo>
                  <a:pt x="6636" y="1285"/>
                </a:lnTo>
                <a:lnTo>
                  <a:pt x="6621" y="1274"/>
                </a:lnTo>
                <a:lnTo>
                  <a:pt x="6616" y="1266"/>
                </a:lnTo>
                <a:lnTo>
                  <a:pt x="6607" y="1252"/>
                </a:lnTo>
                <a:lnTo>
                  <a:pt x="6599" y="1251"/>
                </a:lnTo>
                <a:lnTo>
                  <a:pt x="6598" y="1265"/>
                </a:lnTo>
                <a:lnTo>
                  <a:pt x="6597" y="1270"/>
                </a:lnTo>
                <a:lnTo>
                  <a:pt x="6588" y="1282"/>
                </a:lnTo>
                <a:lnTo>
                  <a:pt x="6564" y="1304"/>
                </a:lnTo>
                <a:lnTo>
                  <a:pt x="6520" y="1328"/>
                </a:lnTo>
                <a:lnTo>
                  <a:pt x="6491" y="1338"/>
                </a:lnTo>
                <a:lnTo>
                  <a:pt x="6476" y="1338"/>
                </a:lnTo>
                <a:lnTo>
                  <a:pt x="6473" y="1336"/>
                </a:lnTo>
                <a:lnTo>
                  <a:pt x="6469" y="1329"/>
                </a:lnTo>
                <a:lnTo>
                  <a:pt x="6463" y="1307"/>
                </a:lnTo>
                <a:lnTo>
                  <a:pt x="6463" y="1294"/>
                </a:lnTo>
                <a:lnTo>
                  <a:pt x="6462" y="1280"/>
                </a:lnTo>
                <a:lnTo>
                  <a:pt x="6456" y="1270"/>
                </a:lnTo>
                <a:lnTo>
                  <a:pt x="6451" y="1268"/>
                </a:lnTo>
                <a:lnTo>
                  <a:pt x="6448" y="1270"/>
                </a:lnTo>
                <a:lnTo>
                  <a:pt x="6442" y="1272"/>
                </a:lnTo>
                <a:lnTo>
                  <a:pt x="6431" y="1267"/>
                </a:lnTo>
                <a:lnTo>
                  <a:pt x="6419" y="1240"/>
                </a:lnTo>
                <a:lnTo>
                  <a:pt x="6413" y="1180"/>
                </a:lnTo>
                <a:lnTo>
                  <a:pt x="6420" y="1113"/>
                </a:lnTo>
                <a:lnTo>
                  <a:pt x="6429" y="1086"/>
                </a:lnTo>
                <a:lnTo>
                  <a:pt x="6433" y="1078"/>
                </a:lnTo>
                <a:lnTo>
                  <a:pt x="6439" y="1073"/>
                </a:lnTo>
                <a:lnTo>
                  <a:pt x="6445" y="1095"/>
                </a:lnTo>
                <a:lnTo>
                  <a:pt x="6448" y="1137"/>
                </a:lnTo>
                <a:lnTo>
                  <a:pt x="6450" y="1179"/>
                </a:lnTo>
                <a:lnTo>
                  <a:pt x="6454" y="1191"/>
                </a:lnTo>
                <a:lnTo>
                  <a:pt x="6458" y="1164"/>
                </a:lnTo>
                <a:lnTo>
                  <a:pt x="6460" y="1139"/>
                </a:lnTo>
                <a:lnTo>
                  <a:pt x="6459" y="1091"/>
                </a:lnTo>
                <a:lnTo>
                  <a:pt x="6451" y="1053"/>
                </a:lnTo>
                <a:lnTo>
                  <a:pt x="6442" y="1033"/>
                </a:lnTo>
                <a:lnTo>
                  <a:pt x="6435" y="1027"/>
                </a:lnTo>
                <a:lnTo>
                  <a:pt x="6431" y="1027"/>
                </a:lnTo>
                <a:lnTo>
                  <a:pt x="6424" y="1029"/>
                </a:lnTo>
                <a:lnTo>
                  <a:pt x="6405" y="1055"/>
                </a:lnTo>
                <a:lnTo>
                  <a:pt x="6398" y="1073"/>
                </a:lnTo>
                <a:lnTo>
                  <a:pt x="6394" y="1085"/>
                </a:lnTo>
                <a:lnTo>
                  <a:pt x="6387" y="1090"/>
                </a:lnTo>
                <a:lnTo>
                  <a:pt x="6381" y="1045"/>
                </a:lnTo>
                <a:lnTo>
                  <a:pt x="6380" y="966"/>
                </a:lnTo>
                <a:lnTo>
                  <a:pt x="6379" y="909"/>
                </a:lnTo>
                <a:lnTo>
                  <a:pt x="6369" y="815"/>
                </a:lnTo>
                <a:lnTo>
                  <a:pt x="6351" y="742"/>
                </a:lnTo>
                <a:lnTo>
                  <a:pt x="6329" y="701"/>
                </a:lnTo>
                <a:lnTo>
                  <a:pt x="6313" y="681"/>
                </a:lnTo>
                <a:lnTo>
                  <a:pt x="6304" y="673"/>
                </a:lnTo>
                <a:lnTo>
                  <a:pt x="6297" y="668"/>
                </a:lnTo>
                <a:lnTo>
                  <a:pt x="6283" y="662"/>
                </a:lnTo>
                <a:lnTo>
                  <a:pt x="6269" y="663"/>
                </a:lnTo>
                <a:lnTo>
                  <a:pt x="6254" y="670"/>
                </a:lnTo>
                <a:lnTo>
                  <a:pt x="6232" y="694"/>
                </a:lnTo>
                <a:lnTo>
                  <a:pt x="6196" y="754"/>
                </a:lnTo>
                <a:lnTo>
                  <a:pt x="6174" y="797"/>
                </a:lnTo>
                <a:lnTo>
                  <a:pt x="6155" y="837"/>
                </a:lnTo>
                <a:lnTo>
                  <a:pt x="6136" y="870"/>
                </a:lnTo>
                <a:lnTo>
                  <a:pt x="6131" y="875"/>
                </a:lnTo>
                <a:lnTo>
                  <a:pt x="6132" y="871"/>
                </a:lnTo>
                <a:lnTo>
                  <a:pt x="6133" y="865"/>
                </a:lnTo>
                <a:lnTo>
                  <a:pt x="6132" y="854"/>
                </a:lnTo>
                <a:lnTo>
                  <a:pt x="6123" y="839"/>
                </a:lnTo>
                <a:lnTo>
                  <a:pt x="6110" y="833"/>
                </a:lnTo>
                <a:lnTo>
                  <a:pt x="6101" y="830"/>
                </a:lnTo>
                <a:lnTo>
                  <a:pt x="6086" y="819"/>
                </a:lnTo>
                <a:lnTo>
                  <a:pt x="6066" y="793"/>
                </a:lnTo>
                <a:lnTo>
                  <a:pt x="6049" y="743"/>
                </a:lnTo>
                <a:lnTo>
                  <a:pt x="6042" y="681"/>
                </a:lnTo>
                <a:lnTo>
                  <a:pt x="6044" y="648"/>
                </a:lnTo>
                <a:lnTo>
                  <a:pt x="6046" y="616"/>
                </a:lnTo>
                <a:lnTo>
                  <a:pt x="6042" y="576"/>
                </a:lnTo>
                <a:lnTo>
                  <a:pt x="6038" y="572"/>
                </a:lnTo>
                <a:lnTo>
                  <a:pt x="6031" y="570"/>
                </a:lnTo>
                <a:lnTo>
                  <a:pt x="6024" y="548"/>
                </a:lnTo>
                <a:lnTo>
                  <a:pt x="6023" y="532"/>
                </a:lnTo>
                <a:lnTo>
                  <a:pt x="6021" y="503"/>
                </a:lnTo>
                <a:lnTo>
                  <a:pt x="6002" y="413"/>
                </a:lnTo>
                <a:lnTo>
                  <a:pt x="5974" y="312"/>
                </a:lnTo>
                <a:lnTo>
                  <a:pt x="5945" y="236"/>
                </a:lnTo>
                <a:lnTo>
                  <a:pt x="5934" y="220"/>
                </a:lnTo>
                <a:lnTo>
                  <a:pt x="5927" y="214"/>
                </a:lnTo>
                <a:lnTo>
                  <a:pt x="5913" y="205"/>
                </a:lnTo>
                <a:lnTo>
                  <a:pt x="5898" y="203"/>
                </a:lnTo>
                <a:lnTo>
                  <a:pt x="5882" y="207"/>
                </a:lnTo>
                <a:lnTo>
                  <a:pt x="5858" y="225"/>
                </a:lnTo>
                <a:lnTo>
                  <a:pt x="5819" y="274"/>
                </a:lnTo>
                <a:lnTo>
                  <a:pt x="5794" y="311"/>
                </a:lnTo>
                <a:lnTo>
                  <a:pt x="5733" y="406"/>
                </a:lnTo>
                <a:lnTo>
                  <a:pt x="5696" y="370"/>
                </a:lnTo>
                <a:lnTo>
                  <a:pt x="5680" y="356"/>
                </a:lnTo>
                <a:lnTo>
                  <a:pt x="5650" y="337"/>
                </a:lnTo>
                <a:lnTo>
                  <a:pt x="5642" y="335"/>
                </a:lnTo>
                <a:lnTo>
                  <a:pt x="5632" y="339"/>
                </a:lnTo>
                <a:lnTo>
                  <a:pt x="5588" y="375"/>
                </a:lnTo>
                <a:lnTo>
                  <a:pt x="5561" y="403"/>
                </a:lnTo>
                <a:lnTo>
                  <a:pt x="5535" y="429"/>
                </a:lnTo>
                <a:lnTo>
                  <a:pt x="5497" y="460"/>
                </a:lnTo>
                <a:lnTo>
                  <a:pt x="5476" y="467"/>
                </a:lnTo>
                <a:lnTo>
                  <a:pt x="5464" y="465"/>
                </a:lnTo>
                <a:lnTo>
                  <a:pt x="5447" y="453"/>
                </a:lnTo>
                <a:lnTo>
                  <a:pt x="5436" y="436"/>
                </a:lnTo>
                <a:lnTo>
                  <a:pt x="5429" y="428"/>
                </a:lnTo>
                <a:lnTo>
                  <a:pt x="5409" y="414"/>
                </a:lnTo>
                <a:lnTo>
                  <a:pt x="5382" y="405"/>
                </a:lnTo>
                <a:lnTo>
                  <a:pt x="5350" y="400"/>
                </a:lnTo>
                <a:lnTo>
                  <a:pt x="5300" y="401"/>
                </a:lnTo>
                <a:lnTo>
                  <a:pt x="5254" y="415"/>
                </a:lnTo>
                <a:lnTo>
                  <a:pt x="5231" y="428"/>
                </a:lnTo>
                <a:lnTo>
                  <a:pt x="5222" y="436"/>
                </a:lnTo>
                <a:lnTo>
                  <a:pt x="5206" y="451"/>
                </a:lnTo>
                <a:lnTo>
                  <a:pt x="5190" y="459"/>
                </a:lnTo>
                <a:lnTo>
                  <a:pt x="5182" y="457"/>
                </a:lnTo>
                <a:lnTo>
                  <a:pt x="5179" y="453"/>
                </a:lnTo>
                <a:lnTo>
                  <a:pt x="5176" y="450"/>
                </a:lnTo>
                <a:lnTo>
                  <a:pt x="5163" y="452"/>
                </a:lnTo>
                <a:lnTo>
                  <a:pt x="5133" y="474"/>
                </a:lnTo>
                <a:lnTo>
                  <a:pt x="5106" y="502"/>
                </a:lnTo>
                <a:lnTo>
                  <a:pt x="5083" y="528"/>
                </a:lnTo>
                <a:lnTo>
                  <a:pt x="5052" y="552"/>
                </a:lnTo>
                <a:lnTo>
                  <a:pt x="5040" y="559"/>
                </a:lnTo>
                <a:lnTo>
                  <a:pt x="5037" y="557"/>
                </a:lnTo>
                <a:lnTo>
                  <a:pt x="5033" y="555"/>
                </a:lnTo>
                <a:lnTo>
                  <a:pt x="5028" y="567"/>
                </a:lnTo>
                <a:lnTo>
                  <a:pt x="5027" y="578"/>
                </a:lnTo>
                <a:lnTo>
                  <a:pt x="5024" y="595"/>
                </a:lnTo>
                <a:lnTo>
                  <a:pt x="5001" y="651"/>
                </a:lnTo>
                <a:lnTo>
                  <a:pt x="4965" y="711"/>
                </a:lnTo>
                <a:lnTo>
                  <a:pt x="4941" y="744"/>
                </a:lnTo>
                <a:lnTo>
                  <a:pt x="4929" y="756"/>
                </a:lnTo>
                <a:lnTo>
                  <a:pt x="4924" y="757"/>
                </a:lnTo>
                <a:lnTo>
                  <a:pt x="4921" y="756"/>
                </a:lnTo>
                <a:lnTo>
                  <a:pt x="4916" y="748"/>
                </a:lnTo>
                <a:lnTo>
                  <a:pt x="4909" y="722"/>
                </a:lnTo>
                <a:lnTo>
                  <a:pt x="4908" y="699"/>
                </a:lnTo>
                <a:lnTo>
                  <a:pt x="4907" y="675"/>
                </a:lnTo>
                <a:lnTo>
                  <a:pt x="4897" y="639"/>
                </a:lnTo>
                <a:lnTo>
                  <a:pt x="4887" y="621"/>
                </a:lnTo>
                <a:lnTo>
                  <a:pt x="4882" y="615"/>
                </a:lnTo>
                <a:lnTo>
                  <a:pt x="4871" y="601"/>
                </a:lnTo>
                <a:lnTo>
                  <a:pt x="4852" y="551"/>
                </a:lnTo>
                <a:lnTo>
                  <a:pt x="4848" y="526"/>
                </a:lnTo>
                <a:lnTo>
                  <a:pt x="4837" y="468"/>
                </a:lnTo>
                <a:lnTo>
                  <a:pt x="4824" y="428"/>
                </a:lnTo>
                <a:lnTo>
                  <a:pt x="4818" y="406"/>
                </a:lnTo>
                <a:lnTo>
                  <a:pt x="4807" y="299"/>
                </a:lnTo>
                <a:lnTo>
                  <a:pt x="4804" y="232"/>
                </a:lnTo>
                <a:lnTo>
                  <a:pt x="4803" y="185"/>
                </a:lnTo>
                <a:lnTo>
                  <a:pt x="4798" y="117"/>
                </a:lnTo>
                <a:lnTo>
                  <a:pt x="4789" y="72"/>
                </a:lnTo>
                <a:lnTo>
                  <a:pt x="4776" y="44"/>
                </a:lnTo>
                <a:lnTo>
                  <a:pt x="4767" y="33"/>
                </a:lnTo>
                <a:lnTo>
                  <a:pt x="4753" y="19"/>
                </a:lnTo>
                <a:lnTo>
                  <a:pt x="4730" y="3"/>
                </a:lnTo>
                <a:lnTo>
                  <a:pt x="4709" y="0"/>
                </a:lnTo>
                <a:lnTo>
                  <a:pt x="4690" y="9"/>
                </a:lnTo>
                <a:lnTo>
                  <a:pt x="4679" y="20"/>
                </a:lnTo>
                <a:close/>
                <a:moveTo>
                  <a:pt x="4216" y="360"/>
                </a:moveTo>
                <a:lnTo>
                  <a:pt x="4215" y="397"/>
                </a:lnTo>
                <a:lnTo>
                  <a:pt x="4209" y="438"/>
                </a:lnTo>
                <a:lnTo>
                  <a:pt x="4203" y="452"/>
                </a:lnTo>
                <a:lnTo>
                  <a:pt x="4199" y="453"/>
                </a:lnTo>
                <a:lnTo>
                  <a:pt x="4196" y="452"/>
                </a:lnTo>
                <a:lnTo>
                  <a:pt x="4190" y="442"/>
                </a:lnTo>
                <a:lnTo>
                  <a:pt x="4185" y="415"/>
                </a:lnTo>
                <a:lnTo>
                  <a:pt x="4182" y="363"/>
                </a:lnTo>
                <a:lnTo>
                  <a:pt x="4187" y="312"/>
                </a:lnTo>
                <a:lnTo>
                  <a:pt x="4193" y="294"/>
                </a:lnTo>
                <a:lnTo>
                  <a:pt x="4199" y="279"/>
                </a:lnTo>
                <a:lnTo>
                  <a:pt x="4206" y="270"/>
                </a:lnTo>
                <a:lnTo>
                  <a:pt x="4210" y="271"/>
                </a:lnTo>
                <a:lnTo>
                  <a:pt x="4215" y="298"/>
                </a:lnTo>
                <a:lnTo>
                  <a:pt x="4216" y="360"/>
                </a:lnTo>
                <a:close/>
                <a:moveTo>
                  <a:pt x="4515" y="322"/>
                </a:moveTo>
                <a:lnTo>
                  <a:pt x="4511" y="330"/>
                </a:lnTo>
                <a:lnTo>
                  <a:pt x="4506" y="324"/>
                </a:lnTo>
                <a:lnTo>
                  <a:pt x="4505" y="311"/>
                </a:lnTo>
                <a:lnTo>
                  <a:pt x="4505" y="298"/>
                </a:lnTo>
                <a:lnTo>
                  <a:pt x="4508" y="288"/>
                </a:lnTo>
                <a:lnTo>
                  <a:pt x="4511" y="287"/>
                </a:lnTo>
                <a:lnTo>
                  <a:pt x="4513" y="289"/>
                </a:lnTo>
                <a:lnTo>
                  <a:pt x="4517" y="294"/>
                </a:lnTo>
                <a:lnTo>
                  <a:pt x="4518" y="312"/>
                </a:lnTo>
                <a:lnTo>
                  <a:pt x="4515" y="322"/>
                </a:lnTo>
                <a:close/>
                <a:moveTo>
                  <a:pt x="2897" y="405"/>
                </a:moveTo>
                <a:lnTo>
                  <a:pt x="2887" y="409"/>
                </a:lnTo>
                <a:lnTo>
                  <a:pt x="2869" y="411"/>
                </a:lnTo>
                <a:lnTo>
                  <a:pt x="2856" y="406"/>
                </a:lnTo>
                <a:lnTo>
                  <a:pt x="2853" y="393"/>
                </a:lnTo>
                <a:lnTo>
                  <a:pt x="2856" y="385"/>
                </a:lnTo>
                <a:lnTo>
                  <a:pt x="2862" y="380"/>
                </a:lnTo>
                <a:lnTo>
                  <a:pt x="2881" y="377"/>
                </a:lnTo>
                <a:lnTo>
                  <a:pt x="2891" y="380"/>
                </a:lnTo>
                <a:lnTo>
                  <a:pt x="2905" y="385"/>
                </a:lnTo>
                <a:lnTo>
                  <a:pt x="2908" y="397"/>
                </a:lnTo>
                <a:lnTo>
                  <a:pt x="2897" y="405"/>
                </a:lnTo>
                <a:close/>
                <a:moveTo>
                  <a:pt x="2603" y="526"/>
                </a:moveTo>
                <a:lnTo>
                  <a:pt x="2603" y="563"/>
                </a:lnTo>
                <a:lnTo>
                  <a:pt x="2598" y="613"/>
                </a:lnTo>
                <a:lnTo>
                  <a:pt x="2589" y="630"/>
                </a:lnTo>
                <a:lnTo>
                  <a:pt x="2581" y="633"/>
                </a:lnTo>
                <a:lnTo>
                  <a:pt x="2566" y="628"/>
                </a:lnTo>
                <a:lnTo>
                  <a:pt x="2552" y="615"/>
                </a:lnTo>
                <a:lnTo>
                  <a:pt x="2540" y="604"/>
                </a:lnTo>
                <a:lnTo>
                  <a:pt x="2516" y="590"/>
                </a:lnTo>
                <a:lnTo>
                  <a:pt x="2508" y="588"/>
                </a:lnTo>
                <a:lnTo>
                  <a:pt x="2503" y="588"/>
                </a:lnTo>
                <a:lnTo>
                  <a:pt x="2496" y="581"/>
                </a:lnTo>
                <a:lnTo>
                  <a:pt x="2492" y="561"/>
                </a:lnTo>
                <a:lnTo>
                  <a:pt x="2498" y="523"/>
                </a:lnTo>
                <a:lnTo>
                  <a:pt x="2516" y="481"/>
                </a:lnTo>
                <a:lnTo>
                  <a:pt x="2529" y="463"/>
                </a:lnTo>
                <a:lnTo>
                  <a:pt x="2547" y="441"/>
                </a:lnTo>
                <a:lnTo>
                  <a:pt x="2569" y="426"/>
                </a:lnTo>
                <a:lnTo>
                  <a:pt x="2580" y="426"/>
                </a:lnTo>
                <a:lnTo>
                  <a:pt x="2589" y="433"/>
                </a:lnTo>
                <a:lnTo>
                  <a:pt x="2597" y="449"/>
                </a:lnTo>
                <a:lnTo>
                  <a:pt x="2603" y="488"/>
                </a:lnTo>
                <a:lnTo>
                  <a:pt x="2603" y="526"/>
                </a:lnTo>
                <a:close/>
                <a:moveTo>
                  <a:pt x="5686" y="443"/>
                </a:moveTo>
                <a:lnTo>
                  <a:pt x="5685" y="454"/>
                </a:lnTo>
                <a:lnTo>
                  <a:pt x="5676" y="471"/>
                </a:lnTo>
                <a:lnTo>
                  <a:pt x="5661" y="481"/>
                </a:lnTo>
                <a:lnTo>
                  <a:pt x="5643" y="482"/>
                </a:lnTo>
                <a:lnTo>
                  <a:pt x="5635" y="478"/>
                </a:lnTo>
                <a:lnTo>
                  <a:pt x="5630" y="475"/>
                </a:lnTo>
                <a:lnTo>
                  <a:pt x="5626" y="468"/>
                </a:lnTo>
                <a:lnTo>
                  <a:pt x="5628" y="455"/>
                </a:lnTo>
                <a:lnTo>
                  <a:pt x="5637" y="443"/>
                </a:lnTo>
                <a:lnTo>
                  <a:pt x="5646" y="433"/>
                </a:lnTo>
                <a:lnTo>
                  <a:pt x="5664" y="421"/>
                </a:lnTo>
                <a:lnTo>
                  <a:pt x="5678" y="421"/>
                </a:lnTo>
                <a:lnTo>
                  <a:pt x="5685" y="433"/>
                </a:lnTo>
                <a:lnTo>
                  <a:pt x="5686" y="443"/>
                </a:lnTo>
                <a:close/>
                <a:moveTo>
                  <a:pt x="5384" y="516"/>
                </a:moveTo>
                <a:lnTo>
                  <a:pt x="5389" y="534"/>
                </a:lnTo>
                <a:lnTo>
                  <a:pt x="5392" y="574"/>
                </a:lnTo>
                <a:lnTo>
                  <a:pt x="5389" y="587"/>
                </a:lnTo>
                <a:lnTo>
                  <a:pt x="5384" y="598"/>
                </a:lnTo>
                <a:lnTo>
                  <a:pt x="5374" y="601"/>
                </a:lnTo>
                <a:lnTo>
                  <a:pt x="5370" y="592"/>
                </a:lnTo>
                <a:lnTo>
                  <a:pt x="5365" y="584"/>
                </a:lnTo>
                <a:lnTo>
                  <a:pt x="5348" y="574"/>
                </a:lnTo>
                <a:lnTo>
                  <a:pt x="5329" y="573"/>
                </a:lnTo>
                <a:lnTo>
                  <a:pt x="5316" y="580"/>
                </a:lnTo>
                <a:lnTo>
                  <a:pt x="5314" y="588"/>
                </a:lnTo>
                <a:lnTo>
                  <a:pt x="5315" y="595"/>
                </a:lnTo>
                <a:lnTo>
                  <a:pt x="5325" y="604"/>
                </a:lnTo>
                <a:lnTo>
                  <a:pt x="5331" y="605"/>
                </a:lnTo>
                <a:lnTo>
                  <a:pt x="5338" y="607"/>
                </a:lnTo>
                <a:lnTo>
                  <a:pt x="5346" y="625"/>
                </a:lnTo>
                <a:lnTo>
                  <a:pt x="5347" y="651"/>
                </a:lnTo>
                <a:lnTo>
                  <a:pt x="5341" y="673"/>
                </a:lnTo>
                <a:lnTo>
                  <a:pt x="5334" y="679"/>
                </a:lnTo>
                <a:lnTo>
                  <a:pt x="5327" y="680"/>
                </a:lnTo>
                <a:lnTo>
                  <a:pt x="5300" y="663"/>
                </a:lnTo>
                <a:lnTo>
                  <a:pt x="5270" y="633"/>
                </a:lnTo>
                <a:lnTo>
                  <a:pt x="5249" y="605"/>
                </a:lnTo>
                <a:lnTo>
                  <a:pt x="5247" y="595"/>
                </a:lnTo>
                <a:lnTo>
                  <a:pt x="5249" y="586"/>
                </a:lnTo>
                <a:lnTo>
                  <a:pt x="5275" y="549"/>
                </a:lnTo>
                <a:lnTo>
                  <a:pt x="5313" y="507"/>
                </a:lnTo>
                <a:lnTo>
                  <a:pt x="5345" y="475"/>
                </a:lnTo>
                <a:lnTo>
                  <a:pt x="5353" y="471"/>
                </a:lnTo>
                <a:lnTo>
                  <a:pt x="5358" y="473"/>
                </a:lnTo>
                <a:lnTo>
                  <a:pt x="5376" y="498"/>
                </a:lnTo>
                <a:lnTo>
                  <a:pt x="5384" y="516"/>
                </a:lnTo>
                <a:close/>
                <a:moveTo>
                  <a:pt x="5585" y="620"/>
                </a:moveTo>
                <a:lnTo>
                  <a:pt x="5583" y="628"/>
                </a:lnTo>
                <a:lnTo>
                  <a:pt x="5574" y="642"/>
                </a:lnTo>
                <a:lnTo>
                  <a:pt x="5567" y="648"/>
                </a:lnTo>
                <a:lnTo>
                  <a:pt x="5561" y="650"/>
                </a:lnTo>
                <a:lnTo>
                  <a:pt x="5552" y="641"/>
                </a:lnTo>
                <a:lnTo>
                  <a:pt x="5551" y="632"/>
                </a:lnTo>
                <a:lnTo>
                  <a:pt x="5552" y="621"/>
                </a:lnTo>
                <a:lnTo>
                  <a:pt x="5561" y="606"/>
                </a:lnTo>
                <a:lnTo>
                  <a:pt x="5567" y="605"/>
                </a:lnTo>
                <a:lnTo>
                  <a:pt x="5574" y="606"/>
                </a:lnTo>
                <a:lnTo>
                  <a:pt x="5583" y="614"/>
                </a:lnTo>
                <a:lnTo>
                  <a:pt x="5585" y="620"/>
                </a:lnTo>
                <a:close/>
                <a:moveTo>
                  <a:pt x="5833" y="701"/>
                </a:moveTo>
                <a:lnTo>
                  <a:pt x="5831" y="706"/>
                </a:lnTo>
                <a:lnTo>
                  <a:pt x="5828" y="708"/>
                </a:lnTo>
                <a:lnTo>
                  <a:pt x="5825" y="694"/>
                </a:lnTo>
                <a:lnTo>
                  <a:pt x="5825" y="673"/>
                </a:lnTo>
                <a:lnTo>
                  <a:pt x="5825" y="651"/>
                </a:lnTo>
                <a:lnTo>
                  <a:pt x="5828" y="636"/>
                </a:lnTo>
                <a:lnTo>
                  <a:pt x="5831" y="637"/>
                </a:lnTo>
                <a:lnTo>
                  <a:pt x="5833" y="642"/>
                </a:lnTo>
                <a:lnTo>
                  <a:pt x="5835" y="656"/>
                </a:lnTo>
                <a:lnTo>
                  <a:pt x="5835" y="688"/>
                </a:lnTo>
                <a:lnTo>
                  <a:pt x="5833" y="701"/>
                </a:lnTo>
                <a:close/>
                <a:moveTo>
                  <a:pt x="3794" y="841"/>
                </a:moveTo>
                <a:lnTo>
                  <a:pt x="3793" y="848"/>
                </a:lnTo>
                <a:lnTo>
                  <a:pt x="3784" y="857"/>
                </a:lnTo>
                <a:lnTo>
                  <a:pt x="3777" y="858"/>
                </a:lnTo>
                <a:lnTo>
                  <a:pt x="3770" y="857"/>
                </a:lnTo>
                <a:lnTo>
                  <a:pt x="3761" y="848"/>
                </a:lnTo>
                <a:lnTo>
                  <a:pt x="3760" y="841"/>
                </a:lnTo>
                <a:lnTo>
                  <a:pt x="3761" y="834"/>
                </a:lnTo>
                <a:lnTo>
                  <a:pt x="3770" y="825"/>
                </a:lnTo>
                <a:lnTo>
                  <a:pt x="3777" y="825"/>
                </a:lnTo>
                <a:lnTo>
                  <a:pt x="3784" y="825"/>
                </a:lnTo>
                <a:lnTo>
                  <a:pt x="3793" y="834"/>
                </a:lnTo>
                <a:lnTo>
                  <a:pt x="3794" y="841"/>
                </a:lnTo>
                <a:close/>
                <a:moveTo>
                  <a:pt x="7477" y="932"/>
                </a:moveTo>
                <a:lnTo>
                  <a:pt x="7476" y="943"/>
                </a:lnTo>
                <a:lnTo>
                  <a:pt x="7467" y="960"/>
                </a:lnTo>
                <a:lnTo>
                  <a:pt x="7451" y="971"/>
                </a:lnTo>
                <a:lnTo>
                  <a:pt x="7434" y="972"/>
                </a:lnTo>
                <a:lnTo>
                  <a:pt x="7426" y="967"/>
                </a:lnTo>
                <a:lnTo>
                  <a:pt x="7421" y="964"/>
                </a:lnTo>
                <a:lnTo>
                  <a:pt x="7417" y="957"/>
                </a:lnTo>
                <a:lnTo>
                  <a:pt x="7419" y="944"/>
                </a:lnTo>
                <a:lnTo>
                  <a:pt x="7427" y="932"/>
                </a:lnTo>
                <a:lnTo>
                  <a:pt x="7437" y="922"/>
                </a:lnTo>
                <a:lnTo>
                  <a:pt x="7455" y="911"/>
                </a:lnTo>
                <a:lnTo>
                  <a:pt x="7468" y="911"/>
                </a:lnTo>
                <a:lnTo>
                  <a:pt x="7476" y="922"/>
                </a:lnTo>
                <a:lnTo>
                  <a:pt x="7477" y="932"/>
                </a:lnTo>
                <a:close/>
                <a:moveTo>
                  <a:pt x="7173" y="1053"/>
                </a:moveTo>
                <a:lnTo>
                  <a:pt x="7172" y="1066"/>
                </a:lnTo>
                <a:lnTo>
                  <a:pt x="7168" y="1087"/>
                </a:lnTo>
                <a:lnTo>
                  <a:pt x="7158" y="1104"/>
                </a:lnTo>
                <a:lnTo>
                  <a:pt x="7141" y="1117"/>
                </a:lnTo>
                <a:lnTo>
                  <a:pt x="7130" y="1123"/>
                </a:lnTo>
                <a:lnTo>
                  <a:pt x="7108" y="1133"/>
                </a:lnTo>
                <a:lnTo>
                  <a:pt x="7092" y="1133"/>
                </a:lnTo>
                <a:lnTo>
                  <a:pt x="7089" y="1125"/>
                </a:lnTo>
                <a:lnTo>
                  <a:pt x="7088" y="1119"/>
                </a:lnTo>
                <a:lnTo>
                  <a:pt x="7087" y="1110"/>
                </a:lnTo>
                <a:lnTo>
                  <a:pt x="7076" y="1095"/>
                </a:lnTo>
                <a:lnTo>
                  <a:pt x="7069" y="1091"/>
                </a:lnTo>
                <a:lnTo>
                  <a:pt x="7064" y="1089"/>
                </a:lnTo>
                <a:lnTo>
                  <a:pt x="7058" y="1082"/>
                </a:lnTo>
                <a:lnTo>
                  <a:pt x="7060" y="1066"/>
                </a:lnTo>
                <a:lnTo>
                  <a:pt x="7069" y="1047"/>
                </a:lnTo>
                <a:lnTo>
                  <a:pt x="7079" y="1030"/>
                </a:lnTo>
                <a:lnTo>
                  <a:pt x="7098" y="1012"/>
                </a:lnTo>
                <a:lnTo>
                  <a:pt x="7112" y="1014"/>
                </a:lnTo>
                <a:lnTo>
                  <a:pt x="7123" y="1036"/>
                </a:lnTo>
                <a:lnTo>
                  <a:pt x="7127" y="1056"/>
                </a:lnTo>
                <a:lnTo>
                  <a:pt x="7131" y="1080"/>
                </a:lnTo>
                <a:lnTo>
                  <a:pt x="7135" y="1075"/>
                </a:lnTo>
                <a:lnTo>
                  <a:pt x="7135" y="1043"/>
                </a:lnTo>
                <a:lnTo>
                  <a:pt x="7135" y="988"/>
                </a:lnTo>
                <a:lnTo>
                  <a:pt x="7140" y="961"/>
                </a:lnTo>
                <a:lnTo>
                  <a:pt x="7149" y="967"/>
                </a:lnTo>
                <a:lnTo>
                  <a:pt x="7156" y="977"/>
                </a:lnTo>
                <a:lnTo>
                  <a:pt x="7162" y="989"/>
                </a:lnTo>
                <a:lnTo>
                  <a:pt x="7172" y="1030"/>
                </a:lnTo>
                <a:lnTo>
                  <a:pt x="7173" y="1053"/>
                </a:lnTo>
                <a:close/>
                <a:moveTo>
                  <a:pt x="8456" y="1157"/>
                </a:moveTo>
                <a:lnTo>
                  <a:pt x="8455" y="1190"/>
                </a:lnTo>
                <a:lnTo>
                  <a:pt x="8448" y="1243"/>
                </a:lnTo>
                <a:lnTo>
                  <a:pt x="8443" y="1255"/>
                </a:lnTo>
                <a:lnTo>
                  <a:pt x="8434" y="1265"/>
                </a:lnTo>
                <a:lnTo>
                  <a:pt x="8414" y="1275"/>
                </a:lnTo>
                <a:lnTo>
                  <a:pt x="8395" y="1273"/>
                </a:lnTo>
                <a:lnTo>
                  <a:pt x="8381" y="1258"/>
                </a:lnTo>
                <a:lnTo>
                  <a:pt x="8377" y="1246"/>
                </a:lnTo>
                <a:lnTo>
                  <a:pt x="8373" y="1233"/>
                </a:lnTo>
                <a:lnTo>
                  <a:pt x="8360" y="1215"/>
                </a:lnTo>
                <a:lnTo>
                  <a:pt x="8354" y="1213"/>
                </a:lnTo>
                <a:lnTo>
                  <a:pt x="8345" y="1212"/>
                </a:lnTo>
                <a:lnTo>
                  <a:pt x="8338" y="1203"/>
                </a:lnTo>
                <a:lnTo>
                  <a:pt x="8347" y="1172"/>
                </a:lnTo>
                <a:lnTo>
                  <a:pt x="8372" y="1132"/>
                </a:lnTo>
                <a:lnTo>
                  <a:pt x="8390" y="1104"/>
                </a:lnTo>
                <a:lnTo>
                  <a:pt x="8414" y="1082"/>
                </a:lnTo>
                <a:lnTo>
                  <a:pt x="8428" y="1077"/>
                </a:lnTo>
                <a:lnTo>
                  <a:pt x="8439" y="1080"/>
                </a:lnTo>
                <a:lnTo>
                  <a:pt x="8447" y="1092"/>
                </a:lnTo>
                <a:lnTo>
                  <a:pt x="8455" y="1123"/>
                </a:lnTo>
                <a:lnTo>
                  <a:pt x="8456" y="1157"/>
                </a:lnTo>
                <a:close/>
                <a:moveTo>
                  <a:pt x="8760" y="1152"/>
                </a:moveTo>
                <a:lnTo>
                  <a:pt x="8760" y="1166"/>
                </a:lnTo>
                <a:lnTo>
                  <a:pt x="8758" y="1176"/>
                </a:lnTo>
                <a:lnTo>
                  <a:pt x="8755" y="1177"/>
                </a:lnTo>
                <a:lnTo>
                  <a:pt x="8747" y="1161"/>
                </a:lnTo>
                <a:lnTo>
                  <a:pt x="8737" y="1119"/>
                </a:lnTo>
                <a:lnTo>
                  <a:pt x="8732" y="1096"/>
                </a:lnTo>
                <a:lnTo>
                  <a:pt x="8733" y="1084"/>
                </a:lnTo>
                <a:lnTo>
                  <a:pt x="8739" y="1088"/>
                </a:lnTo>
                <a:lnTo>
                  <a:pt x="8744" y="1094"/>
                </a:lnTo>
                <a:lnTo>
                  <a:pt x="8750" y="1106"/>
                </a:lnTo>
                <a:lnTo>
                  <a:pt x="8759" y="1138"/>
                </a:lnTo>
                <a:lnTo>
                  <a:pt x="8760" y="1152"/>
                </a:lnTo>
                <a:close/>
                <a:moveTo>
                  <a:pt x="7607" y="1182"/>
                </a:moveTo>
                <a:lnTo>
                  <a:pt x="7605" y="1186"/>
                </a:lnTo>
                <a:lnTo>
                  <a:pt x="7601" y="1187"/>
                </a:lnTo>
                <a:lnTo>
                  <a:pt x="7598" y="1178"/>
                </a:lnTo>
                <a:lnTo>
                  <a:pt x="7598" y="1162"/>
                </a:lnTo>
                <a:lnTo>
                  <a:pt x="7598" y="1146"/>
                </a:lnTo>
                <a:lnTo>
                  <a:pt x="7601" y="1136"/>
                </a:lnTo>
                <a:lnTo>
                  <a:pt x="7605" y="1137"/>
                </a:lnTo>
                <a:lnTo>
                  <a:pt x="7607" y="1140"/>
                </a:lnTo>
                <a:lnTo>
                  <a:pt x="7609" y="1150"/>
                </a:lnTo>
                <a:lnTo>
                  <a:pt x="7609" y="1173"/>
                </a:lnTo>
                <a:lnTo>
                  <a:pt x="7607" y="1182"/>
                </a:lnTo>
                <a:close/>
                <a:moveTo>
                  <a:pt x="8628" y="1266"/>
                </a:moveTo>
                <a:lnTo>
                  <a:pt x="8625" y="1269"/>
                </a:lnTo>
                <a:lnTo>
                  <a:pt x="8620" y="1269"/>
                </a:lnTo>
                <a:lnTo>
                  <a:pt x="8619" y="1256"/>
                </a:lnTo>
                <a:lnTo>
                  <a:pt x="8622" y="1235"/>
                </a:lnTo>
                <a:lnTo>
                  <a:pt x="8627" y="1212"/>
                </a:lnTo>
                <a:lnTo>
                  <a:pt x="8635" y="1204"/>
                </a:lnTo>
                <a:lnTo>
                  <a:pt x="8638" y="1220"/>
                </a:lnTo>
                <a:lnTo>
                  <a:pt x="8640" y="1233"/>
                </a:lnTo>
                <a:lnTo>
                  <a:pt x="8635" y="1258"/>
                </a:lnTo>
                <a:lnTo>
                  <a:pt x="8628" y="1266"/>
                </a:lnTo>
                <a:close/>
                <a:moveTo>
                  <a:pt x="7578" y="1306"/>
                </a:moveTo>
                <a:lnTo>
                  <a:pt x="7577" y="1323"/>
                </a:lnTo>
                <a:lnTo>
                  <a:pt x="7571" y="1341"/>
                </a:lnTo>
                <a:lnTo>
                  <a:pt x="7565" y="1347"/>
                </a:lnTo>
                <a:lnTo>
                  <a:pt x="7561" y="1347"/>
                </a:lnTo>
                <a:lnTo>
                  <a:pt x="7555" y="1345"/>
                </a:lnTo>
                <a:lnTo>
                  <a:pt x="7545" y="1323"/>
                </a:lnTo>
                <a:lnTo>
                  <a:pt x="7544" y="1306"/>
                </a:lnTo>
                <a:lnTo>
                  <a:pt x="7545" y="1288"/>
                </a:lnTo>
                <a:lnTo>
                  <a:pt x="7555" y="1265"/>
                </a:lnTo>
                <a:lnTo>
                  <a:pt x="7561" y="1263"/>
                </a:lnTo>
                <a:lnTo>
                  <a:pt x="7565" y="1264"/>
                </a:lnTo>
                <a:lnTo>
                  <a:pt x="7571" y="1270"/>
                </a:lnTo>
                <a:lnTo>
                  <a:pt x="7577" y="1288"/>
                </a:lnTo>
                <a:lnTo>
                  <a:pt x="7578" y="1306"/>
                </a:lnTo>
                <a:close/>
                <a:moveTo>
                  <a:pt x="1733" y="1322"/>
                </a:moveTo>
                <a:lnTo>
                  <a:pt x="1740" y="1331"/>
                </a:lnTo>
                <a:lnTo>
                  <a:pt x="1745" y="1349"/>
                </a:lnTo>
                <a:lnTo>
                  <a:pt x="1741" y="1363"/>
                </a:lnTo>
                <a:lnTo>
                  <a:pt x="1729" y="1371"/>
                </a:lnTo>
                <a:lnTo>
                  <a:pt x="1720" y="1373"/>
                </a:lnTo>
                <a:lnTo>
                  <a:pt x="1709" y="1375"/>
                </a:lnTo>
                <a:lnTo>
                  <a:pt x="1680" y="1389"/>
                </a:lnTo>
                <a:lnTo>
                  <a:pt x="1653" y="1407"/>
                </a:lnTo>
                <a:lnTo>
                  <a:pt x="1638" y="1422"/>
                </a:lnTo>
                <a:lnTo>
                  <a:pt x="1639" y="1427"/>
                </a:lnTo>
                <a:lnTo>
                  <a:pt x="1644" y="1429"/>
                </a:lnTo>
                <a:lnTo>
                  <a:pt x="1662" y="1423"/>
                </a:lnTo>
                <a:lnTo>
                  <a:pt x="1674" y="1415"/>
                </a:lnTo>
                <a:lnTo>
                  <a:pt x="1681" y="1409"/>
                </a:lnTo>
                <a:lnTo>
                  <a:pt x="1691" y="1404"/>
                </a:lnTo>
                <a:lnTo>
                  <a:pt x="1699" y="1414"/>
                </a:lnTo>
                <a:lnTo>
                  <a:pt x="1700" y="1438"/>
                </a:lnTo>
                <a:lnTo>
                  <a:pt x="1699" y="1457"/>
                </a:lnTo>
                <a:lnTo>
                  <a:pt x="1693" y="1477"/>
                </a:lnTo>
                <a:lnTo>
                  <a:pt x="1679" y="1480"/>
                </a:lnTo>
                <a:lnTo>
                  <a:pt x="1653" y="1464"/>
                </a:lnTo>
                <a:lnTo>
                  <a:pt x="1635" y="1448"/>
                </a:lnTo>
                <a:lnTo>
                  <a:pt x="1624" y="1438"/>
                </a:lnTo>
                <a:lnTo>
                  <a:pt x="1609" y="1422"/>
                </a:lnTo>
                <a:lnTo>
                  <a:pt x="1605" y="1408"/>
                </a:lnTo>
                <a:lnTo>
                  <a:pt x="1610" y="1390"/>
                </a:lnTo>
                <a:lnTo>
                  <a:pt x="1616" y="1378"/>
                </a:lnTo>
                <a:lnTo>
                  <a:pt x="1625" y="1363"/>
                </a:lnTo>
                <a:lnTo>
                  <a:pt x="1647" y="1335"/>
                </a:lnTo>
                <a:lnTo>
                  <a:pt x="1671" y="1313"/>
                </a:lnTo>
                <a:lnTo>
                  <a:pt x="1692" y="1299"/>
                </a:lnTo>
                <a:lnTo>
                  <a:pt x="1701" y="1297"/>
                </a:lnTo>
                <a:lnTo>
                  <a:pt x="1707" y="1299"/>
                </a:lnTo>
                <a:lnTo>
                  <a:pt x="1724" y="1313"/>
                </a:lnTo>
                <a:lnTo>
                  <a:pt x="1733" y="1322"/>
                </a:lnTo>
                <a:close/>
                <a:moveTo>
                  <a:pt x="8840" y="1435"/>
                </a:moveTo>
                <a:lnTo>
                  <a:pt x="8836" y="1443"/>
                </a:lnTo>
                <a:lnTo>
                  <a:pt x="8830" y="1437"/>
                </a:lnTo>
                <a:lnTo>
                  <a:pt x="8830" y="1425"/>
                </a:lnTo>
                <a:lnTo>
                  <a:pt x="8829" y="1412"/>
                </a:lnTo>
                <a:lnTo>
                  <a:pt x="8833" y="1402"/>
                </a:lnTo>
                <a:lnTo>
                  <a:pt x="8836" y="1401"/>
                </a:lnTo>
                <a:lnTo>
                  <a:pt x="8838" y="1403"/>
                </a:lnTo>
                <a:lnTo>
                  <a:pt x="8841" y="1408"/>
                </a:lnTo>
                <a:lnTo>
                  <a:pt x="8843" y="1426"/>
                </a:lnTo>
                <a:lnTo>
                  <a:pt x="8840" y="1435"/>
                </a:lnTo>
                <a:close/>
                <a:moveTo>
                  <a:pt x="1931" y="1461"/>
                </a:moveTo>
                <a:lnTo>
                  <a:pt x="1925" y="1464"/>
                </a:lnTo>
                <a:lnTo>
                  <a:pt x="1905" y="1461"/>
                </a:lnTo>
                <a:lnTo>
                  <a:pt x="1886" y="1449"/>
                </a:lnTo>
                <a:lnTo>
                  <a:pt x="1876" y="1435"/>
                </a:lnTo>
                <a:lnTo>
                  <a:pt x="1878" y="1428"/>
                </a:lnTo>
                <a:lnTo>
                  <a:pt x="1883" y="1423"/>
                </a:lnTo>
                <a:lnTo>
                  <a:pt x="1901" y="1426"/>
                </a:lnTo>
                <a:lnTo>
                  <a:pt x="1912" y="1433"/>
                </a:lnTo>
                <a:lnTo>
                  <a:pt x="1922" y="1441"/>
                </a:lnTo>
                <a:lnTo>
                  <a:pt x="1932" y="1457"/>
                </a:lnTo>
                <a:lnTo>
                  <a:pt x="1931" y="1461"/>
                </a:lnTo>
                <a:close/>
                <a:moveTo>
                  <a:pt x="9960" y="1635"/>
                </a:moveTo>
                <a:lnTo>
                  <a:pt x="9958" y="1647"/>
                </a:lnTo>
                <a:lnTo>
                  <a:pt x="9946" y="1664"/>
                </a:lnTo>
                <a:lnTo>
                  <a:pt x="9928" y="1669"/>
                </a:lnTo>
                <a:lnTo>
                  <a:pt x="9908" y="1661"/>
                </a:lnTo>
                <a:lnTo>
                  <a:pt x="9900" y="1651"/>
                </a:lnTo>
                <a:lnTo>
                  <a:pt x="9896" y="1642"/>
                </a:lnTo>
                <a:lnTo>
                  <a:pt x="9897" y="1625"/>
                </a:lnTo>
                <a:lnTo>
                  <a:pt x="9907" y="1610"/>
                </a:lnTo>
                <a:lnTo>
                  <a:pt x="9925" y="1601"/>
                </a:lnTo>
                <a:lnTo>
                  <a:pt x="9936" y="1600"/>
                </a:lnTo>
                <a:lnTo>
                  <a:pt x="9941" y="1601"/>
                </a:lnTo>
                <a:lnTo>
                  <a:pt x="9950" y="1606"/>
                </a:lnTo>
                <a:lnTo>
                  <a:pt x="9958" y="1621"/>
                </a:lnTo>
                <a:lnTo>
                  <a:pt x="9960" y="1635"/>
                </a:lnTo>
                <a:close/>
                <a:moveTo>
                  <a:pt x="9652" y="1671"/>
                </a:moveTo>
                <a:lnTo>
                  <a:pt x="9658" y="1683"/>
                </a:lnTo>
                <a:lnTo>
                  <a:pt x="9662" y="1725"/>
                </a:lnTo>
                <a:lnTo>
                  <a:pt x="9657" y="1768"/>
                </a:lnTo>
                <a:lnTo>
                  <a:pt x="9648" y="1791"/>
                </a:lnTo>
                <a:lnTo>
                  <a:pt x="9641" y="1796"/>
                </a:lnTo>
                <a:lnTo>
                  <a:pt x="9637" y="1795"/>
                </a:lnTo>
                <a:lnTo>
                  <a:pt x="9633" y="1790"/>
                </a:lnTo>
                <a:lnTo>
                  <a:pt x="9630" y="1771"/>
                </a:lnTo>
                <a:lnTo>
                  <a:pt x="9634" y="1761"/>
                </a:lnTo>
                <a:lnTo>
                  <a:pt x="9636" y="1751"/>
                </a:lnTo>
                <a:lnTo>
                  <a:pt x="9631" y="1737"/>
                </a:lnTo>
                <a:lnTo>
                  <a:pt x="9624" y="1736"/>
                </a:lnTo>
                <a:lnTo>
                  <a:pt x="9619" y="1736"/>
                </a:lnTo>
                <a:lnTo>
                  <a:pt x="9612" y="1743"/>
                </a:lnTo>
                <a:lnTo>
                  <a:pt x="9606" y="1761"/>
                </a:lnTo>
                <a:lnTo>
                  <a:pt x="9606" y="1794"/>
                </a:lnTo>
                <a:lnTo>
                  <a:pt x="9615" y="1822"/>
                </a:lnTo>
                <a:lnTo>
                  <a:pt x="9624" y="1830"/>
                </a:lnTo>
                <a:lnTo>
                  <a:pt x="9632" y="1835"/>
                </a:lnTo>
                <a:lnTo>
                  <a:pt x="9630" y="1848"/>
                </a:lnTo>
                <a:lnTo>
                  <a:pt x="9620" y="1855"/>
                </a:lnTo>
                <a:lnTo>
                  <a:pt x="9605" y="1865"/>
                </a:lnTo>
                <a:lnTo>
                  <a:pt x="9585" y="1870"/>
                </a:lnTo>
                <a:lnTo>
                  <a:pt x="9575" y="1860"/>
                </a:lnTo>
                <a:lnTo>
                  <a:pt x="9573" y="1833"/>
                </a:lnTo>
                <a:lnTo>
                  <a:pt x="9575" y="1812"/>
                </a:lnTo>
                <a:lnTo>
                  <a:pt x="9577" y="1782"/>
                </a:lnTo>
                <a:lnTo>
                  <a:pt x="9573" y="1766"/>
                </a:lnTo>
                <a:lnTo>
                  <a:pt x="9565" y="1767"/>
                </a:lnTo>
                <a:lnTo>
                  <a:pt x="9560" y="1772"/>
                </a:lnTo>
                <a:lnTo>
                  <a:pt x="9550" y="1780"/>
                </a:lnTo>
                <a:lnTo>
                  <a:pt x="9539" y="1784"/>
                </a:lnTo>
                <a:lnTo>
                  <a:pt x="9541" y="1763"/>
                </a:lnTo>
                <a:lnTo>
                  <a:pt x="9558" y="1724"/>
                </a:lnTo>
                <a:lnTo>
                  <a:pt x="9570" y="1699"/>
                </a:lnTo>
                <a:lnTo>
                  <a:pt x="9594" y="1665"/>
                </a:lnTo>
                <a:lnTo>
                  <a:pt x="9611" y="1654"/>
                </a:lnTo>
                <a:lnTo>
                  <a:pt x="9624" y="1653"/>
                </a:lnTo>
                <a:lnTo>
                  <a:pt x="9641" y="1659"/>
                </a:lnTo>
                <a:lnTo>
                  <a:pt x="9652" y="1671"/>
                </a:lnTo>
                <a:close/>
                <a:moveTo>
                  <a:pt x="10112" y="1876"/>
                </a:moveTo>
                <a:lnTo>
                  <a:pt x="10111" y="1881"/>
                </a:lnTo>
                <a:lnTo>
                  <a:pt x="10102" y="1882"/>
                </a:lnTo>
                <a:lnTo>
                  <a:pt x="10095" y="1879"/>
                </a:lnTo>
                <a:lnTo>
                  <a:pt x="10089" y="1874"/>
                </a:lnTo>
                <a:lnTo>
                  <a:pt x="10079" y="1852"/>
                </a:lnTo>
                <a:lnTo>
                  <a:pt x="10078" y="1840"/>
                </a:lnTo>
                <a:lnTo>
                  <a:pt x="10079" y="1824"/>
                </a:lnTo>
                <a:lnTo>
                  <a:pt x="10086" y="1823"/>
                </a:lnTo>
                <a:lnTo>
                  <a:pt x="10095" y="1837"/>
                </a:lnTo>
                <a:lnTo>
                  <a:pt x="10107" y="1860"/>
                </a:lnTo>
                <a:lnTo>
                  <a:pt x="10112" y="1876"/>
                </a:lnTo>
                <a:close/>
                <a:moveTo>
                  <a:pt x="10056" y="2026"/>
                </a:moveTo>
                <a:lnTo>
                  <a:pt x="10054" y="2030"/>
                </a:lnTo>
                <a:lnTo>
                  <a:pt x="10051" y="2032"/>
                </a:lnTo>
                <a:lnTo>
                  <a:pt x="10048" y="2022"/>
                </a:lnTo>
                <a:lnTo>
                  <a:pt x="10047" y="2005"/>
                </a:lnTo>
                <a:lnTo>
                  <a:pt x="10048" y="1990"/>
                </a:lnTo>
                <a:lnTo>
                  <a:pt x="10051" y="1980"/>
                </a:lnTo>
                <a:lnTo>
                  <a:pt x="10054" y="1980"/>
                </a:lnTo>
                <a:lnTo>
                  <a:pt x="10056" y="1984"/>
                </a:lnTo>
                <a:lnTo>
                  <a:pt x="10058" y="1993"/>
                </a:lnTo>
                <a:lnTo>
                  <a:pt x="10058" y="2017"/>
                </a:lnTo>
                <a:lnTo>
                  <a:pt x="10056" y="2026"/>
                </a:lnTo>
                <a:close/>
                <a:moveTo>
                  <a:pt x="10652" y="2164"/>
                </a:moveTo>
                <a:lnTo>
                  <a:pt x="10651" y="2199"/>
                </a:lnTo>
                <a:lnTo>
                  <a:pt x="10643" y="2240"/>
                </a:lnTo>
                <a:lnTo>
                  <a:pt x="10634" y="2248"/>
                </a:lnTo>
                <a:lnTo>
                  <a:pt x="10628" y="2242"/>
                </a:lnTo>
                <a:lnTo>
                  <a:pt x="10619" y="2218"/>
                </a:lnTo>
                <a:lnTo>
                  <a:pt x="10615" y="2187"/>
                </a:lnTo>
                <a:lnTo>
                  <a:pt x="10613" y="2159"/>
                </a:lnTo>
                <a:lnTo>
                  <a:pt x="10612" y="2122"/>
                </a:lnTo>
                <a:lnTo>
                  <a:pt x="10617" y="2099"/>
                </a:lnTo>
                <a:lnTo>
                  <a:pt x="10628" y="2090"/>
                </a:lnTo>
                <a:lnTo>
                  <a:pt x="10637" y="2090"/>
                </a:lnTo>
                <a:lnTo>
                  <a:pt x="10640" y="2091"/>
                </a:lnTo>
                <a:lnTo>
                  <a:pt x="10645" y="2103"/>
                </a:lnTo>
                <a:lnTo>
                  <a:pt x="10651" y="2135"/>
                </a:lnTo>
                <a:lnTo>
                  <a:pt x="10652" y="2164"/>
                </a:lnTo>
                <a:close/>
                <a:moveTo>
                  <a:pt x="894" y="2571"/>
                </a:moveTo>
                <a:lnTo>
                  <a:pt x="897" y="2581"/>
                </a:lnTo>
                <a:lnTo>
                  <a:pt x="894" y="2600"/>
                </a:lnTo>
                <a:lnTo>
                  <a:pt x="889" y="2605"/>
                </a:lnTo>
                <a:lnTo>
                  <a:pt x="885" y="2607"/>
                </a:lnTo>
                <a:lnTo>
                  <a:pt x="879" y="2606"/>
                </a:lnTo>
                <a:lnTo>
                  <a:pt x="873" y="2595"/>
                </a:lnTo>
                <a:lnTo>
                  <a:pt x="871" y="2581"/>
                </a:lnTo>
                <a:lnTo>
                  <a:pt x="871" y="2566"/>
                </a:lnTo>
                <a:lnTo>
                  <a:pt x="876" y="2549"/>
                </a:lnTo>
                <a:lnTo>
                  <a:pt x="882" y="2547"/>
                </a:lnTo>
                <a:lnTo>
                  <a:pt x="889" y="2559"/>
                </a:lnTo>
                <a:lnTo>
                  <a:pt x="894" y="2571"/>
                </a:lnTo>
                <a:close/>
                <a:moveTo>
                  <a:pt x="915" y="2706"/>
                </a:moveTo>
                <a:lnTo>
                  <a:pt x="912" y="2718"/>
                </a:lnTo>
                <a:lnTo>
                  <a:pt x="904" y="2734"/>
                </a:lnTo>
                <a:lnTo>
                  <a:pt x="893" y="2743"/>
                </a:lnTo>
                <a:lnTo>
                  <a:pt x="878" y="2746"/>
                </a:lnTo>
                <a:lnTo>
                  <a:pt x="868" y="2744"/>
                </a:lnTo>
                <a:lnTo>
                  <a:pt x="850" y="2741"/>
                </a:lnTo>
                <a:lnTo>
                  <a:pt x="830" y="2727"/>
                </a:lnTo>
                <a:lnTo>
                  <a:pt x="827" y="2707"/>
                </a:lnTo>
                <a:lnTo>
                  <a:pt x="841" y="2681"/>
                </a:lnTo>
                <a:lnTo>
                  <a:pt x="856" y="2665"/>
                </a:lnTo>
                <a:lnTo>
                  <a:pt x="874" y="2651"/>
                </a:lnTo>
                <a:lnTo>
                  <a:pt x="894" y="2643"/>
                </a:lnTo>
                <a:lnTo>
                  <a:pt x="905" y="2643"/>
                </a:lnTo>
                <a:lnTo>
                  <a:pt x="913" y="2649"/>
                </a:lnTo>
                <a:lnTo>
                  <a:pt x="918" y="2659"/>
                </a:lnTo>
                <a:lnTo>
                  <a:pt x="920" y="2684"/>
                </a:lnTo>
                <a:lnTo>
                  <a:pt x="915" y="2706"/>
                </a:lnTo>
                <a:close/>
                <a:moveTo>
                  <a:pt x="449" y="3271"/>
                </a:moveTo>
                <a:lnTo>
                  <a:pt x="448" y="3285"/>
                </a:lnTo>
                <a:lnTo>
                  <a:pt x="438" y="3299"/>
                </a:lnTo>
                <a:lnTo>
                  <a:pt x="429" y="3304"/>
                </a:lnTo>
                <a:lnTo>
                  <a:pt x="424" y="3305"/>
                </a:lnTo>
                <a:lnTo>
                  <a:pt x="413" y="3304"/>
                </a:lnTo>
                <a:lnTo>
                  <a:pt x="401" y="3297"/>
                </a:lnTo>
                <a:lnTo>
                  <a:pt x="400" y="3285"/>
                </a:lnTo>
                <a:lnTo>
                  <a:pt x="409" y="3268"/>
                </a:lnTo>
                <a:lnTo>
                  <a:pt x="418" y="3258"/>
                </a:lnTo>
                <a:lnTo>
                  <a:pt x="429" y="3249"/>
                </a:lnTo>
                <a:lnTo>
                  <a:pt x="441" y="3240"/>
                </a:lnTo>
                <a:lnTo>
                  <a:pt x="447" y="3243"/>
                </a:lnTo>
                <a:lnTo>
                  <a:pt x="449" y="3258"/>
                </a:lnTo>
                <a:lnTo>
                  <a:pt x="449" y="3271"/>
                </a:lnTo>
                <a:close/>
                <a:moveTo>
                  <a:pt x="11796" y="4430"/>
                </a:moveTo>
                <a:lnTo>
                  <a:pt x="11795" y="4436"/>
                </a:lnTo>
                <a:lnTo>
                  <a:pt x="11790" y="4437"/>
                </a:lnTo>
                <a:lnTo>
                  <a:pt x="11787" y="4423"/>
                </a:lnTo>
                <a:lnTo>
                  <a:pt x="11787" y="4402"/>
                </a:lnTo>
                <a:lnTo>
                  <a:pt x="11787" y="4381"/>
                </a:lnTo>
                <a:lnTo>
                  <a:pt x="11790" y="4366"/>
                </a:lnTo>
                <a:lnTo>
                  <a:pt x="11795" y="4367"/>
                </a:lnTo>
                <a:lnTo>
                  <a:pt x="11796" y="4372"/>
                </a:lnTo>
                <a:lnTo>
                  <a:pt x="11798" y="4386"/>
                </a:lnTo>
                <a:lnTo>
                  <a:pt x="11798" y="4418"/>
                </a:lnTo>
                <a:lnTo>
                  <a:pt x="11796" y="4430"/>
                </a:lnTo>
                <a:close/>
                <a:moveTo>
                  <a:pt x="590" y="5237"/>
                </a:moveTo>
                <a:lnTo>
                  <a:pt x="593" y="5247"/>
                </a:lnTo>
                <a:lnTo>
                  <a:pt x="590" y="5266"/>
                </a:lnTo>
                <a:lnTo>
                  <a:pt x="585" y="5271"/>
                </a:lnTo>
                <a:lnTo>
                  <a:pt x="581" y="5273"/>
                </a:lnTo>
                <a:lnTo>
                  <a:pt x="575" y="5272"/>
                </a:lnTo>
                <a:lnTo>
                  <a:pt x="568" y="5261"/>
                </a:lnTo>
                <a:lnTo>
                  <a:pt x="567" y="5247"/>
                </a:lnTo>
                <a:lnTo>
                  <a:pt x="567" y="5233"/>
                </a:lnTo>
                <a:lnTo>
                  <a:pt x="571" y="5216"/>
                </a:lnTo>
                <a:lnTo>
                  <a:pt x="578" y="5213"/>
                </a:lnTo>
                <a:lnTo>
                  <a:pt x="585" y="5225"/>
                </a:lnTo>
                <a:lnTo>
                  <a:pt x="590" y="5237"/>
                </a:lnTo>
                <a:close/>
                <a:moveTo>
                  <a:pt x="664" y="5384"/>
                </a:moveTo>
                <a:lnTo>
                  <a:pt x="663" y="5391"/>
                </a:lnTo>
                <a:lnTo>
                  <a:pt x="660" y="5395"/>
                </a:lnTo>
                <a:lnTo>
                  <a:pt x="658" y="5380"/>
                </a:lnTo>
                <a:lnTo>
                  <a:pt x="657" y="5356"/>
                </a:lnTo>
                <a:lnTo>
                  <a:pt x="657" y="5330"/>
                </a:lnTo>
                <a:lnTo>
                  <a:pt x="659" y="5312"/>
                </a:lnTo>
                <a:lnTo>
                  <a:pt x="662" y="5312"/>
                </a:lnTo>
                <a:lnTo>
                  <a:pt x="664" y="5316"/>
                </a:lnTo>
                <a:lnTo>
                  <a:pt x="666" y="5330"/>
                </a:lnTo>
                <a:lnTo>
                  <a:pt x="666" y="5368"/>
                </a:lnTo>
                <a:lnTo>
                  <a:pt x="664" y="5384"/>
                </a:lnTo>
                <a:close/>
                <a:moveTo>
                  <a:pt x="11007" y="6490"/>
                </a:moveTo>
                <a:lnTo>
                  <a:pt x="10996" y="6507"/>
                </a:lnTo>
                <a:lnTo>
                  <a:pt x="10992" y="6507"/>
                </a:lnTo>
                <a:lnTo>
                  <a:pt x="10997" y="6490"/>
                </a:lnTo>
                <a:lnTo>
                  <a:pt x="11004" y="6460"/>
                </a:lnTo>
                <a:lnTo>
                  <a:pt x="11009" y="6439"/>
                </a:lnTo>
                <a:lnTo>
                  <a:pt x="11009" y="6429"/>
                </a:lnTo>
                <a:lnTo>
                  <a:pt x="11013" y="6429"/>
                </a:lnTo>
                <a:lnTo>
                  <a:pt x="11017" y="6439"/>
                </a:lnTo>
                <a:lnTo>
                  <a:pt x="11019" y="6449"/>
                </a:lnTo>
                <a:lnTo>
                  <a:pt x="11014" y="6477"/>
                </a:lnTo>
                <a:lnTo>
                  <a:pt x="11007" y="6490"/>
                </a:lnTo>
                <a:close/>
                <a:moveTo>
                  <a:pt x="8362" y="6536"/>
                </a:moveTo>
                <a:lnTo>
                  <a:pt x="8352" y="6556"/>
                </a:lnTo>
                <a:lnTo>
                  <a:pt x="8344" y="6562"/>
                </a:lnTo>
                <a:lnTo>
                  <a:pt x="8342" y="6561"/>
                </a:lnTo>
                <a:lnTo>
                  <a:pt x="8338" y="6546"/>
                </a:lnTo>
                <a:lnTo>
                  <a:pt x="8338" y="6536"/>
                </a:lnTo>
                <a:lnTo>
                  <a:pt x="8338" y="6527"/>
                </a:lnTo>
                <a:lnTo>
                  <a:pt x="8347" y="6513"/>
                </a:lnTo>
                <a:lnTo>
                  <a:pt x="8355" y="6511"/>
                </a:lnTo>
                <a:lnTo>
                  <a:pt x="8361" y="6513"/>
                </a:lnTo>
                <a:lnTo>
                  <a:pt x="8365" y="6527"/>
                </a:lnTo>
                <a:lnTo>
                  <a:pt x="8362" y="6536"/>
                </a:lnTo>
                <a:close/>
                <a:moveTo>
                  <a:pt x="2485" y="6981"/>
                </a:moveTo>
                <a:lnTo>
                  <a:pt x="2480" y="6984"/>
                </a:lnTo>
                <a:lnTo>
                  <a:pt x="2473" y="6987"/>
                </a:lnTo>
                <a:lnTo>
                  <a:pt x="2466" y="6978"/>
                </a:lnTo>
                <a:lnTo>
                  <a:pt x="2462" y="6942"/>
                </a:lnTo>
                <a:lnTo>
                  <a:pt x="2465" y="6880"/>
                </a:lnTo>
                <a:lnTo>
                  <a:pt x="2470" y="6837"/>
                </a:lnTo>
                <a:lnTo>
                  <a:pt x="2485" y="6705"/>
                </a:lnTo>
                <a:lnTo>
                  <a:pt x="2490" y="6839"/>
                </a:lnTo>
                <a:lnTo>
                  <a:pt x="2491" y="6892"/>
                </a:lnTo>
                <a:lnTo>
                  <a:pt x="2488" y="6970"/>
                </a:lnTo>
                <a:lnTo>
                  <a:pt x="2485" y="6981"/>
                </a:lnTo>
                <a:close/>
                <a:moveTo>
                  <a:pt x="10478" y="7029"/>
                </a:moveTo>
                <a:lnTo>
                  <a:pt x="10477" y="7035"/>
                </a:lnTo>
                <a:lnTo>
                  <a:pt x="10473" y="7037"/>
                </a:lnTo>
                <a:lnTo>
                  <a:pt x="10470" y="7022"/>
                </a:lnTo>
                <a:lnTo>
                  <a:pt x="10470" y="7001"/>
                </a:lnTo>
                <a:lnTo>
                  <a:pt x="10470" y="6979"/>
                </a:lnTo>
                <a:lnTo>
                  <a:pt x="10473" y="6965"/>
                </a:lnTo>
                <a:lnTo>
                  <a:pt x="10477" y="6966"/>
                </a:lnTo>
                <a:lnTo>
                  <a:pt x="10478" y="6971"/>
                </a:lnTo>
                <a:lnTo>
                  <a:pt x="10480" y="6984"/>
                </a:lnTo>
                <a:lnTo>
                  <a:pt x="10480" y="7016"/>
                </a:lnTo>
                <a:lnTo>
                  <a:pt x="10478" y="7029"/>
                </a:lnTo>
                <a:close/>
                <a:moveTo>
                  <a:pt x="5889" y="7422"/>
                </a:moveTo>
                <a:lnTo>
                  <a:pt x="5887" y="7428"/>
                </a:lnTo>
                <a:lnTo>
                  <a:pt x="5868" y="7440"/>
                </a:lnTo>
                <a:lnTo>
                  <a:pt x="5843" y="7447"/>
                </a:lnTo>
                <a:lnTo>
                  <a:pt x="5821" y="7448"/>
                </a:lnTo>
                <a:lnTo>
                  <a:pt x="5815" y="7445"/>
                </a:lnTo>
                <a:lnTo>
                  <a:pt x="5813" y="7440"/>
                </a:lnTo>
                <a:lnTo>
                  <a:pt x="5813" y="7423"/>
                </a:lnTo>
                <a:lnTo>
                  <a:pt x="5815" y="7414"/>
                </a:lnTo>
                <a:lnTo>
                  <a:pt x="5820" y="7407"/>
                </a:lnTo>
                <a:lnTo>
                  <a:pt x="5841" y="7401"/>
                </a:lnTo>
                <a:lnTo>
                  <a:pt x="5867" y="7403"/>
                </a:lnTo>
                <a:lnTo>
                  <a:pt x="5882" y="7411"/>
                </a:lnTo>
                <a:lnTo>
                  <a:pt x="5888" y="7418"/>
                </a:lnTo>
                <a:lnTo>
                  <a:pt x="5889" y="7422"/>
                </a:lnTo>
                <a:close/>
                <a:moveTo>
                  <a:pt x="5201" y="7457"/>
                </a:moveTo>
                <a:lnTo>
                  <a:pt x="5196" y="7471"/>
                </a:lnTo>
                <a:lnTo>
                  <a:pt x="5184" y="7493"/>
                </a:lnTo>
                <a:lnTo>
                  <a:pt x="5172" y="7502"/>
                </a:lnTo>
                <a:lnTo>
                  <a:pt x="5163" y="7497"/>
                </a:lnTo>
                <a:lnTo>
                  <a:pt x="5162" y="7487"/>
                </a:lnTo>
                <a:lnTo>
                  <a:pt x="5163" y="7478"/>
                </a:lnTo>
                <a:lnTo>
                  <a:pt x="5172" y="7458"/>
                </a:lnTo>
                <a:lnTo>
                  <a:pt x="5186" y="7438"/>
                </a:lnTo>
                <a:lnTo>
                  <a:pt x="5200" y="7424"/>
                </a:lnTo>
                <a:lnTo>
                  <a:pt x="5206" y="7422"/>
                </a:lnTo>
                <a:lnTo>
                  <a:pt x="5206" y="7430"/>
                </a:lnTo>
                <a:lnTo>
                  <a:pt x="5201" y="7457"/>
                </a:lnTo>
                <a:close/>
                <a:moveTo>
                  <a:pt x="3890" y="7865"/>
                </a:moveTo>
                <a:lnTo>
                  <a:pt x="3889" y="7869"/>
                </a:lnTo>
                <a:lnTo>
                  <a:pt x="3885" y="7870"/>
                </a:lnTo>
                <a:lnTo>
                  <a:pt x="3882" y="7861"/>
                </a:lnTo>
                <a:lnTo>
                  <a:pt x="3882" y="7845"/>
                </a:lnTo>
                <a:lnTo>
                  <a:pt x="3882" y="7828"/>
                </a:lnTo>
                <a:lnTo>
                  <a:pt x="3885" y="7818"/>
                </a:lnTo>
                <a:lnTo>
                  <a:pt x="3889" y="7819"/>
                </a:lnTo>
                <a:lnTo>
                  <a:pt x="3890" y="7822"/>
                </a:lnTo>
                <a:lnTo>
                  <a:pt x="3892" y="7832"/>
                </a:lnTo>
                <a:lnTo>
                  <a:pt x="3892" y="7856"/>
                </a:lnTo>
                <a:lnTo>
                  <a:pt x="3890" y="7865"/>
                </a:lnTo>
                <a:close/>
                <a:moveTo>
                  <a:pt x="9223" y="7870"/>
                </a:moveTo>
                <a:lnTo>
                  <a:pt x="9213" y="7889"/>
                </a:lnTo>
                <a:lnTo>
                  <a:pt x="9206" y="7895"/>
                </a:lnTo>
                <a:lnTo>
                  <a:pt x="9204" y="7894"/>
                </a:lnTo>
                <a:lnTo>
                  <a:pt x="9200" y="7880"/>
                </a:lnTo>
                <a:lnTo>
                  <a:pt x="9200" y="7870"/>
                </a:lnTo>
                <a:lnTo>
                  <a:pt x="9200" y="7860"/>
                </a:lnTo>
                <a:lnTo>
                  <a:pt x="9209" y="7846"/>
                </a:lnTo>
                <a:lnTo>
                  <a:pt x="9216" y="7845"/>
                </a:lnTo>
                <a:lnTo>
                  <a:pt x="9222" y="7846"/>
                </a:lnTo>
                <a:lnTo>
                  <a:pt x="9226" y="7860"/>
                </a:lnTo>
                <a:lnTo>
                  <a:pt x="9223" y="7870"/>
                </a:lnTo>
                <a:close/>
                <a:moveTo>
                  <a:pt x="3519" y="7933"/>
                </a:moveTo>
                <a:lnTo>
                  <a:pt x="3515" y="7940"/>
                </a:lnTo>
                <a:lnTo>
                  <a:pt x="3509" y="7935"/>
                </a:lnTo>
                <a:lnTo>
                  <a:pt x="3509" y="7923"/>
                </a:lnTo>
                <a:lnTo>
                  <a:pt x="3508" y="7909"/>
                </a:lnTo>
                <a:lnTo>
                  <a:pt x="3512" y="7899"/>
                </a:lnTo>
                <a:lnTo>
                  <a:pt x="3515" y="7898"/>
                </a:lnTo>
                <a:lnTo>
                  <a:pt x="3517" y="7900"/>
                </a:lnTo>
                <a:lnTo>
                  <a:pt x="3520" y="7905"/>
                </a:lnTo>
                <a:lnTo>
                  <a:pt x="3522" y="7923"/>
                </a:lnTo>
                <a:lnTo>
                  <a:pt x="3519" y="7933"/>
                </a:lnTo>
                <a:close/>
                <a:moveTo>
                  <a:pt x="4081" y="8344"/>
                </a:moveTo>
                <a:lnTo>
                  <a:pt x="4080" y="8353"/>
                </a:lnTo>
                <a:lnTo>
                  <a:pt x="4070" y="8362"/>
                </a:lnTo>
                <a:lnTo>
                  <a:pt x="4064" y="8359"/>
                </a:lnTo>
                <a:lnTo>
                  <a:pt x="4057" y="8354"/>
                </a:lnTo>
                <a:lnTo>
                  <a:pt x="4053" y="8339"/>
                </a:lnTo>
                <a:lnTo>
                  <a:pt x="4056" y="8333"/>
                </a:lnTo>
                <a:lnTo>
                  <a:pt x="4061" y="8324"/>
                </a:lnTo>
                <a:lnTo>
                  <a:pt x="4070" y="8317"/>
                </a:lnTo>
                <a:lnTo>
                  <a:pt x="4077" y="8320"/>
                </a:lnTo>
                <a:lnTo>
                  <a:pt x="4080" y="8334"/>
                </a:lnTo>
                <a:lnTo>
                  <a:pt x="4081" y="834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76" name="Freeform 5">
            <a:extLst>
              <a:ext uri="{FF2B5EF4-FFF2-40B4-BE49-F238E27FC236}">
                <a16:creationId xmlns:a16="http://schemas.microsoft.com/office/drawing/2014/main" id="{D6B6C0E8-4127-4D86-BB38-2AF54DE152D1}"/>
              </a:ext>
            </a:extLst>
          </p:cNvPr>
          <p:cNvSpPr>
            <a:spLocks noEditPoints="1"/>
          </p:cNvSpPr>
          <p:nvPr/>
        </p:nvSpPr>
        <p:spPr bwMode="auto">
          <a:xfrm>
            <a:off x="527200" y="2886489"/>
            <a:ext cx="1642365" cy="1143812"/>
          </a:xfrm>
          <a:custGeom>
            <a:avLst/>
            <a:gdLst>
              <a:gd name="T0" fmla="*/ 4438 w 9637"/>
              <a:gd name="T1" fmla="*/ 675 h 6712"/>
              <a:gd name="T2" fmla="*/ 4004 w 9637"/>
              <a:gd name="T3" fmla="*/ 468 h 6712"/>
              <a:gd name="T4" fmla="*/ 3234 w 9637"/>
              <a:gd name="T5" fmla="*/ 687 h 6712"/>
              <a:gd name="T6" fmla="*/ 2516 w 9637"/>
              <a:gd name="T7" fmla="*/ 982 h 6712"/>
              <a:gd name="T8" fmla="*/ 1936 w 9637"/>
              <a:gd name="T9" fmla="*/ 1144 h 6712"/>
              <a:gd name="T10" fmla="*/ 1250 w 9637"/>
              <a:gd name="T11" fmla="*/ 1727 h 6712"/>
              <a:gd name="T12" fmla="*/ 914 w 9637"/>
              <a:gd name="T13" fmla="*/ 2248 h 6712"/>
              <a:gd name="T14" fmla="*/ 600 w 9637"/>
              <a:gd name="T15" fmla="*/ 2554 h 6712"/>
              <a:gd name="T16" fmla="*/ 236 w 9637"/>
              <a:gd name="T17" fmla="*/ 3218 h 6712"/>
              <a:gd name="T18" fmla="*/ 31 w 9637"/>
              <a:gd name="T19" fmla="*/ 3582 h 6712"/>
              <a:gd name="T20" fmla="*/ 94 w 9637"/>
              <a:gd name="T21" fmla="*/ 3925 h 6712"/>
              <a:gd name="T22" fmla="*/ 130 w 9637"/>
              <a:gd name="T23" fmla="*/ 4682 h 6712"/>
              <a:gd name="T24" fmla="*/ 484 w 9637"/>
              <a:gd name="T25" fmla="*/ 4878 h 6712"/>
              <a:gd name="T26" fmla="*/ 1039 w 9637"/>
              <a:gd name="T27" fmla="*/ 5200 h 6712"/>
              <a:gd name="T28" fmla="*/ 1559 w 9637"/>
              <a:gd name="T29" fmla="*/ 5219 h 6712"/>
              <a:gd name="T30" fmla="*/ 1894 w 9637"/>
              <a:gd name="T31" fmla="*/ 5309 h 6712"/>
              <a:gd name="T32" fmla="*/ 1358 w 9637"/>
              <a:gd name="T33" fmla="*/ 5812 h 6712"/>
              <a:gd name="T34" fmla="*/ 1047 w 9637"/>
              <a:gd name="T35" fmla="*/ 6251 h 6712"/>
              <a:gd name="T36" fmla="*/ 1086 w 9637"/>
              <a:gd name="T37" fmla="*/ 6559 h 6712"/>
              <a:gd name="T38" fmla="*/ 1432 w 9637"/>
              <a:gd name="T39" fmla="*/ 6664 h 6712"/>
              <a:gd name="T40" fmla="*/ 2080 w 9637"/>
              <a:gd name="T41" fmla="*/ 6230 h 6712"/>
              <a:gd name="T42" fmla="*/ 2788 w 9637"/>
              <a:gd name="T43" fmla="*/ 6019 h 6712"/>
              <a:gd name="T44" fmla="*/ 3324 w 9637"/>
              <a:gd name="T45" fmla="*/ 5661 h 6712"/>
              <a:gd name="T46" fmla="*/ 3664 w 9637"/>
              <a:gd name="T47" fmla="*/ 6065 h 6712"/>
              <a:gd name="T48" fmla="*/ 4022 w 9637"/>
              <a:gd name="T49" fmla="*/ 6100 h 6712"/>
              <a:gd name="T50" fmla="*/ 4334 w 9637"/>
              <a:gd name="T51" fmla="*/ 6340 h 6712"/>
              <a:gd name="T52" fmla="*/ 4410 w 9637"/>
              <a:gd name="T53" fmla="*/ 6249 h 6712"/>
              <a:gd name="T54" fmla="*/ 4957 w 9637"/>
              <a:gd name="T55" fmla="*/ 6196 h 6712"/>
              <a:gd name="T56" fmla="*/ 5603 w 9637"/>
              <a:gd name="T57" fmla="*/ 6091 h 6712"/>
              <a:gd name="T58" fmla="*/ 6411 w 9637"/>
              <a:gd name="T59" fmla="*/ 5756 h 6712"/>
              <a:gd name="T60" fmla="*/ 6877 w 9637"/>
              <a:gd name="T61" fmla="*/ 5543 h 6712"/>
              <a:gd name="T62" fmla="*/ 7523 w 9637"/>
              <a:gd name="T63" fmla="*/ 5365 h 6712"/>
              <a:gd name="T64" fmla="*/ 7820 w 9637"/>
              <a:gd name="T65" fmla="*/ 5250 h 6712"/>
              <a:gd name="T66" fmla="*/ 8156 w 9637"/>
              <a:gd name="T67" fmla="*/ 5061 h 6712"/>
              <a:gd name="T68" fmla="*/ 8688 w 9637"/>
              <a:gd name="T69" fmla="*/ 4727 h 6712"/>
              <a:gd name="T70" fmla="*/ 9365 w 9637"/>
              <a:gd name="T71" fmla="*/ 4367 h 6712"/>
              <a:gd name="T72" fmla="*/ 9502 w 9637"/>
              <a:gd name="T73" fmla="*/ 3927 h 6712"/>
              <a:gd name="T74" fmla="*/ 8922 w 9637"/>
              <a:gd name="T75" fmla="*/ 3685 h 6712"/>
              <a:gd name="T76" fmla="*/ 8650 w 9637"/>
              <a:gd name="T77" fmla="*/ 3369 h 6712"/>
              <a:gd name="T78" fmla="*/ 7903 w 9637"/>
              <a:gd name="T79" fmla="*/ 3543 h 6712"/>
              <a:gd name="T80" fmla="*/ 8451 w 9637"/>
              <a:gd name="T81" fmla="*/ 3133 h 6712"/>
              <a:gd name="T82" fmla="*/ 8271 w 9637"/>
              <a:gd name="T83" fmla="*/ 2755 h 6712"/>
              <a:gd name="T84" fmla="*/ 8039 w 9637"/>
              <a:gd name="T85" fmla="*/ 2313 h 6712"/>
              <a:gd name="T86" fmla="*/ 8514 w 9637"/>
              <a:gd name="T87" fmla="*/ 1723 h 6712"/>
              <a:gd name="T88" fmla="*/ 8501 w 9637"/>
              <a:gd name="T89" fmla="*/ 1325 h 6712"/>
              <a:gd name="T90" fmla="*/ 8070 w 9637"/>
              <a:gd name="T91" fmla="*/ 1222 h 6712"/>
              <a:gd name="T92" fmla="*/ 8213 w 9637"/>
              <a:gd name="T93" fmla="*/ 614 h 6712"/>
              <a:gd name="T94" fmla="*/ 8293 w 9637"/>
              <a:gd name="T95" fmla="*/ 387 h 6712"/>
              <a:gd name="T96" fmla="*/ 8027 w 9637"/>
              <a:gd name="T97" fmla="*/ 188 h 6712"/>
              <a:gd name="T98" fmla="*/ 7706 w 9637"/>
              <a:gd name="T99" fmla="*/ 224 h 6712"/>
              <a:gd name="T100" fmla="*/ 7155 w 9637"/>
              <a:gd name="T101" fmla="*/ 265 h 6712"/>
              <a:gd name="T102" fmla="*/ 6760 w 9637"/>
              <a:gd name="T103" fmla="*/ 114 h 6712"/>
              <a:gd name="T104" fmla="*/ 6170 w 9637"/>
              <a:gd name="T105" fmla="*/ 156 h 6712"/>
              <a:gd name="T106" fmla="*/ 5783 w 9637"/>
              <a:gd name="T107" fmla="*/ 170 h 6712"/>
              <a:gd name="T108" fmla="*/ 6157 w 9637"/>
              <a:gd name="T109" fmla="*/ 345 h 6712"/>
              <a:gd name="T110" fmla="*/ 5777 w 9637"/>
              <a:gd name="T111" fmla="*/ 397 h 6712"/>
              <a:gd name="T112" fmla="*/ 2830 w 9637"/>
              <a:gd name="T113" fmla="*/ 955 h 6712"/>
              <a:gd name="T114" fmla="*/ 2207 w 9637"/>
              <a:gd name="T115" fmla="*/ 1082 h 6712"/>
              <a:gd name="T116" fmla="*/ 8006 w 9637"/>
              <a:gd name="T117" fmla="*/ 2091 h 6712"/>
              <a:gd name="T118" fmla="*/ 8757 w 9637"/>
              <a:gd name="T119" fmla="*/ 3776 h 6712"/>
              <a:gd name="T120" fmla="*/ 459 w 9637"/>
              <a:gd name="T121" fmla="*/ 4674 h 6712"/>
              <a:gd name="T122" fmla="*/ 1191 w 9637"/>
              <a:gd name="T123" fmla="*/ 5209 h 6712"/>
              <a:gd name="T124" fmla="*/ 1126 w 9637"/>
              <a:gd name="T125" fmla="*/ 6375 h 67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9637" h="6712">
                <a:moveTo>
                  <a:pt x="5481" y="64"/>
                </a:moveTo>
                <a:lnTo>
                  <a:pt x="5388" y="120"/>
                </a:lnTo>
                <a:lnTo>
                  <a:pt x="5354" y="143"/>
                </a:lnTo>
                <a:lnTo>
                  <a:pt x="5337" y="158"/>
                </a:lnTo>
                <a:lnTo>
                  <a:pt x="5301" y="179"/>
                </a:lnTo>
                <a:lnTo>
                  <a:pt x="5285" y="186"/>
                </a:lnTo>
                <a:lnTo>
                  <a:pt x="5264" y="193"/>
                </a:lnTo>
                <a:lnTo>
                  <a:pt x="5248" y="188"/>
                </a:lnTo>
                <a:lnTo>
                  <a:pt x="5229" y="171"/>
                </a:lnTo>
                <a:lnTo>
                  <a:pt x="5216" y="156"/>
                </a:lnTo>
                <a:lnTo>
                  <a:pt x="5175" y="108"/>
                </a:lnTo>
                <a:lnTo>
                  <a:pt x="5126" y="154"/>
                </a:lnTo>
                <a:lnTo>
                  <a:pt x="5107" y="171"/>
                </a:lnTo>
                <a:lnTo>
                  <a:pt x="5073" y="195"/>
                </a:lnTo>
                <a:lnTo>
                  <a:pt x="5064" y="197"/>
                </a:lnTo>
                <a:lnTo>
                  <a:pt x="5055" y="200"/>
                </a:lnTo>
                <a:lnTo>
                  <a:pt x="5023" y="227"/>
                </a:lnTo>
                <a:lnTo>
                  <a:pt x="5005" y="248"/>
                </a:lnTo>
                <a:lnTo>
                  <a:pt x="4988" y="268"/>
                </a:lnTo>
                <a:lnTo>
                  <a:pt x="4951" y="295"/>
                </a:lnTo>
                <a:lnTo>
                  <a:pt x="4939" y="298"/>
                </a:lnTo>
                <a:lnTo>
                  <a:pt x="4929" y="300"/>
                </a:lnTo>
                <a:lnTo>
                  <a:pt x="4917" y="313"/>
                </a:lnTo>
                <a:lnTo>
                  <a:pt x="4916" y="323"/>
                </a:lnTo>
                <a:lnTo>
                  <a:pt x="4915" y="328"/>
                </a:lnTo>
                <a:lnTo>
                  <a:pt x="4905" y="340"/>
                </a:lnTo>
                <a:lnTo>
                  <a:pt x="4879" y="358"/>
                </a:lnTo>
                <a:lnTo>
                  <a:pt x="4856" y="368"/>
                </a:lnTo>
                <a:lnTo>
                  <a:pt x="4832" y="377"/>
                </a:lnTo>
                <a:lnTo>
                  <a:pt x="4800" y="395"/>
                </a:lnTo>
                <a:lnTo>
                  <a:pt x="4797" y="400"/>
                </a:lnTo>
                <a:lnTo>
                  <a:pt x="4796" y="406"/>
                </a:lnTo>
                <a:lnTo>
                  <a:pt x="4785" y="423"/>
                </a:lnTo>
                <a:lnTo>
                  <a:pt x="4754" y="456"/>
                </a:lnTo>
                <a:lnTo>
                  <a:pt x="4701" y="505"/>
                </a:lnTo>
                <a:lnTo>
                  <a:pt x="4663" y="530"/>
                </a:lnTo>
                <a:lnTo>
                  <a:pt x="4646" y="538"/>
                </a:lnTo>
                <a:lnTo>
                  <a:pt x="4640" y="538"/>
                </a:lnTo>
                <a:lnTo>
                  <a:pt x="4633" y="538"/>
                </a:lnTo>
                <a:lnTo>
                  <a:pt x="4612" y="546"/>
                </a:lnTo>
                <a:lnTo>
                  <a:pt x="4572" y="574"/>
                </a:lnTo>
                <a:lnTo>
                  <a:pt x="4544" y="601"/>
                </a:lnTo>
                <a:lnTo>
                  <a:pt x="4514" y="628"/>
                </a:lnTo>
                <a:lnTo>
                  <a:pt x="4465" y="666"/>
                </a:lnTo>
                <a:lnTo>
                  <a:pt x="4452" y="670"/>
                </a:lnTo>
                <a:lnTo>
                  <a:pt x="4438" y="675"/>
                </a:lnTo>
                <a:lnTo>
                  <a:pt x="4375" y="726"/>
                </a:lnTo>
                <a:lnTo>
                  <a:pt x="4336" y="763"/>
                </a:lnTo>
                <a:lnTo>
                  <a:pt x="4297" y="801"/>
                </a:lnTo>
                <a:lnTo>
                  <a:pt x="4245" y="845"/>
                </a:lnTo>
                <a:lnTo>
                  <a:pt x="4240" y="845"/>
                </a:lnTo>
                <a:lnTo>
                  <a:pt x="4238" y="843"/>
                </a:lnTo>
                <a:lnTo>
                  <a:pt x="4224" y="848"/>
                </a:lnTo>
                <a:lnTo>
                  <a:pt x="4214" y="855"/>
                </a:lnTo>
                <a:lnTo>
                  <a:pt x="4201" y="866"/>
                </a:lnTo>
                <a:lnTo>
                  <a:pt x="4191" y="868"/>
                </a:lnTo>
                <a:lnTo>
                  <a:pt x="4190" y="862"/>
                </a:lnTo>
                <a:lnTo>
                  <a:pt x="4196" y="844"/>
                </a:lnTo>
                <a:lnTo>
                  <a:pt x="4220" y="802"/>
                </a:lnTo>
                <a:lnTo>
                  <a:pt x="4240" y="773"/>
                </a:lnTo>
                <a:lnTo>
                  <a:pt x="4259" y="744"/>
                </a:lnTo>
                <a:lnTo>
                  <a:pt x="4283" y="697"/>
                </a:lnTo>
                <a:lnTo>
                  <a:pt x="4289" y="673"/>
                </a:lnTo>
                <a:lnTo>
                  <a:pt x="4288" y="662"/>
                </a:lnTo>
                <a:lnTo>
                  <a:pt x="4283" y="656"/>
                </a:lnTo>
                <a:lnTo>
                  <a:pt x="4273" y="656"/>
                </a:lnTo>
                <a:lnTo>
                  <a:pt x="4267" y="658"/>
                </a:lnTo>
                <a:lnTo>
                  <a:pt x="4254" y="661"/>
                </a:lnTo>
                <a:lnTo>
                  <a:pt x="4222" y="652"/>
                </a:lnTo>
                <a:lnTo>
                  <a:pt x="4193" y="629"/>
                </a:lnTo>
                <a:lnTo>
                  <a:pt x="4174" y="602"/>
                </a:lnTo>
                <a:lnTo>
                  <a:pt x="4172" y="589"/>
                </a:lnTo>
                <a:lnTo>
                  <a:pt x="4172" y="580"/>
                </a:lnTo>
                <a:lnTo>
                  <a:pt x="4169" y="572"/>
                </a:lnTo>
                <a:lnTo>
                  <a:pt x="4158" y="576"/>
                </a:lnTo>
                <a:lnTo>
                  <a:pt x="4143" y="594"/>
                </a:lnTo>
                <a:lnTo>
                  <a:pt x="4127" y="614"/>
                </a:lnTo>
                <a:lnTo>
                  <a:pt x="4122" y="606"/>
                </a:lnTo>
                <a:lnTo>
                  <a:pt x="4128" y="572"/>
                </a:lnTo>
                <a:lnTo>
                  <a:pt x="4131" y="557"/>
                </a:lnTo>
                <a:lnTo>
                  <a:pt x="4132" y="534"/>
                </a:lnTo>
                <a:lnTo>
                  <a:pt x="4127" y="523"/>
                </a:lnTo>
                <a:lnTo>
                  <a:pt x="4115" y="518"/>
                </a:lnTo>
                <a:lnTo>
                  <a:pt x="4105" y="518"/>
                </a:lnTo>
                <a:lnTo>
                  <a:pt x="4091" y="517"/>
                </a:lnTo>
                <a:lnTo>
                  <a:pt x="4076" y="507"/>
                </a:lnTo>
                <a:lnTo>
                  <a:pt x="4071" y="498"/>
                </a:lnTo>
                <a:lnTo>
                  <a:pt x="4070" y="493"/>
                </a:lnTo>
                <a:lnTo>
                  <a:pt x="4069" y="485"/>
                </a:lnTo>
                <a:lnTo>
                  <a:pt x="4057" y="473"/>
                </a:lnTo>
                <a:lnTo>
                  <a:pt x="4034" y="467"/>
                </a:lnTo>
                <a:lnTo>
                  <a:pt x="4004" y="468"/>
                </a:lnTo>
                <a:lnTo>
                  <a:pt x="3951" y="479"/>
                </a:lnTo>
                <a:lnTo>
                  <a:pt x="3895" y="501"/>
                </a:lnTo>
                <a:lnTo>
                  <a:pt x="3860" y="521"/>
                </a:lnTo>
                <a:lnTo>
                  <a:pt x="3846" y="533"/>
                </a:lnTo>
                <a:lnTo>
                  <a:pt x="3838" y="539"/>
                </a:lnTo>
                <a:lnTo>
                  <a:pt x="3823" y="547"/>
                </a:lnTo>
                <a:lnTo>
                  <a:pt x="3807" y="548"/>
                </a:lnTo>
                <a:lnTo>
                  <a:pt x="3788" y="543"/>
                </a:lnTo>
                <a:lnTo>
                  <a:pt x="3776" y="538"/>
                </a:lnTo>
                <a:lnTo>
                  <a:pt x="3765" y="533"/>
                </a:lnTo>
                <a:lnTo>
                  <a:pt x="3746" y="529"/>
                </a:lnTo>
                <a:lnTo>
                  <a:pt x="3731" y="531"/>
                </a:lnTo>
                <a:lnTo>
                  <a:pt x="3717" y="542"/>
                </a:lnTo>
                <a:lnTo>
                  <a:pt x="3709" y="550"/>
                </a:lnTo>
                <a:lnTo>
                  <a:pt x="3698" y="564"/>
                </a:lnTo>
                <a:lnTo>
                  <a:pt x="3683" y="589"/>
                </a:lnTo>
                <a:lnTo>
                  <a:pt x="3682" y="597"/>
                </a:lnTo>
                <a:lnTo>
                  <a:pt x="3680" y="605"/>
                </a:lnTo>
                <a:lnTo>
                  <a:pt x="3665" y="619"/>
                </a:lnTo>
                <a:lnTo>
                  <a:pt x="3654" y="624"/>
                </a:lnTo>
                <a:lnTo>
                  <a:pt x="3622" y="632"/>
                </a:lnTo>
                <a:lnTo>
                  <a:pt x="3591" y="647"/>
                </a:lnTo>
                <a:lnTo>
                  <a:pt x="3582" y="650"/>
                </a:lnTo>
                <a:lnTo>
                  <a:pt x="3570" y="651"/>
                </a:lnTo>
                <a:lnTo>
                  <a:pt x="3564" y="645"/>
                </a:lnTo>
                <a:lnTo>
                  <a:pt x="3564" y="627"/>
                </a:lnTo>
                <a:lnTo>
                  <a:pt x="3568" y="614"/>
                </a:lnTo>
                <a:lnTo>
                  <a:pt x="3570" y="600"/>
                </a:lnTo>
                <a:lnTo>
                  <a:pt x="3570" y="583"/>
                </a:lnTo>
                <a:lnTo>
                  <a:pt x="3558" y="576"/>
                </a:lnTo>
                <a:lnTo>
                  <a:pt x="3532" y="575"/>
                </a:lnTo>
                <a:lnTo>
                  <a:pt x="3512" y="576"/>
                </a:lnTo>
                <a:lnTo>
                  <a:pt x="3484" y="579"/>
                </a:lnTo>
                <a:lnTo>
                  <a:pt x="3434" y="594"/>
                </a:lnTo>
                <a:lnTo>
                  <a:pt x="3419" y="604"/>
                </a:lnTo>
                <a:lnTo>
                  <a:pt x="3403" y="615"/>
                </a:lnTo>
                <a:lnTo>
                  <a:pt x="3390" y="618"/>
                </a:lnTo>
                <a:lnTo>
                  <a:pt x="3385" y="611"/>
                </a:lnTo>
                <a:lnTo>
                  <a:pt x="3383" y="606"/>
                </a:lnTo>
                <a:lnTo>
                  <a:pt x="3380" y="599"/>
                </a:lnTo>
                <a:lnTo>
                  <a:pt x="3373" y="591"/>
                </a:lnTo>
                <a:lnTo>
                  <a:pt x="3363" y="588"/>
                </a:lnTo>
                <a:lnTo>
                  <a:pt x="3350" y="590"/>
                </a:lnTo>
                <a:lnTo>
                  <a:pt x="3323" y="606"/>
                </a:lnTo>
                <a:lnTo>
                  <a:pt x="3271" y="652"/>
                </a:lnTo>
                <a:lnTo>
                  <a:pt x="3234" y="687"/>
                </a:lnTo>
                <a:lnTo>
                  <a:pt x="3184" y="736"/>
                </a:lnTo>
                <a:lnTo>
                  <a:pt x="3135" y="772"/>
                </a:lnTo>
                <a:lnTo>
                  <a:pt x="3111" y="779"/>
                </a:lnTo>
                <a:lnTo>
                  <a:pt x="3102" y="778"/>
                </a:lnTo>
                <a:lnTo>
                  <a:pt x="3089" y="775"/>
                </a:lnTo>
                <a:lnTo>
                  <a:pt x="3060" y="781"/>
                </a:lnTo>
                <a:lnTo>
                  <a:pt x="3049" y="788"/>
                </a:lnTo>
                <a:lnTo>
                  <a:pt x="3035" y="799"/>
                </a:lnTo>
                <a:lnTo>
                  <a:pt x="3025" y="798"/>
                </a:lnTo>
                <a:lnTo>
                  <a:pt x="3023" y="788"/>
                </a:lnTo>
                <a:lnTo>
                  <a:pt x="3023" y="781"/>
                </a:lnTo>
                <a:lnTo>
                  <a:pt x="3023" y="774"/>
                </a:lnTo>
                <a:lnTo>
                  <a:pt x="3017" y="763"/>
                </a:lnTo>
                <a:lnTo>
                  <a:pt x="3008" y="757"/>
                </a:lnTo>
                <a:lnTo>
                  <a:pt x="2995" y="755"/>
                </a:lnTo>
                <a:lnTo>
                  <a:pt x="2970" y="760"/>
                </a:lnTo>
                <a:lnTo>
                  <a:pt x="2930" y="783"/>
                </a:lnTo>
                <a:lnTo>
                  <a:pt x="2910" y="802"/>
                </a:lnTo>
                <a:lnTo>
                  <a:pt x="2889" y="822"/>
                </a:lnTo>
                <a:lnTo>
                  <a:pt x="2853" y="850"/>
                </a:lnTo>
                <a:lnTo>
                  <a:pt x="2824" y="862"/>
                </a:lnTo>
                <a:lnTo>
                  <a:pt x="2807" y="861"/>
                </a:lnTo>
                <a:lnTo>
                  <a:pt x="2800" y="855"/>
                </a:lnTo>
                <a:lnTo>
                  <a:pt x="2798" y="850"/>
                </a:lnTo>
                <a:lnTo>
                  <a:pt x="2796" y="845"/>
                </a:lnTo>
                <a:lnTo>
                  <a:pt x="2789" y="840"/>
                </a:lnTo>
                <a:lnTo>
                  <a:pt x="2769" y="842"/>
                </a:lnTo>
                <a:lnTo>
                  <a:pt x="2745" y="852"/>
                </a:lnTo>
                <a:lnTo>
                  <a:pt x="2720" y="863"/>
                </a:lnTo>
                <a:lnTo>
                  <a:pt x="2709" y="877"/>
                </a:lnTo>
                <a:lnTo>
                  <a:pt x="2713" y="885"/>
                </a:lnTo>
                <a:lnTo>
                  <a:pt x="2719" y="890"/>
                </a:lnTo>
                <a:lnTo>
                  <a:pt x="2725" y="894"/>
                </a:lnTo>
                <a:lnTo>
                  <a:pt x="2733" y="902"/>
                </a:lnTo>
                <a:lnTo>
                  <a:pt x="2731" y="916"/>
                </a:lnTo>
                <a:lnTo>
                  <a:pt x="2719" y="931"/>
                </a:lnTo>
                <a:lnTo>
                  <a:pt x="2709" y="942"/>
                </a:lnTo>
                <a:lnTo>
                  <a:pt x="2686" y="952"/>
                </a:lnTo>
                <a:lnTo>
                  <a:pt x="2677" y="950"/>
                </a:lnTo>
                <a:lnTo>
                  <a:pt x="2667" y="948"/>
                </a:lnTo>
                <a:lnTo>
                  <a:pt x="2647" y="952"/>
                </a:lnTo>
                <a:lnTo>
                  <a:pt x="2640" y="959"/>
                </a:lnTo>
                <a:lnTo>
                  <a:pt x="2629" y="965"/>
                </a:lnTo>
                <a:lnTo>
                  <a:pt x="2579" y="977"/>
                </a:lnTo>
                <a:lnTo>
                  <a:pt x="2549" y="979"/>
                </a:lnTo>
                <a:lnTo>
                  <a:pt x="2516" y="982"/>
                </a:lnTo>
                <a:lnTo>
                  <a:pt x="2465" y="992"/>
                </a:lnTo>
                <a:lnTo>
                  <a:pt x="2453" y="997"/>
                </a:lnTo>
                <a:lnTo>
                  <a:pt x="2442" y="1002"/>
                </a:lnTo>
                <a:lnTo>
                  <a:pt x="2422" y="1002"/>
                </a:lnTo>
                <a:lnTo>
                  <a:pt x="2409" y="994"/>
                </a:lnTo>
                <a:lnTo>
                  <a:pt x="2405" y="979"/>
                </a:lnTo>
                <a:lnTo>
                  <a:pt x="2408" y="971"/>
                </a:lnTo>
                <a:lnTo>
                  <a:pt x="2412" y="963"/>
                </a:lnTo>
                <a:lnTo>
                  <a:pt x="2408" y="960"/>
                </a:lnTo>
                <a:lnTo>
                  <a:pt x="2400" y="964"/>
                </a:lnTo>
                <a:lnTo>
                  <a:pt x="2393" y="970"/>
                </a:lnTo>
                <a:lnTo>
                  <a:pt x="2387" y="984"/>
                </a:lnTo>
                <a:lnTo>
                  <a:pt x="2390" y="991"/>
                </a:lnTo>
                <a:lnTo>
                  <a:pt x="2391" y="997"/>
                </a:lnTo>
                <a:lnTo>
                  <a:pt x="2373" y="1018"/>
                </a:lnTo>
                <a:lnTo>
                  <a:pt x="2342" y="1041"/>
                </a:lnTo>
                <a:lnTo>
                  <a:pt x="2310" y="1057"/>
                </a:lnTo>
                <a:lnTo>
                  <a:pt x="2297" y="1058"/>
                </a:lnTo>
                <a:lnTo>
                  <a:pt x="2287" y="1057"/>
                </a:lnTo>
                <a:lnTo>
                  <a:pt x="2279" y="1048"/>
                </a:lnTo>
                <a:lnTo>
                  <a:pt x="2284" y="1034"/>
                </a:lnTo>
                <a:lnTo>
                  <a:pt x="2301" y="1021"/>
                </a:lnTo>
                <a:lnTo>
                  <a:pt x="2312" y="1016"/>
                </a:lnTo>
                <a:lnTo>
                  <a:pt x="2325" y="1010"/>
                </a:lnTo>
                <a:lnTo>
                  <a:pt x="2347" y="987"/>
                </a:lnTo>
                <a:lnTo>
                  <a:pt x="2352" y="974"/>
                </a:lnTo>
                <a:lnTo>
                  <a:pt x="2356" y="959"/>
                </a:lnTo>
                <a:lnTo>
                  <a:pt x="2355" y="945"/>
                </a:lnTo>
                <a:lnTo>
                  <a:pt x="2352" y="942"/>
                </a:lnTo>
                <a:lnTo>
                  <a:pt x="2341" y="943"/>
                </a:lnTo>
                <a:lnTo>
                  <a:pt x="2316" y="962"/>
                </a:lnTo>
                <a:lnTo>
                  <a:pt x="2297" y="977"/>
                </a:lnTo>
                <a:lnTo>
                  <a:pt x="2245" y="1021"/>
                </a:lnTo>
                <a:lnTo>
                  <a:pt x="2148" y="1088"/>
                </a:lnTo>
                <a:lnTo>
                  <a:pt x="2083" y="1120"/>
                </a:lnTo>
                <a:lnTo>
                  <a:pt x="2046" y="1131"/>
                </a:lnTo>
                <a:lnTo>
                  <a:pt x="2014" y="1134"/>
                </a:lnTo>
                <a:lnTo>
                  <a:pt x="1988" y="1129"/>
                </a:lnTo>
                <a:lnTo>
                  <a:pt x="1979" y="1123"/>
                </a:lnTo>
                <a:lnTo>
                  <a:pt x="1973" y="1117"/>
                </a:lnTo>
                <a:lnTo>
                  <a:pt x="1963" y="1112"/>
                </a:lnTo>
                <a:lnTo>
                  <a:pt x="1954" y="1113"/>
                </a:lnTo>
                <a:lnTo>
                  <a:pt x="1946" y="1121"/>
                </a:lnTo>
                <a:lnTo>
                  <a:pt x="1942" y="1128"/>
                </a:lnTo>
                <a:lnTo>
                  <a:pt x="1938" y="1134"/>
                </a:lnTo>
                <a:lnTo>
                  <a:pt x="1936" y="1144"/>
                </a:lnTo>
                <a:lnTo>
                  <a:pt x="1943" y="1156"/>
                </a:lnTo>
                <a:lnTo>
                  <a:pt x="1956" y="1161"/>
                </a:lnTo>
                <a:lnTo>
                  <a:pt x="1963" y="1164"/>
                </a:lnTo>
                <a:lnTo>
                  <a:pt x="1966" y="1173"/>
                </a:lnTo>
                <a:lnTo>
                  <a:pt x="1943" y="1197"/>
                </a:lnTo>
                <a:lnTo>
                  <a:pt x="1901" y="1225"/>
                </a:lnTo>
                <a:lnTo>
                  <a:pt x="1868" y="1246"/>
                </a:lnTo>
                <a:lnTo>
                  <a:pt x="1823" y="1270"/>
                </a:lnTo>
                <a:lnTo>
                  <a:pt x="1805" y="1275"/>
                </a:lnTo>
                <a:lnTo>
                  <a:pt x="1799" y="1273"/>
                </a:lnTo>
                <a:lnTo>
                  <a:pt x="1797" y="1261"/>
                </a:lnTo>
                <a:lnTo>
                  <a:pt x="1802" y="1247"/>
                </a:lnTo>
                <a:lnTo>
                  <a:pt x="1807" y="1231"/>
                </a:lnTo>
                <a:lnTo>
                  <a:pt x="1799" y="1230"/>
                </a:lnTo>
                <a:lnTo>
                  <a:pt x="1784" y="1245"/>
                </a:lnTo>
                <a:lnTo>
                  <a:pt x="1772" y="1257"/>
                </a:lnTo>
                <a:lnTo>
                  <a:pt x="1753" y="1293"/>
                </a:lnTo>
                <a:lnTo>
                  <a:pt x="1748" y="1310"/>
                </a:lnTo>
                <a:lnTo>
                  <a:pt x="1745" y="1326"/>
                </a:lnTo>
                <a:lnTo>
                  <a:pt x="1740" y="1345"/>
                </a:lnTo>
                <a:lnTo>
                  <a:pt x="1725" y="1356"/>
                </a:lnTo>
                <a:lnTo>
                  <a:pt x="1690" y="1368"/>
                </a:lnTo>
                <a:lnTo>
                  <a:pt x="1660" y="1376"/>
                </a:lnTo>
                <a:lnTo>
                  <a:pt x="1633" y="1385"/>
                </a:lnTo>
                <a:lnTo>
                  <a:pt x="1593" y="1409"/>
                </a:lnTo>
                <a:lnTo>
                  <a:pt x="1578" y="1432"/>
                </a:lnTo>
                <a:lnTo>
                  <a:pt x="1573" y="1448"/>
                </a:lnTo>
                <a:lnTo>
                  <a:pt x="1574" y="1464"/>
                </a:lnTo>
                <a:lnTo>
                  <a:pt x="1581" y="1480"/>
                </a:lnTo>
                <a:lnTo>
                  <a:pt x="1587" y="1488"/>
                </a:lnTo>
                <a:lnTo>
                  <a:pt x="1597" y="1502"/>
                </a:lnTo>
                <a:lnTo>
                  <a:pt x="1601" y="1529"/>
                </a:lnTo>
                <a:lnTo>
                  <a:pt x="1585" y="1554"/>
                </a:lnTo>
                <a:lnTo>
                  <a:pt x="1551" y="1579"/>
                </a:lnTo>
                <a:lnTo>
                  <a:pt x="1525" y="1591"/>
                </a:lnTo>
                <a:lnTo>
                  <a:pt x="1500" y="1603"/>
                </a:lnTo>
                <a:lnTo>
                  <a:pt x="1460" y="1627"/>
                </a:lnTo>
                <a:lnTo>
                  <a:pt x="1399" y="1675"/>
                </a:lnTo>
                <a:lnTo>
                  <a:pt x="1336" y="1736"/>
                </a:lnTo>
                <a:lnTo>
                  <a:pt x="1312" y="1758"/>
                </a:lnTo>
                <a:lnTo>
                  <a:pt x="1278" y="1784"/>
                </a:lnTo>
                <a:lnTo>
                  <a:pt x="1263" y="1786"/>
                </a:lnTo>
                <a:lnTo>
                  <a:pt x="1256" y="1782"/>
                </a:lnTo>
                <a:lnTo>
                  <a:pt x="1251" y="1764"/>
                </a:lnTo>
                <a:lnTo>
                  <a:pt x="1250" y="1745"/>
                </a:lnTo>
                <a:lnTo>
                  <a:pt x="1250" y="1727"/>
                </a:lnTo>
                <a:lnTo>
                  <a:pt x="1237" y="1722"/>
                </a:lnTo>
                <a:lnTo>
                  <a:pt x="1222" y="1735"/>
                </a:lnTo>
                <a:lnTo>
                  <a:pt x="1213" y="1745"/>
                </a:lnTo>
                <a:lnTo>
                  <a:pt x="1203" y="1772"/>
                </a:lnTo>
                <a:lnTo>
                  <a:pt x="1204" y="1784"/>
                </a:lnTo>
                <a:lnTo>
                  <a:pt x="1204" y="1791"/>
                </a:lnTo>
                <a:lnTo>
                  <a:pt x="1198" y="1807"/>
                </a:lnTo>
                <a:lnTo>
                  <a:pt x="1172" y="1837"/>
                </a:lnTo>
                <a:lnTo>
                  <a:pt x="1145" y="1860"/>
                </a:lnTo>
                <a:lnTo>
                  <a:pt x="1117" y="1882"/>
                </a:lnTo>
                <a:lnTo>
                  <a:pt x="1072" y="1925"/>
                </a:lnTo>
                <a:lnTo>
                  <a:pt x="1062" y="1939"/>
                </a:lnTo>
                <a:lnTo>
                  <a:pt x="1054" y="1951"/>
                </a:lnTo>
                <a:lnTo>
                  <a:pt x="1028" y="1968"/>
                </a:lnTo>
                <a:lnTo>
                  <a:pt x="1014" y="1969"/>
                </a:lnTo>
                <a:lnTo>
                  <a:pt x="998" y="1971"/>
                </a:lnTo>
                <a:lnTo>
                  <a:pt x="958" y="1991"/>
                </a:lnTo>
                <a:lnTo>
                  <a:pt x="921" y="2022"/>
                </a:lnTo>
                <a:lnTo>
                  <a:pt x="902" y="2046"/>
                </a:lnTo>
                <a:lnTo>
                  <a:pt x="896" y="2061"/>
                </a:lnTo>
                <a:lnTo>
                  <a:pt x="895" y="2067"/>
                </a:lnTo>
                <a:lnTo>
                  <a:pt x="896" y="2080"/>
                </a:lnTo>
                <a:lnTo>
                  <a:pt x="905" y="2083"/>
                </a:lnTo>
                <a:lnTo>
                  <a:pt x="915" y="2074"/>
                </a:lnTo>
                <a:lnTo>
                  <a:pt x="925" y="2065"/>
                </a:lnTo>
                <a:lnTo>
                  <a:pt x="947" y="2055"/>
                </a:lnTo>
                <a:lnTo>
                  <a:pt x="958" y="2054"/>
                </a:lnTo>
                <a:lnTo>
                  <a:pt x="962" y="2054"/>
                </a:lnTo>
                <a:lnTo>
                  <a:pt x="968" y="2058"/>
                </a:lnTo>
                <a:lnTo>
                  <a:pt x="970" y="2071"/>
                </a:lnTo>
                <a:lnTo>
                  <a:pt x="963" y="2095"/>
                </a:lnTo>
                <a:lnTo>
                  <a:pt x="945" y="2118"/>
                </a:lnTo>
                <a:lnTo>
                  <a:pt x="933" y="2126"/>
                </a:lnTo>
                <a:lnTo>
                  <a:pt x="923" y="2134"/>
                </a:lnTo>
                <a:lnTo>
                  <a:pt x="912" y="2154"/>
                </a:lnTo>
                <a:lnTo>
                  <a:pt x="913" y="2175"/>
                </a:lnTo>
                <a:lnTo>
                  <a:pt x="926" y="2188"/>
                </a:lnTo>
                <a:lnTo>
                  <a:pt x="937" y="2189"/>
                </a:lnTo>
                <a:lnTo>
                  <a:pt x="948" y="2190"/>
                </a:lnTo>
                <a:lnTo>
                  <a:pt x="960" y="2198"/>
                </a:lnTo>
                <a:lnTo>
                  <a:pt x="960" y="2211"/>
                </a:lnTo>
                <a:lnTo>
                  <a:pt x="946" y="2229"/>
                </a:lnTo>
                <a:lnTo>
                  <a:pt x="935" y="2239"/>
                </a:lnTo>
                <a:lnTo>
                  <a:pt x="925" y="2248"/>
                </a:lnTo>
                <a:lnTo>
                  <a:pt x="916" y="2252"/>
                </a:lnTo>
                <a:lnTo>
                  <a:pt x="914" y="2248"/>
                </a:lnTo>
                <a:lnTo>
                  <a:pt x="915" y="2246"/>
                </a:lnTo>
                <a:lnTo>
                  <a:pt x="916" y="2240"/>
                </a:lnTo>
                <a:lnTo>
                  <a:pt x="914" y="2232"/>
                </a:lnTo>
                <a:lnTo>
                  <a:pt x="898" y="2223"/>
                </a:lnTo>
                <a:lnTo>
                  <a:pt x="877" y="2222"/>
                </a:lnTo>
                <a:lnTo>
                  <a:pt x="871" y="2223"/>
                </a:lnTo>
                <a:lnTo>
                  <a:pt x="867" y="2226"/>
                </a:lnTo>
                <a:lnTo>
                  <a:pt x="869" y="2238"/>
                </a:lnTo>
                <a:lnTo>
                  <a:pt x="880" y="2252"/>
                </a:lnTo>
                <a:lnTo>
                  <a:pt x="889" y="2262"/>
                </a:lnTo>
                <a:lnTo>
                  <a:pt x="892" y="2270"/>
                </a:lnTo>
                <a:lnTo>
                  <a:pt x="888" y="2270"/>
                </a:lnTo>
                <a:lnTo>
                  <a:pt x="885" y="2268"/>
                </a:lnTo>
                <a:lnTo>
                  <a:pt x="881" y="2267"/>
                </a:lnTo>
                <a:lnTo>
                  <a:pt x="875" y="2269"/>
                </a:lnTo>
                <a:lnTo>
                  <a:pt x="868" y="2280"/>
                </a:lnTo>
                <a:lnTo>
                  <a:pt x="867" y="2295"/>
                </a:lnTo>
                <a:lnTo>
                  <a:pt x="868" y="2304"/>
                </a:lnTo>
                <a:lnTo>
                  <a:pt x="865" y="2317"/>
                </a:lnTo>
                <a:lnTo>
                  <a:pt x="859" y="2325"/>
                </a:lnTo>
                <a:lnTo>
                  <a:pt x="849" y="2327"/>
                </a:lnTo>
                <a:lnTo>
                  <a:pt x="842" y="2327"/>
                </a:lnTo>
                <a:lnTo>
                  <a:pt x="836" y="2327"/>
                </a:lnTo>
                <a:lnTo>
                  <a:pt x="824" y="2332"/>
                </a:lnTo>
                <a:lnTo>
                  <a:pt x="810" y="2348"/>
                </a:lnTo>
                <a:lnTo>
                  <a:pt x="804" y="2366"/>
                </a:lnTo>
                <a:lnTo>
                  <a:pt x="798" y="2381"/>
                </a:lnTo>
                <a:lnTo>
                  <a:pt x="786" y="2401"/>
                </a:lnTo>
                <a:lnTo>
                  <a:pt x="773" y="2408"/>
                </a:lnTo>
                <a:lnTo>
                  <a:pt x="758" y="2400"/>
                </a:lnTo>
                <a:lnTo>
                  <a:pt x="751" y="2391"/>
                </a:lnTo>
                <a:lnTo>
                  <a:pt x="744" y="2381"/>
                </a:lnTo>
                <a:lnTo>
                  <a:pt x="730" y="2374"/>
                </a:lnTo>
                <a:lnTo>
                  <a:pt x="714" y="2383"/>
                </a:lnTo>
                <a:lnTo>
                  <a:pt x="699" y="2408"/>
                </a:lnTo>
                <a:lnTo>
                  <a:pt x="692" y="2429"/>
                </a:lnTo>
                <a:lnTo>
                  <a:pt x="680" y="2460"/>
                </a:lnTo>
                <a:lnTo>
                  <a:pt x="669" y="2470"/>
                </a:lnTo>
                <a:lnTo>
                  <a:pt x="663" y="2461"/>
                </a:lnTo>
                <a:lnTo>
                  <a:pt x="659" y="2450"/>
                </a:lnTo>
                <a:lnTo>
                  <a:pt x="655" y="2441"/>
                </a:lnTo>
                <a:lnTo>
                  <a:pt x="648" y="2432"/>
                </a:lnTo>
                <a:lnTo>
                  <a:pt x="640" y="2444"/>
                </a:lnTo>
                <a:lnTo>
                  <a:pt x="633" y="2475"/>
                </a:lnTo>
                <a:lnTo>
                  <a:pt x="626" y="2502"/>
                </a:lnTo>
                <a:lnTo>
                  <a:pt x="600" y="2554"/>
                </a:lnTo>
                <a:lnTo>
                  <a:pt x="584" y="2573"/>
                </a:lnTo>
                <a:lnTo>
                  <a:pt x="571" y="2587"/>
                </a:lnTo>
                <a:lnTo>
                  <a:pt x="558" y="2605"/>
                </a:lnTo>
                <a:lnTo>
                  <a:pt x="557" y="2617"/>
                </a:lnTo>
                <a:lnTo>
                  <a:pt x="569" y="2629"/>
                </a:lnTo>
                <a:lnTo>
                  <a:pt x="581" y="2637"/>
                </a:lnTo>
                <a:lnTo>
                  <a:pt x="592" y="2645"/>
                </a:lnTo>
                <a:lnTo>
                  <a:pt x="604" y="2663"/>
                </a:lnTo>
                <a:lnTo>
                  <a:pt x="601" y="2694"/>
                </a:lnTo>
                <a:lnTo>
                  <a:pt x="583" y="2754"/>
                </a:lnTo>
                <a:lnTo>
                  <a:pt x="567" y="2801"/>
                </a:lnTo>
                <a:lnTo>
                  <a:pt x="527" y="2912"/>
                </a:lnTo>
                <a:lnTo>
                  <a:pt x="507" y="2956"/>
                </a:lnTo>
                <a:lnTo>
                  <a:pt x="496" y="2971"/>
                </a:lnTo>
                <a:lnTo>
                  <a:pt x="485" y="3003"/>
                </a:lnTo>
                <a:lnTo>
                  <a:pt x="483" y="3030"/>
                </a:lnTo>
                <a:lnTo>
                  <a:pt x="489" y="3044"/>
                </a:lnTo>
                <a:lnTo>
                  <a:pt x="495" y="3049"/>
                </a:lnTo>
                <a:lnTo>
                  <a:pt x="499" y="3049"/>
                </a:lnTo>
                <a:lnTo>
                  <a:pt x="510" y="3050"/>
                </a:lnTo>
                <a:lnTo>
                  <a:pt x="522" y="3060"/>
                </a:lnTo>
                <a:lnTo>
                  <a:pt x="523" y="3067"/>
                </a:lnTo>
                <a:lnTo>
                  <a:pt x="521" y="3075"/>
                </a:lnTo>
                <a:lnTo>
                  <a:pt x="503" y="3093"/>
                </a:lnTo>
                <a:lnTo>
                  <a:pt x="474" y="3106"/>
                </a:lnTo>
                <a:lnTo>
                  <a:pt x="448" y="3111"/>
                </a:lnTo>
                <a:lnTo>
                  <a:pt x="439" y="3108"/>
                </a:lnTo>
                <a:lnTo>
                  <a:pt x="435" y="3107"/>
                </a:lnTo>
                <a:lnTo>
                  <a:pt x="429" y="3108"/>
                </a:lnTo>
                <a:lnTo>
                  <a:pt x="422" y="3118"/>
                </a:lnTo>
                <a:lnTo>
                  <a:pt x="421" y="3130"/>
                </a:lnTo>
                <a:lnTo>
                  <a:pt x="420" y="3142"/>
                </a:lnTo>
                <a:lnTo>
                  <a:pt x="409" y="3163"/>
                </a:lnTo>
                <a:lnTo>
                  <a:pt x="389" y="3180"/>
                </a:lnTo>
                <a:lnTo>
                  <a:pt x="362" y="3191"/>
                </a:lnTo>
                <a:lnTo>
                  <a:pt x="345" y="3193"/>
                </a:lnTo>
                <a:lnTo>
                  <a:pt x="328" y="3197"/>
                </a:lnTo>
                <a:lnTo>
                  <a:pt x="305" y="3209"/>
                </a:lnTo>
                <a:lnTo>
                  <a:pt x="294" y="3214"/>
                </a:lnTo>
                <a:lnTo>
                  <a:pt x="278" y="3212"/>
                </a:lnTo>
                <a:lnTo>
                  <a:pt x="273" y="3204"/>
                </a:lnTo>
                <a:lnTo>
                  <a:pt x="268" y="3194"/>
                </a:lnTo>
                <a:lnTo>
                  <a:pt x="257" y="3184"/>
                </a:lnTo>
                <a:lnTo>
                  <a:pt x="245" y="3188"/>
                </a:lnTo>
                <a:lnTo>
                  <a:pt x="237" y="3205"/>
                </a:lnTo>
                <a:lnTo>
                  <a:pt x="236" y="3218"/>
                </a:lnTo>
                <a:lnTo>
                  <a:pt x="238" y="3234"/>
                </a:lnTo>
                <a:lnTo>
                  <a:pt x="256" y="3270"/>
                </a:lnTo>
                <a:lnTo>
                  <a:pt x="269" y="3285"/>
                </a:lnTo>
                <a:lnTo>
                  <a:pt x="284" y="3300"/>
                </a:lnTo>
                <a:lnTo>
                  <a:pt x="302" y="3330"/>
                </a:lnTo>
                <a:lnTo>
                  <a:pt x="304" y="3340"/>
                </a:lnTo>
                <a:lnTo>
                  <a:pt x="303" y="3344"/>
                </a:lnTo>
                <a:lnTo>
                  <a:pt x="296" y="3352"/>
                </a:lnTo>
                <a:lnTo>
                  <a:pt x="276" y="3360"/>
                </a:lnTo>
                <a:lnTo>
                  <a:pt x="239" y="3364"/>
                </a:lnTo>
                <a:lnTo>
                  <a:pt x="204" y="3359"/>
                </a:lnTo>
                <a:lnTo>
                  <a:pt x="192" y="3351"/>
                </a:lnTo>
                <a:lnTo>
                  <a:pt x="181" y="3345"/>
                </a:lnTo>
                <a:lnTo>
                  <a:pt x="151" y="3345"/>
                </a:lnTo>
                <a:lnTo>
                  <a:pt x="133" y="3351"/>
                </a:lnTo>
                <a:lnTo>
                  <a:pt x="95" y="3365"/>
                </a:lnTo>
                <a:lnTo>
                  <a:pt x="61" y="3376"/>
                </a:lnTo>
                <a:lnTo>
                  <a:pt x="50" y="3379"/>
                </a:lnTo>
                <a:lnTo>
                  <a:pt x="40" y="3387"/>
                </a:lnTo>
                <a:lnTo>
                  <a:pt x="39" y="3395"/>
                </a:lnTo>
                <a:lnTo>
                  <a:pt x="45" y="3407"/>
                </a:lnTo>
                <a:lnTo>
                  <a:pt x="52" y="3416"/>
                </a:lnTo>
                <a:lnTo>
                  <a:pt x="64" y="3430"/>
                </a:lnTo>
                <a:lnTo>
                  <a:pt x="66" y="3442"/>
                </a:lnTo>
                <a:lnTo>
                  <a:pt x="60" y="3447"/>
                </a:lnTo>
                <a:lnTo>
                  <a:pt x="54" y="3449"/>
                </a:lnTo>
                <a:lnTo>
                  <a:pt x="48" y="3452"/>
                </a:lnTo>
                <a:lnTo>
                  <a:pt x="40" y="3462"/>
                </a:lnTo>
                <a:lnTo>
                  <a:pt x="33" y="3487"/>
                </a:lnTo>
                <a:lnTo>
                  <a:pt x="34" y="3525"/>
                </a:lnTo>
                <a:lnTo>
                  <a:pt x="42" y="3547"/>
                </a:lnTo>
                <a:lnTo>
                  <a:pt x="52" y="3555"/>
                </a:lnTo>
                <a:lnTo>
                  <a:pt x="57" y="3556"/>
                </a:lnTo>
                <a:lnTo>
                  <a:pt x="68" y="3555"/>
                </a:lnTo>
                <a:lnTo>
                  <a:pt x="87" y="3546"/>
                </a:lnTo>
                <a:lnTo>
                  <a:pt x="92" y="3538"/>
                </a:lnTo>
                <a:lnTo>
                  <a:pt x="96" y="3534"/>
                </a:lnTo>
                <a:lnTo>
                  <a:pt x="103" y="3529"/>
                </a:lnTo>
                <a:lnTo>
                  <a:pt x="118" y="3532"/>
                </a:lnTo>
                <a:lnTo>
                  <a:pt x="132" y="3542"/>
                </a:lnTo>
                <a:lnTo>
                  <a:pt x="139" y="3549"/>
                </a:lnTo>
                <a:lnTo>
                  <a:pt x="143" y="3559"/>
                </a:lnTo>
                <a:lnTo>
                  <a:pt x="123" y="3568"/>
                </a:lnTo>
                <a:lnTo>
                  <a:pt x="82" y="3573"/>
                </a:lnTo>
                <a:lnTo>
                  <a:pt x="61" y="3575"/>
                </a:lnTo>
                <a:lnTo>
                  <a:pt x="31" y="3582"/>
                </a:lnTo>
                <a:lnTo>
                  <a:pt x="15" y="3591"/>
                </a:lnTo>
                <a:lnTo>
                  <a:pt x="10" y="3605"/>
                </a:lnTo>
                <a:lnTo>
                  <a:pt x="10" y="3614"/>
                </a:lnTo>
                <a:lnTo>
                  <a:pt x="14" y="3664"/>
                </a:lnTo>
                <a:lnTo>
                  <a:pt x="24" y="3717"/>
                </a:lnTo>
                <a:lnTo>
                  <a:pt x="33" y="3738"/>
                </a:lnTo>
                <a:lnTo>
                  <a:pt x="38" y="3743"/>
                </a:lnTo>
                <a:lnTo>
                  <a:pt x="41" y="3745"/>
                </a:lnTo>
                <a:lnTo>
                  <a:pt x="42" y="3753"/>
                </a:lnTo>
                <a:lnTo>
                  <a:pt x="35" y="3769"/>
                </a:lnTo>
                <a:lnTo>
                  <a:pt x="25" y="3781"/>
                </a:lnTo>
                <a:lnTo>
                  <a:pt x="15" y="3793"/>
                </a:lnTo>
                <a:lnTo>
                  <a:pt x="9" y="3805"/>
                </a:lnTo>
                <a:lnTo>
                  <a:pt x="11" y="3809"/>
                </a:lnTo>
                <a:lnTo>
                  <a:pt x="15" y="3809"/>
                </a:lnTo>
                <a:lnTo>
                  <a:pt x="21" y="3810"/>
                </a:lnTo>
                <a:lnTo>
                  <a:pt x="25" y="3825"/>
                </a:lnTo>
                <a:lnTo>
                  <a:pt x="21" y="3836"/>
                </a:lnTo>
                <a:lnTo>
                  <a:pt x="19" y="3843"/>
                </a:lnTo>
                <a:lnTo>
                  <a:pt x="18" y="3853"/>
                </a:lnTo>
                <a:lnTo>
                  <a:pt x="28" y="3856"/>
                </a:lnTo>
                <a:lnTo>
                  <a:pt x="46" y="3851"/>
                </a:lnTo>
                <a:lnTo>
                  <a:pt x="62" y="3848"/>
                </a:lnTo>
                <a:lnTo>
                  <a:pt x="78" y="3849"/>
                </a:lnTo>
                <a:lnTo>
                  <a:pt x="83" y="3853"/>
                </a:lnTo>
                <a:lnTo>
                  <a:pt x="84" y="3856"/>
                </a:lnTo>
                <a:lnTo>
                  <a:pt x="82" y="3863"/>
                </a:lnTo>
                <a:lnTo>
                  <a:pt x="59" y="3879"/>
                </a:lnTo>
                <a:lnTo>
                  <a:pt x="41" y="3883"/>
                </a:lnTo>
                <a:lnTo>
                  <a:pt x="25" y="3888"/>
                </a:lnTo>
                <a:lnTo>
                  <a:pt x="5" y="3902"/>
                </a:lnTo>
                <a:lnTo>
                  <a:pt x="0" y="3916"/>
                </a:lnTo>
                <a:lnTo>
                  <a:pt x="11" y="3926"/>
                </a:lnTo>
                <a:lnTo>
                  <a:pt x="25" y="3927"/>
                </a:lnTo>
                <a:lnTo>
                  <a:pt x="34" y="3927"/>
                </a:lnTo>
                <a:lnTo>
                  <a:pt x="48" y="3936"/>
                </a:lnTo>
                <a:lnTo>
                  <a:pt x="50" y="3943"/>
                </a:lnTo>
                <a:lnTo>
                  <a:pt x="52" y="3951"/>
                </a:lnTo>
                <a:lnTo>
                  <a:pt x="62" y="3960"/>
                </a:lnTo>
                <a:lnTo>
                  <a:pt x="69" y="3961"/>
                </a:lnTo>
                <a:lnTo>
                  <a:pt x="75" y="3960"/>
                </a:lnTo>
                <a:lnTo>
                  <a:pt x="80" y="3952"/>
                </a:lnTo>
                <a:lnTo>
                  <a:pt x="77" y="3945"/>
                </a:lnTo>
                <a:lnTo>
                  <a:pt x="76" y="3942"/>
                </a:lnTo>
                <a:lnTo>
                  <a:pt x="79" y="3935"/>
                </a:lnTo>
                <a:lnTo>
                  <a:pt x="94" y="3925"/>
                </a:lnTo>
                <a:lnTo>
                  <a:pt x="111" y="3920"/>
                </a:lnTo>
                <a:lnTo>
                  <a:pt x="122" y="3917"/>
                </a:lnTo>
                <a:lnTo>
                  <a:pt x="143" y="3917"/>
                </a:lnTo>
                <a:lnTo>
                  <a:pt x="160" y="3923"/>
                </a:lnTo>
                <a:lnTo>
                  <a:pt x="175" y="3937"/>
                </a:lnTo>
                <a:lnTo>
                  <a:pt x="183" y="3947"/>
                </a:lnTo>
                <a:lnTo>
                  <a:pt x="194" y="3960"/>
                </a:lnTo>
                <a:lnTo>
                  <a:pt x="206" y="3976"/>
                </a:lnTo>
                <a:lnTo>
                  <a:pt x="205" y="3989"/>
                </a:lnTo>
                <a:lnTo>
                  <a:pt x="190" y="4003"/>
                </a:lnTo>
                <a:lnTo>
                  <a:pt x="178" y="4013"/>
                </a:lnTo>
                <a:lnTo>
                  <a:pt x="167" y="4022"/>
                </a:lnTo>
                <a:lnTo>
                  <a:pt x="152" y="4034"/>
                </a:lnTo>
                <a:lnTo>
                  <a:pt x="143" y="4032"/>
                </a:lnTo>
                <a:lnTo>
                  <a:pt x="137" y="4018"/>
                </a:lnTo>
                <a:lnTo>
                  <a:pt x="133" y="4006"/>
                </a:lnTo>
                <a:lnTo>
                  <a:pt x="131" y="3997"/>
                </a:lnTo>
                <a:lnTo>
                  <a:pt x="125" y="3993"/>
                </a:lnTo>
                <a:lnTo>
                  <a:pt x="117" y="4016"/>
                </a:lnTo>
                <a:lnTo>
                  <a:pt x="111" y="4057"/>
                </a:lnTo>
                <a:lnTo>
                  <a:pt x="104" y="4093"/>
                </a:lnTo>
                <a:lnTo>
                  <a:pt x="84" y="4152"/>
                </a:lnTo>
                <a:lnTo>
                  <a:pt x="74" y="4165"/>
                </a:lnTo>
                <a:lnTo>
                  <a:pt x="64" y="4175"/>
                </a:lnTo>
                <a:lnTo>
                  <a:pt x="52" y="4212"/>
                </a:lnTo>
                <a:lnTo>
                  <a:pt x="50" y="4232"/>
                </a:lnTo>
                <a:lnTo>
                  <a:pt x="50" y="4245"/>
                </a:lnTo>
                <a:lnTo>
                  <a:pt x="54" y="4264"/>
                </a:lnTo>
                <a:lnTo>
                  <a:pt x="62" y="4276"/>
                </a:lnTo>
                <a:lnTo>
                  <a:pt x="74" y="4281"/>
                </a:lnTo>
                <a:lnTo>
                  <a:pt x="82" y="4282"/>
                </a:lnTo>
                <a:lnTo>
                  <a:pt x="92" y="4283"/>
                </a:lnTo>
                <a:lnTo>
                  <a:pt x="108" y="4298"/>
                </a:lnTo>
                <a:lnTo>
                  <a:pt x="121" y="4325"/>
                </a:lnTo>
                <a:lnTo>
                  <a:pt x="131" y="4360"/>
                </a:lnTo>
                <a:lnTo>
                  <a:pt x="136" y="4399"/>
                </a:lnTo>
                <a:lnTo>
                  <a:pt x="136" y="4440"/>
                </a:lnTo>
                <a:lnTo>
                  <a:pt x="130" y="4478"/>
                </a:lnTo>
                <a:lnTo>
                  <a:pt x="119" y="4510"/>
                </a:lnTo>
                <a:lnTo>
                  <a:pt x="111" y="4523"/>
                </a:lnTo>
                <a:lnTo>
                  <a:pt x="103" y="4535"/>
                </a:lnTo>
                <a:lnTo>
                  <a:pt x="95" y="4564"/>
                </a:lnTo>
                <a:lnTo>
                  <a:pt x="98" y="4600"/>
                </a:lnTo>
                <a:lnTo>
                  <a:pt x="110" y="4641"/>
                </a:lnTo>
                <a:lnTo>
                  <a:pt x="121" y="4664"/>
                </a:lnTo>
                <a:lnTo>
                  <a:pt x="130" y="4682"/>
                </a:lnTo>
                <a:lnTo>
                  <a:pt x="152" y="4704"/>
                </a:lnTo>
                <a:lnTo>
                  <a:pt x="176" y="4714"/>
                </a:lnTo>
                <a:lnTo>
                  <a:pt x="200" y="4710"/>
                </a:lnTo>
                <a:lnTo>
                  <a:pt x="213" y="4702"/>
                </a:lnTo>
                <a:lnTo>
                  <a:pt x="223" y="4694"/>
                </a:lnTo>
                <a:lnTo>
                  <a:pt x="235" y="4697"/>
                </a:lnTo>
                <a:lnTo>
                  <a:pt x="237" y="4715"/>
                </a:lnTo>
                <a:lnTo>
                  <a:pt x="226" y="4738"/>
                </a:lnTo>
                <a:lnTo>
                  <a:pt x="216" y="4750"/>
                </a:lnTo>
                <a:lnTo>
                  <a:pt x="207" y="4761"/>
                </a:lnTo>
                <a:lnTo>
                  <a:pt x="207" y="4770"/>
                </a:lnTo>
                <a:lnTo>
                  <a:pt x="221" y="4768"/>
                </a:lnTo>
                <a:lnTo>
                  <a:pt x="245" y="4755"/>
                </a:lnTo>
                <a:lnTo>
                  <a:pt x="259" y="4745"/>
                </a:lnTo>
                <a:lnTo>
                  <a:pt x="277" y="4733"/>
                </a:lnTo>
                <a:lnTo>
                  <a:pt x="294" y="4730"/>
                </a:lnTo>
                <a:lnTo>
                  <a:pt x="302" y="4735"/>
                </a:lnTo>
                <a:lnTo>
                  <a:pt x="305" y="4740"/>
                </a:lnTo>
                <a:lnTo>
                  <a:pt x="309" y="4745"/>
                </a:lnTo>
                <a:lnTo>
                  <a:pt x="317" y="4751"/>
                </a:lnTo>
                <a:lnTo>
                  <a:pt x="330" y="4748"/>
                </a:lnTo>
                <a:lnTo>
                  <a:pt x="344" y="4737"/>
                </a:lnTo>
                <a:lnTo>
                  <a:pt x="356" y="4729"/>
                </a:lnTo>
                <a:lnTo>
                  <a:pt x="377" y="4723"/>
                </a:lnTo>
                <a:lnTo>
                  <a:pt x="383" y="4727"/>
                </a:lnTo>
                <a:lnTo>
                  <a:pt x="386" y="4731"/>
                </a:lnTo>
                <a:lnTo>
                  <a:pt x="387" y="4742"/>
                </a:lnTo>
                <a:lnTo>
                  <a:pt x="378" y="4767"/>
                </a:lnTo>
                <a:lnTo>
                  <a:pt x="354" y="4803"/>
                </a:lnTo>
                <a:lnTo>
                  <a:pt x="321" y="4832"/>
                </a:lnTo>
                <a:lnTo>
                  <a:pt x="305" y="4840"/>
                </a:lnTo>
                <a:lnTo>
                  <a:pt x="290" y="4847"/>
                </a:lnTo>
                <a:lnTo>
                  <a:pt x="272" y="4861"/>
                </a:lnTo>
                <a:lnTo>
                  <a:pt x="273" y="4865"/>
                </a:lnTo>
                <a:lnTo>
                  <a:pt x="280" y="4867"/>
                </a:lnTo>
                <a:lnTo>
                  <a:pt x="310" y="4860"/>
                </a:lnTo>
                <a:lnTo>
                  <a:pt x="329" y="4852"/>
                </a:lnTo>
                <a:lnTo>
                  <a:pt x="355" y="4842"/>
                </a:lnTo>
                <a:lnTo>
                  <a:pt x="375" y="4840"/>
                </a:lnTo>
                <a:lnTo>
                  <a:pt x="382" y="4846"/>
                </a:lnTo>
                <a:lnTo>
                  <a:pt x="385" y="4852"/>
                </a:lnTo>
                <a:lnTo>
                  <a:pt x="389" y="4859"/>
                </a:lnTo>
                <a:lnTo>
                  <a:pt x="414" y="4871"/>
                </a:lnTo>
                <a:lnTo>
                  <a:pt x="431" y="4872"/>
                </a:lnTo>
                <a:lnTo>
                  <a:pt x="451" y="4873"/>
                </a:lnTo>
                <a:lnTo>
                  <a:pt x="484" y="4878"/>
                </a:lnTo>
                <a:lnTo>
                  <a:pt x="509" y="4889"/>
                </a:lnTo>
                <a:lnTo>
                  <a:pt x="522" y="4905"/>
                </a:lnTo>
                <a:lnTo>
                  <a:pt x="523" y="4914"/>
                </a:lnTo>
                <a:lnTo>
                  <a:pt x="524" y="4918"/>
                </a:lnTo>
                <a:lnTo>
                  <a:pt x="528" y="4926"/>
                </a:lnTo>
                <a:lnTo>
                  <a:pt x="542" y="4930"/>
                </a:lnTo>
                <a:lnTo>
                  <a:pt x="557" y="4928"/>
                </a:lnTo>
                <a:lnTo>
                  <a:pt x="566" y="4926"/>
                </a:lnTo>
                <a:lnTo>
                  <a:pt x="580" y="4927"/>
                </a:lnTo>
                <a:lnTo>
                  <a:pt x="588" y="4934"/>
                </a:lnTo>
                <a:lnTo>
                  <a:pt x="591" y="4951"/>
                </a:lnTo>
                <a:lnTo>
                  <a:pt x="591" y="4963"/>
                </a:lnTo>
                <a:lnTo>
                  <a:pt x="592" y="4982"/>
                </a:lnTo>
                <a:lnTo>
                  <a:pt x="598" y="4997"/>
                </a:lnTo>
                <a:lnTo>
                  <a:pt x="604" y="5001"/>
                </a:lnTo>
                <a:lnTo>
                  <a:pt x="608" y="4998"/>
                </a:lnTo>
                <a:lnTo>
                  <a:pt x="612" y="4997"/>
                </a:lnTo>
                <a:lnTo>
                  <a:pt x="627" y="5003"/>
                </a:lnTo>
                <a:lnTo>
                  <a:pt x="660" y="5025"/>
                </a:lnTo>
                <a:lnTo>
                  <a:pt x="685" y="5047"/>
                </a:lnTo>
                <a:lnTo>
                  <a:pt x="711" y="5071"/>
                </a:lnTo>
                <a:lnTo>
                  <a:pt x="754" y="5105"/>
                </a:lnTo>
                <a:lnTo>
                  <a:pt x="763" y="5108"/>
                </a:lnTo>
                <a:lnTo>
                  <a:pt x="768" y="5109"/>
                </a:lnTo>
                <a:lnTo>
                  <a:pt x="770" y="5119"/>
                </a:lnTo>
                <a:lnTo>
                  <a:pt x="766" y="5127"/>
                </a:lnTo>
                <a:lnTo>
                  <a:pt x="764" y="5131"/>
                </a:lnTo>
                <a:lnTo>
                  <a:pt x="769" y="5137"/>
                </a:lnTo>
                <a:lnTo>
                  <a:pt x="800" y="5138"/>
                </a:lnTo>
                <a:lnTo>
                  <a:pt x="839" y="5133"/>
                </a:lnTo>
                <a:lnTo>
                  <a:pt x="863" y="5131"/>
                </a:lnTo>
                <a:lnTo>
                  <a:pt x="899" y="5129"/>
                </a:lnTo>
                <a:lnTo>
                  <a:pt x="923" y="5134"/>
                </a:lnTo>
                <a:lnTo>
                  <a:pt x="942" y="5147"/>
                </a:lnTo>
                <a:lnTo>
                  <a:pt x="953" y="5157"/>
                </a:lnTo>
                <a:lnTo>
                  <a:pt x="962" y="5167"/>
                </a:lnTo>
                <a:lnTo>
                  <a:pt x="977" y="5178"/>
                </a:lnTo>
                <a:lnTo>
                  <a:pt x="991" y="5182"/>
                </a:lnTo>
                <a:lnTo>
                  <a:pt x="1008" y="5179"/>
                </a:lnTo>
                <a:lnTo>
                  <a:pt x="1018" y="5174"/>
                </a:lnTo>
                <a:lnTo>
                  <a:pt x="1037" y="5164"/>
                </a:lnTo>
                <a:lnTo>
                  <a:pt x="1046" y="5165"/>
                </a:lnTo>
                <a:lnTo>
                  <a:pt x="1045" y="5175"/>
                </a:lnTo>
                <a:lnTo>
                  <a:pt x="1042" y="5183"/>
                </a:lnTo>
                <a:lnTo>
                  <a:pt x="1039" y="5190"/>
                </a:lnTo>
                <a:lnTo>
                  <a:pt x="1039" y="5200"/>
                </a:lnTo>
                <a:lnTo>
                  <a:pt x="1050" y="5204"/>
                </a:lnTo>
                <a:lnTo>
                  <a:pt x="1070" y="5199"/>
                </a:lnTo>
                <a:lnTo>
                  <a:pt x="1081" y="5197"/>
                </a:lnTo>
                <a:lnTo>
                  <a:pt x="1097" y="5197"/>
                </a:lnTo>
                <a:lnTo>
                  <a:pt x="1109" y="5202"/>
                </a:lnTo>
                <a:lnTo>
                  <a:pt x="1116" y="5214"/>
                </a:lnTo>
                <a:lnTo>
                  <a:pt x="1118" y="5223"/>
                </a:lnTo>
                <a:lnTo>
                  <a:pt x="1121" y="5237"/>
                </a:lnTo>
                <a:lnTo>
                  <a:pt x="1118" y="5268"/>
                </a:lnTo>
                <a:lnTo>
                  <a:pt x="1113" y="5279"/>
                </a:lnTo>
                <a:lnTo>
                  <a:pt x="1108" y="5287"/>
                </a:lnTo>
                <a:lnTo>
                  <a:pt x="1106" y="5304"/>
                </a:lnTo>
                <a:lnTo>
                  <a:pt x="1111" y="5318"/>
                </a:lnTo>
                <a:lnTo>
                  <a:pt x="1124" y="5327"/>
                </a:lnTo>
                <a:lnTo>
                  <a:pt x="1133" y="5328"/>
                </a:lnTo>
                <a:lnTo>
                  <a:pt x="1139" y="5327"/>
                </a:lnTo>
                <a:lnTo>
                  <a:pt x="1147" y="5312"/>
                </a:lnTo>
                <a:lnTo>
                  <a:pt x="1148" y="5302"/>
                </a:lnTo>
                <a:lnTo>
                  <a:pt x="1150" y="5292"/>
                </a:lnTo>
                <a:lnTo>
                  <a:pt x="1166" y="5271"/>
                </a:lnTo>
                <a:lnTo>
                  <a:pt x="1179" y="5264"/>
                </a:lnTo>
                <a:lnTo>
                  <a:pt x="1197" y="5257"/>
                </a:lnTo>
                <a:lnTo>
                  <a:pt x="1256" y="5247"/>
                </a:lnTo>
                <a:lnTo>
                  <a:pt x="1319" y="5244"/>
                </a:lnTo>
                <a:lnTo>
                  <a:pt x="1354" y="5247"/>
                </a:lnTo>
                <a:lnTo>
                  <a:pt x="1367" y="5252"/>
                </a:lnTo>
                <a:lnTo>
                  <a:pt x="1368" y="5255"/>
                </a:lnTo>
                <a:lnTo>
                  <a:pt x="1367" y="5264"/>
                </a:lnTo>
                <a:lnTo>
                  <a:pt x="1359" y="5282"/>
                </a:lnTo>
                <a:lnTo>
                  <a:pt x="1343" y="5301"/>
                </a:lnTo>
                <a:lnTo>
                  <a:pt x="1319" y="5318"/>
                </a:lnTo>
                <a:lnTo>
                  <a:pt x="1305" y="5326"/>
                </a:lnTo>
                <a:lnTo>
                  <a:pt x="1289" y="5335"/>
                </a:lnTo>
                <a:lnTo>
                  <a:pt x="1269" y="5359"/>
                </a:lnTo>
                <a:lnTo>
                  <a:pt x="1267" y="5370"/>
                </a:lnTo>
                <a:lnTo>
                  <a:pt x="1267" y="5380"/>
                </a:lnTo>
                <a:lnTo>
                  <a:pt x="1276" y="5392"/>
                </a:lnTo>
                <a:lnTo>
                  <a:pt x="1289" y="5394"/>
                </a:lnTo>
                <a:lnTo>
                  <a:pt x="1303" y="5385"/>
                </a:lnTo>
                <a:lnTo>
                  <a:pt x="1310" y="5376"/>
                </a:lnTo>
                <a:lnTo>
                  <a:pt x="1317" y="5368"/>
                </a:lnTo>
                <a:lnTo>
                  <a:pt x="1353" y="5345"/>
                </a:lnTo>
                <a:lnTo>
                  <a:pt x="1374" y="5335"/>
                </a:lnTo>
                <a:lnTo>
                  <a:pt x="1421" y="5312"/>
                </a:lnTo>
                <a:lnTo>
                  <a:pt x="1503" y="5261"/>
                </a:lnTo>
                <a:lnTo>
                  <a:pt x="1559" y="5219"/>
                </a:lnTo>
                <a:lnTo>
                  <a:pt x="1623" y="5173"/>
                </a:lnTo>
                <a:lnTo>
                  <a:pt x="1614" y="5216"/>
                </a:lnTo>
                <a:lnTo>
                  <a:pt x="1612" y="5229"/>
                </a:lnTo>
                <a:lnTo>
                  <a:pt x="1612" y="5247"/>
                </a:lnTo>
                <a:lnTo>
                  <a:pt x="1619" y="5255"/>
                </a:lnTo>
                <a:lnTo>
                  <a:pt x="1638" y="5255"/>
                </a:lnTo>
                <a:lnTo>
                  <a:pt x="1652" y="5254"/>
                </a:lnTo>
                <a:lnTo>
                  <a:pt x="1670" y="5251"/>
                </a:lnTo>
                <a:lnTo>
                  <a:pt x="1714" y="5239"/>
                </a:lnTo>
                <a:lnTo>
                  <a:pt x="1788" y="5212"/>
                </a:lnTo>
                <a:lnTo>
                  <a:pt x="1835" y="5189"/>
                </a:lnTo>
                <a:lnTo>
                  <a:pt x="1853" y="5183"/>
                </a:lnTo>
                <a:lnTo>
                  <a:pt x="1879" y="5178"/>
                </a:lnTo>
                <a:lnTo>
                  <a:pt x="1886" y="5181"/>
                </a:lnTo>
                <a:lnTo>
                  <a:pt x="1888" y="5186"/>
                </a:lnTo>
                <a:lnTo>
                  <a:pt x="1878" y="5192"/>
                </a:lnTo>
                <a:lnTo>
                  <a:pt x="1866" y="5193"/>
                </a:lnTo>
                <a:lnTo>
                  <a:pt x="1858" y="5193"/>
                </a:lnTo>
                <a:lnTo>
                  <a:pt x="1849" y="5195"/>
                </a:lnTo>
                <a:lnTo>
                  <a:pt x="1848" y="5205"/>
                </a:lnTo>
                <a:lnTo>
                  <a:pt x="1858" y="5218"/>
                </a:lnTo>
                <a:lnTo>
                  <a:pt x="1869" y="5228"/>
                </a:lnTo>
                <a:lnTo>
                  <a:pt x="1903" y="5238"/>
                </a:lnTo>
                <a:lnTo>
                  <a:pt x="1924" y="5236"/>
                </a:lnTo>
                <a:lnTo>
                  <a:pt x="1961" y="5230"/>
                </a:lnTo>
                <a:lnTo>
                  <a:pt x="1984" y="5228"/>
                </a:lnTo>
                <a:lnTo>
                  <a:pt x="1987" y="5227"/>
                </a:lnTo>
                <a:lnTo>
                  <a:pt x="1989" y="5222"/>
                </a:lnTo>
                <a:lnTo>
                  <a:pt x="1982" y="5211"/>
                </a:lnTo>
                <a:lnTo>
                  <a:pt x="1971" y="5203"/>
                </a:lnTo>
                <a:lnTo>
                  <a:pt x="1955" y="5190"/>
                </a:lnTo>
                <a:lnTo>
                  <a:pt x="1952" y="5179"/>
                </a:lnTo>
                <a:lnTo>
                  <a:pt x="1959" y="5173"/>
                </a:lnTo>
                <a:lnTo>
                  <a:pt x="1966" y="5171"/>
                </a:lnTo>
                <a:lnTo>
                  <a:pt x="1976" y="5168"/>
                </a:lnTo>
                <a:lnTo>
                  <a:pt x="2000" y="5175"/>
                </a:lnTo>
                <a:lnTo>
                  <a:pt x="2008" y="5183"/>
                </a:lnTo>
                <a:lnTo>
                  <a:pt x="2012" y="5187"/>
                </a:lnTo>
                <a:lnTo>
                  <a:pt x="2013" y="5200"/>
                </a:lnTo>
                <a:lnTo>
                  <a:pt x="2007" y="5225"/>
                </a:lnTo>
                <a:lnTo>
                  <a:pt x="1986" y="5259"/>
                </a:lnTo>
                <a:lnTo>
                  <a:pt x="1960" y="5283"/>
                </a:lnTo>
                <a:lnTo>
                  <a:pt x="1947" y="5287"/>
                </a:lnTo>
                <a:lnTo>
                  <a:pt x="1913" y="5290"/>
                </a:lnTo>
                <a:lnTo>
                  <a:pt x="1894" y="5299"/>
                </a:lnTo>
                <a:lnTo>
                  <a:pt x="1894" y="5309"/>
                </a:lnTo>
                <a:lnTo>
                  <a:pt x="1896" y="5317"/>
                </a:lnTo>
                <a:lnTo>
                  <a:pt x="1898" y="5324"/>
                </a:lnTo>
                <a:lnTo>
                  <a:pt x="1897" y="5334"/>
                </a:lnTo>
                <a:lnTo>
                  <a:pt x="1887" y="5347"/>
                </a:lnTo>
                <a:lnTo>
                  <a:pt x="1873" y="5353"/>
                </a:lnTo>
                <a:lnTo>
                  <a:pt x="1861" y="5359"/>
                </a:lnTo>
                <a:lnTo>
                  <a:pt x="1842" y="5373"/>
                </a:lnTo>
                <a:lnTo>
                  <a:pt x="1840" y="5380"/>
                </a:lnTo>
                <a:lnTo>
                  <a:pt x="1839" y="5386"/>
                </a:lnTo>
                <a:lnTo>
                  <a:pt x="1831" y="5394"/>
                </a:lnTo>
                <a:lnTo>
                  <a:pt x="1825" y="5395"/>
                </a:lnTo>
                <a:lnTo>
                  <a:pt x="1813" y="5399"/>
                </a:lnTo>
                <a:lnTo>
                  <a:pt x="1757" y="5445"/>
                </a:lnTo>
                <a:lnTo>
                  <a:pt x="1723" y="5477"/>
                </a:lnTo>
                <a:lnTo>
                  <a:pt x="1694" y="5505"/>
                </a:lnTo>
                <a:lnTo>
                  <a:pt x="1648" y="5543"/>
                </a:lnTo>
                <a:lnTo>
                  <a:pt x="1602" y="5571"/>
                </a:lnTo>
                <a:lnTo>
                  <a:pt x="1548" y="5594"/>
                </a:lnTo>
                <a:lnTo>
                  <a:pt x="1511" y="5606"/>
                </a:lnTo>
                <a:lnTo>
                  <a:pt x="1494" y="5612"/>
                </a:lnTo>
                <a:lnTo>
                  <a:pt x="1489" y="5620"/>
                </a:lnTo>
                <a:lnTo>
                  <a:pt x="1496" y="5627"/>
                </a:lnTo>
                <a:lnTo>
                  <a:pt x="1503" y="5631"/>
                </a:lnTo>
                <a:lnTo>
                  <a:pt x="1510" y="5636"/>
                </a:lnTo>
                <a:lnTo>
                  <a:pt x="1518" y="5644"/>
                </a:lnTo>
                <a:lnTo>
                  <a:pt x="1513" y="5659"/>
                </a:lnTo>
                <a:lnTo>
                  <a:pt x="1495" y="5672"/>
                </a:lnTo>
                <a:lnTo>
                  <a:pt x="1480" y="5683"/>
                </a:lnTo>
                <a:lnTo>
                  <a:pt x="1453" y="5697"/>
                </a:lnTo>
                <a:lnTo>
                  <a:pt x="1445" y="5699"/>
                </a:lnTo>
                <a:lnTo>
                  <a:pt x="1441" y="5700"/>
                </a:lnTo>
                <a:lnTo>
                  <a:pt x="1438" y="5712"/>
                </a:lnTo>
                <a:lnTo>
                  <a:pt x="1440" y="5722"/>
                </a:lnTo>
                <a:lnTo>
                  <a:pt x="1443" y="5734"/>
                </a:lnTo>
                <a:lnTo>
                  <a:pt x="1438" y="5755"/>
                </a:lnTo>
                <a:lnTo>
                  <a:pt x="1424" y="5769"/>
                </a:lnTo>
                <a:lnTo>
                  <a:pt x="1403" y="5774"/>
                </a:lnTo>
                <a:lnTo>
                  <a:pt x="1391" y="5771"/>
                </a:lnTo>
                <a:lnTo>
                  <a:pt x="1386" y="5770"/>
                </a:lnTo>
                <a:lnTo>
                  <a:pt x="1377" y="5771"/>
                </a:lnTo>
                <a:lnTo>
                  <a:pt x="1369" y="5780"/>
                </a:lnTo>
                <a:lnTo>
                  <a:pt x="1368" y="5793"/>
                </a:lnTo>
                <a:lnTo>
                  <a:pt x="1367" y="5804"/>
                </a:lnTo>
                <a:lnTo>
                  <a:pt x="1363" y="5814"/>
                </a:lnTo>
                <a:lnTo>
                  <a:pt x="1360" y="5814"/>
                </a:lnTo>
                <a:lnTo>
                  <a:pt x="1358" y="5812"/>
                </a:lnTo>
                <a:lnTo>
                  <a:pt x="1350" y="5811"/>
                </a:lnTo>
                <a:lnTo>
                  <a:pt x="1306" y="5826"/>
                </a:lnTo>
                <a:lnTo>
                  <a:pt x="1278" y="5841"/>
                </a:lnTo>
                <a:lnTo>
                  <a:pt x="1249" y="5856"/>
                </a:lnTo>
                <a:lnTo>
                  <a:pt x="1209" y="5869"/>
                </a:lnTo>
                <a:lnTo>
                  <a:pt x="1190" y="5872"/>
                </a:lnTo>
                <a:lnTo>
                  <a:pt x="1184" y="5871"/>
                </a:lnTo>
                <a:lnTo>
                  <a:pt x="1172" y="5868"/>
                </a:lnTo>
                <a:lnTo>
                  <a:pt x="1153" y="5878"/>
                </a:lnTo>
                <a:lnTo>
                  <a:pt x="1140" y="5903"/>
                </a:lnTo>
                <a:lnTo>
                  <a:pt x="1132" y="5940"/>
                </a:lnTo>
                <a:lnTo>
                  <a:pt x="1131" y="5963"/>
                </a:lnTo>
                <a:lnTo>
                  <a:pt x="1130" y="5986"/>
                </a:lnTo>
                <a:lnTo>
                  <a:pt x="1124" y="6010"/>
                </a:lnTo>
                <a:lnTo>
                  <a:pt x="1118" y="6019"/>
                </a:lnTo>
                <a:lnTo>
                  <a:pt x="1115" y="6019"/>
                </a:lnTo>
                <a:lnTo>
                  <a:pt x="1108" y="6017"/>
                </a:lnTo>
                <a:lnTo>
                  <a:pt x="1099" y="5995"/>
                </a:lnTo>
                <a:lnTo>
                  <a:pt x="1097" y="5978"/>
                </a:lnTo>
                <a:lnTo>
                  <a:pt x="1096" y="5960"/>
                </a:lnTo>
                <a:lnTo>
                  <a:pt x="1089" y="5947"/>
                </a:lnTo>
                <a:lnTo>
                  <a:pt x="1081" y="5944"/>
                </a:lnTo>
                <a:lnTo>
                  <a:pt x="1068" y="5948"/>
                </a:lnTo>
                <a:lnTo>
                  <a:pt x="1047" y="5972"/>
                </a:lnTo>
                <a:lnTo>
                  <a:pt x="1037" y="5991"/>
                </a:lnTo>
                <a:lnTo>
                  <a:pt x="1029" y="6010"/>
                </a:lnTo>
                <a:lnTo>
                  <a:pt x="1025" y="6039"/>
                </a:lnTo>
                <a:lnTo>
                  <a:pt x="1033" y="6060"/>
                </a:lnTo>
                <a:lnTo>
                  <a:pt x="1053" y="6069"/>
                </a:lnTo>
                <a:lnTo>
                  <a:pt x="1069" y="6070"/>
                </a:lnTo>
                <a:lnTo>
                  <a:pt x="1083" y="6071"/>
                </a:lnTo>
                <a:lnTo>
                  <a:pt x="1092" y="6076"/>
                </a:lnTo>
                <a:lnTo>
                  <a:pt x="1090" y="6081"/>
                </a:lnTo>
                <a:lnTo>
                  <a:pt x="1087" y="6084"/>
                </a:lnTo>
                <a:lnTo>
                  <a:pt x="1078" y="6091"/>
                </a:lnTo>
                <a:lnTo>
                  <a:pt x="1063" y="6113"/>
                </a:lnTo>
                <a:lnTo>
                  <a:pt x="1055" y="6137"/>
                </a:lnTo>
                <a:lnTo>
                  <a:pt x="1056" y="6147"/>
                </a:lnTo>
                <a:lnTo>
                  <a:pt x="1060" y="6148"/>
                </a:lnTo>
                <a:lnTo>
                  <a:pt x="1064" y="6146"/>
                </a:lnTo>
                <a:lnTo>
                  <a:pt x="1071" y="6144"/>
                </a:lnTo>
                <a:lnTo>
                  <a:pt x="1079" y="6152"/>
                </a:lnTo>
                <a:lnTo>
                  <a:pt x="1080" y="6161"/>
                </a:lnTo>
                <a:lnTo>
                  <a:pt x="1079" y="6179"/>
                </a:lnTo>
                <a:lnTo>
                  <a:pt x="1067" y="6217"/>
                </a:lnTo>
                <a:lnTo>
                  <a:pt x="1047" y="6251"/>
                </a:lnTo>
                <a:lnTo>
                  <a:pt x="1022" y="6275"/>
                </a:lnTo>
                <a:lnTo>
                  <a:pt x="1009" y="6281"/>
                </a:lnTo>
                <a:lnTo>
                  <a:pt x="999" y="6285"/>
                </a:lnTo>
                <a:lnTo>
                  <a:pt x="985" y="6297"/>
                </a:lnTo>
                <a:lnTo>
                  <a:pt x="977" y="6314"/>
                </a:lnTo>
                <a:lnTo>
                  <a:pt x="976" y="6338"/>
                </a:lnTo>
                <a:lnTo>
                  <a:pt x="978" y="6353"/>
                </a:lnTo>
                <a:lnTo>
                  <a:pt x="977" y="6365"/>
                </a:lnTo>
                <a:lnTo>
                  <a:pt x="964" y="6396"/>
                </a:lnTo>
                <a:lnTo>
                  <a:pt x="953" y="6409"/>
                </a:lnTo>
                <a:lnTo>
                  <a:pt x="940" y="6424"/>
                </a:lnTo>
                <a:lnTo>
                  <a:pt x="936" y="6437"/>
                </a:lnTo>
                <a:lnTo>
                  <a:pt x="939" y="6441"/>
                </a:lnTo>
                <a:lnTo>
                  <a:pt x="953" y="6439"/>
                </a:lnTo>
                <a:lnTo>
                  <a:pt x="980" y="6423"/>
                </a:lnTo>
                <a:lnTo>
                  <a:pt x="996" y="6408"/>
                </a:lnTo>
                <a:lnTo>
                  <a:pt x="1011" y="6394"/>
                </a:lnTo>
                <a:lnTo>
                  <a:pt x="1041" y="6376"/>
                </a:lnTo>
                <a:lnTo>
                  <a:pt x="1050" y="6373"/>
                </a:lnTo>
                <a:lnTo>
                  <a:pt x="1059" y="6375"/>
                </a:lnTo>
                <a:lnTo>
                  <a:pt x="1061" y="6382"/>
                </a:lnTo>
                <a:lnTo>
                  <a:pt x="1055" y="6388"/>
                </a:lnTo>
                <a:lnTo>
                  <a:pt x="1035" y="6406"/>
                </a:lnTo>
                <a:lnTo>
                  <a:pt x="1004" y="6439"/>
                </a:lnTo>
                <a:lnTo>
                  <a:pt x="971" y="6480"/>
                </a:lnTo>
                <a:lnTo>
                  <a:pt x="1009" y="6472"/>
                </a:lnTo>
                <a:lnTo>
                  <a:pt x="1024" y="6469"/>
                </a:lnTo>
                <a:lnTo>
                  <a:pt x="1042" y="6472"/>
                </a:lnTo>
                <a:lnTo>
                  <a:pt x="1048" y="6480"/>
                </a:lnTo>
                <a:lnTo>
                  <a:pt x="1039" y="6492"/>
                </a:lnTo>
                <a:lnTo>
                  <a:pt x="1027" y="6497"/>
                </a:lnTo>
                <a:lnTo>
                  <a:pt x="1024" y="6499"/>
                </a:lnTo>
                <a:lnTo>
                  <a:pt x="1025" y="6502"/>
                </a:lnTo>
                <a:lnTo>
                  <a:pt x="1038" y="6506"/>
                </a:lnTo>
                <a:lnTo>
                  <a:pt x="1089" y="6512"/>
                </a:lnTo>
                <a:lnTo>
                  <a:pt x="1120" y="6510"/>
                </a:lnTo>
                <a:lnTo>
                  <a:pt x="1125" y="6510"/>
                </a:lnTo>
                <a:lnTo>
                  <a:pt x="1127" y="6518"/>
                </a:lnTo>
                <a:lnTo>
                  <a:pt x="1123" y="6525"/>
                </a:lnTo>
                <a:lnTo>
                  <a:pt x="1118" y="6532"/>
                </a:lnTo>
                <a:lnTo>
                  <a:pt x="1105" y="6538"/>
                </a:lnTo>
                <a:lnTo>
                  <a:pt x="1100" y="6535"/>
                </a:lnTo>
                <a:lnTo>
                  <a:pt x="1094" y="6533"/>
                </a:lnTo>
                <a:lnTo>
                  <a:pt x="1086" y="6542"/>
                </a:lnTo>
                <a:lnTo>
                  <a:pt x="1085" y="6550"/>
                </a:lnTo>
                <a:lnTo>
                  <a:pt x="1086" y="6559"/>
                </a:lnTo>
                <a:lnTo>
                  <a:pt x="1096" y="6569"/>
                </a:lnTo>
                <a:lnTo>
                  <a:pt x="1105" y="6568"/>
                </a:lnTo>
                <a:lnTo>
                  <a:pt x="1157" y="6553"/>
                </a:lnTo>
                <a:lnTo>
                  <a:pt x="1200" y="6549"/>
                </a:lnTo>
                <a:lnTo>
                  <a:pt x="1209" y="6555"/>
                </a:lnTo>
                <a:lnTo>
                  <a:pt x="1206" y="6561"/>
                </a:lnTo>
                <a:lnTo>
                  <a:pt x="1203" y="6567"/>
                </a:lnTo>
                <a:lnTo>
                  <a:pt x="1202" y="6573"/>
                </a:lnTo>
                <a:lnTo>
                  <a:pt x="1210" y="6575"/>
                </a:lnTo>
                <a:lnTo>
                  <a:pt x="1226" y="6571"/>
                </a:lnTo>
                <a:lnTo>
                  <a:pt x="1232" y="6569"/>
                </a:lnTo>
                <a:lnTo>
                  <a:pt x="1237" y="6570"/>
                </a:lnTo>
                <a:lnTo>
                  <a:pt x="1228" y="6583"/>
                </a:lnTo>
                <a:lnTo>
                  <a:pt x="1207" y="6601"/>
                </a:lnTo>
                <a:lnTo>
                  <a:pt x="1189" y="6619"/>
                </a:lnTo>
                <a:lnTo>
                  <a:pt x="1171" y="6641"/>
                </a:lnTo>
                <a:lnTo>
                  <a:pt x="1168" y="6651"/>
                </a:lnTo>
                <a:lnTo>
                  <a:pt x="1170" y="6654"/>
                </a:lnTo>
                <a:lnTo>
                  <a:pt x="1176" y="6658"/>
                </a:lnTo>
                <a:lnTo>
                  <a:pt x="1195" y="6656"/>
                </a:lnTo>
                <a:lnTo>
                  <a:pt x="1249" y="6631"/>
                </a:lnTo>
                <a:lnTo>
                  <a:pt x="1315" y="6591"/>
                </a:lnTo>
                <a:lnTo>
                  <a:pt x="1338" y="6578"/>
                </a:lnTo>
                <a:lnTo>
                  <a:pt x="1374" y="6565"/>
                </a:lnTo>
                <a:lnTo>
                  <a:pt x="1381" y="6566"/>
                </a:lnTo>
                <a:lnTo>
                  <a:pt x="1385" y="6569"/>
                </a:lnTo>
                <a:lnTo>
                  <a:pt x="1408" y="6565"/>
                </a:lnTo>
                <a:lnTo>
                  <a:pt x="1420" y="6558"/>
                </a:lnTo>
                <a:lnTo>
                  <a:pt x="1429" y="6554"/>
                </a:lnTo>
                <a:lnTo>
                  <a:pt x="1441" y="6551"/>
                </a:lnTo>
                <a:lnTo>
                  <a:pt x="1449" y="6554"/>
                </a:lnTo>
                <a:lnTo>
                  <a:pt x="1453" y="6561"/>
                </a:lnTo>
                <a:lnTo>
                  <a:pt x="1450" y="6578"/>
                </a:lnTo>
                <a:lnTo>
                  <a:pt x="1430" y="6607"/>
                </a:lnTo>
                <a:lnTo>
                  <a:pt x="1414" y="6622"/>
                </a:lnTo>
                <a:lnTo>
                  <a:pt x="1393" y="6639"/>
                </a:lnTo>
                <a:lnTo>
                  <a:pt x="1368" y="6670"/>
                </a:lnTo>
                <a:lnTo>
                  <a:pt x="1361" y="6689"/>
                </a:lnTo>
                <a:lnTo>
                  <a:pt x="1361" y="6700"/>
                </a:lnTo>
                <a:lnTo>
                  <a:pt x="1367" y="6707"/>
                </a:lnTo>
                <a:lnTo>
                  <a:pt x="1377" y="6711"/>
                </a:lnTo>
                <a:lnTo>
                  <a:pt x="1384" y="6712"/>
                </a:lnTo>
                <a:lnTo>
                  <a:pt x="1398" y="6710"/>
                </a:lnTo>
                <a:lnTo>
                  <a:pt x="1421" y="6691"/>
                </a:lnTo>
                <a:lnTo>
                  <a:pt x="1427" y="6677"/>
                </a:lnTo>
                <a:lnTo>
                  <a:pt x="1432" y="6664"/>
                </a:lnTo>
                <a:lnTo>
                  <a:pt x="1445" y="6646"/>
                </a:lnTo>
                <a:lnTo>
                  <a:pt x="1452" y="6644"/>
                </a:lnTo>
                <a:lnTo>
                  <a:pt x="1462" y="6642"/>
                </a:lnTo>
                <a:lnTo>
                  <a:pt x="1503" y="6620"/>
                </a:lnTo>
                <a:lnTo>
                  <a:pt x="1585" y="6560"/>
                </a:lnTo>
                <a:lnTo>
                  <a:pt x="1640" y="6512"/>
                </a:lnTo>
                <a:lnTo>
                  <a:pt x="1662" y="6491"/>
                </a:lnTo>
                <a:lnTo>
                  <a:pt x="1677" y="6468"/>
                </a:lnTo>
                <a:lnTo>
                  <a:pt x="1677" y="6459"/>
                </a:lnTo>
                <a:lnTo>
                  <a:pt x="1673" y="6459"/>
                </a:lnTo>
                <a:lnTo>
                  <a:pt x="1667" y="6459"/>
                </a:lnTo>
                <a:lnTo>
                  <a:pt x="1660" y="6456"/>
                </a:lnTo>
                <a:lnTo>
                  <a:pt x="1661" y="6446"/>
                </a:lnTo>
                <a:lnTo>
                  <a:pt x="1672" y="6433"/>
                </a:lnTo>
                <a:lnTo>
                  <a:pt x="1681" y="6422"/>
                </a:lnTo>
                <a:lnTo>
                  <a:pt x="1706" y="6412"/>
                </a:lnTo>
                <a:lnTo>
                  <a:pt x="1714" y="6414"/>
                </a:lnTo>
                <a:lnTo>
                  <a:pt x="1722" y="6417"/>
                </a:lnTo>
                <a:lnTo>
                  <a:pt x="1741" y="6416"/>
                </a:lnTo>
                <a:lnTo>
                  <a:pt x="1773" y="6405"/>
                </a:lnTo>
                <a:lnTo>
                  <a:pt x="1815" y="6375"/>
                </a:lnTo>
                <a:lnTo>
                  <a:pt x="1849" y="6335"/>
                </a:lnTo>
                <a:lnTo>
                  <a:pt x="1858" y="6313"/>
                </a:lnTo>
                <a:lnTo>
                  <a:pt x="1865" y="6294"/>
                </a:lnTo>
                <a:lnTo>
                  <a:pt x="1878" y="6267"/>
                </a:lnTo>
                <a:lnTo>
                  <a:pt x="1896" y="6255"/>
                </a:lnTo>
                <a:lnTo>
                  <a:pt x="1922" y="6252"/>
                </a:lnTo>
                <a:lnTo>
                  <a:pt x="1939" y="6254"/>
                </a:lnTo>
                <a:lnTo>
                  <a:pt x="1950" y="6254"/>
                </a:lnTo>
                <a:lnTo>
                  <a:pt x="1975" y="6245"/>
                </a:lnTo>
                <a:lnTo>
                  <a:pt x="1986" y="6237"/>
                </a:lnTo>
                <a:lnTo>
                  <a:pt x="1999" y="6227"/>
                </a:lnTo>
                <a:lnTo>
                  <a:pt x="2005" y="6231"/>
                </a:lnTo>
                <a:lnTo>
                  <a:pt x="2000" y="6246"/>
                </a:lnTo>
                <a:lnTo>
                  <a:pt x="1997" y="6253"/>
                </a:lnTo>
                <a:lnTo>
                  <a:pt x="1997" y="6263"/>
                </a:lnTo>
                <a:lnTo>
                  <a:pt x="2009" y="6271"/>
                </a:lnTo>
                <a:lnTo>
                  <a:pt x="2027" y="6272"/>
                </a:lnTo>
                <a:lnTo>
                  <a:pt x="2044" y="6271"/>
                </a:lnTo>
                <a:lnTo>
                  <a:pt x="2055" y="6263"/>
                </a:lnTo>
                <a:lnTo>
                  <a:pt x="2055" y="6254"/>
                </a:lnTo>
                <a:lnTo>
                  <a:pt x="2053" y="6247"/>
                </a:lnTo>
                <a:lnTo>
                  <a:pt x="2050" y="6237"/>
                </a:lnTo>
                <a:lnTo>
                  <a:pt x="2051" y="6226"/>
                </a:lnTo>
                <a:lnTo>
                  <a:pt x="2061" y="6223"/>
                </a:lnTo>
                <a:lnTo>
                  <a:pt x="2080" y="6230"/>
                </a:lnTo>
                <a:lnTo>
                  <a:pt x="2093" y="6237"/>
                </a:lnTo>
                <a:lnTo>
                  <a:pt x="2100" y="6242"/>
                </a:lnTo>
                <a:lnTo>
                  <a:pt x="2107" y="6251"/>
                </a:lnTo>
                <a:lnTo>
                  <a:pt x="2106" y="6265"/>
                </a:lnTo>
                <a:lnTo>
                  <a:pt x="2096" y="6279"/>
                </a:lnTo>
                <a:lnTo>
                  <a:pt x="2086" y="6294"/>
                </a:lnTo>
                <a:lnTo>
                  <a:pt x="2081" y="6320"/>
                </a:lnTo>
                <a:lnTo>
                  <a:pt x="2093" y="6340"/>
                </a:lnTo>
                <a:lnTo>
                  <a:pt x="2121" y="6352"/>
                </a:lnTo>
                <a:lnTo>
                  <a:pt x="2141" y="6353"/>
                </a:lnTo>
                <a:lnTo>
                  <a:pt x="2156" y="6353"/>
                </a:lnTo>
                <a:lnTo>
                  <a:pt x="2187" y="6343"/>
                </a:lnTo>
                <a:lnTo>
                  <a:pt x="2226" y="6322"/>
                </a:lnTo>
                <a:lnTo>
                  <a:pt x="2274" y="6286"/>
                </a:lnTo>
                <a:lnTo>
                  <a:pt x="2304" y="6262"/>
                </a:lnTo>
                <a:lnTo>
                  <a:pt x="2350" y="6226"/>
                </a:lnTo>
                <a:lnTo>
                  <a:pt x="2411" y="6186"/>
                </a:lnTo>
                <a:lnTo>
                  <a:pt x="2440" y="6173"/>
                </a:lnTo>
                <a:lnTo>
                  <a:pt x="2449" y="6171"/>
                </a:lnTo>
                <a:lnTo>
                  <a:pt x="2463" y="6170"/>
                </a:lnTo>
                <a:lnTo>
                  <a:pt x="2481" y="6161"/>
                </a:lnTo>
                <a:lnTo>
                  <a:pt x="2483" y="6155"/>
                </a:lnTo>
                <a:lnTo>
                  <a:pt x="2484" y="6148"/>
                </a:lnTo>
                <a:lnTo>
                  <a:pt x="2496" y="6139"/>
                </a:lnTo>
                <a:lnTo>
                  <a:pt x="2506" y="6138"/>
                </a:lnTo>
                <a:lnTo>
                  <a:pt x="2516" y="6137"/>
                </a:lnTo>
                <a:lnTo>
                  <a:pt x="2535" y="6121"/>
                </a:lnTo>
                <a:lnTo>
                  <a:pt x="2540" y="6110"/>
                </a:lnTo>
                <a:lnTo>
                  <a:pt x="2546" y="6101"/>
                </a:lnTo>
                <a:lnTo>
                  <a:pt x="2567" y="6089"/>
                </a:lnTo>
                <a:lnTo>
                  <a:pt x="2579" y="6090"/>
                </a:lnTo>
                <a:lnTo>
                  <a:pt x="2592" y="6091"/>
                </a:lnTo>
                <a:lnTo>
                  <a:pt x="2620" y="6087"/>
                </a:lnTo>
                <a:lnTo>
                  <a:pt x="2630" y="6082"/>
                </a:lnTo>
                <a:lnTo>
                  <a:pt x="2638" y="6079"/>
                </a:lnTo>
                <a:lnTo>
                  <a:pt x="2662" y="6086"/>
                </a:lnTo>
                <a:lnTo>
                  <a:pt x="2674" y="6095"/>
                </a:lnTo>
                <a:lnTo>
                  <a:pt x="2687" y="6108"/>
                </a:lnTo>
                <a:lnTo>
                  <a:pt x="2710" y="6119"/>
                </a:lnTo>
                <a:lnTo>
                  <a:pt x="2731" y="6114"/>
                </a:lnTo>
                <a:lnTo>
                  <a:pt x="2756" y="6090"/>
                </a:lnTo>
                <a:lnTo>
                  <a:pt x="2770" y="6070"/>
                </a:lnTo>
                <a:lnTo>
                  <a:pt x="2784" y="6049"/>
                </a:lnTo>
                <a:lnTo>
                  <a:pt x="2792" y="6027"/>
                </a:lnTo>
                <a:lnTo>
                  <a:pt x="2792" y="6020"/>
                </a:lnTo>
                <a:lnTo>
                  <a:pt x="2788" y="6019"/>
                </a:lnTo>
                <a:lnTo>
                  <a:pt x="2781" y="6018"/>
                </a:lnTo>
                <a:lnTo>
                  <a:pt x="2771" y="6009"/>
                </a:lnTo>
                <a:lnTo>
                  <a:pt x="2770" y="6003"/>
                </a:lnTo>
                <a:lnTo>
                  <a:pt x="2770" y="5999"/>
                </a:lnTo>
                <a:lnTo>
                  <a:pt x="2775" y="5994"/>
                </a:lnTo>
                <a:lnTo>
                  <a:pt x="2789" y="5996"/>
                </a:lnTo>
                <a:lnTo>
                  <a:pt x="2805" y="6004"/>
                </a:lnTo>
                <a:lnTo>
                  <a:pt x="2817" y="6010"/>
                </a:lnTo>
                <a:lnTo>
                  <a:pt x="2831" y="6014"/>
                </a:lnTo>
                <a:lnTo>
                  <a:pt x="2836" y="6008"/>
                </a:lnTo>
                <a:lnTo>
                  <a:pt x="2833" y="5989"/>
                </a:lnTo>
                <a:lnTo>
                  <a:pt x="2829" y="5973"/>
                </a:lnTo>
                <a:lnTo>
                  <a:pt x="2826" y="5950"/>
                </a:lnTo>
                <a:lnTo>
                  <a:pt x="2831" y="5919"/>
                </a:lnTo>
                <a:lnTo>
                  <a:pt x="2841" y="5908"/>
                </a:lnTo>
                <a:lnTo>
                  <a:pt x="2850" y="5907"/>
                </a:lnTo>
                <a:lnTo>
                  <a:pt x="2866" y="5914"/>
                </a:lnTo>
                <a:lnTo>
                  <a:pt x="2878" y="5928"/>
                </a:lnTo>
                <a:lnTo>
                  <a:pt x="2888" y="5941"/>
                </a:lnTo>
                <a:lnTo>
                  <a:pt x="2902" y="5947"/>
                </a:lnTo>
                <a:lnTo>
                  <a:pt x="2909" y="5943"/>
                </a:lnTo>
                <a:lnTo>
                  <a:pt x="2912" y="5938"/>
                </a:lnTo>
                <a:lnTo>
                  <a:pt x="2916" y="5929"/>
                </a:lnTo>
                <a:lnTo>
                  <a:pt x="2916" y="5908"/>
                </a:lnTo>
                <a:lnTo>
                  <a:pt x="2912" y="5900"/>
                </a:lnTo>
                <a:lnTo>
                  <a:pt x="2910" y="5896"/>
                </a:lnTo>
                <a:lnTo>
                  <a:pt x="2912" y="5890"/>
                </a:lnTo>
                <a:lnTo>
                  <a:pt x="2928" y="5885"/>
                </a:lnTo>
                <a:lnTo>
                  <a:pt x="2949" y="5887"/>
                </a:lnTo>
                <a:lnTo>
                  <a:pt x="2962" y="5888"/>
                </a:lnTo>
                <a:lnTo>
                  <a:pt x="2985" y="5885"/>
                </a:lnTo>
                <a:lnTo>
                  <a:pt x="3003" y="5875"/>
                </a:lnTo>
                <a:lnTo>
                  <a:pt x="3021" y="5854"/>
                </a:lnTo>
                <a:lnTo>
                  <a:pt x="3031" y="5839"/>
                </a:lnTo>
                <a:lnTo>
                  <a:pt x="3048" y="5817"/>
                </a:lnTo>
                <a:lnTo>
                  <a:pt x="3089" y="5775"/>
                </a:lnTo>
                <a:lnTo>
                  <a:pt x="3107" y="5763"/>
                </a:lnTo>
                <a:lnTo>
                  <a:pt x="3129" y="5750"/>
                </a:lnTo>
                <a:lnTo>
                  <a:pt x="3193" y="5697"/>
                </a:lnTo>
                <a:lnTo>
                  <a:pt x="3224" y="5665"/>
                </a:lnTo>
                <a:lnTo>
                  <a:pt x="3265" y="5623"/>
                </a:lnTo>
                <a:lnTo>
                  <a:pt x="3295" y="5605"/>
                </a:lnTo>
                <a:lnTo>
                  <a:pt x="3304" y="5612"/>
                </a:lnTo>
                <a:lnTo>
                  <a:pt x="3307" y="5621"/>
                </a:lnTo>
                <a:lnTo>
                  <a:pt x="3311" y="5636"/>
                </a:lnTo>
                <a:lnTo>
                  <a:pt x="3324" y="5661"/>
                </a:lnTo>
                <a:lnTo>
                  <a:pt x="3343" y="5680"/>
                </a:lnTo>
                <a:lnTo>
                  <a:pt x="3366" y="5689"/>
                </a:lnTo>
                <a:lnTo>
                  <a:pt x="3378" y="5690"/>
                </a:lnTo>
                <a:lnTo>
                  <a:pt x="3388" y="5692"/>
                </a:lnTo>
                <a:lnTo>
                  <a:pt x="3399" y="5707"/>
                </a:lnTo>
                <a:lnTo>
                  <a:pt x="3398" y="5719"/>
                </a:lnTo>
                <a:lnTo>
                  <a:pt x="3397" y="5733"/>
                </a:lnTo>
                <a:lnTo>
                  <a:pt x="3404" y="5745"/>
                </a:lnTo>
                <a:lnTo>
                  <a:pt x="3414" y="5749"/>
                </a:lnTo>
                <a:lnTo>
                  <a:pt x="3421" y="5750"/>
                </a:lnTo>
                <a:lnTo>
                  <a:pt x="3432" y="5750"/>
                </a:lnTo>
                <a:lnTo>
                  <a:pt x="3443" y="5756"/>
                </a:lnTo>
                <a:lnTo>
                  <a:pt x="3443" y="5769"/>
                </a:lnTo>
                <a:lnTo>
                  <a:pt x="3429" y="5789"/>
                </a:lnTo>
                <a:lnTo>
                  <a:pt x="3416" y="5803"/>
                </a:lnTo>
                <a:lnTo>
                  <a:pt x="3401" y="5822"/>
                </a:lnTo>
                <a:lnTo>
                  <a:pt x="3400" y="5832"/>
                </a:lnTo>
                <a:lnTo>
                  <a:pt x="3413" y="5834"/>
                </a:lnTo>
                <a:lnTo>
                  <a:pt x="3426" y="5834"/>
                </a:lnTo>
                <a:lnTo>
                  <a:pt x="3439" y="5835"/>
                </a:lnTo>
                <a:lnTo>
                  <a:pt x="3461" y="5844"/>
                </a:lnTo>
                <a:lnTo>
                  <a:pt x="3466" y="5851"/>
                </a:lnTo>
                <a:lnTo>
                  <a:pt x="3468" y="5854"/>
                </a:lnTo>
                <a:lnTo>
                  <a:pt x="3483" y="5862"/>
                </a:lnTo>
                <a:lnTo>
                  <a:pt x="3524" y="5873"/>
                </a:lnTo>
                <a:lnTo>
                  <a:pt x="3558" y="5879"/>
                </a:lnTo>
                <a:lnTo>
                  <a:pt x="3586" y="5882"/>
                </a:lnTo>
                <a:lnTo>
                  <a:pt x="3621" y="5888"/>
                </a:lnTo>
                <a:lnTo>
                  <a:pt x="3635" y="5897"/>
                </a:lnTo>
                <a:lnTo>
                  <a:pt x="3634" y="5911"/>
                </a:lnTo>
                <a:lnTo>
                  <a:pt x="3629" y="5922"/>
                </a:lnTo>
                <a:lnTo>
                  <a:pt x="3622" y="5937"/>
                </a:lnTo>
                <a:lnTo>
                  <a:pt x="3620" y="5959"/>
                </a:lnTo>
                <a:lnTo>
                  <a:pt x="3633" y="5977"/>
                </a:lnTo>
                <a:lnTo>
                  <a:pt x="3666" y="5988"/>
                </a:lnTo>
                <a:lnTo>
                  <a:pt x="3690" y="5993"/>
                </a:lnTo>
                <a:lnTo>
                  <a:pt x="3712" y="5998"/>
                </a:lnTo>
                <a:lnTo>
                  <a:pt x="3742" y="6011"/>
                </a:lnTo>
                <a:lnTo>
                  <a:pt x="3750" y="6022"/>
                </a:lnTo>
                <a:lnTo>
                  <a:pt x="3749" y="6028"/>
                </a:lnTo>
                <a:lnTo>
                  <a:pt x="3736" y="6035"/>
                </a:lnTo>
                <a:lnTo>
                  <a:pt x="3718" y="6036"/>
                </a:lnTo>
                <a:lnTo>
                  <a:pt x="3704" y="6037"/>
                </a:lnTo>
                <a:lnTo>
                  <a:pt x="3678" y="6049"/>
                </a:lnTo>
                <a:lnTo>
                  <a:pt x="3669" y="6059"/>
                </a:lnTo>
                <a:lnTo>
                  <a:pt x="3664" y="6065"/>
                </a:lnTo>
                <a:lnTo>
                  <a:pt x="3663" y="6073"/>
                </a:lnTo>
                <a:lnTo>
                  <a:pt x="3682" y="6078"/>
                </a:lnTo>
                <a:lnTo>
                  <a:pt x="3715" y="6077"/>
                </a:lnTo>
                <a:lnTo>
                  <a:pt x="3740" y="6077"/>
                </a:lnTo>
                <a:lnTo>
                  <a:pt x="3772" y="6082"/>
                </a:lnTo>
                <a:lnTo>
                  <a:pt x="3783" y="6090"/>
                </a:lnTo>
                <a:lnTo>
                  <a:pt x="3783" y="6096"/>
                </a:lnTo>
                <a:lnTo>
                  <a:pt x="3774" y="6107"/>
                </a:lnTo>
                <a:lnTo>
                  <a:pt x="3758" y="6114"/>
                </a:lnTo>
                <a:lnTo>
                  <a:pt x="3748" y="6119"/>
                </a:lnTo>
                <a:lnTo>
                  <a:pt x="3734" y="6133"/>
                </a:lnTo>
                <a:lnTo>
                  <a:pt x="3733" y="6140"/>
                </a:lnTo>
                <a:lnTo>
                  <a:pt x="3734" y="6146"/>
                </a:lnTo>
                <a:lnTo>
                  <a:pt x="3748" y="6154"/>
                </a:lnTo>
                <a:lnTo>
                  <a:pt x="3758" y="6155"/>
                </a:lnTo>
                <a:lnTo>
                  <a:pt x="3768" y="6156"/>
                </a:lnTo>
                <a:lnTo>
                  <a:pt x="3782" y="6166"/>
                </a:lnTo>
                <a:lnTo>
                  <a:pt x="3783" y="6175"/>
                </a:lnTo>
                <a:lnTo>
                  <a:pt x="3784" y="6184"/>
                </a:lnTo>
                <a:lnTo>
                  <a:pt x="3794" y="6184"/>
                </a:lnTo>
                <a:lnTo>
                  <a:pt x="3804" y="6175"/>
                </a:lnTo>
                <a:lnTo>
                  <a:pt x="3814" y="6163"/>
                </a:lnTo>
                <a:lnTo>
                  <a:pt x="3816" y="6151"/>
                </a:lnTo>
                <a:lnTo>
                  <a:pt x="3809" y="6143"/>
                </a:lnTo>
                <a:lnTo>
                  <a:pt x="3802" y="6140"/>
                </a:lnTo>
                <a:lnTo>
                  <a:pt x="3793" y="6131"/>
                </a:lnTo>
                <a:lnTo>
                  <a:pt x="3790" y="6119"/>
                </a:lnTo>
                <a:lnTo>
                  <a:pt x="3799" y="6114"/>
                </a:lnTo>
                <a:lnTo>
                  <a:pt x="3806" y="6110"/>
                </a:lnTo>
                <a:lnTo>
                  <a:pt x="3816" y="6113"/>
                </a:lnTo>
                <a:lnTo>
                  <a:pt x="3817" y="6119"/>
                </a:lnTo>
                <a:lnTo>
                  <a:pt x="3818" y="6125"/>
                </a:lnTo>
                <a:lnTo>
                  <a:pt x="3822" y="6134"/>
                </a:lnTo>
                <a:lnTo>
                  <a:pt x="3834" y="6139"/>
                </a:lnTo>
                <a:lnTo>
                  <a:pt x="3856" y="6133"/>
                </a:lnTo>
                <a:lnTo>
                  <a:pt x="3875" y="6116"/>
                </a:lnTo>
                <a:lnTo>
                  <a:pt x="3880" y="6104"/>
                </a:lnTo>
                <a:lnTo>
                  <a:pt x="3882" y="6097"/>
                </a:lnTo>
                <a:lnTo>
                  <a:pt x="3890" y="6086"/>
                </a:lnTo>
                <a:lnTo>
                  <a:pt x="3908" y="6074"/>
                </a:lnTo>
                <a:lnTo>
                  <a:pt x="3938" y="6070"/>
                </a:lnTo>
                <a:lnTo>
                  <a:pt x="3970" y="6080"/>
                </a:lnTo>
                <a:lnTo>
                  <a:pt x="3983" y="6090"/>
                </a:lnTo>
                <a:lnTo>
                  <a:pt x="3988" y="6095"/>
                </a:lnTo>
                <a:lnTo>
                  <a:pt x="3999" y="6100"/>
                </a:lnTo>
                <a:lnTo>
                  <a:pt x="4022" y="6100"/>
                </a:lnTo>
                <a:lnTo>
                  <a:pt x="4042" y="6092"/>
                </a:lnTo>
                <a:lnTo>
                  <a:pt x="4061" y="6084"/>
                </a:lnTo>
                <a:lnTo>
                  <a:pt x="4087" y="6082"/>
                </a:lnTo>
                <a:lnTo>
                  <a:pt x="4104" y="6086"/>
                </a:lnTo>
                <a:lnTo>
                  <a:pt x="4111" y="6090"/>
                </a:lnTo>
                <a:lnTo>
                  <a:pt x="4124" y="6096"/>
                </a:lnTo>
                <a:lnTo>
                  <a:pt x="4153" y="6100"/>
                </a:lnTo>
                <a:lnTo>
                  <a:pt x="4166" y="6097"/>
                </a:lnTo>
                <a:lnTo>
                  <a:pt x="4178" y="6093"/>
                </a:lnTo>
                <a:lnTo>
                  <a:pt x="4189" y="6097"/>
                </a:lnTo>
                <a:lnTo>
                  <a:pt x="4185" y="6112"/>
                </a:lnTo>
                <a:lnTo>
                  <a:pt x="4167" y="6131"/>
                </a:lnTo>
                <a:lnTo>
                  <a:pt x="4151" y="6143"/>
                </a:lnTo>
                <a:lnTo>
                  <a:pt x="4140" y="6151"/>
                </a:lnTo>
                <a:lnTo>
                  <a:pt x="4128" y="6168"/>
                </a:lnTo>
                <a:lnTo>
                  <a:pt x="4129" y="6183"/>
                </a:lnTo>
                <a:lnTo>
                  <a:pt x="4140" y="6195"/>
                </a:lnTo>
                <a:lnTo>
                  <a:pt x="4159" y="6205"/>
                </a:lnTo>
                <a:lnTo>
                  <a:pt x="4186" y="6209"/>
                </a:lnTo>
                <a:lnTo>
                  <a:pt x="4216" y="6209"/>
                </a:lnTo>
                <a:lnTo>
                  <a:pt x="4249" y="6203"/>
                </a:lnTo>
                <a:lnTo>
                  <a:pt x="4265" y="6196"/>
                </a:lnTo>
                <a:lnTo>
                  <a:pt x="4298" y="6183"/>
                </a:lnTo>
                <a:lnTo>
                  <a:pt x="4265" y="6222"/>
                </a:lnTo>
                <a:lnTo>
                  <a:pt x="4231" y="6261"/>
                </a:lnTo>
                <a:lnTo>
                  <a:pt x="4270" y="6249"/>
                </a:lnTo>
                <a:lnTo>
                  <a:pt x="4285" y="6244"/>
                </a:lnTo>
                <a:lnTo>
                  <a:pt x="4301" y="6246"/>
                </a:lnTo>
                <a:lnTo>
                  <a:pt x="4306" y="6250"/>
                </a:lnTo>
                <a:lnTo>
                  <a:pt x="4307" y="6254"/>
                </a:lnTo>
                <a:lnTo>
                  <a:pt x="4306" y="6261"/>
                </a:lnTo>
                <a:lnTo>
                  <a:pt x="4297" y="6271"/>
                </a:lnTo>
                <a:lnTo>
                  <a:pt x="4290" y="6272"/>
                </a:lnTo>
                <a:lnTo>
                  <a:pt x="4284" y="6273"/>
                </a:lnTo>
                <a:lnTo>
                  <a:pt x="4274" y="6283"/>
                </a:lnTo>
                <a:lnTo>
                  <a:pt x="4273" y="6291"/>
                </a:lnTo>
                <a:lnTo>
                  <a:pt x="4274" y="6296"/>
                </a:lnTo>
                <a:lnTo>
                  <a:pt x="4281" y="6301"/>
                </a:lnTo>
                <a:lnTo>
                  <a:pt x="4301" y="6302"/>
                </a:lnTo>
                <a:lnTo>
                  <a:pt x="4324" y="6298"/>
                </a:lnTo>
                <a:lnTo>
                  <a:pt x="4350" y="6292"/>
                </a:lnTo>
                <a:lnTo>
                  <a:pt x="4366" y="6297"/>
                </a:lnTo>
                <a:lnTo>
                  <a:pt x="4367" y="6306"/>
                </a:lnTo>
                <a:lnTo>
                  <a:pt x="4364" y="6313"/>
                </a:lnTo>
                <a:lnTo>
                  <a:pt x="4359" y="6323"/>
                </a:lnTo>
                <a:lnTo>
                  <a:pt x="4334" y="6340"/>
                </a:lnTo>
                <a:lnTo>
                  <a:pt x="4319" y="6343"/>
                </a:lnTo>
                <a:lnTo>
                  <a:pt x="4305" y="6347"/>
                </a:lnTo>
                <a:lnTo>
                  <a:pt x="4282" y="6362"/>
                </a:lnTo>
                <a:lnTo>
                  <a:pt x="4277" y="6372"/>
                </a:lnTo>
                <a:lnTo>
                  <a:pt x="4275" y="6378"/>
                </a:lnTo>
                <a:lnTo>
                  <a:pt x="4277" y="6385"/>
                </a:lnTo>
                <a:lnTo>
                  <a:pt x="4289" y="6387"/>
                </a:lnTo>
                <a:lnTo>
                  <a:pt x="4307" y="6383"/>
                </a:lnTo>
                <a:lnTo>
                  <a:pt x="4317" y="6380"/>
                </a:lnTo>
                <a:lnTo>
                  <a:pt x="4334" y="6380"/>
                </a:lnTo>
                <a:lnTo>
                  <a:pt x="4351" y="6385"/>
                </a:lnTo>
                <a:lnTo>
                  <a:pt x="4367" y="6397"/>
                </a:lnTo>
                <a:lnTo>
                  <a:pt x="4376" y="6406"/>
                </a:lnTo>
                <a:lnTo>
                  <a:pt x="4391" y="6421"/>
                </a:lnTo>
                <a:lnTo>
                  <a:pt x="4413" y="6437"/>
                </a:lnTo>
                <a:lnTo>
                  <a:pt x="4432" y="6438"/>
                </a:lnTo>
                <a:lnTo>
                  <a:pt x="4452" y="6423"/>
                </a:lnTo>
                <a:lnTo>
                  <a:pt x="4466" y="6409"/>
                </a:lnTo>
                <a:lnTo>
                  <a:pt x="4480" y="6397"/>
                </a:lnTo>
                <a:lnTo>
                  <a:pt x="4523" y="6373"/>
                </a:lnTo>
                <a:lnTo>
                  <a:pt x="4546" y="6367"/>
                </a:lnTo>
                <a:lnTo>
                  <a:pt x="4560" y="6364"/>
                </a:lnTo>
                <a:lnTo>
                  <a:pt x="4579" y="6356"/>
                </a:lnTo>
                <a:lnTo>
                  <a:pt x="4590" y="6343"/>
                </a:lnTo>
                <a:lnTo>
                  <a:pt x="4594" y="6322"/>
                </a:lnTo>
                <a:lnTo>
                  <a:pt x="4594" y="6307"/>
                </a:lnTo>
                <a:lnTo>
                  <a:pt x="4593" y="6286"/>
                </a:lnTo>
                <a:lnTo>
                  <a:pt x="4587" y="6264"/>
                </a:lnTo>
                <a:lnTo>
                  <a:pt x="4581" y="6256"/>
                </a:lnTo>
                <a:lnTo>
                  <a:pt x="4577" y="6256"/>
                </a:lnTo>
                <a:lnTo>
                  <a:pt x="4572" y="6254"/>
                </a:lnTo>
                <a:lnTo>
                  <a:pt x="4568" y="6240"/>
                </a:lnTo>
                <a:lnTo>
                  <a:pt x="4571" y="6231"/>
                </a:lnTo>
                <a:lnTo>
                  <a:pt x="4574" y="6221"/>
                </a:lnTo>
                <a:lnTo>
                  <a:pt x="4569" y="6206"/>
                </a:lnTo>
                <a:lnTo>
                  <a:pt x="4562" y="6205"/>
                </a:lnTo>
                <a:lnTo>
                  <a:pt x="4555" y="6206"/>
                </a:lnTo>
                <a:lnTo>
                  <a:pt x="4545" y="6219"/>
                </a:lnTo>
                <a:lnTo>
                  <a:pt x="4544" y="6229"/>
                </a:lnTo>
                <a:lnTo>
                  <a:pt x="4543" y="6237"/>
                </a:lnTo>
                <a:lnTo>
                  <a:pt x="4534" y="6251"/>
                </a:lnTo>
                <a:lnTo>
                  <a:pt x="4510" y="6266"/>
                </a:lnTo>
                <a:lnTo>
                  <a:pt x="4467" y="6273"/>
                </a:lnTo>
                <a:lnTo>
                  <a:pt x="4434" y="6266"/>
                </a:lnTo>
                <a:lnTo>
                  <a:pt x="4417" y="6256"/>
                </a:lnTo>
                <a:lnTo>
                  <a:pt x="4410" y="6249"/>
                </a:lnTo>
                <a:lnTo>
                  <a:pt x="4406" y="6243"/>
                </a:lnTo>
                <a:lnTo>
                  <a:pt x="4401" y="6228"/>
                </a:lnTo>
                <a:lnTo>
                  <a:pt x="4403" y="6203"/>
                </a:lnTo>
                <a:lnTo>
                  <a:pt x="4420" y="6176"/>
                </a:lnTo>
                <a:lnTo>
                  <a:pt x="4440" y="6164"/>
                </a:lnTo>
                <a:lnTo>
                  <a:pt x="4454" y="6163"/>
                </a:lnTo>
                <a:lnTo>
                  <a:pt x="4462" y="6165"/>
                </a:lnTo>
                <a:lnTo>
                  <a:pt x="4475" y="6167"/>
                </a:lnTo>
                <a:lnTo>
                  <a:pt x="4488" y="6165"/>
                </a:lnTo>
                <a:lnTo>
                  <a:pt x="4493" y="6160"/>
                </a:lnTo>
                <a:lnTo>
                  <a:pt x="4493" y="6156"/>
                </a:lnTo>
                <a:lnTo>
                  <a:pt x="4494" y="6152"/>
                </a:lnTo>
                <a:lnTo>
                  <a:pt x="4501" y="6145"/>
                </a:lnTo>
                <a:lnTo>
                  <a:pt x="4522" y="6139"/>
                </a:lnTo>
                <a:lnTo>
                  <a:pt x="4564" y="6141"/>
                </a:lnTo>
                <a:lnTo>
                  <a:pt x="4608" y="6153"/>
                </a:lnTo>
                <a:lnTo>
                  <a:pt x="4628" y="6163"/>
                </a:lnTo>
                <a:lnTo>
                  <a:pt x="4644" y="6173"/>
                </a:lnTo>
                <a:lnTo>
                  <a:pt x="4654" y="6183"/>
                </a:lnTo>
                <a:lnTo>
                  <a:pt x="4653" y="6187"/>
                </a:lnTo>
                <a:lnTo>
                  <a:pt x="4650" y="6188"/>
                </a:lnTo>
                <a:lnTo>
                  <a:pt x="4645" y="6189"/>
                </a:lnTo>
                <a:lnTo>
                  <a:pt x="4636" y="6195"/>
                </a:lnTo>
                <a:lnTo>
                  <a:pt x="4630" y="6214"/>
                </a:lnTo>
                <a:lnTo>
                  <a:pt x="4631" y="6247"/>
                </a:lnTo>
                <a:lnTo>
                  <a:pt x="4644" y="6279"/>
                </a:lnTo>
                <a:lnTo>
                  <a:pt x="4655" y="6291"/>
                </a:lnTo>
                <a:lnTo>
                  <a:pt x="4669" y="6302"/>
                </a:lnTo>
                <a:lnTo>
                  <a:pt x="4683" y="6303"/>
                </a:lnTo>
                <a:lnTo>
                  <a:pt x="4693" y="6295"/>
                </a:lnTo>
                <a:lnTo>
                  <a:pt x="4698" y="6287"/>
                </a:lnTo>
                <a:lnTo>
                  <a:pt x="4709" y="6266"/>
                </a:lnTo>
                <a:lnTo>
                  <a:pt x="4713" y="6254"/>
                </a:lnTo>
                <a:lnTo>
                  <a:pt x="4714" y="6246"/>
                </a:lnTo>
                <a:lnTo>
                  <a:pt x="4731" y="6235"/>
                </a:lnTo>
                <a:lnTo>
                  <a:pt x="4756" y="6230"/>
                </a:lnTo>
                <a:lnTo>
                  <a:pt x="4785" y="6234"/>
                </a:lnTo>
                <a:lnTo>
                  <a:pt x="4797" y="6239"/>
                </a:lnTo>
                <a:lnTo>
                  <a:pt x="4811" y="6245"/>
                </a:lnTo>
                <a:lnTo>
                  <a:pt x="4832" y="6246"/>
                </a:lnTo>
                <a:lnTo>
                  <a:pt x="4837" y="6241"/>
                </a:lnTo>
                <a:lnTo>
                  <a:pt x="4844" y="6234"/>
                </a:lnTo>
                <a:lnTo>
                  <a:pt x="4869" y="6222"/>
                </a:lnTo>
                <a:lnTo>
                  <a:pt x="4885" y="6217"/>
                </a:lnTo>
                <a:lnTo>
                  <a:pt x="4923" y="6208"/>
                </a:lnTo>
                <a:lnTo>
                  <a:pt x="4957" y="6196"/>
                </a:lnTo>
                <a:lnTo>
                  <a:pt x="4974" y="6191"/>
                </a:lnTo>
                <a:lnTo>
                  <a:pt x="4978" y="6194"/>
                </a:lnTo>
                <a:lnTo>
                  <a:pt x="4966" y="6203"/>
                </a:lnTo>
                <a:lnTo>
                  <a:pt x="4954" y="6212"/>
                </a:lnTo>
                <a:lnTo>
                  <a:pt x="4948" y="6224"/>
                </a:lnTo>
                <a:lnTo>
                  <a:pt x="4951" y="6229"/>
                </a:lnTo>
                <a:lnTo>
                  <a:pt x="4962" y="6232"/>
                </a:lnTo>
                <a:lnTo>
                  <a:pt x="4994" y="6228"/>
                </a:lnTo>
                <a:lnTo>
                  <a:pt x="5015" y="6222"/>
                </a:lnTo>
                <a:lnTo>
                  <a:pt x="5036" y="6218"/>
                </a:lnTo>
                <a:lnTo>
                  <a:pt x="5073" y="6220"/>
                </a:lnTo>
                <a:lnTo>
                  <a:pt x="5101" y="6233"/>
                </a:lnTo>
                <a:lnTo>
                  <a:pt x="5116" y="6256"/>
                </a:lnTo>
                <a:lnTo>
                  <a:pt x="5118" y="6271"/>
                </a:lnTo>
                <a:lnTo>
                  <a:pt x="5119" y="6278"/>
                </a:lnTo>
                <a:lnTo>
                  <a:pt x="5129" y="6288"/>
                </a:lnTo>
                <a:lnTo>
                  <a:pt x="5136" y="6289"/>
                </a:lnTo>
                <a:lnTo>
                  <a:pt x="5143" y="6290"/>
                </a:lnTo>
                <a:lnTo>
                  <a:pt x="5146" y="6300"/>
                </a:lnTo>
                <a:lnTo>
                  <a:pt x="5144" y="6307"/>
                </a:lnTo>
                <a:lnTo>
                  <a:pt x="5141" y="6313"/>
                </a:lnTo>
                <a:lnTo>
                  <a:pt x="5143" y="6322"/>
                </a:lnTo>
                <a:lnTo>
                  <a:pt x="5149" y="6323"/>
                </a:lnTo>
                <a:lnTo>
                  <a:pt x="5155" y="6322"/>
                </a:lnTo>
                <a:lnTo>
                  <a:pt x="5168" y="6305"/>
                </a:lnTo>
                <a:lnTo>
                  <a:pt x="5172" y="6292"/>
                </a:lnTo>
                <a:lnTo>
                  <a:pt x="5175" y="6285"/>
                </a:lnTo>
                <a:lnTo>
                  <a:pt x="5194" y="6271"/>
                </a:lnTo>
                <a:lnTo>
                  <a:pt x="5252" y="6249"/>
                </a:lnTo>
                <a:lnTo>
                  <a:pt x="5322" y="6232"/>
                </a:lnTo>
                <a:lnTo>
                  <a:pt x="5381" y="6219"/>
                </a:lnTo>
                <a:lnTo>
                  <a:pt x="5474" y="6188"/>
                </a:lnTo>
                <a:lnTo>
                  <a:pt x="5493" y="6176"/>
                </a:lnTo>
                <a:lnTo>
                  <a:pt x="5506" y="6166"/>
                </a:lnTo>
                <a:lnTo>
                  <a:pt x="5541" y="6157"/>
                </a:lnTo>
                <a:lnTo>
                  <a:pt x="5555" y="6160"/>
                </a:lnTo>
                <a:lnTo>
                  <a:pt x="5562" y="6161"/>
                </a:lnTo>
                <a:lnTo>
                  <a:pt x="5575" y="6160"/>
                </a:lnTo>
                <a:lnTo>
                  <a:pt x="5591" y="6150"/>
                </a:lnTo>
                <a:lnTo>
                  <a:pt x="5600" y="6126"/>
                </a:lnTo>
                <a:lnTo>
                  <a:pt x="5594" y="6098"/>
                </a:lnTo>
                <a:lnTo>
                  <a:pt x="5584" y="6085"/>
                </a:lnTo>
                <a:lnTo>
                  <a:pt x="5574" y="6074"/>
                </a:lnTo>
                <a:lnTo>
                  <a:pt x="5579" y="6074"/>
                </a:lnTo>
                <a:lnTo>
                  <a:pt x="5595" y="6085"/>
                </a:lnTo>
                <a:lnTo>
                  <a:pt x="5603" y="6091"/>
                </a:lnTo>
                <a:lnTo>
                  <a:pt x="5622" y="6096"/>
                </a:lnTo>
                <a:lnTo>
                  <a:pt x="5662" y="6088"/>
                </a:lnTo>
                <a:lnTo>
                  <a:pt x="5709" y="6069"/>
                </a:lnTo>
                <a:lnTo>
                  <a:pt x="5744" y="6055"/>
                </a:lnTo>
                <a:lnTo>
                  <a:pt x="5796" y="6039"/>
                </a:lnTo>
                <a:lnTo>
                  <a:pt x="5805" y="6041"/>
                </a:lnTo>
                <a:lnTo>
                  <a:pt x="5808" y="6043"/>
                </a:lnTo>
                <a:lnTo>
                  <a:pt x="5820" y="6043"/>
                </a:lnTo>
                <a:lnTo>
                  <a:pt x="5846" y="6035"/>
                </a:lnTo>
                <a:lnTo>
                  <a:pt x="5868" y="6024"/>
                </a:lnTo>
                <a:lnTo>
                  <a:pt x="5894" y="6010"/>
                </a:lnTo>
                <a:lnTo>
                  <a:pt x="5905" y="5997"/>
                </a:lnTo>
                <a:lnTo>
                  <a:pt x="5898" y="5991"/>
                </a:lnTo>
                <a:lnTo>
                  <a:pt x="5890" y="5989"/>
                </a:lnTo>
                <a:lnTo>
                  <a:pt x="5875" y="5986"/>
                </a:lnTo>
                <a:lnTo>
                  <a:pt x="5868" y="5977"/>
                </a:lnTo>
                <a:lnTo>
                  <a:pt x="5869" y="5971"/>
                </a:lnTo>
                <a:lnTo>
                  <a:pt x="5879" y="5961"/>
                </a:lnTo>
                <a:lnTo>
                  <a:pt x="5909" y="5953"/>
                </a:lnTo>
                <a:lnTo>
                  <a:pt x="5929" y="5952"/>
                </a:lnTo>
                <a:lnTo>
                  <a:pt x="5949" y="5950"/>
                </a:lnTo>
                <a:lnTo>
                  <a:pt x="5984" y="5939"/>
                </a:lnTo>
                <a:lnTo>
                  <a:pt x="5991" y="5930"/>
                </a:lnTo>
                <a:lnTo>
                  <a:pt x="5999" y="5919"/>
                </a:lnTo>
                <a:lnTo>
                  <a:pt x="6038" y="5897"/>
                </a:lnTo>
                <a:lnTo>
                  <a:pt x="6061" y="5887"/>
                </a:lnTo>
                <a:lnTo>
                  <a:pt x="6083" y="5881"/>
                </a:lnTo>
                <a:lnTo>
                  <a:pt x="6102" y="5879"/>
                </a:lnTo>
                <a:lnTo>
                  <a:pt x="6107" y="5881"/>
                </a:lnTo>
                <a:lnTo>
                  <a:pt x="6106" y="5884"/>
                </a:lnTo>
                <a:lnTo>
                  <a:pt x="6103" y="5891"/>
                </a:lnTo>
                <a:lnTo>
                  <a:pt x="6102" y="5899"/>
                </a:lnTo>
                <a:lnTo>
                  <a:pt x="6111" y="5903"/>
                </a:lnTo>
                <a:lnTo>
                  <a:pt x="6136" y="5895"/>
                </a:lnTo>
                <a:lnTo>
                  <a:pt x="6171" y="5873"/>
                </a:lnTo>
                <a:lnTo>
                  <a:pt x="6189" y="5859"/>
                </a:lnTo>
                <a:lnTo>
                  <a:pt x="6210" y="5842"/>
                </a:lnTo>
                <a:lnTo>
                  <a:pt x="6252" y="5820"/>
                </a:lnTo>
                <a:lnTo>
                  <a:pt x="6267" y="5817"/>
                </a:lnTo>
                <a:lnTo>
                  <a:pt x="6281" y="5815"/>
                </a:lnTo>
                <a:lnTo>
                  <a:pt x="6321" y="5796"/>
                </a:lnTo>
                <a:lnTo>
                  <a:pt x="6341" y="5781"/>
                </a:lnTo>
                <a:lnTo>
                  <a:pt x="6361" y="5768"/>
                </a:lnTo>
                <a:lnTo>
                  <a:pt x="6389" y="5757"/>
                </a:lnTo>
                <a:lnTo>
                  <a:pt x="6404" y="5755"/>
                </a:lnTo>
                <a:lnTo>
                  <a:pt x="6411" y="5756"/>
                </a:lnTo>
                <a:lnTo>
                  <a:pt x="6421" y="5759"/>
                </a:lnTo>
                <a:lnTo>
                  <a:pt x="6434" y="5751"/>
                </a:lnTo>
                <a:lnTo>
                  <a:pt x="6436" y="5741"/>
                </a:lnTo>
                <a:lnTo>
                  <a:pt x="6437" y="5729"/>
                </a:lnTo>
                <a:lnTo>
                  <a:pt x="6447" y="5712"/>
                </a:lnTo>
                <a:lnTo>
                  <a:pt x="6464" y="5704"/>
                </a:lnTo>
                <a:lnTo>
                  <a:pt x="6485" y="5708"/>
                </a:lnTo>
                <a:lnTo>
                  <a:pt x="6495" y="5715"/>
                </a:lnTo>
                <a:lnTo>
                  <a:pt x="6508" y="5726"/>
                </a:lnTo>
                <a:lnTo>
                  <a:pt x="6520" y="5726"/>
                </a:lnTo>
                <a:lnTo>
                  <a:pt x="6526" y="5718"/>
                </a:lnTo>
                <a:lnTo>
                  <a:pt x="6528" y="5712"/>
                </a:lnTo>
                <a:lnTo>
                  <a:pt x="6531" y="5707"/>
                </a:lnTo>
                <a:lnTo>
                  <a:pt x="6541" y="5698"/>
                </a:lnTo>
                <a:lnTo>
                  <a:pt x="6566" y="5688"/>
                </a:lnTo>
                <a:lnTo>
                  <a:pt x="6584" y="5687"/>
                </a:lnTo>
                <a:lnTo>
                  <a:pt x="6612" y="5685"/>
                </a:lnTo>
                <a:lnTo>
                  <a:pt x="6662" y="5674"/>
                </a:lnTo>
                <a:lnTo>
                  <a:pt x="6699" y="5655"/>
                </a:lnTo>
                <a:lnTo>
                  <a:pt x="6715" y="5638"/>
                </a:lnTo>
                <a:lnTo>
                  <a:pt x="6718" y="5627"/>
                </a:lnTo>
                <a:lnTo>
                  <a:pt x="6716" y="5621"/>
                </a:lnTo>
                <a:lnTo>
                  <a:pt x="6714" y="5615"/>
                </a:lnTo>
                <a:lnTo>
                  <a:pt x="6714" y="5604"/>
                </a:lnTo>
                <a:lnTo>
                  <a:pt x="6722" y="5592"/>
                </a:lnTo>
                <a:lnTo>
                  <a:pt x="6744" y="5584"/>
                </a:lnTo>
                <a:lnTo>
                  <a:pt x="6770" y="5589"/>
                </a:lnTo>
                <a:lnTo>
                  <a:pt x="6784" y="5598"/>
                </a:lnTo>
                <a:lnTo>
                  <a:pt x="6791" y="5604"/>
                </a:lnTo>
                <a:lnTo>
                  <a:pt x="6803" y="5611"/>
                </a:lnTo>
                <a:lnTo>
                  <a:pt x="6813" y="5611"/>
                </a:lnTo>
                <a:lnTo>
                  <a:pt x="6823" y="5604"/>
                </a:lnTo>
                <a:lnTo>
                  <a:pt x="6829" y="5598"/>
                </a:lnTo>
                <a:lnTo>
                  <a:pt x="6838" y="5586"/>
                </a:lnTo>
                <a:lnTo>
                  <a:pt x="6839" y="5576"/>
                </a:lnTo>
                <a:lnTo>
                  <a:pt x="6833" y="5571"/>
                </a:lnTo>
                <a:lnTo>
                  <a:pt x="6827" y="5569"/>
                </a:lnTo>
                <a:lnTo>
                  <a:pt x="6822" y="5567"/>
                </a:lnTo>
                <a:lnTo>
                  <a:pt x="6817" y="5560"/>
                </a:lnTo>
                <a:lnTo>
                  <a:pt x="6822" y="5548"/>
                </a:lnTo>
                <a:lnTo>
                  <a:pt x="6836" y="5537"/>
                </a:lnTo>
                <a:lnTo>
                  <a:pt x="6851" y="5526"/>
                </a:lnTo>
                <a:lnTo>
                  <a:pt x="6873" y="5515"/>
                </a:lnTo>
                <a:lnTo>
                  <a:pt x="6884" y="5517"/>
                </a:lnTo>
                <a:lnTo>
                  <a:pt x="6882" y="5531"/>
                </a:lnTo>
                <a:lnTo>
                  <a:pt x="6877" y="5543"/>
                </a:lnTo>
                <a:lnTo>
                  <a:pt x="6870" y="5557"/>
                </a:lnTo>
                <a:lnTo>
                  <a:pt x="6870" y="5587"/>
                </a:lnTo>
                <a:lnTo>
                  <a:pt x="6877" y="5599"/>
                </a:lnTo>
                <a:lnTo>
                  <a:pt x="6884" y="5612"/>
                </a:lnTo>
                <a:lnTo>
                  <a:pt x="6891" y="5610"/>
                </a:lnTo>
                <a:lnTo>
                  <a:pt x="6892" y="5596"/>
                </a:lnTo>
                <a:lnTo>
                  <a:pt x="6892" y="5589"/>
                </a:lnTo>
                <a:lnTo>
                  <a:pt x="6898" y="5579"/>
                </a:lnTo>
                <a:lnTo>
                  <a:pt x="6917" y="5573"/>
                </a:lnTo>
                <a:lnTo>
                  <a:pt x="6943" y="5574"/>
                </a:lnTo>
                <a:lnTo>
                  <a:pt x="6958" y="5576"/>
                </a:lnTo>
                <a:lnTo>
                  <a:pt x="6979" y="5575"/>
                </a:lnTo>
                <a:lnTo>
                  <a:pt x="6989" y="5567"/>
                </a:lnTo>
                <a:lnTo>
                  <a:pt x="6993" y="5547"/>
                </a:lnTo>
                <a:lnTo>
                  <a:pt x="6993" y="5532"/>
                </a:lnTo>
                <a:lnTo>
                  <a:pt x="6993" y="5516"/>
                </a:lnTo>
                <a:lnTo>
                  <a:pt x="6997" y="5496"/>
                </a:lnTo>
                <a:lnTo>
                  <a:pt x="7012" y="5487"/>
                </a:lnTo>
                <a:lnTo>
                  <a:pt x="7042" y="5487"/>
                </a:lnTo>
                <a:lnTo>
                  <a:pt x="7067" y="5488"/>
                </a:lnTo>
                <a:lnTo>
                  <a:pt x="7109" y="5490"/>
                </a:lnTo>
                <a:lnTo>
                  <a:pt x="7133" y="5482"/>
                </a:lnTo>
                <a:lnTo>
                  <a:pt x="7135" y="5470"/>
                </a:lnTo>
                <a:lnTo>
                  <a:pt x="7133" y="5461"/>
                </a:lnTo>
                <a:lnTo>
                  <a:pt x="7131" y="5453"/>
                </a:lnTo>
                <a:lnTo>
                  <a:pt x="7131" y="5442"/>
                </a:lnTo>
                <a:lnTo>
                  <a:pt x="7141" y="5437"/>
                </a:lnTo>
                <a:lnTo>
                  <a:pt x="7161" y="5441"/>
                </a:lnTo>
                <a:lnTo>
                  <a:pt x="7169" y="5442"/>
                </a:lnTo>
                <a:lnTo>
                  <a:pt x="7190" y="5440"/>
                </a:lnTo>
                <a:lnTo>
                  <a:pt x="7228" y="5428"/>
                </a:lnTo>
                <a:lnTo>
                  <a:pt x="7255" y="5414"/>
                </a:lnTo>
                <a:lnTo>
                  <a:pt x="7281" y="5399"/>
                </a:lnTo>
                <a:lnTo>
                  <a:pt x="7328" y="5380"/>
                </a:lnTo>
                <a:lnTo>
                  <a:pt x="7341" y="5378"/>
                </a:lnTo>
                <a:lnTo>
                  <a:pt x="7354" y="5376"/>
                </a:lnTo>
                <a:lnTo>
                  <a:pt x="7392" y="5358"/>
                </a:lnTo>
                <a:lnTo>
                  <a:pt x="7410" y="5345"/>
                </a:lnTo>
                <a:lnTo>
                  <a:pt x="7429" y="5331"/>
                </a:lnTo>
                <a:lnTo>
                  <a:pt x="7474" y="5312"/>
                </a:lnTo>
                <a:lnTo>
                  <a:pt x="7491" y="5310"/>
                </a:lnTo>
                <a:lnTo>
                  <a:pt x="7503" y="5311"/>
                </a:lnTo>
                <a:lnTo>
                  <a:pt x="7518" y="5315"/>
                </a:lnTo>
                <a:lnTo>
                  <a:pt x="7524" y="5328"/>
                </a:lnTo>
                <a:lnTo>
                  <a:pt x="7525" y="5349"/>
                </a:lnTo>
                <a:lnTo>
                  <a:pt x="7523" y="5365"/>
                </a:lnTo>
                <a:lnTo>
                  <a:pt x="7519" y="5410"/>
                </a:lnTo>
                <a:lnTo>
                  <a:pt x="7515" y="5429"/>
                </a:lnTo>
                <a:lnTo>
                  <a:pt x="7513" y="5438"/>
                </a:lnTo>
                <a:lnTo>
                  <a:pt x="7515" y="5449"/>
                </a:lnTo>
                <a:lnTo>
                  <a:pt x="7514" y="5455"/>
                </a:lnTo>
                <a:lnTo>
                  <a:pt x="7507" y="5462"/>
                </a:lnTo>
                <a:lnTo>
                  <a:pt x="7500" y="5462"/>
                </a:lnTo>
                <a:lnTo>
                  <a:pt x="7493" y="5461"/>
                </a:lnTo>
                <a:lnTo>
                  <a:pt x="7484" y="5447"/>
                </a:lnTo>
                <a:lnTo>
                  <a:pt x="7483" y="5437"/>
                </a:lnTo>
                <a:lnTo>
                  <a:pt x="7482" y="5425"/>
                </a:lnTo>
                <a:lnTo>
                  <a:pt x="7475" y="5413"/>
                </a:lnTo>
                <a:lnTo>
                  <a:pt x="7461" y="5416"/>
                </a:lnTo>
                <a:lnTo>
                  <a:pt x="7440" y="5432"/>
                </a:lnTo>
                <a:lnTo>
                  <a:pt x="7427" y="5446"/>
                </a:lnTo>
                <a:lnTo>
                  <a:pt x="7414" y="5459"/>
                </a:lnTo>
                <a:lnTo>
                  <a:pt x="7383" y="5478"/>
                </a:lnTo>
                <a:lnTo>
                  <a:pt x="7369" y="5481"/>
                </a:lnTo>
                <a:lnTo>
                  <a:pt x="7364" y="5481"/>
                </a:lnTo>
                <a:lnTo>
                  <a:pt x="7362" y="5484"/>
                </a:lnTo>
                <a:lnTo>
                  <a:pt x="7374" y="5492"/>
                </a:lnTo>
                <a:lnTo>
                  <a:pt x="7395" y="5498"/>
                </a:lnTo>
                <a:lnTo>
                  <a:pt x="7412" y="5503"/>
                </a:lnTo>
                <a:lnTo>
                  <a:pt x="7440" y="5506"/>
                </a:lnTo>
                <a:lnTo>
                  <a:pt x="7470" y="5502"/>
                </a:lnTo>
                <a:lnTo>
                  <a:pt x="7503" y="5490"/>
                </a:lnTo>
                <a:lnTo>
                  <a:pt x="7523" y="5479"/>
                </a:lnTo>
                <a:lnTo>
                  <a:pt x="7554" y="5466"/>
                </a:lnTo>
                <a:lnTo>
                  <a:pt x="7612" y="5448"/>
                </a:lnTo>
                <a:lnTo>
                  <a:pt x="7630" y="5446"/>
                </a:lnTo>
                <a:lnTo>
                  <a:pt x="7645" y="5445"/>
                </a:lnTo>
                <a:lnTo>
                  <a:pt x="7667" y="5438"/>
                </a:lnTo>
                <a:lnTo>
                  <a:pt x="7672" y="5432"/>
                </a:lnTo>
                <a:lnTo>
                  <a:pt x="7677" y="5426"/>
                </a:lnTo>
                <a:lnTo>
                  <a:pt x="7708" y="5403"/>
                </a:lnTo>
                <a:lnTo>
                  <a:pt x="7728" y="5391"/>
                </a:lnTo>
                <a:lnTo>
                  <a:pt x="7750" y="5377"/>
                </a:lnTo>
                <a:lnTo>
                  <a:pt x="7771" y="5352"/>
                </a:lnTo>
                <a:lnTo>
                  <a:pt x="7778" y="5335"/>
                </a:lnTo>
                <a:lnTo>
                  <a:pt x="7779" y="5326"/>
                </a:lnTo>
                <a:lnTo>
                  <a:pt x="7780" y="5310"/>
                </a:lnTo>
                <a:lnTo>
                  <a:pt x="7792" y="5286"/>
                </a:lnTo>
                <a:lnTo>
                  <a:pt x="7800" y="5280"/>
                </a:lnTo>
                <a:lnTo>
                  <a:pt x="7808" y="5277"/>
                </a:lnTo>
                <a:lnTo>
                  <a:pt x="7819" y="5260"/>
                </a:lnTo>
                <a:lnTo>
                  <a:pt x="7820" y="5250"/>
                </a:lnTo>
                <a:lnTo>
                  <a:pt x="7820" y="5244"/>
                </a:lnTo>
                <a:lnTo>
                  <a:pt x="7815" y="5235"/>
                </a:lnTo>
                <a:lnTo>
                  <a:pt x="7801" y="5235"/>
                </a:lnTo>
                <a:lnTo>
                  <a:pt x="7772" y="5255"/>
                </a:lnTo>
                <a:lnTo>
                  <a:pt x="7735" y="5293"/>
                </a:lnTo>
                <a:lnTo>
                  <a:pt x="7718" y="5319"/>
                </a:lnTo>
                <a:lnTo>
                  <a:pt x="7700" y="5343"/>
                </a:lnTo>
                <a:lnTo>
                  <a:pt x="7672" y="5366"/>
                </a:lnTo>
                <a:lnTo>
                  <a:pt x="7657" y="5373"/>
                </a:lnTo>
                <a:lnTo>
                  <a:pt x="7652" y="5373"/>
                </a:lnTo>
                <a:lnTo>
                  <a:pt x="7644" y="5371"/>
                </a:lnTo>
                <a:lnTo>
                  <a:pt x="7634" y="5366"/>
                </a:lnTo>
                <a:lnTo>
                  <a:pt x="7628" y="5357"/>
                </a:lnTo>
                <a:lnTo>
                  <a:pt x="7627" y="5347"/>
                </a:lnTo>
                <a:lnTo>
                  <a:pt x="7633" y="5330"/>
                </a:lnTo>
                <a:lnTo>
                  <a:pt x="7657" y="5305"/>
                </a:lnTo>
                <a:lnTo>
                  <a:pt x="7675" y="5295"/>
                </a:lnTo>
                <a:lnTo>
                  <a:pt x="7686" y="5290"/>
                </a:lnTo>
                <a:lnTo>
                  <a:pt x="7706" y="5275"/>
                </a:lnTo>
                <a:lnTo>
                  <a:pt x="7733" y="5246"/>
                </a:lnTo>
                <a:lnTo>
                  <a:pt x="7743" y="5224"/>
                </a:lnTo>
                <a:lnTo>
                  <a:pt x="7747" y="5212"/>
                </a:lnTo>
                <a:lnTo>
                  <a:pt x="7759" y="5193"/>
                </a:lnTo>
                <a:lnTo>
                  <a:pt x="7773" y="5182"/>
                </a:lnTo>
                <a:lnTo>
                  <a:pt x="7790" y="5176"/>
                </a:lnTo>
                <a:lnTo>
                  <a:pt x="7800" y="5176"/>
                </a:lnTo>
                <a:lnTo>
                  <a:pt x="7819" y="5175"/>
                </a:lnTo>
                <a:lnTo>
                  <a:pt x="7866" y="5160"/>
                </a:lnTo>
                <a:lnTo>
                  <a:pt x="7886" y="5152"/>
                </a:lnTo>
                <a:lnTo>
                  <a:pt x="7908" y="5143"/>
                </a:lnTo>
                <a:lnTo>
                  <a:pt x="7959" y="5134"/>
                </a:lnTo>
                <a:lnTo>
                  <a:pt x="8010" y="5137"/>
                </a:lnTo>
                <a:lnTo>
                  <a:pt x="8040" y="5146"/>
                </a:lnTo>
                <a:lnTo>
                  <a:pt x="8055" y="5155"/>
                </a:lnTo>
                <a:lnTo>
                  <a:pt x="8059" y="5160"/>
                </a:lnTo>
                <a:lnTo>
                  <a:pt x="8066" y="5171"/>
                </a:lnTo>
                <a:lnTo>
                  <a:pt x="8081" y="5174"/>
                </a:lnTo>
                <a:lnTo>
                  <a:pt x="8093" y="5159"/>
                </a:lnTo>
                <a:lnTo>
                  <a:pt x="8098" y="5134"/>
                </a:lnTo>
                <a:lnTo>
                  <a:pt x="8096" y="5118"/>
                </a:lnTo>
                <a:lnTo>
                  <a:pt x="8094" y="5106"/>
                </a:lnTo>
                <a:lnTo>
                  <a:pt x="8094" y="5089"/>
                </a:lnTo>
                <a:lnTo>
                  <a:pt x="8102" y="5076"/>
                </a:lnTo>
                <a:lnTo>
                  <a:pt x="8120" y="5069"/>
                </a:lnTo>
                <a:lnTo>
                  <a:pt x="8135" y="5066"/>
                </a:lnTo>
                <a:lnTo>
                  <a:pt x="8156" y="5061"/>
                </a:lnTo>
                <a:lnTo>
                  <a:pt x="8199" y="5046"/>
                </a:lnTo>
                <a:lnTo>
                  <a:pt x="8215" y="5039"/>
                </a:lnTo>
                <a:lnTo>
                  <a:pt x="8230" y="5031"/>
                </a:lnTo>
                <a:lnTo>
                  <a:pt x="8251" y="5029"/>
                </a:lnTo>
                <a:lnTo>
                  <a:pt x="8256" y="5039"/>
                </a:lnTo>
                <a:lnTo>
                  <a:pt x="8245" y="5061"/>
                </a:lnTo>
                <a:lnTo>
                  <a:pt x="8233" y="5076"/>
                </a:lnTo>
                <a:lnTo>
                  <a:pt x="8213" y="5100"/>
                </a:lnTo>
                <a:lnTo>
                  <a:pt x="8217" y="5108"/>
                </a:lnTo>
                <a:lnTo>
                  <a:pt x="8243" y="5100"/>
                </a:lnTo>
                <a:lnTo>
                  <a:pt x="8264" y="5094"/>
                </a:lnTo>
                <a:lnTo>
                  <a:pt x="8296" y="5077"/>
                </a:lnTo>
                <a:lnTo>
                  <a:pt x="8317" y="5059"/>
                </a:lnTo>
                <a:lnTo>
                  <a:pt x="8327" y="5037"/>
                </a:lnTo>
                <a:lnTo>
                  <a:pt x="8327" y="5024"/>
                </a:lnTo>
                <a:lnTo>
                  <a:pt x="8329" y="5011"/>
                </a:lnTo>
                <a:lnTo>
                  <a:pt x="8340" y="4991"/>
                </a:lnTo>
                <a:lnTo>
                  <a:pt x="8360" y="4981"/>
                </a:lnTo>
                <a:lnTo>
                  <a:pt x="8381" y="4984"/>
                </a:lnTo>
                <a:lnTo>
                  <a:pt x="8390" y="4991"/>
                </a:lnTo>
                <a:lnTo>
                  <a:pt x="8396" y="4996"/>
                </a:lnTo>
                <a:lnTo>
                  <a:pt x="8414" y="4999"/>
                </a:lnTo>
                <a:lnTo>
                  <a:pt x="8450" y="4994"/>
                </a:lnTo>
                <a:lnTo>
                  <a:pt x="8504" y="4970"/>
                </a:lnTo>
                <a:lnTo>
                  <a:pt x="8536" y="4943"/>
                </a:lnTo>
                <a:lnTo>
                  <a:pt x="8551" y="4924"/>
                </a:lnTo>
                <a:lnTo>
                  <a:pt x="8555" y="4914"/>
                </a:lnTo>
                <a:lnTo>
                  <a:pt x="8563" y="4889"/>
                </a:lnTo>
                <a:lnTo>
                  <a:pt x="8563" y="4869"/>
                </a:lnTo>
                <a:lnTo>
                  <a:pt x="8556" y="4861"/>
                </a:lnTo>
                <a:lnTo>
                  <a:pt x="8550" y="4859"/>
                </a:lnTo>
                <a:lnTo>
                  <a:pt x="8546" y="4857"/>
                </a:lnTo>
                <a:lnTo>
                  <a:pt x="8544" y="4850"/>
                </a:lnTo>
                <a:lnTo>
                  <a:pt x="8557" y="4833"/>
                </a:lnTo>
                <a:lnTo>
                  <a:pt x="8580" y="4819"/>
                </a:lnTo>
                <a:lnTo>
                  <a:pt x="8600" y="4806"/>
                </a:lnTo>
                <a:lnTo>
                  <a:pt x="8628" y="4778"/>
                </a:lnTo>
                <a:lnTo>
                  <a:pt x="8631" y="4769"/>
                </a:lnTo>
                <a:lnTo>
                  <a:pt x="8633" y="4762"/>
                </a:lnTo>
                <a:lnTo>
                  <a:pt x="8647" y="4756"/>
                </a:lnTo>
                <a:lnTo>
                  <a:pt x="8657" y="4761"/>
                </a:lnTo>
                <a:lnTo>
                  <a:pt x="8668" y="4763"/>
                </a:lnTo>
                <a:lnTo>
                  <a:pt x="8681" y="4755"/>
                </a:lnTo>
                <a:lnTo>
                  <a:pt x="8682" y="4745"/>
                </a:lnTo>
                <a:lnTo>
                  <a:pt x="8683" y="4739"/>
                </a:lnTo>
                <a:lnTo>
                  <a:pt x="8688" y="4727"/>
                </a:lnTo>
                <a:lnTo>
                  <a:pt x="8704" y="4711"/>
                </a:lnTo>
                <a:lnTo>
                  <a:pt x="8735" y="4697"/>
                </a:lnTo>
                <a:lnTo>
                  <a:pt x="8770" y="4693"/>
                </a:lnTo>
                <a:lnTo>
                  <a:pt x="8787" y="4697"/>
                </a:lnTo>
                <a:lnTo>
                  <a:pt x="8806" y="4701"/>
                </a:lnTo>
                <a:lnTo>
                  <a:pt x="8816" y="4697"/>
                </a:lnTo>
                <a:lnTo>
                  <a:pt x="8815" y="4688"/>
                </a:lnTo>
                <a:lnTo>
                  <a:pt x="8813" y="4680"/>
                </a:lnTo>
                <a:lnTo>
                  <a:pt x="8810" y="4672"/>
                </a:lnTo>
                <a:lnTo>
                  <a:pt x="8809" y="4662"/>
                </a:lnTo>
                <a:lnTo>
                  <a:pt x="8814" y="4656"/>
                </a:lnTo>
                <a:lnTo>
                  <a:pt x="8825" y="4653"/>
                </a:lnTo>
                <a:lnTo>
                  <a:pt x="8833" y="4652"/>
                </a:lnTo>
                <a:lnTo>
                  <a:pt x="8846" y="4651"/>
                </a:lnTo>
                <a:lnTo>
                  <a:pt x="8868" y="4639"/>
                </a:lnTo>
                <a:lnTo>
                  <a:pt x="8873" y="4631"/>
                </a:lnTo>
                <a:lnTo>
                  <a:pt x="8878" y="4620"/>
                </a:lnTo>
                <a:lnTo>
                  <a:pt x="8883" y="4620"/>
                </a:lnTo>
                <a:lnTo>
                  <a:pt x="8884" y="4631"/>
                </a:lnTo>
                <a:lnTo>
                  <a:pt x="8884" y="4636"/>
                </a:lnTo>
                <a:lnTo>
                  <a:pt x="8889" y="4644"/>
                </a:lnTo>
                <a:lnTo>
                  <a:pt x="8902" y="4650"/>
                </a:lnTo>
                <a:lnTo>
                  <a:pt x="8929" y="4649"/>
                </a:lnTo>
                <a:lnTo>
                  <a:pt x="8961" y="4638"/>
                </a:lnTo>
                <a:lnTo>
                  <a:pt x="8976" y="4627"/>
                </a:lnTo>
                <a:lnTo>
                  <a:pt x="8992" y="4618"/>
                </a:lnTo>
                <a:lnTo>
                  <a:pt x="9030" y="4604"/>
                </a:lnTo>
                <a:lnTo>
                  <a:pt x="9046" y="4602"/>
                </a:lnTo>
                <a:lnTo>
                  <a:pt x="9065" y="4600"/>
                </a:lnTo>
                <a:lnTo>
                  <a:pt x="9100" y="4581"/>
                </a:lnTo>
                <a:lnTo>
                  <a:pt x="9126" y="4553"/>
                </a:lnTo>
                <a:lnTo>
                  <a:pt x="9132" y="4534"/>
                </a:lnTo>
                <a:lnTo>
                  <a:pt x="9128" y="4523"/>
                </a:lnTo>
                <a:lnTo>
                  <a:pt x="9123" y="4520"/>
                </a:lnTo>
                <a:lnTo>
                  <a:pt x="9115" y="4512"/>
                </a:lnTo>
                <a:lnTo>
                  <a:pt x="9110" y="4495"/>
                </a:lnTo>
                <a:lnTo>
                  <a:pt x="9117" y="4479"/>
                </a:lnTo>
                <a:lnTo>
                  <a:pt x="9134" y="4468"/>
                </a:lnTo>
                <a:lnTo>
                  <a:pt x="9145" y="4467"/>
                </a:lnTo>
                <a:lnTo>
                  <a:pt x="9156" y="4465"/>
                </a:lnTo>
                <a:lnTo>
                  <a:pt x="9199" y="4442"/>
                </a:lnTo>
                <a:lnTo>
                  <a:pt x="9223" y="4424"/>
                </a:lnTo>
                <a:lnTo>
                  <a:pt x="9248" y="4407"/>
                </a:lnTo>
                <a:lnTo>
                  <a:pt x="9312" y="4379"/>
                </a:lnTo>
                <a:lnTo>
                  <a:pt x="9340" y="4373"/>
                </a:lnTo>
                <a:lnTo>
                  <a:pt x="9365" y="4367"/>
                </a:lnTo>
                <a:lnTo>
                  <a:pt x="9408" y="4356"/>
                </a:lnTo>
                <a:lnTo>
                  <a:pt x="9417" y="4350"/>
                </a:lnTo>
                <a:lnTo>
                  <a:pt x="9432" y="4342"/>
                </a:lnTo>
                <a:lnTo>
                  <a:pt x="9442" y="4340"/>
                </a:lnTo>
                <a:lnTo>
                  <a:pt x="9453" y="4337"/>
                </a:lnTo>
                <a:lnTo>
                  <a:pt x="9485" y="4318"/>
                </a:lnTo>
                <a:lnTo>
                  <a:pt x="9518" y="4291"/>
                </a:lnTo>
                <a:lnTo>
                  <a:pt x="9541" y="4265"/>
                </a:lnTo>
                <a:lnTo>
                  <a:pt x="9543" y="4257"/>
                </a:lnTo>
                <a:lnTo>
                  <a:pt x="9546" y="4248"/>
                </a:lnTo>
                <a:lnTo>
                  <a:pt x="9577" y="4221"/>
                </a:lnTo>
                <a:lnTo>
                  <a:pt x="9599" y="4207"/>
                </a:lnTo>
                <a:lnTo>
                  <a:pt x="9620" y="4194"/>
                </a:lnTo>
                <a:lnTo>
                  <a:pt x="9637" y="4177"/>
                </a:lnTo>
                <a:lnTo>
                  <a:pt x="9637" y="4170"/>
                </a:lnTo>
                <a:lnTo>
                  <a:pt x="9634" y="4168"/>
                </a:lnTo>
                <a:lnTo>
                  <a:pt x="9625" y="4163"/>
                </a:lnTo>
                <a:lnTo>
                  <a:pt x="9612" y="4148"/>
                </a:lnTo>
                <a:lnTo>
                  <a:pt x="9611" y="4138"/>
                </a:lnTo>
                <a:lnTo>
                  <a:pt x="9610" y="4128"/>
                </a:lnTo>
                <a:lnTo>
                  <a:pt x="9596" y="4105"/>
                </a:lnTo>
                <a:lnTo>
                  <a:pt x="9586" y="4095"/>
                </a:lnTo>
                <a:lnTo>
                  <a:pt x="9576" y="4086"/>
                </a:lnTo>
                <a:lnTo>
                  <a:pt x="9565" y="4064"/>
                </a:lnTo>
                <a:lnTo>
                  <a:pt x="9566" y="4055"/>
                </a:lnTo>
                <a:lnTo>
                  <a:pt x="9568" y="4046"/>
                </a:lnTo>
                <a:lnTo>
                  <a:pt x="9564" y="4020"/>
                </a:lnTo>
                <a:lnTo>
                  <a:pt x="9559" y="4008"/>
                </a:lnTo>
                <a:lnTo>
                  <a:pt x="9553" y="3995"/>
                </a:lnTo>
                <a:lnTo>
                  <a:pt x="9555" y="3975"/>
                </a:lnTo>
                <a:lnTo>
                  <a:pt x="9561" y="3969"/>
                </a:lnTo>
                <a:lnTo>
                  <a:pt x="9567" y="3967"/>
                </a:lnTo>
                <a:lnTo>
                  <a:pt x="9577" y="3971"/>
                </a:lnTo>
                <a:lnTo>
                  <a:pt x="9578" y="3978"/>
                </a:lnTo>
                <a:lnTo>
                  <a:pt x="9579" y="3984"/>
                </a:lnTo>
                <a:lnTo>
                  <a:pt x="9588" y="3989"/>
                </a:lnTo>
                <a:lnTo>
                  <a:pt x="9594" y="3986"/>
                </a:lnTo>
                <a:lnTo>
                  <a:pt x="9604" y="3979"/>
                </a:lnTo>
                <a:lnTo>
                  <a:pt x="9612" y="3966"/>
                </a:lnTo>
                <a:lnTo>
                  <a:pt x="9607" y="3955"/>
                </a:lnTo>
                <a:lnTo>
                  <a:pt x="9590" y="3951"/>
                </a:lnTo>
                <a:lnTo>
                  <a:pt x="9578" y="3953"/>
                </a:lnTo>
                <a:lnTo>
                  <a:pt x="9560" y="3956"/>
                </a:lnTo>
                <a:lnTo>
                  <a:pt x="9529" y="3954"/>
                </a:lnTo>
                <a:lnTo>
                  <a:pt x="9509" y="3943"/>
                </a:lnTo>
                <a:lnTo>
                  <a:pt x="9502" y="3927"/>
                </a:lnTo>
                <a:lnTo>
                  <a:pt x="9505" y="3917"/>
                </a:lnTo>
                <a:lnTo>
                  <a:pt x="9508" y="3905"/>
                </a:lnTo>
                <a:lnTo>
                  <a:pt x="9506" y="3877"/>
                </a:lnTo>
                <a:lnTo>
                  <a:pt x="9502" y="3862"/>
                </a:lnTo>
                <a:lnTo>
                  <a:pt x="9495" y="3846"/>
                </a:lnTo>
                <a:lnTo>
                  <a:pt x="9482" y="3845"/>
                </a:lnTo>
                <a:lnTo>
                  <a:pt x="9471" y="3861"/>
                </a:lnTo>
                <a:lnTo>
                  <a:pt x="9462" y="3871"/>
                </a:lnTo>
                <a:lnTo>
                  <a:pt x="9435" y="3883"/>
                </a:lnTo>
                <a:lnTo>
                  <a:pt x="9403" y="3885"/>
                </a:lnTo>
                <a:lnTo>
                  <a:pt x="9374" y="3879"/>
                </a:lnTo>
                <a:lnTo>
                  <a:pt x="9365" y="3872"/>
                </a:lnTo>
                <a:lnTo>
                  <a:pt x="9363" y="3869"/>
                </a:lnTo>
                <a:lnTo>
                  <a:pt x="9368" y="3860"/>
                </a:lnTo>
                <a:lnTo>
                  <a:pt x="9389" y="3845"/>
                </a:lnTo>
                <a:lnTo>
                  <a:pt x="9414" y="3834"/>
                </a:lnTo>
                <a:lnTo>
                  <a:pt x="9438" y="3823"/>
                </a:lnTo>
                <a:lnTo>
                  <a:pt x="9477" y="3801"/>
                </a:lnTo>
                <a:lnTo>
                  <a:pt x="9485" y="3792"/>
                </a:lnTo>
                <a:lnTo>
                  <a:pt x="9488" y="3786"/>
                </a:lnTo>
                <a:lnTo>
                  <a:pt x="9488" y="3776"/>
                </a:lnTo>
                <a:lnTo>
                  <a:pt x="9478" y="3767"/>
                </a:lnTo>
                <a:lnTo>
                  <a:pt x="9445" y="3764"/>
                </a:lnTo>
                <a:lnTo>
                  <a:pt x="9401" y="3772"/>
                </a:lnTo>
                <a:lnTo>
                  <a:pt x="9375" y="3781"/>
                </a:lnTo>
                <a:lnTo>
                  <a:pt x="9344" y="3794"/>
                </a:lnTo>
                <a:lnTo>
                  <a:pt x="9293" y="3806"/>
                </a:lnTo>
                <a:lnTo>
                  <a:pt x="9259" y="3807"/>
                </a:lnTo>
                <a:lnTo>
                  <a:pt x="9244" y="3799"/>
                </a:lnTo>
                <a:lnTo>
                  <a:pt x="9240" y="3790"/>
                </a:lnTo>
                <a:lnTo>
                  <a:pt x="9239" y="3783"/>
                </a:lnTo>
                <a:lnTo>
                  <a:pt x="9238" y="3773"/>
                </a:lnTo>
                <a:lnTo>
                  <a:pt x="9231" y="3759"/>
                </a:lnTo>
                <a:lnTo>
                  <a:pt x="9226" y="3758"/>
                </a:lnTo>
                <a:lnTo>
                  <a:pt x="9218" y="3754"/>
                </a:lnTo>
                <a:lnTo>
                  <a:pt x="9189" y="3713"/>
                </a:lnTo>
                <a:lnTo>
                  <a:pt x="9172" y="3682"/>
                </a:lnTo>
                <a:lnTo>
                  <a:pt x="9159" y="3657"/>
                </a:lnTo>
                <a:lnTo>
                  <a:pt x="9139" y="3627"/>
                </a:lnTo>
                <a:lnTo>
                  <a:pt x="9121" y="3613"/>
                </a:lnTo>
                <a:lnTo>
                  <a:pt x="9097" y="3613"/>
                </a:lnTo>
                <a:lnTo>
                  <a:pt x="9081" y="3616"/>
                </a:lnTo>
                <a:lnTo>
                  <a:pt x="9056" y="3622"/>
                </a:lnTo>
                <a:lnTo>
                  <a:pt x="9001" y="3642"/>
                </a:lnTo>
                <a:lnTo>
                  <a:pt x="8953" y="3665"/>
                </a:lnTo>
                <a:lnTo>
                  <a:pt x="8922" y="3685"/>
                </a:lnTo>
                <a:lnTo>
                  <a:pt x="8919" y="3692"/>
                </a:lnTo>
                <a:lnTo>
                  <a:pt x="8917" y="3697"/>
                </a:lnTo>
                <a:lnTo>
                  <a:pt x="8901" y="3709"/>
                </a:lnTo>
                <a:lnTo>
                  <a:pt x="8890" y="3715"/>
                </a:lnTo>
                <a:lnTo>
                  <a:pt x="8860" y="3726"/>
                </a:lnTo>
                <a:lnTo>
                  <a:pt x="8833" y="3743"/>
                </a:lnTo>
                <a:lnTo>
                  <a:pt x="8825" y="3748"/>
                </a:lnTo>
                <a:lnTo>
                  <a:pt x="8810" y="3752"/>
                </a:lnTo>
                <a:lnTo>
                  <a:pt x="8788" y="3749"/>
                </a:lnTo>
                <a:lnTo>
                  <a:pt x="8767" y="3730"/>
                </a:lnTo>
                <a:lnTo>
                  <a:pt x="8763" y="3711"/>
                </a:lnTo>
                <a:lnTo>
                  <a:pt x="8767" y="3697"/>
                </a:lnTo>
                <a:lnTo>
                  <a:pt x="8772" y="3690"/>
                </a:lnTo>
                <a:lnTo>
                  <a:pt x="8781" y="3680"/>
                </a:lnTo>
                <a:lnTo>
                  <a:pt x="8781" y="3675"/>
                </a:lnTo>
                <a:lnTo>
                  <a:pt x="8772" y="3680"/>
                </a:lnTo>
                <a:lnTo>
                  <a:pt x="8767" y="3682"/>
                </a:lnTo>
                <a:lnTo>
                  <a:pt x="8757" y="3681"/>
                </a:lnTo>
                <a:lnTo>
                  <a:pt x="8742" y="3671"/>
                </a:lnTo>
                <a:lnTo>
                  <a:pt x="8733" y="3657"/>
                </a:lnTo>
                <a:lnTo>
                  <a:pt x="8726" y="3644"/>
                </a:lnTo>
                <a:lnTo>
                  <a:pt x="8721" y="3626"/>
                </a:lnTo>
                <a:lnTo>
                  <a:pt x="8724" y="3623"/>
                </a:lnTo>
                <a:lnTo>
                  <a:pt x="8726" y="3620"/>
                </a:lnTo>
                <a:lnTo>
                  <a:pt x="8717" y="3598"/>
                </a:lnTo>
                <a:lnTo>
                  <a:pt x="8707" y="3583"/>
                </a:lnTo>
                <a:lnTo>
                  <a:pt x="8694" y="3562"/>
                </a:lnTo>
                <a:lnTo>
                  <a:pt x="8691" y="3543"/>
                </a:lnTo>
                <a:lnTo>
                  <a:pt x="8697" y="3535"/>
                </a:lnTo>
                <a:lnTo>
                  <a:pt x="8702" y="3532"/>
                </a:lnTo>
                <a:lnTo>
                  <a:pt x="8709" y="3529"/>
                </a:lnTo>
                <a:lnTo>
                  <a:pt x="8701" y="3529"/>
                </a:lnTo>
                <a:lnTo>
                  <a:pt x="8687" y="3532"/>
                </a:lnTo>
                <a:lnTo>
                  <a:pt x="8671" y="3535"/>
                </a:lnTo>
                <a:lnTo>
                  <a:pt x="8654" y="3533"/>
                </a:lnTo>
                <a:lnTo>
                  <a:pt x="8647" y="3530"/>
                </a:lnTo>
                <a:lnTo>
                  <a:pt x="8646" y="3527"/>
                </a:lnTo>
                <a:lnTo>
                  <a:pt x="8639" y="3474"/>
                </a:lnTo>
                <a:lnTo>
                  <a:pt x="8639" y="3431"/>
                </a:lnTo>
                <a:lnTo>
                  <a:pt x="8645" y="3416"/>
                </a:lnTo>
                <a:lnTo>
                  <a:pt x="8650" y="3412"/>
                </a:lnTo>
                <a:lnTo>
                  <a:pt x="8657" y="3407"/>
                </a:lnTo>
                <a:lnTo>
                  <a:pt x="8665" y="3393"/>
                </a:lnTo>
                <a:lnTo>
                  <a:pt x="8666" y="3386"/>
                </a:lnTo>
                <a:lnTo>
                  <a:pt x="8664" y="3376"/>
                </a:lnTo>
                <a:lnTo>
                  <a:pt x="8650" y="3369"/>
                </a:lnTo>
                <a:lnTo>
                  <a:pt x="8627" y="3374"/>
                </a:lnTo>
                <a:lnTo>
                  <a:pt x="8602" y="3392"/>
                </a:lnTo>
                <a:lnTo>
                  <a:pt x="8590" y="3404"/>
                </a:lnTo>
                <a:lnTo>
                  <a:pt x="8574" y="3417"/>
                </a:lnTo>
                <a:lnTo>
                  <a:pt x="8533" y="3435"/>
                </a:lnTo>
                <a:lnTo>
                  <a:pt x="8514" y="3437"/>
                </a:lnTo>
                <a:lnTo>
                  <a:pt x="8493" y="3439"/>
                </a:lnTo>
                <a:lnTo>
                  <a:pt x="8458" y="3451"/>
                </a:lnTo>
                <a:lnTo>
                  <a:pt x="8448" y="3461"/>
                </a:lnTo>
                <a:lnTo>
                  <a:pt x="8438" y="3471"/>
                </a:lnTo>
                <a:lnTo>
                  <a:pt x="8400" y="3488"/>
                </a:lnTo>
                <a:lnTo>
                  <a:pt x="8380" y="3493"/>
                </a:lnTo>
                <a:lnTo>
                  <a:pt x="8360" y="3500"/>
                </a:lnTo>
                <a:lnTo>
                  <a:pt x="8336" y="3516"/>
                </a:lnTo>
                <a:lnTo>
                  <a:pt x="8325" y="3529"/>
                </a:lnTo>
                <a:lnTo>
                  <a:pt x="8322" y="3537"/>
                </a:lnTo>
                <a:lnTo>
                  <a:pt x="8320" y="3546"/>
                </a:lnTo>
                <a:lnTo>
                  <a:pt x="8312" y="3558"/>
                </a:lnTo>
                <a:lnTo>
                  <a:pt x="8301" y="3567"/>
                </a:lnTo>
                <a:lnTo>
                  <a:pt x="8287" y="3572"/>
                </a:lnTo>
                <a:lnTo>
                  <a:pt x="8279" y="3573"/>
                </a:lnTo>
                <a:lnTo>
                  <a:pt x="8260" y="3575"/>
                </a:lnTo>
                <a:lnTo>
                  <a:pt x="8194" y="3593"/>
                </a:lnTo>
                <a:lnTo>
                  <a:pt x="8159" y="3606"/>
                </a:lnTo>
                <a:lnTo>
                  <a:pt x="8125" y="3619"/>
                </a:lnTo>
                <a:lnTo>
                  <a:pt x="8088" y="3630"/>
                </a:lnTo>
                <a:lnTo>
                  <a:pt x="8076" y="3631"/>
                </a:lnTo>
                <a:lnTo>
                  <a:pt x="8074" y="3629"/>
                </a:lnTo>
                <a:lnTo>
                  <a:pt x="8074" y="3627"/>
                </a:lnTo>
                <a:lnTo>
                  <a:pt x="8071" y="3627"/>
                </a:lnTo>
                <a:lnTo>
                  <a:pt x="8061" y="3636"/>
                </a:lnTo>
                <a:lnTo>
                  <a:pt x="8052" y="3647"/>
                </a:lnTo>
                <a:lnTo>
                  <a:pt x="8045" y="3656"/>
                </a:lnTo>
                <a:lnTo>
                  <a:pt x="8034" y="3666"/>
                </a:lnTo>
                <a:lnTo>
                  <a:pt x="8026" y="3667"/>
                </a:lnTo>
                <a:lnTo>
                  <a:pt x="8015" y="3658"/>
                </a:lnTo>
                <a:lnTo>
                  <a:pt x="8008" y="3650"/>
                </a:lnTo>
                <a:lnTo>
                  <a:pt x="7997" y="3639"/>
                </a:lnTo>
                <a:lnTo>
                  <a:pt x="7969" y="3624"/>
                </a:lnTo>
                <a:lnTo>
                  <a:pt x="7956" y="3623"/>
                </a:lnTo>
                <a:lnTo>
                  <a:pt x="7945" y="3621"/>
                </a:lnTo>
                <a:lnTo>
                  <a:pt x="7925" y="3608"/>
                </a:lnTo>
                <a:lnTo>
                  <a:pt x="7909" y="3587"/>
                </a:lnTo>
                <a:lnTo>
                  <a:pt x="7901" y="3563"/>
                </a:lnTo>
                <a:lnTo>
                  <a:pt x="7901" y="3551"/>
                </a:lnTo>
                <a:lnTo>
                  <a:pt x="7903" y="3543"/>
                </a:lnTo>
                <a:lnTo>
                  <a:pt x="7896" y="3539"/>
                </a:lnTo>
                <a:lnTo>
                  <a:pt x="7862" y="3554"/>
                </a:lnTo>
                <a:lnTo>
                  <a:pt x="7810" y="3583"/>
                </a:lnTo>
                <a:lnTo>
                  <a:pt x="7779" y="3600"/>
                </a:lnTo>
                <a:lnTo>
                  <a:pt x="7732" y="3619"/>
                </a:lnTo>
                <a:lnTo>
                  <a:pt x="7724" y="3618"/>
                </a:lnTo>
                <a:lnTo>
                  <a:pt x="7719" y="3610"/>
                </a:lnTo>
                <a:lnTo>
                  <a:pt x="7721" y="3590"/>
                </a:lnTo>
                <a:lnTo>
                  <a:pt x="7735" y="3570"/>
                </a:lnTo>
                <a:lnTo>
                  <a:pt x="7756" y="3557"/>
                </a:lnTo>
                <a:lnTo>
                  <a:pt x="7767" y="3556"/>
                </a:lnTo>
                <a:lnTo>
                  <a:pt x="7783" y="3554"/>
                </a:lnTo>
                <a:lnTo>
                  <a:pt x="7824" y="3530"/>
                </a:lnTo>
                <a:lnTo>
                  <a:pt x="7845" y="3513"/>
                </a:lnTo>
                <a:lnTo>
                  <a:pt x="7864" y="3497"/>
                </a:lnTo>
                <a:lnTo>
                  <a:pt x="7890" y="3482"/>
                </a:lnTo>
                <a:lnTo>
                  <a:pt x="7903" y="3479"/>
                </a:lnTo>
                <a:lnTo>
                  <a:pt x="7907" y="3480"/>
                </a:lnTo>
                <a:lnTo>
                  <a:pt x="7910" y="3482"/>
                </a:lnTo>
                <a:lnTo>
                  <a:pt x="7916" y="3481"/>
                </a:lnTo>
                <a:lnTo>
                  <a:pt x="7921" y="3470"/>
                </a:lnTo>
                <a:lnTo>
                  <a:pt x="7922" y="3456"/>
                </a:lnTo>
                <a:lnTo>
                  <a:pt x="7924" y="3441"/>
                </a:lnTo>
                <a:lnTo>
                  <a:pt x="7937" y="3417"/>
                </a:lnTo>
                <a:lnTo>
                  <a:pt x="7961" y="3402"/>
                </a:lnTo>
                <a:lnTo>
                  <a:pt x="7992" y="3396"/>
                </a:lnTo>
                <a:lnTo>
                  <a:pt x="8008" y="3399"/>
                </a:lnTo>
                <a:lnTo>
                  <a:pt x="8023" y="3402"/>
                </a:lnTo>
                <a:lnTo>
                  <a:pt x="8051" y="3398"/>
                </a:lnTo>
                <a:lnTo>
                  <a:pt x="8063" y="3392"/>
                </a:lnTo>
                <a:lnTo>
                  <a:pt x="8074" y="3385"/>
                </a:lnTo>
                <a:lnTo>
                  <a:pt x="8124" y="3369"/>
                </a:lnTo>
                <a:lnTo>
                  <a:pt x="8155" y="3363"/>
                </a:lnTo>
                <a:lnTo>
                  <a:pt x="8186" y="3358"/>
                </a:lnTo>
                <a:lnTo>
                  <a:pt x="8241" y="3345"/>
                </a:lnTo>
                <a:lnTo>
                  <a:pt x="8256" y="3338"/>
                </a:lnTo>
                <a:lnTo>
                  <a:pt x="8290" y="3321"/>
                </a:lnTo>
                <a:lnTo>
                  <a:pt x="8334" y="3300"/>
                </a:lnTo>
                <a:lnTo>
                  <a:pt x="8354" y="3288"/>
                </a:lnTo>
                <a:lnTo>
                  <a:pt x="8389" y="3253"/>
                </a:lnTo>
                <a:lnTo>
                  <a:pt x="8398" y="3235"/>
                </a:lnTo>
                <a:lnTo>
                  <a:pt x="8406" y="3216"/>
                </a:lnTo>
                <a:lnTo>
                  <a:pt x="8436" y="3178"/>
                </a:lnTo>
                <a:lnTo>
                  <a:pt x="8451" y="3164"/>
                </a:lnTo>
                <a:lnTo>
                  <a:pt x="8488" y="3133"/>
                </a:lnTo>
                <a:lnTo>
                  <a:pt x="8451" y="3133"/>
                </a:lnTo>
                <a:lnTo>
                  <a:pt x="8436" y="3134"/>
                </a:lnTo>
                <a:lnTo>
                  <a:pt x="8409" y="3144"/>
                </a:lnTo>
                <a:lnTo>
                  <a:pt x="8403" y="3151"/>
                </a:lnTo>
                <a:lnTo>
                  <a:pt x="8399" y="3157"/>
                </a:lnTo>
                <a:lnTo>
                  <a:pt x="8384" y="3167"/>
                </a:lnTo>
                <a:lnTo>
                  <a:pt x="8377" y="3168"/>
                </a:lnTo>
                <a:lnTo>
                  <a:pt x="8373" y="3167"/>
                </a:lnTo>
                <a:lnTo>
                  <a:pt x="8369" y="3161"/>
                </a:lnTo>
                <a:lnTo>
                  <a:pt x="8368" y="3145"/>
                </a:lnTo>
                <a:lnTo>
                  <a:pt x="8376" y="3115"/>
                </a:lnTo>
                <a:lnTo>
                  <a:pt x="8392" y="3088"/>
                </a:lnTo>
                <a:lnTo>
                  <a:pt x="8402" y="3080"/>
                </a:lnTo>
                <a:lnTo>
                  <a:pt x="8409" y="3074"/>
                </a:lnTo>
                <a:lnTo>
                  <a:pt x="8410" y="3067"/>
                </a:lnTo>
                <a:lnTo>
                  <a:pt x="8403" y="3067"/>
                </a:lnTo>
                <a:lnTo>
                  <a:pt x="8396" y="3065"/>
                </a:lnTo>
                <a:lnTo>
                  <a:pt x="8385" y="3044"/>
                </a:lnTo>
                <a:lnTo>
                  <a:pt x="8383" y="3029"/>
                </a:lnTo>
                <a:lnTo>
                  <a:pt x="8381" y="3013"/>
                </a:lnTo>
                <a:lnTo>
                  <a:pt x="8371" y="2990"/>
                </a:lnTo>
                <a:lnTo>
                  <a:pt x="8365" y="2986"/>
                </a:lnTo>
                <a:lnTo>
                  <a:pt x="8359" y="2982"/>
                </a:lnTo>
                <a:lnTo>
                  <a:pt x="8356" y="2956"/>
                </a:lnTo>
                <a:lnTo>
                  <a:pt x="8358" y="2940"/>
                </a:lnTo>
                <a:lnTo>
                  <a:pt x="8360" y="2927"/>
                </a:lnTo>
                <a:lnTo>
                  <a:pt x="8360" y="2911"/>
                </a:lnTo>
                <a:lnTo>
                  <a:pt x="8354" y="2903"/>
                </a:lnTo>
                <a:lnTo>
                  <a:pt x="8338" y="2900"/>
                </a:lnTo>
                <a:lnTo>
                  <a:pt x="8327" y="2901"/>
                </a:lnTo>
                <a:lnTo>
                  <a:pt x="8311" y="2902"/>
                </a:lnTo>
                <a:lnTo>
                  <a:pt x="8292" y="2895"/>
                </a:lnTo>
                <a:lnTo>
                  <a:pt x="8284" y="2888"/>
                </a:lnTo>
                <a:lnTo>
                  <a:pt x="8282" y="2884"/>
                </a:lnTo>
                <a:lnTo>
                  <a:pt x="8280" y="2876"/>
                </a:lnTo>
                <a:lnTo>
                  <a:pt x="8289" y="2870"/>
                </a:lnTo>
                <a:lnTo>
                  <a:pt x="8301" y="2874"/>
                </a:lnTo>
                <a:lnTo>
                  <a:pt x="8311" y="2877"/>
                </a:lnTo>
                <a:lnTo>
                  <a:pt x="8324" y="2872"/>
                </a:lnTo>
                <a:lnTo>
                  <a:pt x="8327" y="2860"/>
                </a:lnTo>
                <a:lnTo>
                  <a:pt x="8320" y="2845"/>
                </a:lnTo>
                <a:lnTo>
                  <a:pt x="8311" y="2839"/>
                </a:lnTo>
                <a:lnTo>
                  <a:pt x="8304" y="2833"/>
                </a:lnTo>
                <a:lnTo>
                  <a:pt x="8295" y="2812"/>
                </a:lnTo>
                <a:lnTo>
                  <a:pt x="8294" y="2801"/>
                </a:lnTo>
                <a:lnTo>
                  <a:pt x="8292" y="2788"/>
                </a:lnTo>
                <a:lnTo>
                  <a:pt x="8271" y="2755"/>
                </a:lnTo>
                <a:lnTo>
                  <a:pt x="8256" y="2739"/>
                </a:lnTo>
                <a:lnTo>
                  <a:pt x="8239" y="2722"/>
                </a:lnTo>
                <a:lnTo>
                  <a:pt x="8208" y="2678"/>
                </a:lnTo>
                <a:lnTo>
                  <a:pt x="8197" y="2657"/>
                </a:lnTo>
                <a:lnTo>
                  <a:pt x="8190" y="2642"/>
                </a:lnTo>
                <a:lnTo>
                  <a:pt x="8178" y="2625"/>
                </a:lnTo>
                <a:lnTo>
                  <a:pt x="8164" y="2618"/>
                </a:lnTo>
                <a:lnTo>
                  <a:pt x="8144" y="2618"/>
                </a:lnTo>
                <a:lnTo>
                  <a:pt x="8130" y="2621"/>
                </a:lnTo>
                <a:lnTo>
                  <a:pt x="8108" y="2627"/>
                </a:lnTo>
                <a:lnTo>
                  <a:pt x="8060" y="2649"/>
                </a:lnTo>
                <a:lnTo>
                  <a:pt x="8040" y="2662"/>
                </a:lnTo>
                <a:lnTo>
                  <a:pt x="8020" y="2675"/>
                </a:lnTo>
                <a:lnTo>
                  <a:pt x="7978" y="2695"/>
                </a:lnTo>
                <a:lnTo>
                  <a:pt x="7945" y="2706"/>
                </a:lnTo>
                <a:lnTo>
                  <a:pt x="7928" y="2706"/>
                </a:lnTo>
                <a:lnTo>
                  <a:pt x="7923" y="2702"/>
                </a:lnTo>
                <a:lnTo>
                  <a:pt x="7922" y="2698"/>
                </a:lnTo>
                <a:lnTo>
                  <a:pt x="7924" y="2691"/>
                </a:lnTo>
                <a:lnTo>
                  <a:pt x="7938" y="2677"/>
                </a:lnTo>
                <a:lnTo>
                  <a:pt x="7947" y="2672"/>
                </a:lnTo>
                <a:lnTo>
                  <a:pt x="7953" y="2669"/>
                </a:lnTo>
                <a:lnTo>
                  <a:pt x="7960" y="2662"/>
                </a:lnTo>
                <a:lnTo>
                  <a:pt x="7964" y="2646"/>
                </a:lnTo>
                <a:lnTo>
                  <a:pt x="7961" y="2634"/>
                </a:lnTo>
                <a:lnTo>
                  <a:pt x="7957" y="2625"/>
                </a:lnTo>
                <a:lnTo>
                  <a:pt x="7952" y="2615"/>
                </a:lnTo>
                <a:lnTo>
                  <a:pt x="7942" y="2619"/>
                </a:lnTo>
                <a:lnTo>
                  <a:pt x="7929" y="2636"/>
                </a:lnTo>
                <a:lnTo>
                  <a:pt x="7922" y="2644"/>
                </a:lnTo>
                <a:lnTo>
                  <a:pt x="7911" y="2656"/>
                </a:lnTo>
                <a:lnTo>
                  <a:pt x="7900" y="2658"/>
                </a:lnTo>
                <a:lnTo>
                  <a:pt x="7888" y="2651"/>
                </a:lnTo>
                <a:lnTo>
                  <a:pt x="7881" y="2646"/>
                </a:lnTo>
                <a:lnTo>
                  <a:pt x="7870" y="2635"/>
                </a:lnTo>
                <a:lnTo>
                  <a:pt x="7866" y="2620"/>
                </a:lnTo>
                <a:lnTo>
                  <a:pt x="7869" y="2611"/>
                </a:lnTo>
                <a:lnTo>
                  <a:pt x="7873" y="2606"/>
                </a:lnTo>
                <a:lnTo>
                  <a:pt x="7900" y="2572"/>
                </a:lnTo>
                <a:lnTo>
                  <a:pt x="7952" y="2501"/>
                </a:lnTo>
                <a:lnTo>
                  <a:pt x="7994" y="2435"/>
                </a:lnTo>
                <a:lnTo>
                  <a:pt x="8015" y="2389"/>
                </a:lnTo>
                <a:lnTo>
                  <a:pt x="8015" y="2379"/>
                </a:lnTo>
                <a:lnTo>
                  <a:pt x="8014" y="2373"/>
                </a:lnTo>
                <a:lnTo>
                  <a:pt x="8019" y="2353"/>
                </a:lnTo>
                <a:lnTo>
                  <a:pt x="8039" y="2313"/>
                </a:lnTo>
                <a:lnTo>
                  <a:pt x="8081" y="2258"/>
                </a:lnTo>
                <a:lnTo>
                  <a:pt x="8112" y="2228"/>
                </a:lnTo>
                <a:lnTo>
                  <a:pt x="8131" y="2219"/>
                </a:lnTo>
                <a:lnTo>
                  <a:pt x="8137" y="2219"/>
                </a:lnTo>
                <a:lnTo>
                  <a:pt x="8143" y="2220"/>
                </a:lnTo>
                <a:lnTo>
                  <a:pt x="8152" y="2218"/>
                </a:lnTo>
                <a:lnTo>
                  <a:pt x="8155" y="2207"/>
                </a:lnTo>
                <a:lnTo>
                  <a:pt x="8150" y="2191"/>
                </a:lnTo>
                <a:lnTo>
                  <a:pt x="8148" y="2181"/>
                </a:lnTo>
                <a:lnTo>
                  <a:pt x="8147" y="2166"/>
                </a:lnTo>
                <a:lnTo>
                  <a:pt x="8152" y="2158"/>
                </a:lnTo>
                <a:lnTo>
                  <a:pt x="8165" y="2155"/>
                </a:lnTo>
                <a:lnTo>
                  <a:pt x="8175" y="2155"/>
                </a:lnTo>
                <a:lnTo>
                  <a:pt x="8191" y="2153"/>
                </a:lnTo>
                <a:lnTo>
                  <a:pt x="8216" y="2137"/>
                </a:lnTo>
                <a:lnTo>
                  <a:pt x="8221" y="2125"/>
                </a:lnTo>
                <a:lnTo>
                  <a:pt x="8224" y="2118"/>
                </a:lnTo>
                <a:lnTo>
                  <a:pt x="8235" y="2104"/>
                </a:lnTo>
                <a:lnTo>
                  <a:pt x="8263" y="2085"/>
                </a:lnTo>
                <a:lnTo>
                  <a:pt x="8289" y="2077"/>
                </a:lnTo>
                <a:lnTo>
                  <a:pt x="8314" y="2069"/>
                </a:lnTo>
                <a:lnTo>
                  <a:pt x="8360" y="2043"/>
                </a:lnTo>
                <a:lnTo>
                  <a:pt x="8372" y="2029"/>
                </a:lnTo>
                <a:lnTo>
                  <a:pt x="8378" y="2018"/>
                </a:lnTo>
                <a:lnTo>
                  <a:pt x="8385" y="2002"/>
                </a:lnTo>
                <a:lnTo>
                  <a:pt x="8383" y="1995"/>
                </a:lnTo>
                <a:lnTo>
                  <a:pt x="8370" y="1992"/>
                </a:lnTo>
                <a:lnTo>
                  <a:pt x="8360" y="1991"/>
                </a:lnTo>
                <a:lnTo>
                  <a:pt x="8340" y="1989"/>
                </a:lnTo>
                <a:lnTo>
                  <a:pt x="8322" y="1983"/>
                </a:lnTo>
                <a:lnTo>
                  <a:pt x="8317" y="1978"/>
                </a:lnTo>
                <a:lnTo>
                  <a:pt x="8318" y="1965"/>
                </a:lnTo>
                <a:lnTo>
                  <a:pt x="8340" y="1939"/>
                </a:lnTo>
                <a:lnTo>
                  <a:pt x="8360" y="1918"/>
                </a:lnTo>
                <a:lnTo>
                  <a:pt x="8379" y="1898"/>
                </a:lnTo>
                <a:lnTo>
                  <a:pt x="8400" y="1865"/>
                </a:lnTo>
                <a:lnTo>
                  <a:pt x="8401" y="1849"/>
                </a:lnTo>
                <a:lnTo>
                  <a:pt x="8395" y="1842"/>
                </a:lnTo>
                <a:lnTo>
                  <a:pt x="8377" y="1838"/>
                </a:lnTo>
                <a:lnTo>
                  <a:pt x="8357" y="1842"/>
                </a:lnTo>
                <a:lnTo>
                  <a:pt x="8347" y="1844"/>
                </a:lnTo>
                <a:lnTo>
                  <a:pt x="8340" y="1844"/>
                </a:lnTo>
                <a:lnTo>
                  <a:pt x="8348" y="1836"/>
                </a:lnTo>
                <a:lnTo>
                  <a:pt x="8370" y="1824"/>
                </a:lnTo>
                <a:lnTo>
                  <a:pt x="8422" y="1791"/>
                </a:lnTo>
                <a:lnTo>
                  <a:pt x="8514" y="1723"/>
                </a:lnTo>
                <a:lnTo>
                  <a:pt x="8554" y="1688"/>
                </a:lnTo>
                <a:lnTo>
                  <a:pt x="8560" y="1679"/>
                </a:lnTo>
                <a:lnTo>
                  <a:pt x="8564" y="1673"/>
                </a:lnTo>
                <a:lnTo>
                  <a:pt x="8581" y="1666"/>
                </a:lnTo>
                <a:lnTo>
                  <a:pt x="8590" y="1665"/>
                </a:lnTo>
                <a:lnTo>
                  <a:pt x="8600" y="1663"/>
                </a:lnTo>
                <a:lnTo>
                  <a:pt x="8623" y="1645"/>
                </a:lnTo>
                <a:lnTo>
                  <a:pt x="8631" y="1632"/>
                </a:lnTo>
                <a:lnTo>
                  <a:pt x="8640" y="1616"/>
                </a:lnTo>
                <a:lnTo>
                  <a:pt x="8641" y="1602"/>
                </a:lnTo>
                <a:lnTo>
                  <a:pt x="8636" y="1598"/>
                </a:lnTo>
                <a:lnTo>
                  <a:pt x="8631" y="1598"/>
                </a:lnTo>
                <a:lnTo>
                  <a:pt x="8627" y="1597"/>
                </a:lnTo>
                <a:lnTo>
                  <a:pt x="8622" y="1593"/>
                </a:lnTo>
                <a:lnTo>
                  <a:pt x="8619" y="1579"/>
                </a:lnTo>
                <a:lnTo>
                  <a:pt x="8623" y="1566"/>
                </a:lnTo>
                <a:lnTo>
                  <a:pt x="8625" y="1558"/>
                </a:lnTo>
                <a:lnTo>
                  <a:pt x="8625" y="1544"/>
                </a:lnTo>
                <a:lnTo>
                  <a:pt x="8620" y="1532"/>
                </a:lnTo>
                <a:lnTo>
                  <a:pt x="8610" y="1521"/>
                </a:lnTo>
                <a:lnTo>
                  <a:pt x="8603" y="1517"/>
                </a:lnTo>
                <a:lnTo>
                  <a:pt x="8595" y="1512"/>
                </a:lnTo>
                <a:lnTo>
                  <a:pt x="8585" y="1503"/>
                </a:lnTo>
                <a:lnTo>
                  <a:pt x="8584" y="1494"/>
                </a:lnTo>
                <a:lnTo>
                  <a:pt x="8590" y="1482"/>
                </a:lnTo>
                <a:lnTo>
                  <a:pt x="8596" y="1475"/>
                </a:lnTo>
                <a:lnTo>
                  <a:pt x="8602" y="1467"/>
                </a:lnTo>
                <a:lnTo>
                  <a:pt x="8607" y="1451"/>
                </a:lnTo>
                <a:lnTo>
                  <a:pt x="8607" y="1433"/>
                </a:lnTo>
                <a:lnTo>
                  <a:pt x="8601" y="1418"/>
                </a:lnTo>
                <a:lnTo>
                  <a:pt x="8591" y="1404"/>
                </a:lnTo>
                <a:lnTo>
                  <a:pt x="8578" y="1393"/>
                </a:lnTo>
                <a:lnTo>
                  <a:pt x="8560" y="1387"/>
                </a:lnTo>
                <a:lnTo>
                  <a:pt x="8542" y="1385"/>
                </a:lnTo>
                <a:lnTo>
                  <a:pt x="8532" y="1387"/>
                </a:lnTo>
                <a:lnTo>
                  <a:pt x="8510" y="1392"/>
                </a:lnTo>
                <a:lnTo>
                  <a:pt x="8500" y="1389"/>
                </a:lnTo>
                <a:lnTo>
                  <a:pt x="8506" y="1380"/>
                </a:lnTo>
                <a:lnTo>
                  <a:pt x="8512" y="1372"/>
                </a:lnTo>
                <a:lnTo>
                  <a:pt x="8522" y="1358"/>
                </a:lnTo>
                <a:lnTo>
                  <a:pt x="8525" y="1348"/>
                </a:lnTo>
                <a:lnTo>
                  <a:pt x="8520" y="1345"/>
                </a:lnTo>
                <a:lnTo>
                  <a:pt x="8515" y="1345"/>
                </a:lnTo>
                <a:lnTo>
                  <a:pt x="8511" y="1344"/>
                </a:lnTo>
                <a:lnTo>
                  <a:pt x="8504" y="1340"/>
                </a:lnTo>
                <a:lnTo>
                  <a:pt x="8501" y="1325"/>
                </a:lnTo>
                <a:lnTo>
                  <a:pt x="8505" y="1311"/>
                </a:lnTo>
                <a:lnTo>
                  <a:pt x="8510" y="1295"/>
                </a:lnTo>
                <a:lnTo>
                  <a:pt x="8505" y="1282"/>
                </a:lnTo>
                <a:lnTo>
                  <a:pt x="8495" y="1277"/>
                </a:lnTo>
                <a:lnTo>
                  <a:pt x="8488" y="1277"/>
                </a:lnTo>
                <a:lnTo>
                  <a:pt x="8475" y="1276"/>
                </a:lnTo>
                <a:lnTo>
                  <a:pt x="8467" y="1267"/>
                </a:lnTo>
                <a:lnTo>
                  <a:pt x="8467" y="1258"/>
                </a:lnTo>
                <a:lnTo>
                  <a:pt x="8469" y="1252"/>
                </a:lnTo>
                <a:lnTo>
                  <a:pt x="8472" y="1241"/>
                </a:lnTo>
                <a:lnTo>
                  <a:pt x="8463" y="1221"/>
                </a:lnTo>
                <a:lnTo>
                  <a:pt x="8454" y="1215"/>
                </a:lnTo>
                <a:lnTo>
                  <a:pt x="8448" y="1213"/>
                </a:lnTo>
                <a:lnTo>
                  <a:pt x="8440" y="1206"/>
                </a:lnTo>
                <a:lnTo>
                  <a:pt x="8435" y="1189"/>
                </a:lnTo>
                <a:lnTo>
                  <a:pt x="8438" y="1174"/>
                </a:lnTo>
                <a:lnTo>
                  <a:pt x="8441" y="1160"/>
                </a:lnTo>
                <a:lnTo>
                  <a:pt x="8437" y="1147"/>
                </a:lnTo>
                <a:lnTo>
                  <a:pt x="8429" y="1143"/>
                </a:lnTo>
                <a:lnTo>
                  <a:pt x="8422" y="1143"/>
                </a:lnTo>
                <a:lnTo>
                  <a:pt x="8411" y="1143"/>
                </a:lnTo>
                <a:lnTo>
                  <a:pt x="8396" y="1152"/>
                </a:lnTo>
                <a:lnTo>
                  <a:pt x="8395" y="1159"/>
                </a:lnTo>
                <a:lnTo>
                  <a:pt x="8395" y="1162"/>
                </a:lnTo>
                <a:lnTo>
                  <a:pt x="8390" y="1166"/>
                </a:lnTo>
                <a:lnTo>
                  <a:pt x="8378" y="1167"/>
                </a:lnTo>
                <a:lnTo>
                  <a:pt x="8355" y="1160"/>
                </a:lnTo>
                <a:lnTo>
                  <a:pt x="8332" y="1146"/>
                </a:lnTo>
                <a:lnTo>
                  <a:pt x="8326" y="1138"/>
                </a:lnTo>
                <a:lnTo>
                  <a:pt x="8322" y="1134"/>
                </a:lnTo>
                <a:lnTo>
                  <a:pt x="8312" y="1129"/>
                </a:lnTo>
                <a:lnTo>
                  <a:pt x="8292" y="1130"/>
                </a:lnTo>
                <a:lnTo>
                  <a:pt x="8255" y="1146"/>
                </a:lnTo>
                <a:lnTo>
                  <a:pt x="8212" y="1177"/>
                </a:lnTo>
                <a:lnTo>
                  <a:pt x="8189" y="1198"/>
                </a:lnTo>
                <a:lnTo>
                  <a:pt x="8165" y="1221"/>
                </a:lnTo>
                <a:lnTo>
                  <a:pt x="8118" y="1258"/>
                </a:lnTo>
                <a:lnTo>
                  <a:pt x="8079" y="1283"/>
                </a:lnTo>
                <a:lnTo>
                  <a:pt x="8058" y="1290"/>
                </a:lnTo>
                <a:lnTo>
                  <a:pt x="8048" y="1290"/>
                </a:lnTo>
                <a:lnTo>
                  <a:pt x="8045" y="1288"/>
                </a:lnTo>
                <a:lnTo>
                  <a:pt x="8042" y="1283"/>
                </a:lnTo>
                <a:lnTo>
                  <a:pt x="8049" y="1262"/>
                </a:lnTo>
                <a:lnTo>
                  <a:pt x="8058" y="1252"/>
                </a:lnTo>
                <a:lnTo>
                  <a:pt x="8068" y="1238"/>
                </a:lnTo>
                <a:lnTo>
                  <a:pt x="8070" y="1222"/>
                </a:lnTo>
                <a:lnTo>
                  <a:pt x="8066" y="1212"/>
                </a:lnTo>
                <a:lnTo>
                  <a:pt x="8061" y="1207"/>
                </a:lnTo>
                <a:lnTo>
                  <a:pt x="8052" y="1198"/>
                </a:lnTo>
                <a:lnTo>
                  <a:pt x="8041" y="1194"/>
                </a:lnTo>
                <a:lnTo>
                  <a:pt x="8040" y="1198"/>
                </a:lnTo>
                <a:lnTo>
                  <a:pt x="8040" y="1201"/>
                </a:lnTo>
                <a:lnTo>
                  <a:pt x="8035" y="1200"/>
                </a:lnTo>
                <a:lnTo>
                  <a:pt x="8021" y="1190"/>
                </a:lnTo>
                <a:lnTo>
                  <a:pt x="8008" y="1178"/>
                </a:lnTo>
                <a:lnTo>
                  <a:pt x="7996" y="1163"/>
                </a:lnTo>
                <a:lnTo>
                  <a:pt x="7980" y="1125"/>
                </a:lnTo>
                <a:lnTo>
                  <a:pt x="7977" y="1107"/>
                </a:lnTo>
                <a:lnTo>
                  <a:pt x="7976" y="1061"/>
                </a:lnTo>
                <a:lnTo>
                  <a:pt x="7968" y="1030"/>
                </a:lnTo>
                <a:lnTo>
                  <a:pt x="7956" y="1024"/>
                </a:lnTo>
                <a:lnTo>
                  <a:pt x="7947" y="1024"/>
                </a:lnTo>
                <a:lnTo>
                  <a:pt x="7936" y="1023"/>
                </a:lnTo>
                <a:lnTo>
                  <a:pt x="7924" y="1010"/>
                </a:lnTo>
                <a:lnTo>
                  <a:pt x="7925" y="991"/>
                </a:lnTo>
                <a:lnTo>
                  <a:pt x="7939" y="973"/>
                </a:lnTo>
                <a:lnTo>
                  <a:pt x="7951" y="967"/>
                </a:lnTo>
                <a:lnTo>
                  <a:pt x="7964" y="961"/>
                </a:lnTo>
                <a:lnTo>
                  <a:pt x="7969" y="950"/>
                </a:lnTo>
                <a:lnTo>
                  <a:pt x="7964" y="942"/>
                </a:lnTo>
                <a:lnTo>
                  <a:pt x="7959" y="936"/>
                </a:lnTo>
                <a:lnTo>
                  <a:pt x="7951" y="927"/>
                </a:lnTo>
                <a:lnTo>
                  <a:pt x="7942" y="901"/>
                </a:lnTo>
                <a:lnTo>
                  <a:pt x="7940" y="874"/>
                </a:lnTo>
                <a:lnTo>
                  <a:pt x="7946" y="856"/>
                </a:lnTo>
                <a:lnTo>
                  <a:pt x="7952" y="854"/>
                </a:lnTo>
                <a:lnTo>
                  <a:pt x="7970" y="852"/>
                </a:lnTo>
                <a:lnTo>
                  <a:pt x="8002" y="849"/>
                </a:lnTo>
                <a:lnTo>
                  <a:pt x="8013" y="847"/>
                </a:lnTo>
                <a:lnTo>
                  <a:pt x="8037" y="836"/>
                </a:lnTo>
                <a:lnTo>
                  <a:pt x="8077" y="809"/>
                </a:lnTo>
                <a:lnTo>
                  <a:pt x="8124" y="758"/>
                </a:lnTo>
                <a:lnTo>
                  <a:pt x="8149" y="719"/>
                </a:lnTo>
                <a:lnTo>
                  <a:pt x="8158" y="694"/>
                </a:lnTo>
                <a:lnTo>
                  <a:pt x="8159" y="683"/>
                </a:lnTo>
                <a:lnTo>
                  <a:pt x="8159" y="665"/>
                </a:lnTo>
                <a:lnTo>
                  <a:pt x="8165" y="645"/>
                </a:lnTo>
                <a:lnTo>
                  <a:pt x="8171" y="637"/>
                </a:lnTo>
                <a:lnTo>
                  <a:pt x="8174" y="637"/>
                </a:lnTo>
                <a:lnTo>
                  <a:pt x="8181" y="635"/>
                </a:lnTo>
                <a:lnTo>
                  <a:pt x="8202" y="623"/>
                </a:lnTo>
                <a:lnTo>
                  <a:pt x="8213" y="614"/>
                </a:lnTo>
                <a:lnTo>
                  <a:pt x="8239" y="595"/>
                </a:lnTo>
                <a:lnTo>
                  <a:pt x="8268" y="576"/>
                </a:lnTo>
                <a:lnTo>
                  <a:pt x="8283" y="567"/>
                </a:lnTo>
                <a:lnTo>
                  <a:pt x="8303" y="542"/>
                </a:lnTo>
                <a:lnTo>
                  <a:pt x="8307" y="530"/>
                </a:lnTo>
                <a:lnTo>
                  <a:pt x="8309" y="522"/>
                </a:lnTo>
                <a:lnTo>
                  <a:pt x="8306" y="513"/>
                </a:lnTo>
                <a:lnTo>
                  <a:pt x="8284" y="512"/>
                </a:lnTo>
                <a:lnTo>
                  <a:pt x="8248" y="521"/>
                </a:lnTo>
                <a:lnTo>
                  <a:pt x="8221" y="529"/>
                </a:lnTo>
                <a:lnTo>
                  <a:pt x="8175" y="547"/>
                </a:lnTo>
                <a:lnTo>
                  <a:pt x="8164" y="556"/>
                </a:lnTo>
                <a:lnTo>
                  <a:pt x="8153" y="564"/>
                </a:lnTo>
                <a:lnTo>
                  <a:pt x="8143" y="559"/>
                </a:lnTo>
                <a:lnTo>
                  <a:pt x="8142" y="545"/>
                </a:lnTo>
                <a:lnTo>
                  <a:pt x="8143" y="534"/>
                </a:lnTo>
                <a:lnTo>
                  <a:pt x="8153" y="519"/>
                </a:lnTo>
                <a:lnTo>
                  <a:pt x="8160" y="518"/>
                </a:lnTo>
                <a:lnTo>
                  <a:pt x="8167" y="517"/>
                </a:lnTo>
                <a:lnTo>
                  <a:pt x="8172" y="503"/>
                </a:lnTo>
                <a:lnTo>
                  <a:pt x="8169" y="493"/>
                </a:lnTo>
                <a:lnTo>
                  <a:pt x="8167" y="486"/>
                </a:lnTo>
                <a:lnTo>
                  <a:pt x="8169" y="477"/>
                </a:lnTo>
                <a:lnTo>
                  <a:pt x="8187" y="468"/>
                </a:lnTo>
                <a:lnTo>
                  <a:pt x="8216" y="467"/>
                </a:lnTo>
                <a:lnTo>
                  <a:pt x="8242" y="466"/>
                </a:lnTo>
                <a:lnTo>
                  <a:pt x="8264" y="457"/>
                </a:lnTo>
                <a:lnTo>
                  <a:pt x="8271" y="448"/>
                </a:lnTo>
                <a:lnTo>
                  <a:pt x="8271" y="442"/>
                </a:lnTo>
                <a:lnTo>
                  <a:pt x="8270" y="432"/>
                </a:lnTo>
                <a:lnTo>
                  <a:pt x="8261" y="424"/>
                </a:lnTo>
                <a:lnTo>
                  <a:pt x="8253" y="423"/>
                </a:lnTo>
                <a:lnTo>
                  <a:pt x="8248" y="425"/>
                </a:lnTo>
                <a:lnTo>
                  <a:pt x="8225" y="434"/>
                </a:lnTo>
                <a:lnTo>
                  <a:pt x="8200" y="444"/>
                </a:lnTo>
                <a:lnTo>
                  <a:pt x="8189" y="447"/>
                </a:lnTo>
                <a:lnTo>
                  <a:pt x="8176" y="438"/>
                </a:lnTo>
                <a:lnTo>
                  <a:pt x="8175" y="427"/>
                </a:lnTo>
                <a:lnTo>
                  <a:pt x="8176" y="422"/>
                </a:lnTo>
                <a:lnTo>
                  <a:pt x="8182" y="412"/>
                </a:lnTo>
                <a:lnTo>
                  <a:pt x="8199" y="398"/>
                </a:lnTo>
                <a:lnTo>
                  <a:pt x="8231" y="386"/>
                </a:lnTo>
                <a:lnTo>
                  <a:pt x="8263" y="385"/>
                </a:lnTo>
                <a:lnTo>
                  <a:pt x="8275" y="392"/>
                </a:lnTo>
                <a:lnTo>
                  <a:pt x="8283" y="394"/>
                </a:lnTo>
                <a:lnTo>
                  <a:pt x="8293" y="387"/>
                </a:lnTo>
                <a:lnTo>
                  <a:pt x="8294" y="378"/>
                </a:lnTo>
                <a:lnTo>
                  <a:pt x="8294" y="371"/>
                </a:lnTo>
                <a:lnTo>
                  <a:pt x="8289" y="359"/>
                </a:lnTo>
                <a:lnTo>
                  <a:pt x="8275" y="347"/>
                </a:lnTo>
                <a:lnTo>
                  <a:pt x="8248" y="341"/>
                </a:lnTo>
                <a:lnTo>
                  <a:pt x="8216" y="348"/>
                </a:lnTo>
                <a:lnTo>
                  <a:pt x="8199" y="358"/>
                </a:lnTo>
                <a:lnTo>
                  <a:pt x="8179" y="370"/>
                </a:lnTo>
                <a:lnTo>
                  <a:pt x="8155" y="382"/>
                </a:lnTo>
                <a:lnTo>
                  <a:pt x="8149" y="379"/>
                </a:lnTo>
                <a:lnTo>
                  <a:pt x="8162" y="363"/>
                </a:lnTo>
                <a:lnTo>
                  <a:pt x="8177" y="349"/>
                </a:lnTo>
                <a:lnTo>
                  <a:pt x="8193" y="335"/>
                </a:lnTo>
                <a:lnTo>
                  <a:pt x="8200" y="325"/>
                </a:lnTo>
                <a:lnTo>
                  <a:pt x="8195" y="324"/>
                </a:lnTo>
                <a:lnTo>
                  <a:pt x="8189" y="326"/>
                </a:lnTo>
                <a:lnTo>
                  <a:pt x="8181" y="328"/>
                </a:lnTo>
                <a:lnTo>
                  <a:pt x="8171" y="328"/>
                </a:lnTo>
                <a:lnTo>
                  <a:pt x="8167" y="318"/>
                </a:lnTo>
                <a:lnTo>
                  <a:pt x="8170" y="300"/>
                </a:lnTo>
                <a:lnTo>
                  <a:pt x="8175" y="287"/>
                </a:lnTo>
                <a:lnTo>
                  <a:pt x="8189" y="271"/>
                </a:lnTo>
                <a:lnTo>
                  <a:pt x="8195" y="270"/>
                </a:lnTo>
                <a:lnTo>
                  <a:pt x="8204" y="270"/>
                </a:lnTo>
                <a:lnTo>
                  <a:pt x="8218" y="260"/>
                </a:lnTo>
                <a:lnTo>
                  <a:pt x="8221" y="252"/>
                </a:lnTo>
                <a:lnTo>
                  <a:pt x="8223" y="247"/>
                </a:lnTo>
                <a:lnTo>
                  <a:pt x="8220" y="240"/>
                </a:lnTo>
                <a:lnTo>
                  <a:pt x="8208" y="233"/>
                </a:lnTo>
                <a:lnTo>
                  <a:pt x="8192" y="232"/>
                </a:lnTo>
                <a:lnTo>
                  <a:pt x="8182" y="231"/>
                </a:lnTo>
                <a:lnTo>
                  <a:pt x="8169" y="227"/>
                </a:lnTo>
                <a:lnTo>
                  <a:pt x="8162" y="220"/>
                </a:lnTo>
                <a:lnTo>
                  <a:pt x="8162" y="207"/>
                </a:lnTo>
                <a:lnTo>
                  <a:pt x="8164" y="197"/>
                </a:lnTo>
                <a:lnTo>
                  <a:pt x="8167" y="180"/>
                </a:lnTo>
                <a:lnTo>
                  <a:pt x="8165" y="163"/>
                </a:lnTo>
                <a:lnTo>
                  <a:pt x="8159" y="157"/>
                </a:lnTo>
                <a:lnTo>
                  <a:pt x="8144" y="154"/>
                </a:lnTo>
                <a:lnTo>
                  <a:pt x="8112" y="166"/>
                </a:lnTo>
                <a:lnTo>
                  <a:pt x="8093" y="179"/>
                </a:lnTo>
                <a:lnTo>
                  <a:pt x="8057" y="204"/>
                </a:lnTo>
                <a:lnTo>
                  <a:pt x="8030" y="214"/>
                </a:lnTo>
                <a:lnTo>
                  <a:pt x="8024" y="206"/>
                </a:lnTo>
                <a:lnTo>
                  <a:pt x="8023" y="197"/>
                </a:lnTo>
                <a:lnTo>
                  <a:pt x="8027" y="188"/>
                </a:lnTo>
                <a:lnTo>
                  <a:pt x="8060" y="160"/>
                </a:lnTo>
                <a:lnTo>
                  <a:pt x="8083" y="145"/>
                </a:lnTo>
                <a:lnTo>
                  <a:pt x="8108" y="129"/>
                </a:lnTo>
                <a:lnTo>
                  <a:pt x="8138" y="103"/>
                </a:lnTo>
                <a:lnTo>
                  <a:pt x="8141" y="91"/>
                </a:lnTo>
                <a:lnTo>
                  <a:pt x="8135" y="86"/>
                </a:lnTo>
                <a:lnTo>
                  <a:pt x="8113" y="84"/>
                </a:lnTo>
                <a:lnTo>
                  <a:pt x="8089" y="88"/>
                </a:lnTo>
                <a:lnTo>
                  <a:pt x="8074" y="91"/>
                </a:lnTo>
                <a:lnTo>
                  <a:pt x="8052" y="93"/>
                </a:lnTo>
                <a:lnTo>
                  <a:pt x="8039" y="88"/>
                </a:lnTo>
                <a:lnTo>
                  <a:pt x="8031" y="74"/>
                </a:lnTo>
                <a:lnTo>
                  <a:pt x="8028" y="62"/>
                </a:lnTo>
                <a:lnTo>
                  <a:pt x="8023" y="47"/>
                </a:lnTo>
                <a:lnTo>
                  <a:pt x="8010" y="36"/>
                </a:lnTo>
                <a:lnTo>
                  <a:pt x="8001" y="34"/>
                </a:lnTo>
                <a:lnTo>
                  <a:pt x="7995" y="35"/>
                </a:lnTo>
                <a:lnTo>
                  <a:pt x="7971" y="43"/>
                </a:lnTo>
                <a:lnTo>
                  <a:pt x="7949" y="45"/>
                </a:lnTo>
                <a:lnTo>
                  <a:pt x="7938" y="48"/>
                </a:lnTo>
                <a:lnTo>
                  <a:pt x="7899" y="73"/>
                </a:lnTo>
                <a:lnTo>
                  <a:pt x="7880" y="90"/>
                </a:lnTo>
                <a:lnTo>
                  <a:pt x="7855" y="111"/>
                </a:lnTo>
                <a:lnTo>
                  <a:pt x="7833" y="121"/>
                </a:lnTo>
                <a:lnTo>
                  <a:pt x="7823" y="116"/>
                </a:lnTo>
                <a:lnTo>
                  <a:pt x="7819" y="110"/>
                </a:lnTo>
                <a:lnTo>
                  <a:pt x="7811" y="99"/>
                </a:lnTo>
                <a:lnTo>
                  <a:pt x="7804" y="103"/>
                </a:lnTo>
                <a:lnTo>
                  <a:pt x="7804" y="116"/>
                </a:lnTo>
                <a:lnTo>
                  <a:pt x="7803" y="128"/>
                </a:lnTo>
                <a:lnTo>
                  <a:pt x="7794" y="145"/>
                </a:lnTo>
                <a:lnTo>
                  <a:pt x="7787" y="146"/>
                </a:lnTo>
                <a:lnTo>
                  <a:pt x="7781" y="149"/>
                </a:lnTo>
                <a:lnTo>
                  <a:pt x="7771" y="163"/>
                </a:lnTo>
                <a:lnTo>
                  <a:pt x="7770" y="174"/>
                </a:lnTo>
                <a:lnTo>
                  <a:pt x="7769" y="183"/>
                </a:lnTo>
                <a:lnTo>
                  <a:pt x="7761" y="191"/>
                </a:lnTo>
                <a:lnTo>
                  <a:pt x="7753" y="189"/>
                </a:lnTo>
                <a:lnTo>
                  <a:pt x="7746" y="187"/>
                </a:lnTo>
                <a:lnTo>
                  <a:pt x="7737" y="195"/>
                </a:lnTo>
                <a:lnTo>
                  <a:pt x="7736" y="206"/>
                </a:lnTo>
                <a:lnTo>
                  <a:pt x="7736" y="212"/>
                </a:lnTo>
                <a:lnTo>
                  <a:pt x="7732" y="221"/>
                </a:lnTo>
                <a:lnTo>
                  <a:pt x="7724" y="226"/>
                </a:lnTo>
                <a:lnTo>
                  <a:pt x="7713" y="226"/>
                </a:lnTo>
                <a:lnTo>
                  <a:pt x="7706" y="224"/>
                </a:lnTo>
                <a:lnTo>
                  <a:pt x="7698" y="221"/>
                </a:lnTo>
                <a:lnTo>
                  <a:pt x="7684" y="222"/>
                </a:lnTo>
                <a:lnTo>
                  <a:pt x="7671" y="231"/>
                </a:lnTo>
                <a:lnTo>
                  <a:pt x="7660" y="246"/>
                </a:lnTo>
                <a:lnTo>
                  <a:pt x="7655" y="257"/>
                </a:lnTo>
                <a:lnTo>
                  <a:pt x="7645" y="275"/>
                </a:lnTo>
                <a:lnTo>
                  <a:pt x="7625" y="291"/>
                </a:lnTo>
                <a:lnTo>
                  <a:pt x="7611" y="296"/>
                </a:lnTo>
                <a:lnTo>
                  <a:pt x="7596" y="296"/>
                </a:lnTo>
                <a:lnTo>
                  <a:pt x="7582" y="291"/>
                </a:lnTo>
                <a:lnTo>
                  <a:pt x="7563" y="274"/>
                </a:lnTo>
                <a:lnTo>
                  <a:pt x="7552" y="255"/>
                </a:lnTo>
                <a:lnTo>
                  <a:pt x="7546" y="241"/>
                </a:lnTo>
                <a:lnTo>
                  <a:pt x="7534" y="223"/>
                </a:lnTo>
                <a:lnTo>
                  <a:pt x="7514" y="217"/>
                </a:lnTo>
                <a:lnTo>
                  <a:pt x="7484" y="219"/>
                </a:lnTo>
                <a:lnTo>
                  <a:pt x="7461" y="222"/>
                </a:lnTo>
                <a:lnTo>
                  <a:pt x="7441" y="226"/>
                </a:lnTo>
                <a:lnTo>
                  <a:pt x="7408" y="239"/>
                </a:lnTo>
                <a:lnTo>
                  <a:pt x="7376" y="259"/>
                </a:lnTo>
                <a:lnTo>
                  <a:pt x="7344" y="289"/>
                </a:lnTo>
                <a:lnTo>
                  <a:pt x="7326" y="311"/>
                </a:lnTo>
                <a:lnTo>
                  <a:pt x="7292" y="346"/>
                </a:lnTo>
                <a:lnTo>
                  <a:pt x="7256" y="372"/>
                </a:lnTo>
                <a:lnTo>
                  <a:pt x="7237" y="376"/>
                </a:lnTo>
                <a:lnTo>
                  <a:pt x="7227" y="374"/>
                </a:lnTo>
                <a:lnTo>
                  <a:pt x="7220" y="372"/>
                </a:lnTo>
                <a:lnTo>
                  <a:pt x="7203" y="374"/>
                </a:lnTo>
                <a:lnTo>
                  <a:pt x="7175" y="388"/>
                </a:lnTo>
                <a:lnTo>
                  <a:pt x="7153" y="407"/>
                </a:lnTo>
                <a:lnTo>
                  <a:pt x="7135" y="424"/>
                </a:lnTo>
                <a:lnTo>
                  <a:pt x="7103" y="448"/>
                </a:lnTo>
                <a:lnTo>
                  <a:pt x="7095" y="450"/>
                </a:lnTo>
                <a:lnTo>
                  <a:pt x="7089" y="450"/>
                </a:lnTo>
                <a:lnTo>
                  <a:pt x="7080" y="446"/>
                </a:lnTo>
                <a:lnTo>
                  <a:pt x="7076" y="434"/>
                </a:lnTo>
                <a:lnTo>
                  <a:pt x="7087" y="409"/>
                </a:lnTo>
                <a:lnTo>
                  <a:pt x="7111" y="377"/>
                </a:lnTo>
                <a:lnTo>
                  <a:pt x="7128" y="361"/>
                </a:lnTo>
                <a:lnTo>
                  <a:pt x="7147" y="343"/>
                </a:lnTo>
                <a:lnTo>
                  <a:pt x="7172" y="308"/>
                </a:lnTo>
                <a:lnTo>
                  <a:pt x="7179" y="288"/>
                </a:lnTo>
                <a:lnTo>
                  <a:pt x="7178" y="277"/>
                </a:lnTo>
                <a:lnTo>
                  <a:pt x="7173" y="269"/>
                </a:lnTo>
                <a:lnTo>
                  <a:pt x="7163" y="265"/>
                </a:lnTo>
                <a:lnTo>
                  <a:pt x="7155" y="265"/>
                </a:lnTo>
                <a:lnTo>
                  <a:pt x="7145" y="266"/>
                </a:lnTo>
                <a:lnTo>
                  <a:pt x="7128" y="274"/>
                </a:lnTo>
                <a:lnTo>
                  <a:pt x="7125" y="280"/>
                </a:lnTo>
                <a:lnTo>
                  <a:pt x="7120" y="287"/>
                </a:lnTo>
                <a:lnTo>
                  <a:pt x="7092" y="302"/>
                </a:lnTo>
                <a:lnTo>
                  <a:pt x="7072" y="307"/>
                </a:lnTo>
                <a:lnTo>
                  <a:pt x="7056" y="312"/>
                </a:lnTo>
                <a:lnTo>
                  <a:pt x="7038" y="314"/>
                </a:lnTo>
                <a:lnTo>
                  <a:pt x="7031" y="306"/>
                </a:lnTo>
                <a:lnTo>
                  <a:pt x="7033" y="288"/>
                </a:lnTo>
                <a:lnTo>
                  <a:pt x="7037" y="273"/>
                </a:lnTo>
                <a:lnTo>
                  <a:pt x="7042" y="250"/>
                </a:lnTo>
                <a:lnTo>
                  <a:pt x="7039" y="236"/>
                </a:lnTo>
                <a:lnTo>
                  <a:pt x="7032" y="236"/>
                </a:lnTo>
                <a:lnTo>
                  <a:pt x="7025" y="238"/>
                </a:lnTo>
                <a:lnTo>
                  <a:pt x="7000" y="248"/>
                </a:lnTo>
                <a:lnTo>
                  <a:pt x="6974" y="258"/>
                </a:lnTo>
                <a:lnTo>
                  <a:pt x="6962" y="264"/>
                </a:lnTo>
                <a:lnTo>
                  <a:pt x="6939" y="286"/>
                </a:lnTo>
                <a:lnTo>
                  <a:pt x="6933" y="300"/>
                </a:lnTo>
                <a:lnTo>
                  <a:pt x="6927" y="311"/>
                </a:lnTo>
                <a:lnTo>
                  <a:pt x="6918" y="320"/>
                </a:lnTo>
                <a:lnTo>
                  <a:pt x="6898" y="307"/>
                </a:lnTo>
                <a:lnTo>
                  <a:pt x="6870" y="273"/>
                </a:lnTo>
                <a:lnTo>
                  <a:pt x="6846" y="244"/>
                </a:lnTo>
                <a:lnTo>
                  <a:pt x="6837" y="221"/>
                </a:lnTo>
                <a:lnTo>
                  <a:pt x="6842" y="214"/>
                </a:lnTo>
                <a:lnTo>
                  <a:pt x="6849" y="214"/>
                </a:lnTo>
                <a:lnTo>
                  <a:pt x="6860" y="213"/>
                </a:lnTo>
                <a:lnTo>
                  <a:pt x="6874" y="204"/>
                </a:lnTo>
                <a:lnTo>
                  <a:pt x="6875" y="197"/>
                </a:lnTo>
                <a:lnTo>
                  <a:pt x="6874" y="194"/>
                </a:lnTo>
                <a:lnTo>
                  <a:pt x="6868" y="188"/>
                </a:lnTo>
                <a:lnTo>
                  <a:pt x="6848" y="181"/>
                </a:lnTo>
                <a:lnTo>
                  <a:pt x="6831" y="181"/>
                </a:lnTo>
                <a:lnTo>
                  <a:pt x="6818" y="180"/>
                </a:lnTo>
                <a:lnTo>
                  <a:pt x="6803" y="177"/>
                </a:lnTo>
                <a:lnTo>
                  <a:pt x="6796" y="170"/>
                </a:lnTo>
                <a:lnTo>
                  <a:pt x="6796" y="157"/>
                </a:lnTo>
                <a:lnTo>
                  <a:pt x="6799" y="146"/>
                </a:lnTo>
                <a:lnTo>
                  <a:pt x="6802" y="137"/>
                </a:lnTo>
                <a:lnTo>
                  <a:pt x="6803" y="124"/>
                </a:lnTo>
                <a:lnTo>
                  <a:pt x="6797" y="116"/>
                </a:lnTo>
                <a:lnTo>
                  <a:pt x="6785" y="113"/>
                </a:lnTo>
                <a:lnTo>
                  <a:pt x="6775" y="113"/>
                </a:lnTo>
                <a:lnTo>
                  <a:pt x="6760" y="114"/>
                </a:lnTo>
                <a:lnTo>
                  <a:pt x="6742" y="123"/>
                </a:lnTo>
                <a:lnTo>
                  <a:pt x="6740" y="130"/>
                </a:lnTo>
                <a:lnTo>
                  <a:pt x="6739" y="136"/>
                </a:lnTo>
                <a:lnTo>
                  <a:pt x="6729" y="145"/>
                </a:lnTo>
                <a:lnTo>
                  <a:pt x="6723" y="146"/>
                </a:lnTo>
                <a:lnTo>
                  <a:pt x="6709" y="151"/>
                </a:lnTo>
                <a:lnTo>
                  <a:pt x="6635" y="183"/>
                </a:lnTo>
                <a:lnTo>
                  <a:pt x="6586" y="206"/>
                </a:lnTo>
                <a:lnTo>
                  <a:pt x="6492" y="252"/>
                </a:lnTo>
                <a:lnTo>
                  <a:pt x="6461" y="265"/>
                </a:lnTo>
                <a:lnTo>
                  <a:pt x="6456" y="257"/>
                </a:lnTo>
                <a:lnTo>
                  <a:pt x="6447" y="230"/>
                </a:lnTo>
                <a:lnTo>
                  <a:pt x="6437" y="194"/>
                </a:lnTo>
                <a:lnTo>
                  <a:pt x="6385" y="232"/>
                </a:lnTo>
                <a:lnTo>
                  <a:pt x="6364" y="246"/>
                </a:lnTo>
                <a:lnTo>
                  <a:pt x="6330" y="262"/>
                </a:lnTo>
                <a:lnTo>
                  <a:pt x="6324" y="262"/>
                </a:lnTo>
                <a:lnTo>
                  <a:pt x="6319" y="255"/>
                </a:lnTo>
                <a:lnTo>
                  <a:pt x="6323" y="235"/>
                </a:lnTo>
                <a:lnTo>
                  <a:pt x="6339" y="211"/>
                </a:lnTo>
                <a:lnTo>
                  <a:pt x="6363" y="191"/>
                </a:lnTo>
                <a:lnTo>
                  <a:pt x="6378" y="184"/>
                </a:lnTo>
                <a:lnTo>
                  <a:pt x="6394" y="174"/>
                </a:lnTo>
                <a:lnTo>
                  <a:pt x="6417" y="149"/>
                </a:lnTo>
                <a:lnTo>
                  <a:pt x="6419" y="136"/>
                </a:lnTo>
                <a:lnTo>
                  <a:pt x="6418" y="123"/>
                </a:lnTo>
                <a:lnTo>
                  <a:pt x="6407" y="118"/>
                </a:lnTo>
                <a:lnTo>
                  <a:pt x="6398" y="125"/>
                </a:lnTo>
                <a:lnTo>
                  <a:pt x="6387" y="132"/>
                </a:lnTo>
                <a:lnTo>
                  <a:pt x="6350" y="147"/>
                </a:lnTo>
                <a:lnTo>
                  <a:pt x="6329" y="154"/>
                </a:lnTo>
                <a:lnTo>
                  <a:pt x="6314" y="157"/>
                </a:lnTo>
                <a:lnTo>
                  <a:pt x="6296" y="159"/>
                </a:lnTo>
                <a:lnTo>
                  <a:pt x="6289" y="153"/>
                </a:lnTo>
                <a:lnTo>
                  <a:pt x="6290" y="136"/>
                </a:lnTo>
                <a:lnTo>
                  <a:pt x="6294" y="123"/>
                </a:lnTo>
                <a:lnTo>
                  <a:pt x="6296" y="110"/>
                </a:lnTo>
                <a:lnTo>
                  <a:pt x="6297" y="94"/>
                </a:lnTo>
                <a:lnTo>
                  <a:pt x="6291" y="88"/>
                </a:lnTo>
                <a:lnTo>
                  <a:pt x="6276" y="89"/>
                </a:lnTo>
                <a:lnTo>
                  <a:pt x="6264" y="91"/>
                </a:lnTo>
                <a:lnTo>
                  <a:pt x="6244" y="97"/>
                </a:lnTo>
                <a:lnTo>
                  <a:pt x="6211" y="111"/>
                </a:lnTo>
                <a:lnTo>
                  <a:pt x="6186" y="129"/>
                </a:lnTo>
                <a:lnTo>
                  <a:pt x="6171" y="146"/>
                </a:lnTo>
                <a:lnTo>
                  <a:pt x="6170" y="156"/>
                </a:lnTo>
                <a:lnTo>
                  <a:pt x="6168" y="162"/>
                </a:lnTo>
                <a:lnTo>
                  <a:pt x="6151" y="175"/>
                </a:lnTo>
                <a:lnTo>
                  <a:pt x="6138" y="179"/>
                </a:lnTo>
                <a:lnTo>
                  <a:pt x="6119" y="183"/>
                </a:lnTo>
                <a:lnTo>
                  <a:pt x="6086" y="201"/>
                </a:lnTo>
                <a:lnTo>
                  <a:pt x="6063" y="227"/>
                </a:lnTo>
                <a:lnTo>
                  <a:pt x="6053" y="257"/>
                </a:lnTo>
                <a:lnTo>
                  <a:pt x="6056" y="272"/>
                </a:lnTo>
                <a:lnTo>
                  <a:pt x="6059" y="285"/>
                </a:lnTo>
                <a:lnTo>
                  <a:pt x="6057" y="292"/>
                </a:lnTo>
                <a:lnTo>
                  <a:pt x="6054" y="285"/>
                </a:lnTo>
                <a:lnTo>
                  <a:pt x="6048" y="275"/>
                </a:lnTo>
                <a:lnTo>
                  <a:pt x="6035" y="265"/>
                </a:lnTo>
                <a:lnTo>
                  <a:pt x="6024" y="267"/>
                </a:lnTo>
                <a:lnTo>
                  <a:pt x="6021" y="281"/>
                </a:lnTo>
                <a:lnTo>
                  <a:pt x="6025" y="292"/>
                </a:lnTo>
                <a:lnTo>
                  <a:pt x="6027" y="300"/>
                </a:lnTo>
                <a:lnTo>
                  <a:pt x="6028" y="311"/>
                </a:lnTo>
                <a:lnTo>
                  <a:pt x="6015" y="315"/>
                </a:lnTo>
                <a:lnTo>
                  <a:pt x="5991" y="308"/>
                </a:lnTo>
                <a:lnTo>
                  <a:pt x="5977" y="305"/>
                </a:lnTo>
                <a:lnTo>
                  <a:pt x="5958" y="304"/>
                </a:lnTo>
                <a:lnTo>
                  <a:pt x="5949" y="311"/>
                </a:lnTo>
                <a:lnTo>
                  <a:pt x="5945" y="326"/>
                </a:lnTo>
                <a:lnTo>
                  <a:pt x="5945" y="338"/>
                </a:lnTo>
                <a:lnTo>
                  <a:pt x="5945" y="354"/>
                </a:lnTo>
                <a:lnTo>
                  <a:pt x="5938" y="382"/>
                </a:lnTo>
                <a:lnTo>
                  <a:pt x="5934" y="388"/>
                </a:lnTo>
                <a:lnTo>
                  <a:pt x="5930" y="390"/>
                </a:lnTo>
                <a:lnTo>
                  <a:pt x="5920" y="387"/>
                </a:lnTo>
                <a:lnTo>
                  <a:pt x="5899" y="371"/>
                </a:lnTo>
                <a:lnTo>
                  <a:pt x="5868" y="336"/>
                </a:lnTo>
                <a:lnTo>
                  <a:pt x="5853" y="309"/>
                </a:lnTo>
                <a:lnTo>
                  <a:pt x="5850" y="295"/>
                </a:lnTo>
                <a:lnTo>
                  <a:pt x="5851" y="290"/>
                </a:lnTo>
                <a:lnTo>
                  <a:pt x="5853" y="280"/>
                </a:lnTo>
                <a:lnTo>
                  <a:pt x="5846" y="259"/>
                </a:lnTo>
                <a:lnTo>
                  <a:pt x="5829" y="244"/>
                </a:lnTo>
                <a:lnTo>
                  <a:pt x="5811" y="240"/>
                </a:lnTo>
                <a:lnTo>
                  <a:pt x="5802" y="245"/>
                </a:lnTo>
                <a:lnTo>
                  <a:pt x="5796" y="249"/>
                </a:lnTo>
                <a:lnTo>
                  <a:pt x="5794" y="246"/>
                </a:lnTo>
                <a:lnTo>
                  <a:pt x="5797" y="240"/>
                </a:lnTo>
                <a:lnTo>
                  <a:pt x="5801" y="227"/>
                </a:lnTo>
                <a:lnTo>
                  <a:pt x="5798" y="197"/>
                </a:lnTo>
                <a:lnTo>
                  <a:pt x="5783" y="170"/>
                </a:lnTo>
                <a:lnTo>
                  <a:pt x="5768" y="158"/>
                </a:lnTo>
                <a:lnTo>
                  <a:pt x="5757" y="156"/>
                </a:lnTo>
                <a:lnTo>
                  <a:pt x="5752" y="157"/>
                </a:lnTo>
                <a:lnTo>
                  <a:pt x="5742" y="160"/>
                </a:lnTo>
                <a:lnTo>
                  <a:pt x="5728" y="151"/>
                </a:lnTo>
                <a:lnTo>
                  <a:pt x="5725" y="131"/>
                </a:lnTo>
                <a:lnTo>
                  <a:pt x="5733" y="112"/>
                </a:lnTo>
                <a:lnTo>
                  <a:pt x="5743" y="105"/>
                </a:lnTo>
                <a:lnTo>
                  <a:pt x="5753" y="97"/>
                </a:lnTo>
                <a:lnTo>
                  <a:pt x="5761" y="82"/>
                </a:lnTo>
                <a:lnTo>
                  <a:pt x="5756" y="70"/>
                </a:lnTo>
                <a:lnTo>
                  <a:pt x="5740" y="64"/>
                </a:lnTo>
                <a:lnTo>
                  <a:pt x="5727" y="67"/>
                </a:lnTo>
                <a:lnTo>
                  <a:pt x="5718" y="70"/>
                </a:lnTo>
                <a:lnTo>
                  <a:pt x="5705" y="67"/>
                </a:lnTo>
                <a:lnTo>
                  <a:pt x="5696" y="61"/>
                </a:lnTo>
                <a:lnTo>
                  <a:pt x="5690" y="48"/>
                </a:lnTo>
                <a:lnTo>
                  <a:pt x="5689" y="39"/>
                </a:lnTo>
                <a:lnTo>
                  <a:pt x="5687" y="28"/>
                </a:lnTo>
                <a:lnTo>
                  <a:pt x="5678" y="13"/>
                </a:lnTo>
                <a:lnTo>
                  <a:pt x="5664" y="3"/>
                </a:lnTo>
                <a:lnTo>
                  <a:pt x="5643" y="0"/>
                </a:lnTo>
                <a:lnTo>
                  <a:pt x="5603" y="6"/>
                </a:lnTo>
                <a:lnTo>
                  <a:pt x="5528" y="38"/>
                </a:lnTo>
                <a:lnTo>
                  <a:pt x="5481" y="64"/>
                </a:lnTo>
                <a:close/>
                <a:moveTo>
                  <a:pt x="5625" y="120"/>
                </a:moveTo>
                <a:lnTo>
                  <a:pt x="5624" y="124"/>
                </a:lnTo>
                <a:lnTo>
                  <a:pt x="5615" y="134"/>
                </a:lnTo>
                <a:lnTo>
                  <a:pt x="5608" y="138"/>
                </a:lnTo>
                <a:lnTo>
                  <a:pt x="5602" y="141"/>
                </a:lnTo>
                <a:lnTo>
                  <a:pt x="5592" y="137"/>
                </a:lnTo>
                <a:lnTo>
                  <a:pt x="5591" y="131"/>
                </a:lnTo>
                <a:lnTo>
                  <a:pt x="5592" y="124"/>
                </a:lnTo>
                <a:lnTo>
                  <a:pt x="5602" y="114"/>
                </a:lnTo>
                <a:lnTo>
                  <a:pt x="5608" y="113"/>
                </a:lnTo>
                <a:lnTo>
                  <a:pt x="5615" y="113"/>
                </a:lnTo>
                <a:lnTo>
                  <a:pt x="5624" y="117"/>
                </a:lnTo>
                <a:lnTo>
                  <a:pt x="5625" y="120"/>
                </a:lnTo>
                <a:close/>
                <a:moveTo>
                  <a:pt x="6211" y="343"/>
                </a:moveTo>
                <a:lnTo>
                  <a:pt x="6192" y="359"/>
                </a:lnTo>
                <a:lnTo>
                  <a:pt x="6164" y="373"/>
                </a:lnTo>
                <a:lnTo>
                  <a:pt x="6151" y="375"/>
                </a:lnTo>
                <a:lnTo>
                  <a:pt x="6147" y="373"/>
                </a:lnTo>
                <a:lnTo>
                  <a:pt x="6144" y="370"/>
                </a:lnTo>
                <a:lnTo>
                  <a:pt x="6144" y="362"/>
                </a:lnTo>
                <a:lnTo>
                  <a:pt x="6157" y="345"/>
                </a:lnTo>
                <a:lnTo>
                  <a:pt x="6177" y="333"/>
                </a:lnTo>
                <a:lnTo>
                  <a:pt x="6202" y="317"/>
                </a:lnTo>
                <a:lnTo>
                  <a:pt x="6233" y="301"/>
                </a:lnTo>
                <a:lnTo>
                  <a:pt x="6242" y="302"/>
                </a:lnTo>
                <a:lnTo>
                  <a:pt x="6241" y="308"/>
                </a:lnTo>
                <a:lnTo>
                  <a:pt x="6229" y="325"/>
                </a:lnTo>
                <a:lnTo>
                  <a:pt x="6211" y="343"/>
                </a:lnTo>
                <a:close/>
                <a:moveTo>
                  <a:pt x="6115" y="348"/>
                </a:moveTo>
                <a:lnTo>
                  <a:pt x="6114" y="354"/>
                </a:lnTo>
                <a:lnTo>
                  <a:pt x="6101" y="367"/>
                </a:lnTo>
                <a:lnTo>
                  <a:pt x="6094" y="371"/>
                </a:lnTo>
                <a:lnTo>
                  <a:pt x="6088" y="373"/>
                </a:lnTo>
                <a:lnTo>
                  <a:pt x="6082" y="378"/>
                </a:lnTo>
                <a:lnTo>
                  <a:pt x="6083" y="389"/>
                </a:lnTo>
                <a:lnTo>
                  <a:pt x="6092" y="404"/>
                </a:lnTo>
                <a:lnTo>
                  <a:pt x="6098" y="411"/>
                </a:lnTo>
                <a:lnTo>
                  <a:pt x="6100" y="426"/>
                </a:lnTo>
                <a:lnTo>
                  <a:pt x="6091" y="445"/>
                </a:lnTo>
                <a:lnTo>
                  <a:pt x="6066" y="473"/>
                </a:lnTo>
                <a:lnTo>
                  <a:pt x="6047" y="491"/>
                </a:lnTo>
                <a:lnTo>
                  <a:pt x="6019" y="516"/>
                </a:lnTo>
                <a:lnTo>
                  <a:pt x="5978" y="544"/>
                </a:lnTo>
                <a:lnTo>
                  <a:pt x="5962" y="547"/>
                </a:lnTo>
                <a:lnTo>
                  <a:pt x="5959" y="541"/>
                </a:lnTo>
                <a:lnTo>
                  <a:pt x="5970" y="520"/>
                </a:lnTo>
                <a:lnTo>
                  <a:pt x="5990" y="496"/>
                </a:lnTo>
                <a:lnTo>
                  <a:pt x="6005" y="479"/>
                </a:lnTo>
                <a:lnTo>
                  <a:pt x="6023" y="465"/>
                </a:lnTo>
                <a:lnTo>
                  <a:pt x="6029" y="464"/>
                </a:lnTo>
                <a:lnTo>
                  <a:pt x="6030" y="467"/>
                </a:lnTo>
                <a:lnTo>
                  <a:pt x="6030" y="475"/>
                </a:lnTo>
                <a:lnTo>
                  <a:pt x="6040" y="480"/>
                </a:lnTo>
                <a:lnTo>
                  <a:pt x="6046" y="478"/>
                </a:lnTo>
                <a:lnTo>
                  <a:pt x="6051" y="469"/>
                </a:lnTo>
                <a:lnTo>
                  <a:pt x="6056" y="427"/>
                </a:lnTo>
                <a:lnTo>
                  <a:pt x="6054" y="400"/>
                </a:lnTo>
                <a:lnTo>
                  <a:pt x="6052" y="379"/>
                </a:lnTo>
                <a:lnTo>
                  <a:pt x="6051" y="352"/>
                </a:lnTo>
                <a:lnTo>
                  <a:pt x="6057" y="338"/>
                </a:lnTo>
                <a:lnTo>
                  <a:pt x="6070" y="333"/>
                </a:lnTo>
                <a:lnTo>
                  <a:pt x="6081" y="333"/>
                </a:lnTo>
                <a:lnTo>
                  <a:pt x="6094" y="333"/>
                </a:lnTo>
                <a:lnTo>
                  <a:pt x="6113" y="342"/>
                </a:lnTo>
                <a:lnTo>
                  <a:pt x="6115" y="348"/>
                </a:lnTo>
                <a:close/>
                <a:moveTo>
                  <a:pt x="5782" y="383"/>
                </a:moveTo>
                <a:lnTo>
                  <a:pt x="5777" y="397"/>
                </a:lnTo>
                <a:lnTo>
                  <a:pt x="5765" y="415"/>
                </a:lnTo>
                <a:lnTo>
                  <a:pt x="5758" y="417"/>
                </a:lnTo>
                <a:lnTo>
                  <a:pt x="5752" y="417"/>
                </a:lnTo>
                <a:lnTo>
                  <a:pt x="5745" y="414"/>
                </a:lnTo>
                <a:lnTo>
                  <a:pt x="5745" y="399"/>
                </a:lnTo>
                <a:lnTo>
                  <a:pt x="5753" y="376"/>
                </a:lnTo>
                <a:lnTo>
                  <a:pt x="5759" y="363"/>
                </a:lnTo>
                <a:lnTo>
                  <a:pt x="5772" y="350"/>
                </a:lnTo>
                <a:lnTo>
                  <a:pt x="5781" y="352"/>
                </a:lnTo>
                <a:lnTo>
                  <a:pt x="5784" y="369"/>
                </a:lnTo>
                <a:lnTo>
                  <a:pt x="5782" y="383"/>
                </a:lnTo>
                <a:close/>
                <a:moveTo>
                  <a:pt x="7095" y="548"/>
                </a:moveTo>
                <a:lnTo>
                  <a:pt x="7094" y="555"/>
                </a:lnTo>
                <a:lnTo>
                  <a:pt x="7091" y="561"/>
                </a:lnTo>
                <a:lnTo>
                  <a:pt x="7076" y="561"/>
                </a:lnTo>
                <a:lnTo>
                  <a:pt x="7059" y="551"/>
                </a:lnTo>
                <a:lnTo>
                  <a:pt x="7049" y="546"/>
                </a:lnTo>
                <a:lnTo>
                  <a:pt x="7038" y="536"/>
                </a:lnTo>
                <a:lnTo>
                  <a:pt x="7035" y="527"/>
                </a:lnTo>
                <a:lnTo>
                  <a:pt x="7040" y="515"/>
                </a:lnTo>
                <a:lnTo>
                  <a:pt x="7045" y="508"/>
                </a:lnTo>
                <a:lnTo>
                  <a:pt x="7057" y="495"/>
                </a:lnTo>
                <a:lnTo>
                  <a:pt x="7068" y="493"/>
                </a:lnTo>
                <a:lnTo>
                  <a:pt x="7075" y="499"/>
                </a:lnTo>
                <a:lnTo>
                  <a:pt x="7079" y="505"/>
                </a:lnTo>
                <a:lnTo>
                  <a:pt x="7086" y="514"/>
                </a:lnTo>
                <a:lnTo>
                  <a:pt x="7094" y="538"/>
                </a:lnTo>
                <a:lnTo>
                  <a:pt x="7095" y="548"/>
                </a:lnTo>
                <a:close/>
                <a:moveTo>
                  <a:pt x="3547" y="637"/>
                </a:moveTo>
                <a:lnTo>
                  <a:pt x="3546" y="643"/>
                </a:lnTo>
                <a:lnTo>
                  <a:pt x="3536" y="652"/>
                </a:lnTo>
                <a:lnTo>
                  <a:pt x="3528" y="653"/>
                </a:lnTo>
                <a:lnTo>
                  <a:pt x="3523" y="652"/>
                </a:lnTo>
                <a:lnTo>
                  <a:pt x="3519" y="643"/>
                </a:lnTo>
                <a:lnTo>
                  <a:pt x="3522" y="637"/>
                </a:lnTo>
                <a:lnTo>
                  <a:pt x="3526" y="629"/>
                </a:lnTo>
                <a:lnTo>
                  <a:pt x="3536" y="620"/>
                </a:lnTo>
                <a:lnTo>
                  <a:pt x="3540" y="619"/>
                </a:lnTo>
                <a:lnTo>
                  <a:pt x="3542" y="620"/>
                </a:lnTo>
                <a:lnTo>
                  <a:pt x="3546" y="629"/>
                </a:lnTo>
                <a:lnTo>
                  <a:pt x="3547" y="637"/>
                </a:lnTo>
                <a:close/>
                <a:moveTo>
                  <a:pt x="2854" y="940"/>
                </a:moveTo>
                <a:lnTo>
                  <a:pt x="2853" y="946"/>
                </a:lnTo>
                <a:lnTo>
                  <a:pt x="2843" y="955"/>
                </a:lnTo>
                <a:lnTo>
                  <a:pt x="2836" y="956"/>
                </a:lnTo>
                <a:lnTo>
                  <a:pt x="2830" y="955"/>
                </a:lnTo>
                <a:lnTo>
                  <a:pt x="2827" y="946"/>
                </a:lnTo>
                <a:lnTo>
                  <a:pt x="2829" y="940"/>
                </a:lnTo>
                <a:lnTo>
                  <a:pt x="2833" y="933"/>
                </a:lnTo>
                <a:lnTo>
                  <a:pt x="2843" y="924"/>
                </a:lnTo>
                <a:lnTo>
                  <a:pt x="2848" y="923"/>
                </a:lnTo>
                <a:lnTo>
                  <a:pt x="2850" y="924"/>
                </a:lnTo>
                <a:lnTo>
                  <a:pt x="2854" y="933"/>
                </a:lnTo>
                <a:lnTo>
                  <a:pt x="2854" y="940"/>
                </a:lnTo>
                <a:close/>
                <a:moveTo>
                  <a:pt x="2676" y="1009"/>
                </a:moveTo>
                <a:lnTo>
                  <a:pt x="2670" y="1015"/>
                </a:lnTo>
                <a:lnTo>
                  <a:pt x="2652" y="1023"/>
                </a:lnTo>
                <a:lnTo>
                  <a:pt x="2633" y="1023"/>
                </a:lnTo>
                <a:lnTo>
                  <a:pt x="2619" y="1017"/>
                </a:lnTo>
                <a:lnTo>
                  <a:pt x="2618" y="1011"/>
                </a:lnTo>
                <a:lnTo>
                  <a:pt x="2619" y="1002"/>
                </a:lnTo>
                <a:lnTo>
                  <a:pt x="2625" y="990"/>
                </a:lnTo>
                <a:lnTo>
                  <a:pt x="2636" y="983"/>
                </a:lnTo>
                <a:lnTo>
                  <a:pt x="2652" y="983"/>
                </a:lnTo>
                <a:lnTo>
                  <a:pt x="2661" y="986"/>
                </a:lnTo>
                <a:lnTo>
                  <a:pt x="2671" y="990"/>
                </a:lnTo>
                <a:lnTo>
                  <a:pt x="2678" y="1003"/>
                </a:lnTo>
                <a:lnTo>
                  <a:pt x="2676" y="1009"/>
                </a:lnTo>
                <a:close/>
                <a:moveTo>
                  <a:pt x="2803" y="997"/>
                </a:moveTo>
                <a:lnTo>
                  <a:pt x="2802" y="1001"/>
                </a:lnTo>
                <a:lnTo>
                  <a:pt x="2794" y="1011"/>
                </a:lnTo>
                <a:lnTo>
                  <a:pt x="2787" y="1016"/>
                </a:lnTo>
                <a:lnTo>
                  <a:pt x="2780" y="1018"/>
                </a:lnTo>
                <a:lnTo>
                  <a:pt x="2771" y="1015"/>
                </a:lnTo>
                <a:lnTo>
                  <a:pt x="2770" y="1009"/>
                </a:lnTo>
                <a:lnTo>
                  <a:pt x="2771" y="1002"/>
                </a:lnTo>
                <a:lnTo>
                  <a:pt x="2780" y="992"/>
                </a:lnTo>
                <a:lnTo>
                  <a:pt x="2787" y="991"/>
                </a:lnTo>
                <a:lnTo>
                  <a:pt x="2794" y="991"/>
                </a:lnTo>
                <a:lnTo>
                  <a:pt x="2802" y="995"/>
                </a:lnTo>
                <a:lnTo>
                  <a:pt x="2803" y="997"/>
                </a:lnTo>
                <a:close/>
                <a:moveTo>
                  <a:pt x="2230" y="1110"/>
                </a:moveTo>
                <a:lnTo>
                  <a:pt x="2228" y="1116"/>
                </a:lnTo>
                <a:lnTo>
                  <a:pt x="2213" y="1125"/>
                </a:lnTo>
                <a:lnTo>
                  <a:pt x="2204" y="1126"/>
                </a:lnTo>
                <a:lnTo>
                  <a:pt x="2195" y="1125"/>
                </a:lnTo>
                <a:lnTo>
                  <a:pt x="2183" y="1118"/>
                </a:lnTo>
                <a:lnTo>
                  <a:pt x="2178" y="1107"/>
                </a:lnTo>
                <a:lnTo>
                  <a:pt x="2183" y="1094"/>
                </a:lnTo>
                <a:lnTo>
                  <a:pt x="2189" y="1087"/>
                </a:lnTo>
                <a:lnTo>
                  <a:pt x="2194" y="1083"/>
                </a:lnTo>
                <a:lnTo>
                  <a:pt x="2207" y="1082"/>
                </a:lnTo>
                <a:lnTo>
                  <a:pt x="2221" y="1089"/>
                </a:lnTo>
                <a:lnTo>
                  <a:pt x="2229" y="1102"/>
                </a:lnTo>
                <a:lnTo>
                  <a:pt x="2230" y="1110"/>
                </a:lnTo>
                <a:close/>
                <a:moveTo>
                  <a:pt x="1748" y="1412"/>
                </a:moveTo>
                <a:lnTo>
                  <a:pt x="1743" y="1419"/>
                </a:lnTo>
                <a:lnTo>
                  <a:pt x="1726" y="1428"/>
                </a:lnTo>
                <a:lnTo>
                  <a:pt x="1718" y="1429"/>
                </a:lnTo>
                <a:lnTo>
                  <a:pt x="1711" y="1428"/>
                </a:lnTo>
                <a:lnTo>
                  <a:pt x="1713" y="1419"/>
                </a:lnTo>
                <a:lnTo>
                  <a:pt x="1723" y="1412"/>
                </a:lnTo>
                <a:lnTo>
                  <a:pt x="1743" y="1400"/>
                </a:lnTo>
                <a:lnTo>
                  <a:pt x="1754" y="1398"/>
                </a:lnTo>
                <a:lnTo>
                  <a:pt x="1752" y="1405"/>
                </a:lnTo>
                <a:lnTo>
                  <a:pt x="1748" y="1412"/>
                </a:lnTo>
                <a:close/>
                <a:moveTo>
                  <a:pt x="1688" y="1443"/>
                </a:moveTo>
                <a:lnTo>
                  <a:pt x="1687" y="1451"/>
                </a:lnTo>
                <a:lnTo>
                  <a:pt x="1675" y="1469"/>
                </a:lnTo>
                <a:lnTo>
                  <a:pt x="1657" y="1485"/>
                </a:lnTo>
                <a:lnTo>
                  <a:pt x="1636" y="1496"/>
                </a:lnTo>
                <a:lnTo>
                  <a:pt x="1627" y="1497"/>
                </a:lnTo>
                <a:lnTo>
                  <a:pt x="1619" y="1496"/>
                </a:lnTo>
                <a:lnTo>
                  <a:pt x="1612" y="1493"/>
                </a:lnTo>
                <a:lnTo>
                  <a:pt x="1614" y="1481"/>
                </a:lnTo>
                <a:lnTo>
                  <a:pt x="1625" y="1463"/>
                </a:lnTo>
                <a:lnTo>
                  <a:pt x="1634" y="1451"/>
                </a:lnTo>
                <a:lnTo>
                  <a:pt x="1655" y="1434"/>
                </a:lnTo>
                <a:lnTo>
                  <a:pt x="1674" y="1428"/>
                </a:lnTo>
                <a:lnTo>
                  <a:pt x="1687" y="1434"/>
                </a:lnTo>
                <a:lnTo>
                  <a:pt x="1688" y="1443"/>
                </a:lnTo>
                <a:close/>
                <a:moveTo>
                  <a:pt x="8547" y="1538"/>
                </a:moveTo>
                <a:lnTo>
                  <a:pt x="8546" y="1541"/>
                </a:lnTo>
                <a:lnTo>
                  <a:pt x="8531" y="1550"/>
                </a:lnTo>
                <a:lnTo>
                  <a:pt x="8520" y="1554"/>
                </a:lnTo>
                <a:lnTo>
                  <a:pt x="8511" y="1557"/>
                </a:lnTo>
                <a:lnTo>
                  <a:pt x="8503" y="1554"/>
                </a:lnTo>
                <a:lnTo>
                  <a:pt x="8505" y="1548"/>
                </a:lnTo>
                <a:lnTo>
                  <a:pt x="8510" y="1542"/>
                </a:lnTo>
                <a:lnTo>
                  <a:pt x="8523" y="1533"/>
                </a:lnTo>
                <a:lnTo>
                  <a:pt x="8537" y="1530"/>
                </a:lnTo>
                <a:lnTo>
                  <a:pt x="8546" y="1533"/>
                </a:lnTo>
                <a:lnTo>
                  <a:pt x="8547" y="1538"/>
                </a:lnTo>
                <a:close/>
                <a:moveTo>
                  <a:pt x="8053" y="2065"/>
                </a:moveTo>
                <a:lnTo>
                  <a:pt x="8050" y="2078"/>
                </a:lnTo>
                <a:lnTo>
                  <a:pt x="8037" y="2096"/>
                </a:lnTo>
                <a:lnTo>
                  <a:pt x="8021" y="2100"/>
                </a:lnTo>
                <a:lnTo>
                  <a:pt x="8006" y="2091"/>
                </a:lnTo>
                <a:lnTo>
                  <a:pt x="8000" y="2079"/>
                </a:lnTo>
                <a:lnTo>
                  <a:pt x="7997" y="2068"/>
                </a:lnTo>
                <a:lnTo>
                  <a:pt x="8000" y="2060"/>
                </a:lnTo>
                <a:lnTo>
                  <a:pt x="8007" y="2062"/>
                </a:lnTo>
                <a:lnTo>
                  <a:pt x="8014" y="2065"/>
                </a:lnTo>
                <a:lnTo>
                  <a:pt x="8022" y="2061"/>
                </a:lnTo>
                <a:lnTo>
                  <a:pt x="8023" y="2055"/>
                </a:lnTo>
                <a:lnTo>
                  <a:pt x="8024" y="2048"/>
                </a:lnTo>
                <a:lnTo>
                  <a:pt x="8034" y="2038"/>
                </a:lnTo>
                <a:lnTo>
                  <a:pt x="8042" y="2037"/>
                </a:lnTo>
                <a:lnTo>
                  <a:pt x="8049" y="2039"/>
                </a:lnTo>
                <a:lnTo>
                  <a:pt x="8056" y="2054"/>
                </a:lnTo>
                <a:lnTo>
                  <a:pt x="8053" y="2065"/>
                </a:lnTo>
                <a:close/>
                <a:moveTo>
                  <a:pt x="629" y="2602"/>
                </a:moveTo>
                <a:lnTo>
                  <a:pt x="625" y="2613"/>
                </a:lnTo>
                <a:lnTo>
                  <a:pt x="616" y="2623"/>
                </a:lnTo>
                <a:lnTo>
                  <a:pt x="613" y="2621"/>
                </a:lnTo>
                <a:lnTo>
                  <a:pt x="610" y="2616"/>
                </a:lnTo>
                <a:lnTo>
                  <a:pt x="612" y="2603"/>
                </a:lnTo>
                <a:lnTo>
                  <a:pt x="616" y="2596"/>
                </a:lnTo>
                <a:lnTo>
                  <a:pt x="621" y="2587"/>
                </a:lnTo>
                <a:lnTo>
                  <a:pt x="630" y="2578"/>
                </a:lnTo>
                <a:lnTo>
                  <a:pt x="634" y="2580"/>
                </a:lnTo>
                <a:lnTo>
                  <a:pt x="633" y="2592"/>
                </a:lnTo>
                <a:lnTo>
                  <a:pt x="629" y="2602"/>
                </a:lnTo>
                <a:close/>
                <a:moveTo>
                  <a:pt x="253" y="3488"/>
                </a:moveTo>
                <a:lnTo>
                  <a:pt x="250" y="3495"/>
                </a:lnTo>
                <a:lnTo>
                  <a:pt x="226" y="3503"/>
                </a:lnTo>
                <a:lnTo>
                  <a:pt x="208" y="3503"/>
                </a:lnTo>
                <a:lnTo>
                  <a:pt x="160" y="3502"/>
                </a:lnTo>
                <a:lnTo>
                  <a:pt x="203" y="3488"/>
                </a:lnTo>
                <a:lnTo>
                  <a:pt x="236" y="3478"/>
                </a:lnTo>
                <a:lnTo>
                  <a:pt x="249" y="3473"/>
                </a:lnTo>
                <a:lnTo>
                  <a:pt x="252" y="3475"/>
                </a:lnTo>
                <a:lnTo>
                  <a:pt x="253" y="3488"/>
                </a:lnTo>
                <a:close/>
                <a:moveTo>
                  <a:pt x="8767" y="3801"/>
                </a:moveTo>
                <a:lnTo>
                  <a:pt x="8766" y="3810"/>
                </a:lnTo>
                <a:lnTo>
                  <a:pt x="8757" y="3824"/>
                </a:lnTo>
                <a:lnTo>
                  <a:pt x="8750" y="3826"/>
                </a:lnTo>
                <a:lnTo>
                  <a:pt x="8744" y="3824"/>
                </a:lnTo>
                <a:lnTo>
                  <a:pt x="8734" y="3810"/>
                </a:lnTo>
                <a:lnTo>
                  <a:pt x="8733" y="3801"/>
                </a:lnTo>
                <a:lnTo>
                  <a:pt x="8734" y="3791"/>
                </a:lnTo>
                <a:lnTo>
                  <a:pt x="8744" y="3776"/>
                </a:lnTo>
                <a:lnTo>
                  <a:pt x="8750" y="3775"/>
                </a:lnTo>
                <a:lnTo>
                  <a:pt x="8757" y="3776"/>
                </a:lnTo>
                <a:lnTo>
                  <a:pt x="8766" y="3791"/>
                </a:lnTo>
                <a:lnTo>
                  <a:pt x="8767" y="3801"/>
                </a:lnTo>
                <a:close/>
                <a:moveTo>
                  <a:pt x="180" y="4555"/>
                </a:moveTo>
                <a:lnTo>
                  <a:pt x="176" y="4562"/>
                </a:lnTo>
                <a:lnTo>
                  <a:pt x="171" y="4557"/>
                </a:lnTo>
                <a:lnTo>
                  <a:pt x="170" y="4545"/>
                </a:lnTo>
                <a:lnTo>
                  <a:pt x="170" y="4532"/>
                </a:lnTo>
                <a:lnTo>
                  <a:pt x="173" y="4522"/>
                </a:lnTo>
                <a:lnTo>
                  <a:pt x="176" y="4521"/>
                </a:lnTo>
                <a:lnTo>
                  <a:pt x="178" y="4523"/>
                </a:lnTo>
                <a:lnTo>
                  <a:pt x="182" y="4528"/>
                </a:lnTo>
                <a:lnTo>
                  <a:pt x="183" y="4545"/>
                </a:lnTo>
                <a:lnTo>
                  <a:pt x="180" y="4555"/>
                </a:lnTo>
                <a:close/>
                <a:moveTo>
                  <a:pt x="583" y="4580"/>
                </a:moveTo>
                <a:lnTo>
                  <a:pt x="582" y="4601"/>
                </a:lnTo>
                <a:lnTo>
                  <a:pt x="573" y="4639"/>
                </a:lnTo>
                <a:lnTo>
                  <a:pt x="567" y="4651"/>
                </a:lnTo>
                <a:lnTo>
                  <a:pt x="562" y="4657"/>
                </a:lnTo>
                <a:lnTo>
                  <a:pt x="554" y="4664"/>
                </a:lnTo>
                <a:lnTo>
                  <a:pt x="541" y="4660"/>
                </a:lnTo>
                <a:lnTo>
                  <a:pt x="528" y="4644"/>
                </a:lnTo>
                <a:lnTo>
                  <a:pt x="519" y="4630"/>
                </a:lnTo>
                <a:lnTo>
                  <a:pt x="509" y="4609"/>
                </a:lnTo>
                <a:lnTo>
                  <a:pt x="510" y="4591"/>
                </a:lnTo>
                <a:lnTo>
                  <a:pt x="522" y="4573"/>
                </a:lnTo>
                <a:lnTo>
                  <a:pt x="533" y="4561"/>
                </a:lnTo>
                <a:lnTo>
                  <a:pt x="546" y="4548"/>
                </a:lnTo>
                <a:lnTo>
                  <a:pt x="565" y="4536"/>
                </a:lnTo>
                <a:lnTo>
                  <a:pt x="577" y="4540"/>
                </a:lnTo>
                <a:lnTo>
                  <a:pt x="582" y="4562"/>
                </a:lnTo>
                <a:lnTo>
                  <a:pt x="583" y="4580"/>
                </a:lnTo>
                <a:close/>
                <a:moveTo>
                  <a:pt x="452" y="4687"/>
                </a:moveTo>
                <a:lnTo>
                  <a:pt x="444" y="4699"/>
                </a:lnTo>
                <a:lnTo>
                  <a:pt x="427" y="4715"/>
                </a:lnTo>
                <a:lnTo>
                  <a:pt x="408" y="4718"/>
                </a:lnTo>
                <a:lnTo>
                  <a:pt x="385" y="4711"/>
                </a:lnTo>
                <a:lnTo>
                  <a:pt x="371" y="4703"/>
                </a:lnTo>
                <a:lnTo>
                  <a:pt x="358" y="4695"/>
                </a:lnTo>
                <a:lnTo>
                  <a:pt x="358" y="4685"/>
                </a:lnTo>
                <a:lnTo>
                  <a:pt x="371" y="4680"/>
                </a:lnTo>
                <a:lnTo>
                  <a:pt x="396" y="4671"/>
                </a:lnTo>
                <a:lnTo>
                  <a:pt x="421" y="4664"/>
                </a:lnTo>
                <a:lnTo>
                  <a:pt x="438" y="4658"/>
                </a:lnTo>
                <a:lnTo>
                  <a:pt x="457" y="4654"/>
                </a:lnTo>
                <a:lnTo>
                  <a:pt x="464" y="4659"/>
                </a:lnTo>
                <a:lnTo>
                  <a:pt x="459" y="4674"/>
                </a:lnTo>
                <a:lnTo>
                  <a:pt x="452" y="4687"/>
                </a:lnTo>
                <a:close/>
                <a:moveTo>
                  <a:pt x="624" y="4666"/>
                </a:moveTo>
                <a:lnTo>
                  <a:pt x="623" y="4673"/>
                </a:lnTo>
                <a:lnTo>
                  <a:pt x="612" y="4691"/>
                </a:lnTo>
                <a:lnTo>
                  <a:pt x="595" y="4708"/>
                </a:lnTo>
                <a:lnTo>
                  <a:pt x="578" y="4719"/>
                </a:lnTo>
                <a:lnTo>
                  <a:pt x="570" y="4720"/>
                </a:lnTo>
                <a:lnTo>
                  <a:pt x="567" y="4720"/>
                </a:lnTo>
                <a:lnTo>
                  <a:pt x="565" y="4714"/>
                </a:lnTo>
                <a:lnTo>
                  <a:pt x="569" y="4700"/>
                </a:lnTo>
                <a:lnTo>
                  <a:pt x="578" y="4687"/>
                </a:lnTo>
                <a:lnTo>
                  <a:pt x="586" y="4674"/>
                </a:lnTo>
                <a:lnTo>
                  <a:pt x="602" y="4658"/>
                </a:lnTo>
                <a:lnTo>
                  <a:pt x="616" y="4652"/>
                </a:lnTo>
                <a:lnTo>
                  <a:pt x="624" y="4657"/>
                </a:lnTo>
                <a:lnTo>
                  <a:pt x="624" y="4666"/>
                </a:lnTo>
                <a:close/>
                <a:moveTo>
                  <a:pt x="8319" y="4973"/>
                </a:moveTo>
                <a:lnTo>
                  <a:pt x="8314" y="4979"/>
                </a:lnTo>
                <a:lnTo>
                  <a:pt x="8299" y="4989"/>
                </a:lnTo>
                <a:lnTo>
                  <a:pt x="8292" y="4990"/>
                </a:lnTo>
                <a:lnTo>
                  <a:pt x="8286" y="4989"/>
                </a:lnTo>
                <a:lnTo>
                  <a:pt x="8283" y="4979"/>
                </a:lnTo>
                <a:lnTo>
                  <a:pt x="8286" y="4973"/>
                </a:lnTo>
                <a:lnTo>
                  <a:pt x="8290" y="4966"/>
                </a:lnTo>
                <a:lnTo>
                  <a:pt x="8305" y="4957"/>
                </a:lnTo>
                <a:lnTo>
                  <a:pt x="8312" y="4956"/>
                </a:lnTo>
                <a:lnTo>
                  <a:pt x="8319" y="4957"/>
                </a:lnTo>
                <a:lnTo>
                  <a:pt x="8322" y="4966"/>
                </a:lnTo>
                <a:lnTo>
                  <a:pt x="8319" y="4973"/>
                </a:lnTo>
                <a:close/>
                <a:moveTo>
                  <a:pt x="1486" y="5231"/>
                </a:moveTo>
                <a:lnTo>
                  <a:pt x="1479" y="5236"/>
                </a:lnTo>
                <a:lnTo>
                  <a:pt x="1450" y="5238"/>
                </a:lnTo>
                <a:lnTo>
                  <a:pt x="1434" y="5234"/>
                </a:lnTo>
                <a:lnTo>
                  <a:pt x="1412" y="5227"/>
                </a:lnTo>
                <a:lnTo>
                  <a:pt x="1406" y="5217"/>
                </a:lnTo>
                <a:lnTo>
                  <a:pt x="1416" y="5207"/>
                </a:lnTo>
                <a:lnTo>
                  <a:pt x="1425" y="5199"/>
                </a:lnTo>
                <a:lnTo>
                  <a:pt x="1441" y="5189"/>
                </a:lnTo>
                <a:lnTo>
                  <a:pt x="1459" y="5187"/>
                </a:lnTo>
                <a:lnTo>
                  <a:pt x="1471" y="5193"/>
                </a:lnTo>
                <a:lnTo>
                  <a:pt x="1478" y="5198"/>
                </a:lnTo>
                <a:lnTo>
                  <a:pt x="1486" y="5207"/>
                </a:lnTo>
                <a:lnTo>
                  <a:pt x="1491" y="5221"/>
                </a:lnTo>
                <a:lnTo>
                  <a:pt x="1489" y="5228"/>
                </a:lnTo>
                <a:lnTo>
                  <a:pt x="1486" y="5231"/>
                </a:lnTo>
                <a:close/>
                <a:moveTo>
                  <a:pt x="1191" y="5209"/>
                </a:moveTo>
                <a:lnTo>
                  <a:pt x="1186" y="5216"/>
                </a:lnTo>
                <a:lnTo>
                  <a:pt x="1168" y="5225"/>
                </a:lnTo>
                <a:lnTo>
                  <a:pt x="1160" y="5226"/>
                </a:lnTo>
                <a:lnTo>
                  <a:pt x="1153" y="5225"/>
                </a:lnTo>
                <a:lnTo>
                  <a:pt x="1155" y="5216"/>
                </a:lnTo>
                <a:lnTo>
                  <a:pt x="1165" y="5209"/>
                </a:lnTo>
                <a:lnTo>
                  <a:pt x="1186" y="5197"/>
                </a:lnTo>
                <a:lnTo>
                  <a:pt x="1197" y="5195"/>
                </a:lnTo>
                <a:lnTo>
                  <a:pt x="1195" y="5202"/>
                </a:lnTo>
                <a:lnTo>
                  <a:pt x="1191" y="5209"/>
                </a:lnTo>
                <a:close/>
                <a:moveTo>
                  <a:pt x="4316" y="5996"/>
                </a:moveTo>
                <a:lnTo>
                  <a:pt x="4324" y="6000"/>
                </a:lnTo>
                <a:lnTo>
                  <a:pt x="4330" y="6007"/>
                </a:lnTo>
                <a:lnTo>
                  <a:pt x="4318" y="6018"/>
                </a:lnTo>
                <a:lnTo>
                  <a:pt x="4290" y="6029"/>
                </a:lnTo>
                <a:lnTo>
                  <a:pt x="4245" y="6048"/>
                </a:lnTo>
                <a:lnTo>
                  <a:pt x="4225" y="6049"/>
                </a:lnTo>
                <a:lnTo>
                  <a:pt x="4235" y="6033"/>
                </a:lnTo>
                <a:lnTo>
                  <a:pt x="4248" y="6019"/>
                </a:lnTo>
                <a:lnTo>
                  <a:pt x="4270" y="5996"/>
                </a:lnTo>
                <a:lnTo>
                  <a:pt x="4287" y="5987"/>
                </a:lnTo>
                <a:lnTo>
                  <a:pt x="4303" y="5991"/>
                </a:lnTo>
                <a:lnTo>
                  <a:pt x="4316" y="5996"/>
                </a:lnTo>
                <a:close/>
                <a:moveTo>
                  <a:pt x="2762" y="6036"/>
                </a:moveTo>
                <a:lnTo>
                  <a:pt x="2763" y="6039"/>
                </a:lnTo>
                <a:lnTo>
                  <a:pt x="2762" y="6045"/>
                </a:lnTo>
                <a:lnTo>
                  <a:pt x="2751" y="6053"/>
                </a:lnTo>
                <a:lnTo>
                  <a:pt x="2737" y="6054"/>
                </a:lnTo>
                <a:lnTo>
                  <a:pt x="2723" y="6053"/>
                </a:lnTo>
                <a:lnTo>
                  <a:pt x="2704" y="6042"/>
                </a:lnTo>
                <a:lnTo>
                  <a:pt x="2702" y="6036"/>
                </a:lnTo>
                <a:lnTo>
                  <a:pt x="2704" y="6029"/>
                </a:lnTo>
                <a:lnTo>
                  <a:pt x="2716" y="6020"/>
                </a:lnTo>
                <a:lnTo>
                  <a:pt x="2726" y="6019"/>
                </a:lnTo>
                <a:lnTo>
                  <a:pt x="2736" y="6020"/>
                </a:lnTo>
                <a:lnTo>
                  <a:pt x="2756" y="6029"/>
                </a:lnTo>
                <a:lnTo>
                  <a:pt x="2762" y="6036"/>
                </a:lnTo>
                <a:close/>
                <a:moveTo>
                  <a:pt x="1140" y="6391"/>
                </a:moveTo>
                <a:lnTo>
                  <a:pt x="1135" y="6397"/>
                </a:lnTo>
                <a:lnTo>
                  <a:pt x="1120" y="6407"/>
                </a:lnTo>
                <a:lnTo>
                  <a:pt x="1113" y="6408"/>
                </a:lnTo>
                <a:lnTo>
                  <a:pt x="1107" y="6407"/>
                </a:lnTo>
                <a:lnTo>
                  <a:pt x="1103" y="6397"/>
                </a:lnTo>
                <a:lnTo>
                  <a:pt x="1106" y="6391"/>
                </a:lnTo>
                <a:lnTo>
                  <a:pt x="1111" y="6384"/>
                </a:lnTo>
                <a:lnTo>
                  <a:pt x="1126" y="6375"/>
                </a:lnTo>
                <a:lnTo>
                  <a:pt x="1133" y="6373"/>
                </a:lnTo>
                <a:lnTo>
                  <a:pt x="1139" y="6375"/>
                </a:lnTo>
                <a:lnTo>
                  <a:pt x="1143" y="6384"/>
                </a:lnTo>
                <a:lnTo>
                  <a:pt x="1140" y="6391"/>
                </a:lnTo>
                <a:close/>
                <a:moveTo>
                  <a:pt x="1543" y="6502"/>
                </a:moveTo>
                <a:lnTo>
                  <a:pt x="1558" y="6508"/>
                </a:lnTo>
                <a:lnTo>
                  <a:pt x="1570" y="6521"/>
                </a:lnTo>
                <a:lnTo>
                  <a:pt x="1564" y="6532"/>
                </a:lnTo>
                <a:lnTo>
                  <a:pt x="1539" y="6543"/>
                </a:lnTo>
                <a:lnTo>
                  <a:pt x="1520" y="6546"/>
                </a:lnTo>
                <a:lnTo>
                  <a:pt x="1498" y="6549"/>
                </a:lnTo>
                <a:lnTo>
                  <a:pt x="1477" y="6545"/>
                </a:lnTo>
                <a:lnTo>
                  <a:pt x="1469" y="6539"/>
                </a:lnTo>
                <a:lnTo>
                  <a:pt x="1469" y="6534"/>
                </a:lnTo>
                <a:lnTo>
                  <a:pt x="1469" y="6520"/>
                </a:lnTo>
                <a:lnTo>
                  <a:pt x="1480" y="6502"/>
                </a:lnTo>
                <a:lnTo>
                  <a:pt x="1499" y="6493"/>
                </a:lnTo>
                <a:lnTo>
                  <a:pt x="1526" y="6496"/>
                </a:lnTo>
                <a:lnTo>
                  <a:pt x="1543" y="650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77" name="Freeform 30">
            <a:extLst>
              <a:ext uri="{FF2B5EF4-FFF2-40B4-BE49-F238E27FC236}">
                <a16:creationId xmlns:a16="http://schemas.microsoft.com/office/drawing/2014/main" id="{1B0EA5BD-CBE4-4C9C-B7B0-D8085EEDDCF9}"/>
              </a:ext>
            </a:extLst>
          </p:cNvPr>
          <p:cNvSpPr>
            <a:spLocks noEditPoints="1"/>
          </p:cNvSpPr>
          <p:nvPr/>
        </p:nvSpPr>
        <p:spPr bwMode="auto">
          <a:xfrm>
            <a:off x="2850906" y="2905525"/>
            <a:ext cx="1532784" cy="1061613"/>
          </a:xfrm>
          <a:custGeom>
            <a:avLst/>
            <a:gdLst>
              <a:gd name="T0" fmla="*/ 3584 w 10885"/>
              <a:gd name="T1" fmla="*/ 405 h 7543"/>
              <a:gd name="T2" fmla="*/ 2605 w 10885"/>
              <a:gd name="T3" fmla="*/ 1112 h 7543"/>
              <a:gd name="T4" fmla="*/ 2077 w 10885"/>
              <a:gd name="T5" fmla="*/ 1796 h 7543"/>
              <a:gd name="T6" fmla="*/ 1490 w 10885"/>
              <a:gd name="T7" fmla="*/ 2151 h 7543"/>
              <a:gd name="T8" fmla="*/ 1458 w 10885"/>
              <a:gd name="T9" fmla="*/ 2449 h 7543"/>
              <a:gd name="T10" fmla="*/ 1199 w 10885"/>
              <a:gd name="T11" fmla="*/ 2826 h 7543"/>
              <a:gd name="T12" fmla="*/ 1144 w 10885"/>
              <a:gd name="T13" fmla="*/ 3204 h 7543"/>
              <a:gd name="T14" fmla="*/ 852 w 10885"/>
              <a:gd name="T15" fmla="*/ 3893 h 7543"/>
              <a:gd name="T16" fmla="*/ 584 w 10885"/>
              <a:gd name="T17" fmla="*/ 4556 h 7543"/>
              <a:gd name="T18" fmla="*/ 598 w 10885"/>
              <a:gd name="T19" fmla="*/ 5199 h 7543"/>
              <a:gd name="T20" fmla="*/ 378 w 10885"/>
              <a:gd name="T21" fmla="*/ 5934 h 7543"/>
              <a:gd name="T22" fmla="*/ 16 w 10885"/>
              <a:gd name="T23" fmla="*/ 6769 h 7543"/>
              <a:gd name="T24" fmla="*/ 539 w 10885"/>
              <a:gd name="T25" fmla="*/ 7137 h 7543"/>
              <a:gd name="T26" fmla="*/ 1199 w 10885"/>
              <a:gd name="T27" fmla="*/ 7251 h 7543"/>
              <a:gd name="T28" fmla="*/ 1854 w 10885"/>
              <a:gd name="T29" fmla="*/ 6556 h 7543"/>
              <a:gd name="T30" fmla="*/ 1706 w 10885"/>
              <a:gd name="T31" fmla="*/ 7085 h 7543"/>
              <a:gd name="T32" fmla="*/ 2361 w 10885"/>
              <a:gd name="T33" fmla="*/ 7079 h 7543"/>
              <a:gd name="T34" fmla="*/ 2807 w 10885"/>
              <a:gd name="T35" fmla="*/ 7121 h 7543"/>
              <a:gd name="T36" fmla="*/ 3192 w 10885"/>
              <a:gd name="T37" fmla="*/ 7432 h 7543"/>
              <a:gd name="T38" fmla="*/ 3411 w 10885"/>
              <a:gd name="T39" fmla="*/ 7425 h 7543"/>
              <a:gd name="T40" fmla="*/ 4496 w 10885"/>
              <a:gd name="T41" fmla="*/ 6980 h 7543"/>
              <a:gd name="T42" fmla="*/ 5241 w 10885"/>
              <a:gd name="T43" fmla="*/ 7017 h 7543"/>
              <a:gd name="T44" fmla="*/ 5603 w 10885"/>
              <a:gd name="T45" fmla="*/ 6511 h 7543"/>
              <a:gd name="T46" fmla="*/ 6636 w 10885"/>
              <a:gd name="T47" fmla="*/ 6148 h 7543"/>
              <a:gd name="T48" fmla="*/ 7097 w 10885"/>
              <a:gd name="T49" fmla="*/ 6347 h 7543"/>
              <a:gd name="T50" fmla="*/ 7293 w 10885"/>
              <a:gd name="T51" fmla="*/ 6524 h 7543"/>
              <a:gd name="T52" fmla="*/ 7614 w 10885"/>
              <a:gd name="T53" fmla="*/ 6587 h 7543"/>
              <a:gd name="T54" fmla="*/ 8245 w 10885"/>
              <a:gd name="T55" fmla="*/ 6438 h 7543"/>
              <a:gd name="T56" fmla="*/ 8727 w 10885"/>
              <a:gd name="T57" fmla="*/ 6115 h 7543"/>
              <a:gd name="T58" fmla="*/ 9239 w 10885"/>
              <a:gd name="T59" fmla="*/ 6040 h 7543"/>
              <a:gd name="T60" fmla="*/ 9921 w 10885"/>
              <a:gd name="T61" fmla="*/ 5293 h 7543"/>
              <a:gd name="T62" fmla="*/ 10390 w 10885"/>
              <a:gd name="T63" fmla="*/ 4678 h 7543"/>
              <a:gd name="T64" fmla="*/ 10746 w 10885"/>
              <a:gd name="T65" fmla="*/ 4102 h 7543"/>
              <a:gd name="T66" fmla="*/ 10657 w 10885"/>
              <a:gd name="T67" fmla="*/ 3500 h 7543"/>
              <a:gd name="T68" fmla="*/ 10265 w 10885"/>
              <a:gd name="T69" fmla="*/ 3261 h 7543"/>
              <a:gd name="T70" fmla="*/ 9638 w 10885"/>
              <a:gd name="T71" fmla="*/ 3298 h 7543"/>
              <a:gd name="T72" fmla="*/ 9366 w 10885"/>
              <a:gd name="T73" fmla="*/ 2854 h 7543"/>
              <a:gd name="T74" fmla="*/ 8602 w 10885"/>
              <a:gd name="T75" fmla="*/ 2870 h 7543"/>
              <a:gd name="T76" fmla="*/ 8006 w 10885"/>
              <a:gd name="T77" fmla="*/ 3062 h 7543"/>
              <a:gd name="T78" fmla="*/ 8140 w 10885"/>
              <a:gd name="T79" fmla="*/ 2347 h 7543"/>
              <a:gd name="T80" fmla="*/ 7998 w 10885"/>
              <a:gd name="T81" fmla="*/ 1845 h 7543"/>
              <a:gd name="T82" fmla="*/ 7338 w 10885"/>
              <a:gd name="T83" fmla="*/ 1628 h 7543"/>
              <a:gd name="T84" fmla="*/ 6694 w 10885"/>
              <a:gd name="T85" fmla="*/ 1322 h 7543"/>
              <a:gd name="T86" fmla="*/ 6124 w 10885"/>
              <a:gd name="T87" fmla="*/ 640 h 7543"/>
              <a:gd name="T88" fmla="*/ 5743 w 10885"/>
              <a:gd name="T89" fmla="*/ 464 h 7543"/>
              <a:gd name="T90" fmla="*/ 5266 w 10885"/>
              <a:gd name="T91" fmla="*/ 786 h 7543"/>
              <a:gd name="T92" fmla="*/ 4723 w 10885"/>
              <a:gd name="T93" fmla="*/ 744 h 7543"/>
              <a:gd name="T94" fmla="*/ 4422 w 10885"/>
              <a:gd name="T95" fmla="*/ 219 h 7543"/>
              <a:gd name="T96" fmla="*/ 3917 w 10885"/>
              <a:gd name="T97" fmla="*/ 324 h 7543"/>
              <a:gd name="T98" fmla="*/ 6239 w 10885"/>
              <a:gd name="T99" fmla="*/ 783 h 7543"/>
              <a:gd name="T100" fmla="*/ 6160 w 10885"/>
              <a:gd name="T101" fmla="*/ 728 h 7543"/>
              <a:gd name="T102" fmla="*/ 6229 w 10885"/>
              <a:gd name="T103" fmla="*/ 1012 h 7543"/>
              <a:gd name="T104" fmla="*/ 6837 w 10885"/>
              <a:gd name="T105" fmla="*/ 1867 h 7543"/>
              <a:gd name="T106" fmla="*/ 6954 w 10885"/>
              <a:gd name="T107" fmla="*/ 2060 h 7543"/>
              <a:gd name="T108" fmla="*/ 8873 w 10885"/>
              <a:gd name="T109" fmla="*/ 2858 h 7543"/>
              <a:gd name="T110" fmla="*/ 7787 w 10885"/>
              <a:gd name="T111" fmla="*/ 3118 h 7543"/>
              <a:gd name="T112" fmla="*/ 10606 w 10885"/>
              <a:gd name="T113" fmla="*/ 4276 h 7543"/>
              <a:gd name="T114" fmla="*/ 569 w 10885"/>
              <a:gd name="T115" fmla="*/ 4919 h 7543"/>
              <a:gd name="T116" fmla="*/ 9260 w 10885"/>
              <a:gd name="T117" fmla="*/ 5733 h 7543"/>
              <a:gd name="T118" fmla="*/ 6575 w 10885"/>
              <a:gd name="T119" fmla="*/ 6210 h 7543"/>
              <a:gd name="T120" fmla="*/ 6612 w 10885"/>
              <a:gd name="T121" fmla="*/ 6306 h 7543"/>
              <a:gd name="T122" fmla="*/ 162 w 10885"/>
              <a:gd name="T123" fmla="*/ 6572 h 7543"/>
              <a:gd name="T124" fmla="*/ 3273 w 10885"/>
              <a:gd name="T125" fmla="*/ 6988 h 7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0885" h="7543">
                <a:moveTo>
                  <a:pt x="4125" y="14"/>
                </a:moveTo>
                <a:lnTo>
                  <a:pt x="4115" y="20"/>
                </a:lnTo>
                <a:lnTo>
                  <a:pt x="4102" y="44"/>
                </a:lnTo>
                <a:lnTo>
                  <a:pt x="4099" y="57"/>
                </a:lnTo>
                <a:lnTo>
                  <a:pt x="4094" y="73"/>
                </a:lnTo>
                <a:lnTo>
                  <a:pt x="4079" y="94"/>
                </a:lnTo>
                <a:lnTo>
                  <a:pt x="4063" y="97"/>
                </a:lnTo>
                <a:lnTo>
                  <a:pt x="4052" y="83"/>
                </a:lnTo>
                <a:lnTo>
                  <a:pt x="4050" y="67"/>
                </a:lnTo>
                <a:lnTo>
                  <a:pt x="4049" y="52"/>
                </a:lnTo>
                <a:lnTo>
                  <a:pt x="4041" y="39"/>
                </a:lnTo>
                <a:lnTo>
                  <a:pt x="4034" y="37"/>
                </a:lnTo>
                <a:lnTo>
                  <a:pt x="4029" y="39"/>
                </a:lnTo>
                <a:lnTo>
                  <a:pt x="4025" y="41"/>
                </a:lnTo>
                <a:lnTo>
                  <a:pt x="4017" y="50"/>
                </a:lnTo>
                <a:lnTo>
                  <a:pt x="4009" y="74"/>
                </a:lnTo>
                <a:lnTo>
                  <a:pt x="4008" y="95"/>
                </a:lnTo>
                <a:lnTo>
                  <a:pt x="4007" y="118"/>
                </a:lnTo>
                <a:lnTo>
                  <a:pt x="4000" y="151"/>
                </a:lnTo>
                <a:lnTo>
                  <a:pt x="3986" y="171"/>
                </a:lnTo>
                <a:lnTo>
                  <a:pt x="3963" y="177"/>
                </a:lnTo>
                <a:lnTo>
                  <a:pt x="3948" y="174"/>
                </a:lnTo>
                <a:lnTo>
                  <a:pt x="3933" y="171"/>
                </a:lnTo>
                <a:lnTo>
                  <a:pt x="3920" y="176"/>
                </a:lnTo>
                <a:lnTo>
                  <a:pt x="3915" y="184"/>
                </a:lnTo>
                <a:lnTo>
                  <a:pt x="3915" y="189"/>
                </a:lnTo>
                <a:lnTo>
                  <a:pt x="3911" y="204"/>
                </a:lnTo>
                <a:lnTo>
                  <a:pt x="3875" y="265"/>
                </a:lnTo>
                <a:lnTo>
                  <a:pt x="3849" y="302"/>
                </a:lnTo>
                <a:lnTo>
                  <a:pt x="3823" y="339"/>
                </a:lnTo>
                <a:lnTo>
                  <a:pt x="3797" y="386"/>
                </a:lnTo>
                <a:lnTo>
                  <a:pt x="3790" y="409"/>
                </a:lnTo>
                <a:lnTo>
                  <a:pt x="3791" y="415"/>
                </a:lnTo>
                <a:lnTo>
                  <a:pt x="3794" y="425"/>
                </a:lnTo>
                <a:lnTo>
                  <a:pt x="3790" y="437"/>
                </a:lnTo>
                <a:lnTo>
                  <a:pt x="3783" y="439"/>
                </a:lnTo>
                <a:lnTo>
                  <a:pt x="3776" y="437"/>
                </a:lnTo>
                <a:lnTo>
                  <a:pt x="3763" y="417"/>
                </a:lnTo>
                <a:lnTo>
                  <a:pt x="3758" y="401"/>
                </a:lnTo>
                <a:lnTo>
                  <a:pt x="3748" y="364"/>
                </a:lnTo>
                <a:lnTo>
                  <a:pt x="3707" y="401"/>
                </a:lnTo>
                <a:lnTo>
                  <a:pt x="3691" y="417"/>
                </a:lnTo>
                <a:lnTo>
                  <a:pt x="3663" y="437"/>
                </a:lnTo>
                <a:lnTo>
                  <a:pt x="3656" y="439"/>
                </a:lnTo>
                <a:lnTo>
                  <a:pt x="3652" y="438"/>
                </a:lnTo>
                <a:lnTo>
                  <a:pt x="3647" y="433"/>
                </a:lnTo>
                <a:lnTo>
                  <a:pt x="3644" y="417"/>
                </a:lnTo>
                <a:lnTo>
                  <a:pt x="3651" y="384"/>
                </a:lnTo>
                <a:lnTo>
                  <a:pt x="3667" y="348"/>
                </a:lnTo>
                <a:lnTo>
                  <a:pt x="3680" y="331"/>
                </a:lnTo>
                <a:lnTo>
                  <a:pt x="3694" y="310"/>
                </a:lnTo>
                <a:lnTo>
                  <a:pt x="3707" y="275"/>
                </a:lnTo>
                <a:lnTo>
                  <a:pt x="3709" y="253"/>
                </a:lnTo>
                <a:lnTo>
                  <a:pt x="3709" y="243"/>
                </a:lnTo>
                <a:lnTo>
                  <a:pt x="3704" y="199"/>
                </a:lnTo>
                <a:lnTo>
                  <a:pt x="3666" y="232"/>
                </a:lnTo>
                <a:lnTo>
                  <a:pt x="3650" y="249"/>
                </a:lnTo>
                <a:lnTo>
                  <a:pt x="3630" y="285"/>
                </a:lnTo>
                <a:lnTo>
                  <a:pt x="3628" y="300"/>
                </a:lnTo>
                <a:lnTo>
                  <a:pt x="3626" y="314"/>
                </a:lnTo>
                <a:lnTo>
                  <a:pt x="3615" y="337"/>
                </a:lnTo>
                <a:lnTo>
                  <a:pt x="3608" y="341"/>
                </a:lnTo>
                <a:lnTo>
                  <a:pt x="3599" y="347"/>
                </a:lnTo>
                <a:lnTo>
                  <a:pt x="3586" y="372"/>
                </a:lnTo>
                <a:lnTo>
                  <a:pt x="3585" y="388"/>
                </a:lnTo>
                <a:lnTo>
                  <a:pt x="3584" y="405"/>
                </a:lnTo>
                <a:lnTo>
                  <a:pt x="3572" y="430"/>
                </a:lnTo>
                <a:lnTo>
                  <a:pt x="3563" y="435"/>
                </a:lnTo>
                <a:lnTo>
                  <a:pt x="3559" y="436"/>
                </a:lnTo>
                <a:lnTo>
                  <a:pt x="3552" y="435"/>
                </a:lnTo>
                <a:lnTo>
                  <a:pt x="3550" y="425"/>
                </a:lnTo>
                <a:lnTo>
                  <a:pt x="3555" y="412"/>
                </a:lnTo>
                <a:lnTo>
                  <a:pt x="3558" y="404"/>
                </a:lnTo>
                <a:lnTo>
                  <a:pt x="3558" y="393"/>
                </a:lnTo>
                <a:lnTo>
                  <a:pt x="3545" y="388"/>
                </a:lnTo>
                <a:lnTo>
                  <a:pt x="3522" y="394"/>
                </a:lnTo>
                <a:lnTo>
                  <a:pt x="3508" y="397"/>
                </a:lnTo>
                <a:lnTo>
                  <a:pt x="3490" y="398"/>
                </a:lnTo>
                <a:lnTo>
                  <a:pt x="3480" y="394"/>
                </a:lnTo>
                <a:lnTo>
                  <a:pt x="3476" y="382"/>
                </a:lnTo>
                <a:lnTo>
                  <a:pt x="3476" y="373"/>
                </a:lnTo>
                <a:lnTo>
                  <a:pt x="3475" y="359"/>
                </a:lnTo>
                <a:lnTo>
                  <a:pt x="3467" y="336"/>
                </a:lnTo>
                <a:lnTo>
                  <a:pt x="3462" y="331"/>
                </a:lnTo>
                <a:lnTo>
                  <a:pt x="3457" y="329"/>
                </a:lnTo>
                <a:lnTo>
                  <a:pt x="3444" y="329"/>
                </a:lnTo>
                <a:lnTo>
                  <a:pt x="3423" y="338"/>
                </a:lnTo>
                <a:lnTo>
                  <a:pt x="3396" y="365"/>
                </a:lnTo>
                <a:lnTo>
                  <a:pt x="3375" y="399"/>
                </a:lnTo>
                <a:lnTo>
                  <a:pt x="3369" y="419"/>
                </a:lnTo>
                <a:lnTo>
                  <a:pt x="3366" y="431"/>
                </a:lnTo>
                <a:lnTo>
                  <a:pt x="3354" y="454"/>
                </a:lnTo>
                <a:lnTo>
                  <a:pt x="3337" y="475"/>
                </a:lnTo>
                <a:lnTo>
                  <a:pt x="3313" y="495"/>
                </a:lnTo>
                <a:lnTo>
                  <a:pt x="3299" y="505"/>
                </a:lnTo>
                <a:lnTo>
                  <a:pt x="3272" y="520"/>
                </a:lnTo>
                <a:lnTo>
                  <a:pt x="3240" y="535"/>
                </a:lnTo>
                <a:lnTo>
                  <a:pt x="3229" y="536"/>
                </a:lnTo>
                <a:lnTo>
                  <a:pt x="3225" y="531"/>
                </a:lnTo>
                <a:lnTo>
                  <a:pt x="3223" y="515"/>
                </a:lnTo>
                <a:lnTo>
                  <a:pt x="3223" y="498"/>
                </a:lnTo>
                <a:lnTo>
                  <a:pt x="3221" y="486"/>
                </a:lnTo>
                <a:lnTo>
                  <a:pt x="3218" y="469"/>
                </a:lnTo>
                <a:lnTo>
                  <a:pt x="3209" y="459"/>
                </a:lnTo>
                <a:lnTo>
                  <a:pt x="3193" y="456"/>
                </a:lnTo>
                <a:lnTo>
                  <a:pt x="3182" y="455"/>
                </a:lnTo>
                <a:lnTo>
                  <a:pt x="3165" y="457"/>
                </a:lnTo>
                <a:lnTo>
                  <a:pt x="3143" y="467"/>
                </a:lnTo>
                <a:lnTo>
                  <a:pt x="3133" y="476"/>
                </a:lnTo>
                <a:lnTo>
                  <a:pt x="3131" y="482"/>
                </a:lnTo>
                <a:lnTo>
                  <a:pt x="3126" y="492"/>
                </a:lnTo>
                <a:lnTo>
                  <a:pt x="3112" y="502"/>
                </a:lnTo>
                <a:lnTo>
                  <a:pt x="3106" y="500"/>
                </a:lnTo>
                <a:lnTo>
                  <a:pt x="3101" y="497"/>
                </a:lnTo>
                <a:lnTo>
                  <a:pt x="3089" y="498"/>
                </a:lnTo>
                <a:lnTo>
                  <a:pt x="3067" y="510"/>
                </a:lnTo>
                <a:lnTo>
                  <a:pt x="3032" y="545"/>
                </a:lnTo>
                <a:lnTo>
                  <a:pt x="2994" y="600"/>
                </a:lnTo>
                <a:lnTo>
                  <a:pt x="2975" y="632"/>
                </a:lnTo>
                <a:lnTo>
                  <a:pt x="2956" y="667"/>
                </a:lnTo>
                <a:lnTo>
                  <a:pt x="2918" y="726"/>
                </a:lnTo>
                <a:lnTo>
                  <a:pt x="2906" y="739"/>
                </a:lnTo>
                <a:lnTo>
                  <a:pt x="2897" y="749"/>
                </a:lnTo>
                <a:lnTo>
                  <a:pt x="2886" y="769"/>
                </a:lnTo>
                <a:lnTo>
                  <a:pt x="2884" y="776"/>
                </a:lnTo>
                <a:lnTo>
                  <a:pt x="2877" y="789"/>
                </a:lnTo>
                <a:lnTo>
                  <a:pt x="2803" y="872"/>
                </a:lnTo>
                <a:lnTo>
                  <a:pt x="2747" y="928"/>
                </a:lnTo>
                <a:lnTo>
                  <a:pt x="2684" y="994"/>
                </a:lnTo>
                <a:lnTo>
                  <a:pt x="2628" y="1065"/>
                </a:lnTo>
                <a:lnTo>
                  <a:pt x="2608" y="1099"/>
                </a:lnTo>
                <a:lnTo>
                  <a:pt x="2605" y="1112"/>
                </a:lnTo>
                <a:lnTo>
                  <a:pt x="2604" y="1126"/>
                </a:lnTo>
                <a:lnTo>
                  <a:pt x="2604" y="1145"/>
                </a:lnTo>
                <a:lnTo>
                  <a:pt x="2612" y="1153"/>
                </a:lnTo>
                <a:lnTo>
                  <a:pt x="2630" y="1153"/>
                </a:lnTo>
                <a:lnTo>
                  <a:pt x="2643" y="1151"/>
                </a:lnTo>
                <a:lnTo>
                  <a:pt x="2664" y="1147"/>
                </a:lnTo>
                <a:lnTo>
                  <a:pt x="2678" y="1152"/>
                </a:lnTo>
                <a:lnTo>
                  <a:pt x="2679" y="1160"/>
                </a:lnTo>
                <a:lnTo>
                  <a:pt x="2678" y="1166"/>
                </a:lnTo>
                <a:lnTo>
                  <a:pt x="2675" y="1171"/>
                </a:lnTo>
                <a:lnTo>
                  <a:pt x="2665" y="1179"/>
                </a:lnTo>
                <a:lnTo>
                  <a:pt x="2642" y="1188"/>
                </a:lnTo>
                <a:lnTo>
                  <a:pt x="2622" y="1189"/>
                </a:lnTo>
                <a:lnTo>
                  <a:pt x="2602" y="1192"/>
                </a:lnTo>
                <a:lnTo>
                  <a:pt x="2579" y="1201"/>
                </a:lnTo>
                <a:lnTo>
                  <a:pt x="2569" y="1209"/>
                </a:lnTo>
                <a:lnTo>
                  <a:pt x="2567" y="1215"/>
                </a:lnTo>
                <a:lnTo>
                  <a:pt x="2561" y="1228"/>
                </a:lnTo>
                <a:lnTo>
                  <a:pt x="2529" y="1266"/>
                </a:lnTo>
                <a:lnTo>
                  <a:pt x="2509" y="1285"/>
                </a:lnTo>
                <a:lnTo>
                  <a:pt x="2491" y="1307"/>
                </a:lnTo>
                <a:lnTo>
                  <a:pt x="2473" y="1333"/>
                </a:lnTo>
                <a:lnTo>
                  <a:pt x="2469" y="1346"/>
                </a:lnTo>
                <a:lnTo>
                  <a:pt x="2470" y="1350"/>
                </a:lnTo>
                <a:lnTo>
                  <a:pt x="2477" y="1356"/>
                </a:lnTo>
                <a:lnTo>
                  <a:pt x="2491" y="1361"/>
                </a:lnTo>
                <a:lnTo>
                  <a:pt x="2498" y="1358"/>
                </a:lnTo>
                <a:lnTo>
                  <a:pt x="2501" y="1356"/>
                </a:lnTo>
                <a:lnTo>
                  <a:pt x="2506" y="1356"/>
                </a:lnTo>
                <a:lnTo>
                  <a:pt x="2512" y="1365"/>
                </a:lnTo>
                <a:lnTo>
                  <a:pt x="2513" y="1377"/>
                </a:lnTo>
                <a:lnTo>
                  <a:pt x="2512" y="1384"/>
                </a:lnTo>
                <a:lnTo>
                  <a:pt x="2508" y="1394"/>
                </a:lnTo>
                <a:lnTo>
                  <a:pt x="2492" y="1400"/>
                </a:lnTo>
                <a:lnTo>
                  <a:pt x="2470" y="1397"/>
                </a:lnTo>
                <a:lnTo>
                  <a:pt x="2453" y="1394"/>
                </a:lnTo>
                <a:lnTo>
                  <a:pt x="2431" y="1396"/>
                </a:lnTo>
                <a:lnTo>
                  <a:pt x="2428" y="1399"/>
                </a:lnTo>
                <a:lnTo>
                  <a:pt x="2427" y="1405"/>
                </a:lnTo>
                <a:lnTo>
                  <a:pt x="2414" y="1428"/>
                </a:lnTo>
                <a:lnTo>
                  <a:pt x="2371" y="1486"/>
                </a:lnTo>
                <a:lnTo>
                  <a:pt x="2323" y="1544"/>
                </a:lnTo>
                <a:lnTo>
                  <a:pt x="2311" y="1558"/>
                </a:lnTo>
                <a:lnTo>
                  <a:pt x="2286" y="1579"/>
                </a:lnTo>
                <a:lnTo>
                  <a:pt x="2258" y="1595"/>
                </a:lnTo>
                <a:lnTo>
                  <a:pt x="2227" y="1606"/>
                </a:lnTo>
                <a:lnTo>
                  <a:pt x="2210" y="1609"/>
                </a:lnTo>
                <a:lnTo>
                  <a:pt x="2186" y="1616"/>
                </a:lnTo>
                <a:lnTo>
                  <a:pt x="2131" y="1638"/>
                </a:lnTo>
                <a:lnTo>
                  <a:pt x="2088" y="1665"/>
                </a:lnTo>
                <a:lnTo>
                  <a:pt x="2075" y="1680"/>
                </a:lnTo>
                <a:lnTo>
                  <a:pt x="2079" y="1686"/>
                </a:lnTo>
                <a:lnTo>
                  <a:pt x="2087" y="1687"/>
                </a:lnTo>
                <a:lnTo>
                  <a:pt x="2092" y="1687"/>
                </a:lnTo>
                <a:lnTo>
                  <a:pt x="2099" y="1692"/>
                </a:lnTo>
                <a:lnTo>
                  <a:pt x="2103" y="1706"/>
                </a:lnTo>
                <a:lnTo>
                  <a:pt x="2098" y="1721"/>
                </a:lnTo>
                <a:lnTo>
                  <a:pt x="2095" y="1736"/>
                </a:lnTo>
                <a:lnTo>
                  <a:pt x="2097" y="1750"/>
                </a:lnTo>
                <a:lnTo>
                  <a:pt x="2105" y="1754"/>
                </a:lnTo>
                <a:lnTo>
                  <a:pt x="2109" y="1755"/>
                </a:lnTo>
                <a:lnTo>
                  <a:pt x="2113" y="1755"/>
                </a:lnTo>
                <a:lnTo>
                  <a:pt x="2116" y="1759"/>
                </a:lnTo>
                <a:lnTo>
                  <a:pt x="2110" y="1770"/>
                </a:lnTo>
                <a:lnTo>
                  <a:pt x="2097" y="1781"/>
                </a:lnTo>
                <a:lnTo>
                  <a:pt x="2077" y="1796"/>
                </a:lnTo>
                <a:lnTo>
                  <a:pt x="2077" y="1804"/>
                </a:lnTo>
                <a:lnTo>
                  <a:pt x="2098" y="1802"/>
                </a:lnTo>
                <a:lnTo>
                  <a:pt x="2142" y="1801"/>
                </a:lnTo>
                <a:lnTo>
                  <a:pt x="2179" y="1808"/>
                </a:lnTo>
                <a:lnTo>
                  <a:pt x="2186" y="1816"/>
                </a:lnTo>
                <a:lnTo>
                  <a:pt x="2184" y="1822"/>
                </a:lnTo>
                <a:lnTo>
                  <a:pt x="2178" y="1829"/>
                </a:lnTo>
                <a:lnTo>
                  <a:pt x="2154" y="1838"/>
                </a:lnTo>
                <a:lnTo>
                  <a:pt x="2141" y="1839"/>
                </a:lnTo>
                <a:lnTo>
                  <a:pt x="2128" y="1840"/>
                </a:lnTo>
                <a:lnTo>
                  <a:pt x="2108" y="1850"/>
                </a:lnTo>
                <a:lnTo>
                  <a:pt x="2104" y="1858"/>
                </a:lnTo>
                <a:lnTo>
                  <a:pt x="2102" y="1863"/>
                </a:lnTo>
                <a:lnTo>
                  <a:pt x="2094" y="1869"/>
                </a:lnTo>
                <a:lnTo>
                  <a:pt x="2078" y="1869"/>
                </a:lnTo>
                <a:lnTo>
                  <a:pt x="2057" y="1855"/>
                </a:lnTo>
                <a:lnTo>
                  <a:pt x="2046" y="1839"/>
                </a:lnTo>
                <a:lnTo>
                  <a:pt x="2044" y="1827"/>
                </a:lnTo>
                <a:lnTo>
                  <a:pt x="2045" y="1821"/>
                </a:lnTo>
                <a:lnTo>
                  <a:pt x="2047" y="1812"/>
                </a:lnTo>
                <a:lnTo>
                  <a:pt x="2047" y="1802"/>
                </a:lnTo>
                <a:lnTo>
                  <a:pt x="2035" y="1799"/>
                </a:lnTo>
                <a:lnTo>
                  <a:pt x="2012" y="1806"/>
                </a:lnTo>
                <a:lnTo>
                  <a:pt x="1972" y="1824"/>
                </a:lnTo>
                <a:lnTo>
                  <a:pt x="1931" y="1847"/>
                </a:lnTo>
                <a:lnTo>
                  <a:pt x="1913" y="1860"/>
                </a:lnTo>
                <a:lnTo>
                  <a:pt x="1893" y="1865"/>
                </a:lnTo>
                <a:lnTo>
                  <a:pt x="1883" y="1862"/>
                </a:lnTo>
                <a:lnTo>
                  <a:pt x="1880" y="1858"/>
                </a:lnTo>
                <a:lnTo>
                  <a:pt x="1878" y="1853"/>
                </a:lnTo>
                <a:lnTo>
                  <a:pt x="1880" y="1846"/>
                </a:lnTo>
                <a:lnTo>
                  <a:pt x="1890" y="1840"/>
                </a:lnTo>
                <a:lnTo>
                  <a:pt x="1903" y="1839"/>
                </a:lnTo>
                <a:lnTo>
                  <a:pt x="1917" y="1838"/>
                </a:lnTo>
                <a:lnTo>
                  <a:pt x="1932" y="1828"/>
                </a:lnTo>
                <a:lnTo>
                  <a:pt x="1938" y="1819"/>
                </a:lnTo>
                <a:lnTo>
                  <a:pt x="1938" y="1814"/>
                </a:lnTo>
                <a:lnTo>
                  <a:pt x="1937" y="1802"/>
                </a:lnTo>
                <a:lnTo>
                  <a:pt x="1929" y="1792"/>
                </a:lnTo>
                <a:lnTo>
                  <a:pt x="1918" y="1791"/>
                </a:lnTo>
                <a:lnTo>
                  <a:pt x="1892" y="1799"/>
                </a:lnTo>
                <a:lnTo>
                  <a:pt x="1832" y="1827"/>
                </a:lnTo>
                <a:lnTo>
                  <a:pt x="1788" y="1851"/>
                </a:lnTo>
                <a:lnTo>
                  <a:pt x="1786" y="1854"/>
                </a:lnTo>
                <a:lnTo>
                  <a:pt x="1790" y="1873"/>
                </a:lnTo>
                <a:lnTo>
                  <a:pt x="1796" y="1885"/>
                </a:lnTo>
                <a:lnTo>
                  <a:pt x="1802" y="1900"/>
                </a:lnTo>
                <a:lnTo>
                  <a:pt x="1810" y="1944"/>
                </a:lnTo>
                <a:lnTo>
                  <a:pt x="1812" y="1966"/>
                </a:lnTo>
                <a:lnTo>
                  <a:pt x="1811" y="1985"/>
                </a:lnTo>
                <a:lnTo>
                  <a:pt x="1794" y="2018"/>
                </a:lnTo>
                <a:lnTo>
                  <a:pt x="1762" y="2045"/>
                </a:lnTo>
                <a:lnTo>
                  <a:pt x="1710" y="2066"/>
                </a:lnTo>
                <a:lnTo>
                  <a:pt x="1677" y="2074"/>
                </a:lnTo>
                <a:lnTo>
                  <a:pt x="1663" y="2077"/>
                </a:lnTo>
                <a:lnTo>
                  <a:pt x="1643" y="2086"/>
                </a:lnTo>
                <a:lnTo>
                  <a:pt x="1631" y="2098"/>
                </a:lnTo>
                <a:lnTo>
                  <a:pt x="1627" y="2115"/>
                </a:lnTo>
                <a:lnTo>
                  <a:pt x="1627" y="2125"/>
                </a:lnTo>
                <a:lnTo>
                  <a:pt x="1627" y="2142"/>
                </a:lnTo>
                <a:lnTo>
                  <a:pt x="1619" y="2153"/>
                </a:lnTo>
                <a:lnTo>
                  <a:pt x="1609" y="2153"/>
                </a:lnTo>
                <a:lnTo>
                  <a:pt x="1602" y="2151"/>
                </a:lnTo>
                <a:lnTo>
                  <a:pt x="1579" y="2142"/>
                </a:lnTo>
                <a:lnTo>
                  <a:pt x="1537" y="2142"/>
                </a:lnTo>
                <a:lnTo>
                  <a:pt x="1490" y="2151"/>
                </a:lnTo>
                <a:lnTo>
                  <a:pt x="1461" y="2158"/>
                </a:lnTo>
                <a:lnTo>
                  <a:pt x="1402" y="2183"/>
                </a:lnTo>
                <a:lnTo>
                  <a:pt x="1383" y="2196"/>
                </a:lnTo>
                <a:lnTo>
                  <a:pt x="1365" y="2209"/>
                </a:lnTo>
                <a:lnTo>
                  <a:pt x="1327" y="2226"/>
                </a:lnTo>
                <a:lnTo>
                  <a:pt x="1313" y="2227"/>
                </a:lnTo>
                <a:lnTo>
                  <a:pt x="1300" y="2229"/>
                </a:lnTo>
                <a:lnTo>
                  <a:pt x="1272" y="2243"/>
                </a:lnTo>
                <a:lnTo>
                  <a:pt x="1261" y="2254"/>
                </a:lnTo>
                <a:lnTo>
                  <a:pt x="1255" y="2260"/>
                </a:lnTo>
                <a:lnTo>
                  <a:pt x="1243" y="2269"/>
                </a:lnTo>
                <a:lnTo>
                  <a:pt x="1219" y="2274"/>
                </a:lnTo>
                <a:lnTo>
                  <a:pt x="1200" y="2270"/>
                </a:lnTo>
                <a:lnTo>
                  <a:pt x="1189" y="2268"/>
                </a:lnTo>
                <a:lnTo>
                  <a:pt x="1174" y="2268"/>
                </a:lnTo>
                <a:lnTo>
                  <a:pt x="1165" y="2273"/>
                </a:lnTo>
                <a:lnTo>
                  <a:pt x="1162" y="2286"/>
                </a:lnTo>
                <a:lnTo>
                  <a:pt x="1161" y="2295"/>
                </a:lnTo>
                <a:lnTo>
                  <a:pt x="1162" y="2309"/>
                </a:lnTo>
                <a:lnTo>
                  <a:pt x="1171" y="2325"/>
                </a:lnTo>
                <a:lnTo>
                  <a:pt x="1189" y="2326"/>
                </a:lnTo>
                <a:lnTo>
                  <a:pt x="1219" y="2314"/>
                </a:lnTo>
                <a:lnTo>
                  <a:pt x="1239" y="2302"/>
                </a:lnTo>
                <a:lnTo>
                  <a:pt x="1250" y="2295"/>
                </a:lnTo>
                <a:lnTo>
                  <a:pt x="1273" y="2285"/>
                </a:lnTo>
                <a:lnTo>
                  <a:pt x="1299" y="2281"/>
                </a:lnTo>
                <a:lnTo>
                  <a:pt x="1327" y="2282"/>
                </a:lnTo>
                <a:lnTo>
                  <a:pt x="1343" y="2285"/>
                </a:lnTo>
                <a:lnTo>
                  <a:pt x="1377" y="2289"/>
                </a:lnTo>
                <a:lnTo>
                  <a:pt x="1413" y="2284"/>
                </a:lnTo>
                <a:lnTo>
                  <a:pt x="1433" y="2275"/>
                </a:lnTo>
                <a:lnTo>
                  <a:pt x="1442" y="2268"/>
                </a:lnTo>
                <a:lnTo>
                  <a:pt x="1460" y="2253"/>
                </a:lnTo>
                <a:lnTo>
                  <a:pt x="1461" y="2246"/>
                </a:lnTo>
                <a:lnTo>
                  <a:pt x="1444" y="2251"/>
                </a:lnTo>
                <a:lnTo>
                  <a:pt x="1433" y="2254"/>
                </a:lnTo>
                <a:lnTo>
                  <a:pt x="1417" y="2254"/>
                </a:lnTo>
                <a:lnTo>
                  <a:pt x="1412" y="2249"/>
                </a:lnTo>
                <a:lnTo>
                  <a:pt x="1413" y="2239"/>
                </a:lnTo>
                <a:lnTo>
                  <a:pt x="1428" y="2220"/>
                </a:lnTo>
                <a:lnTo>
                  <a:pt x="1465" y="2193"/>
                </a:lnTo>
                <a:lnTo>
                  <a:pt x="1489" y="2184"/>
                </a:lnTo>
                <a:lnTo>
                  <a:pt x="1516" y="2175"/>
                </a:lnTo>
                <a:lnTo>
                  <a:pt x="1556" y="2169"/>
                </a:lnTo>
                <a:lnTo>
                  <a:pt x="1573" y="2173"/>
                </a:lnTo>
                <a:lnTo>
                  <a:pt x="1579" y="2178"/>
                </a:lnTo>
                <a:lnTo>
                  <a:pt x="1574" y="2192"/>
                </a:lnTo>
                <a:lnTo>
                  <a:pt x="1560" y="2204"/>
                </a:lnTo>
                <a:lnTo>
                  <a:pt x="1547" y="2215"/>
                </a:lnTo>
                <a:lnTo>
                  <a:pt x="1538" y="2235"/>
                </a:lnTo>
                <a:lnTo>
                  <a:pt x="1538" y="2250"/>
                </a:lnTo>
                <a:lnTo>
                  <a:pt x="1540" y="2257"/>
                </a:lnTo>
                <a:lnTo>
                  <a:pt x="1543" y="2274"/>
                </a:lnTo>
                <a:lnTo>
                  <a:pt x="1535" y="2300"/>
                </a:lnTo>
                <a:lnTo>
                  <a:pt x="1512" y="2318"/>
                </a:lnTo>
                <a:lnTo>
                  <a:pt x="1480" y="2324"/>
                </a:lnTo>
                <a:lnTo>
                  <a:pt x="1462" y="2320"/>
                </a:lnTo>
                <a:lnTo>
                  <a:pt x="1440" y="2314"/>
                </a:lnTo>
                <a:lnTo>
                  <a:pt x="1436" y="2320"/>
                </a:lnTo>
                <a:lnTo>
                  <a:pt x="1454" y="2333"/>
                </a:lnTo>
                <a:lnTo>
                  <a:pt x="1462" y="2341"/>
                </a:lnTo>
                <a:lnTo>
                  <a:pt x="1472" y="2360"/>
                </a:lnTo>
                <a:lnTo>
                  <a:pt x="1477" y="2381"/>
                </a:lnTo>
                <a:lnTo>
                  <a:pt x="1476" y="2404"/>
                </a:lnTo>
                <a:lnTo>
                  <a:pt x="1469" y="2428"/>
                </a:lnTo>
                <a:lnTo>
                  <a:pt x="1458" y="2449"/>
                </a:lnTo>
                <a:lnTo>
                  <a:pt x="1443" y="2468"/>
                </a:lnTo>
                <a:lnTo>
                  <a:pt x="1422" y="2482"/>
                </a:lnTo>
                <a:lnTo>
                  <a:pt x="1411" y="2487"/>
                </a:lnTo>
                <a:lnTo>
                  <a:pt x="1392" y="2495"/>
                </a:lnTo>
                <a:lnTo>
                  <a:pt x="1369" y="2511"/>
                </a:lnTo>
                <a:lnTo>
                  <a:pt x="1365" y="2520"/>
                </a:lnTo>
                <a:lnTo>
                  <a:pt x="1368" y="2525"/>
                </a:lnTo>
                <a:lnTo>
                  <a:pt x="1381" y="2531"/>
                </a:lnTo>
                <a:lnTo>
                  <a:pt x="1398" y="2531"/>
                </a:lnTo>
                <a:lnTo>
                  <a:pt x="1411" y="2530"/>
                </a:lnTo>
                <a:lnTo>
                  <a:pt x="1430" y="2521"/>
                </a:lnTo>
                <a:lnTo>
                  <a:pt x="1432" y="2515"/>
                </a:lnTo>
                <a:lnTo>
                  <a:pt x="1433" y="2508"/>
                </a:lnTo>
                <a:lnTo>
                  <a:pt x="1442" y="2498"/>
                </a:lnTo>
                <a:lnTo>
                  <a:pt x="1449" y="2497"/>
                </a:lnTo>
                <a:lnTo>
                  <a:pt x="1459" y="2498"/>
                </a:lnTo>
                <a:lnTo>
                  <a:pt x="1466" y="2508"/>
                </a:lnTo>
                <a:lnTo>
                  <a:pt x="1457" y="2523"/>
                </a:lnTo>
                <a:lnTo>
                  <a:pt x="1433" y="2542"/>
                </a:lnTo>
                <a:lnTo>
                  <a:pt x="1414" y="2553"/>
                </a:lnTo>
                <a:lnTo>
                  <a:pt x="1395" y="2567"/>
                </a:lnTo>
                <a:lnTo>
                  <a:pt x="1377" y="2589"/>
                </a:lnTo>
                <a:lnTo>
                  <a:pt x="1373" y="2602"/>
                </a:lnTo>
                <a:lnTo>
                  <a:pt x="1374" y="2607"/>
                </a:lnTo>
                <a:lnTo>
                  <a:pt x="1377" y="2618"/>
                </a:lnTo>
                <a:lnTo>
                  <a:pt x="1371" y="2650"/>
                </a:lnTo>
                <a:lnTo>
                  <a:pt x="1364" y="2667"/>
                </a:lnTo>
                <a:lnTo>
                  <a:pt x="1354" y="2683"/>
                </a:lnTo>
                <a:lnTo>
                  <a:pt x="1338" y="2692"/>
                </a:lnTo>
                <a:lnTo>
                  <a:pt x="1330" y="2691"/>
                </a:lnTo>
                <a:lnTo>
                  <a:pt x="1322" y="2680"/>
                </a:lnTo>
                <a:lnTo>
                  <a:pt x="1322" y="2648"/>
                </a:lnTo>
                <a:lnTo>
                  <a:pt x="1328" y="2627"/>
                </a:lnTo>
                <a:lnTo>
                  <a:pt x="1334" y="2611"/>
                </a:lnTo>
                <a:lnTo>
                  <a:pt x="1336" y="2586"/>
                </a:lnTo>
                <a:lnTo>
                  <a:pt x="1326" y="2571"/>
                </a:lnTo>
                <a:lnTo>
                  <a:pt x="1306" y="2570"/>
                </a:lnTo>
                <a:lnTo>
                  <a:pt x="1292" y="2575"/>
                </a:lnTo>
                <a:lnTo>
                  <a:pt x="1281" y="2580"/>
                </a:lnTo>
                <a:lnTo>
                  <a:pt x="1263" y="2598"/>
                </a:lnTo>
                <a:lnTo>
                  <a:pt x="1253" y="2617"/>
                </a:lnTo>
                <a:lnTo>
                  <a:pt x="1253" y="2628"/>
                </a:lnTo>
                <a:lnTo>
                  <a:pt x="1257" y="2632"/>
                </a:lnTo>
                <a:lnTo>
                  <a:pt x="1261" y="2632"/>
                </a:lnTo>
                <a:lnTo>
                  <a:pt x="1267" y="2635"/>
                </a:lnTo>
                <a:lnTo>
                  <a:pt x="1280" y="2663"/>
                </a:lnTo>
                <a:lnTo>
                  <a:pt x="1283" y="2683"/>
                </a:lnTo>
                <a:lnTo>
                  <a:pt x="1286" y="2708"/>
                </a:lnTo>
                <a:lnTo>
                  <a:pt x="1282" y="2725"/>
                </a:lnTo>
                <a:lnTo>
                  <a:pt x="1274" y="2728"/>
                </a:lnTo>
                <a:lnTo>
                  <a:pt x="1269" y="2727"/>
                </a:lnTo>
                <a:lnTo>
                  <a:pt x="1260" y="2725"/>
                </a:lnTo>
                <a:lnTo>
                  <a:pt x="1244" y="2734"/>
                </a:lnTo>
                <a:lnTo>
                  <a:pt x="1239" y="2743"/>
                </a:lnTo>
                <a:lnTo>
                  <a:pt x="1234" y="2754"/>
                </a:lnTo>
                <a:lnTo>
                  <a:pt x="1220" y="2766"/>
                </a:lnTo>
                <a:lnTo>
                  <a:pt x="1212" y="2768"/>
                </a:lnTo>
                <a:lnTo>
                  <a:pt x="1204" y="2769"/>
                </a:lnTo>
                <a:lnTo>
                  <a:pt x="1179" y="2781"/>
                </a:lnTo>
                <a:lnTo>
                  <a:pt x="1170" y="2791"/>
                </a:lnTo>
                <a:lnTo>
                  <a:pt x="1157" y="2804"/>
                </a:lnTo>
                <a:lnTo>
                  <a:pt x="1156" y="2815"/>
                </a:lnTo>
                <a:lnTo>
                  <a:pt x="1164" y="2821"/>
                </a:lnTo>
                <a:lnTo>
                  <a:pt x="1171" y="2824"/>
                </a:lnTo>
                <a:lnTo>
                  <a:pt x="1179" y="2826"/>
                </a:lnTo>
                <a:lnTo>
                  <a:pt x="1199" y="2826"/>
                </a:lnTo>
                <a:lnTo>
                  <a:pt x="1237" y="2817"/>
                </a:lnTo>
                <a:lnTo>
                  <a:pt x="1290" y="2795"/>
                </a:lnTo>
                <a:lnTo>
                  <a:pt x="1319" y="2775"/>
                </a:lnTo>
                <a:lnTo>
                  <a:pt x="1329" y="2763"/>
                </a:lnTo>
                <a:lnTo>
                  <a:pt x="1330" y="2758"/>
                </a:lnTo>
                <a:lnTo>
                  <a:pt x="1330" y="2753"/>
                </a:lnTo>
                <a:lnTo>
                  <a:pt x="1336" y="2743"/>
                </a:lnTo>
                <a:lnTo>
                  <a:pt x="1350" y="2735"/>
                </a:lnTo>
                <a:lnTo>
                  <a:pt x="1364" y="2733"/>
                </a:lnTo>
                <a:lnTo>
                  <a:pt x="1378" y="2732"/>
                </a:lnTo>
                <a:lnTo>
                  <a:pt x="1405" y="2715"/>
                </a:lnTo>
                <a:lnTo>
                  <a:pt x="1413" y="2703"/>
                </a:lnTo>
                <a:lnTo>
                  <a:pt x="1418" y="2695"/>
                </a:lnTo>
                <a:lnTo>
                  <a:pt x="1426" y="2685"/>
                </a:lnTo>
                <a:lnTo>
                  <a:pt x="1435" y="2685"/>
                </a:lnTo>
                <a:lnTo>
                  <a:pt x="1443" y="2693"/>
                </a:lnTo>
                <a:lnTo>
                  <a:pt x="1449" y="2700"/>
                </a:lnTo>
                <a:lnTo>
                  <a:pt x="1458" y="2715"/>
                </a:lnTo>
                <a:lnTo>
                  <a:pt x="1463" y="2740"/>
                </a:lnTo>
                <a:lnTo>
                  <a:pt x="1450" y="2763"/>
                </a:lnTo>
                <a:lnTo>
                  <a:pt x="1417" y="2787"/>
                </a:lnTo>
                <a:lnTo>
                  <a:pt x="1391" y="2801"/>
                </a:lnTo>
                <a:lnTo>
                  <a:pt x="1380" y="2807"/>
                </a:lnTo>
                <a:lnTo>
                  <a:pt x="1360" y="2824"/>
                </a:lnTo>
                <a:lnTo>
                  <a:pt x="1341" y="2845"/>
                </a:lnTo>
                <a:lnTo>
                  <a:pt x="1328" y="2868"/>
                </a:lnTo>
                <a:lnTo>
                  <a:pt x="1323" y="2880"/>
                </a:lnTo>
                <a:lnTo>
                  <a:pt x="1314" y="2905"/>
                </a:lnTo>
                <a:lnTo>
                  <a:pt x="1298" y="2938"/>
                </a:lnTo>
                <a:lnTo>
                  <a:pt x="1287" y="2947"/>
                </a:lnTo>
                <a:lnTo>
                  <a:pt x="1281" y="2947"/>
                </a:lnTo>
                <a:lnTo>
                  <a:pt x="1272" y="2937"/>
                </a:lnTo>
                <a:lnTo>
                  <a:pt x="1267" y="2923"/>
                </a:lnTo>
                <a:lnTo>
                  <a:pt x="1265" y="2915"/>
                </a:lnTo>
                <a:lnTo>
                  <a:pt x="1257" y="2902"/>
                </a:lnTo>
                <a:lnTo>
                  <a:pt x="1238" y="2889"/>
                </a:lnTo>
                <a:lnTo>
                  <a:pt x="1207" y="2885"/>
                </a:lnTo>
                <a:lnTo>
                  <a:pt x="1175" y="2896"/>
                </a:lnTo>
                <a:lnTo>
                  <a:pt x="1163" y="2910"/>
                </a:lnTo>
                <a:lnTo>
                  <a:pt x="1158" y="2916"/>
                </a:lnTo>
                <a:lnTo>
                  <a:pt x="1153" y="2926"/>
                </a:lnTo>
                <a:lnTo>
                  <a:pt x="1156" y="2941"/>
                </a:lnTo>
                <a:lnTo>
                  <a:pt x="1168" y="2951"/>
                </a:lnTo>
                <a:lnTo>
                  <a:pt x="1174" y="2957"/>
                </a:lnTo>
                <a:lnTo>
                  <a:pt x="1181" y="2970"/>
                </a:lnTo>
                <a:lnTo>
                  <a:pt x="1184" y="2996"/>
                </a:lnTo>
                <a:lnTo>
                  <a:pt x="1178" y="3021"/>
                </a:lnTo>
                <a:lnTo>
                  <a:pt x="1173" y="3040"/>
                </a:lnTo>
                <a:lnTo>
                  <a:pt x="1171" y="3072"/>
                </a:lnTo>
                <a:lnTo>
                  <a:pt x="1175" y="3078"/>
                </a:lnTo>
                <a:lnTo>
                  <a:pt x="1176" y="3080"/>
                </a:lnTo>
                <a:lnTo>
                  <a:pt x="1174" y="3084"/>
                </a:lnTo>
                <a:lnTo>
                  <a:pt x="1162" y="3088"/>
                </a:lnTo>
                <a:lnTo>
                  <a:pt x="1148" y="3088"/>
                </a:lnTo>
                <a:lnTo>
                  <a:pt x="1133" y="3089"/>
                </a:lnTo>
                <a:lnTo>
                  <a:pt x="1116" y="3095"/>
                </a:lnTo>
                <a:lnTo>
                  <a:pt x="1111" y="3101"/>
                </a:lnTo>
                <a:lnTo>
                  <a:pt x="1110" y="3105"/>
                </a:lnTo>
                <a:lnTo>
                  <a:pt x="1111" y="3111"/>
                </a:lnTo>
                <a:lnTo>
                  <a:pt x="1119" y="3121"/>
                </a:lnTo>
                <a:lnTo>
                  <a:pt x="1125" y="3122"/>
                </a:lnTo>
                <a:lnTo>
                  <a:pt x="1131" y="3122"/>
                </a:lnTo>
                <a:lnTo>
                  <a:pt x="1138" y="3128"/>
                </a:lnTo>
                <a:lnTo>
                  <a:pt x="1147" y="3143"/>
                </a:lnTo>
                <a:lnTo>
                  <a:pt x="1150" y="3173"/>
                </a:lnTo>
                <a:lnTo>
                  <a:pt x="1144" y="3204"/>
                </a:lnTo>
                <a:lnTo>
                  <a:pt x="1136" y="3216"/>
                </a:lnTo>
                <a:lnTo>
                  <a:pt x="1127" y="3230"/>
                </a:lnTo>
                <a:lnTo>
                  <a:pt x="1121" y="3263"/>
                </a:lnTo>
                <a:lnTo>
                  <a:pt x="1124" y="3277"/>
                </a:lnTo>
                <a:lnTo>
                  <a:pt x="1125" y="3289"/>
                </a:lnTo>
                <a:lnTo>
                  <a:pt x="1122" y="3302"/>
                </a:lnTo>
                <a:lnTo>
                  <a:pt x="1117" y="3307"/>
                </a:lnTo>
                <a:lnTo>
                  <a:pt x="1114" y="3307"/>
                </a:lnTo>
                <a:lnTo>
                  <a:pt x="1106" y="3305"/>
                </a:lnTo>
                <a:lnTo>
                  <a:pt x="1094" y="3284"/>
                </a:lnTo>
                <a:lnTo>
                  <a:pt x="1090" y="3269"/>
                </a:lnTo>
                <a:lnTo>
                  <a:pt x="1087" y="3251"/>
                </a:lnTo>
                <a:lnTo>
                  <a:pt x="1079" y="3237"/>
                </a:lnTo>
                <a:lnTo>
                  <a:pt x="1072" y="3234"/>
                </a:lnTo>
                <a:lnTo>
                  <a:pt x="1061" y="3239"/>
                </a:lnTo>
                <a:lnTo>
                  <a:pt x="1047" y="3263"/>
                </a:lnTo>
                <a:lnTo>
                  <a:pt x="1043" y="3284"/>
                </a:lnTo>
                <a:lnTo>
                  <a:pt x="1037" y="3305"/>
                </a:lnTo>
                <a:lnTo>
                  <a:pt x="1020" y="3332"/>
                </a:lnTo>
                <a:lnTo>
                  <a:pt x="1005" y="3345"/>
                </a:lnTo>
                <a:lnTo>
                  <a:pt x="996" y="3350"/>
                </a:lnTo>
                <a:lnTo>
                  <a:pt x="982" y="3357"/>
                </a:lnTo>
                <a:lnTo>
                  <a:pt x="964" y="3372"/>
                </a:lnTo>
                <a:lnTo>
                  <a:pt x="959" y="3390"/>
                </a:lnTo>
                <a:lnTo>
                  <a:pt x="967" y="3410"/>
                </a:lnTo>
                <a:lnTo>
                  <a:pt x="977" y="3421"/>
                </a:lnTo>
                <a:lnTo>
                  <a:pt x="981" y="3424"/>
                </a:lnTo>
                <a:lnTo>
                  <a:pt x="984" y="3434"/>
                </a:lnTo>
                <a:lnTo>
                  <a:pt x="981" y="3453"/>
                </a:lnTo>
                <a:lnTo>
                  <a:pt x="964" y="3484"/>
                </a:lnTo>
                <a:lnTo>
                  <a:pt x="938" y="3516"/>
                </a:lnTo>
                <a:lnTo>
                  <a:pt x="906" y="3547"/>
                </a:lnTo>
                <a:lnTo>
                  <a:pt x="871" y="3575"/>
                </a:lnTo>
                <a:lnTo>
                  <a:pt x="837" y="3594"/>
                </a:lnTo>
                <a:lnTo>
                  <a:pt x="807" y="3602"/>
                </a:lnTo>
                <a:lnTo>
                  <a:pt x="796" y="3599"/>
                </a:lnTo>
                <a:lnTo>
                  <a:pt x="790" y="3598"/>
                </a:lnTo>
                <a:lnTo>
                  <a:pt x="779" y="3600"/>
                </a:lnTo>
                <a:lnTo>
                  <a:pt x="763" y="3610"/>
                </a:lnTo>
                <a:lnTo>
                  <a:pt x="747" y="3637"/>
                </a:lnTo>
                <a:lnTo>
                  <a:pt x="742" y="3670"/>
                </a:lnTo>
                <a:lnTo>
                  <a:pt x="745" y="3687"/>
                </a:lnTo>
                <a:lnTo>
                  <a:pt x="751" y="3703"/>
                </a:lnTo>
                <a:lnTo>
                  <a:pt x="763" y="3719"/>
                </a:lnTo>
                <a:lnTo>
                  <a:pt x="771" y="3723"/>
                </a:lnTo>
                <a:lnTo>
                  <a:pt x="775" y="3721"/>
                </a:lnTo>
                <a:lnTo>
                  <a:pt x="782" y="3718"/>
                </a:lnTo>
                <a:lnTo>
                  <a:pt x="805" y="3723"/>
                </a:lnTo>
                <a:lnTo>
                  <a:pt x="816" y="3730"/>
                </a:lnTo>
                <a:lnTo>
                  <a:pt x="828" y="3741"/>
                </a:lnTo>
                <a:lnTo>
                  <a:pt x="832" y="3756"/>
                </a:lnTo>
                <a:lnTo>
                  <a:pt x="826" y="3767"/>
                </a:lnTo>
                <a:lnTo>
                  <a:pt x="821" y="3773"/>
                </a:lnTo>
                <a:lnTo>
                  <a:pt x="813" y="3784"/>
                </a:lnTo>
                <a:lnTo>
                  <a:pt x="811" y="3793"/>
                </a:lnTo>
                <a:lnTo>
                  <a:pt x="816" y="3796"/>
                </a:lnTo>
                <a:lnTo>
                  <a:pt x="820" y="3796"/>
                </a:lnTo>
                <a:lnTo>
                  <a:pt x="827" y="3799"/>
                </a:lnTo>
                <a:lnTo>
                  <a:pt x="833" y="3813"/>
                </a:lnTo>
                <a:lnTo>
                  <a:pt x="828" y="3824"/>
                </a:lnTo>
                <a:lnTo>
                  <a:pt x="825" y="3836"/>
                </a:lnTo>
                <a:lnTo>
                  <a:pt x="833" y="3858"/>
                </a:lnTo>
                <a:lnTo>
                  <a:pt x="842" y="3866"/>
                </a:lnTo>
                <a:lnTo>
                  <a:pt x="849" y="3870"/>
                </a:lnTo>
                <a:lnTo>
                  <a:pt x="856" y="3880"/>
                </a:lnTo>
                <a:lnTo>
                  <a:pt x="852" y="3893"/>
                </a:lnTo>
                <a:lnTo>
                  <a:pt x="837" y="3905"/>
                </a:lnTo>
                <a:lnTo>
                  <a:pt x="825" y="3914"/>
                </a:lnTo>
                <a:lnTo>
                  <a:pt x="817" y="3929"/>
                </a:lnTo>
                <a:lnTo>
                  <a:pt x="818" y="3937"/>
                </a:lnTo>
                <a:lnTo>
                  <a:pt x="820" y="3940"/>
                </a:lnTo>
                <a:lnTo>
                  <a:pt x="823" y="3945"/>
                </a:lnTo>
                <a:lnTo>
                  <a:pt x="818" y="3946"/>
                </a:lnTo>
                <a:lnTo>
                  <a:pt x="810" y="3942"/>
                </a:lnTo>
                <a:lnTo>
                  <a:pt x="801" y="3938"/>
                </a:lnTo>
                <a:lnTo>
                  <a:pt x="778" y="3942"/>
                </a:lnTo>
                <a:lnTo>
                  <a:pt x="756" y="3955"/>
                </a:lnTo>
                <a:lnTo>
                  <a:pt x="740" y="3974"/>
                </a:lnTo>
                <a:lnTo>
                  <a:pt x="739" y="3984"/>
                </a:lnTo>
                <a:lnTo>
                  <a:pt x="741" y="3990"/>
                </a:lnTo>
                <a:lnTo>
                  <a:pt x="760" y="4003"/>
                </a:lnTo>
                <a:lnTo>
                  <a:pt x="773" y="4008"/>
                </a:lnTo>
                <a:lnTo>
                  <a:pt x="786" y="4013"/>
                </a:lnTo>
                <a:lnTo>
                  <a:pt x="804" y="4032"/>
                </a:lnTo>
                <a:lnTo>
                  <a:pt x="806" y="4044"/>
                </a:lnTo>
                <a:lnTo>
                  <a:pt x="807" y="4050"/>
                </a:lnTo>
                <a:lnTo>
                  <a:pt x="810" y="4058"/>
                </a:lnTo>
                <a:lnTo>
                  <a:pt x="822" y="4058"/>
                </a:lnTo>
                <a:lnTo>
                  <a:pt x="839" y="4050"/>
                </a:lnTo>
                <a:lnTo>
                  <a:pt x="868" y="4037"/>
                </a:lnTo>
                <a:lnTo>
                  <a:pt x="889" y="4033"/>
                </a:lnTo>
                <a:lnTo>
                  <a:pt x="899" y="4034"/>
                </a:lnTo>
                <a:lnTo>
                  <a:pt x="908" y="4049"/>
                </a:lnTo>
                <a:lnTo>
                  <a:pt x="906" y="4068"/>
                </a:lnTo>
                <a:lnTo>
                  <a:pt x="892" y="4083"/>
                </a:lnTo>
                <a:lnTo>
                  <a:pt x="882" y="4085"/>
                </a:lnTo>
                <a:lnTo>
                  <a:pt x="859" y="4088"/>
                </a:lnTo>
                <a:lnTo>
                  <a:pt x="837" y="4090"/>
                </a:lnTo>
                <a:lnTo>
                  <a:pt x="823" y="4094"/>
                </a:lnTo>
                <a:lnTo>
                  <a:pt x="786" y="4122"/>
                </a:lnTo>
                <a:lnTo>
                  <a:pt x="749" y="4160"/>
                </a:lnTo>
                <a:lnTo>
                  <a:pt x="733" y="4185"/>
                </a:lnTo>
                <a:lnTo>
                  <a:pt x="729" y="4197"/>
                </a:lnTo>
                <a:lnTo>
                  <a:pt x="730" y="4201"/>
                </a:lnTo>
                <a:lnTo>
                  <a:pt x="734" y="4211"/>
                </a:lnTo>
                <a:lnTo>
                  <a:pt x="729" y="4233"/>
                </a:lnTo>
                <a:lnTo>
                  <a:pt x="722" y="4244"/>
                </a:lnTo>
                <a:lnTo>
                  <a:pt x="715" y="4254"/>
                </a:lnTo>
                <a:lnTo>
                  <a:pt x="709" y="4275"/>
                </a:lnTo>
                <a:lnTo>
                  <a:pt x="712" y="4282"/>
                </a:lnTo>
                <a:lnTo>
                  <a:pt x="713" y="4287"/>
                </a:lnTo>
                <a:lnTo>
                  <a:pt x="708" y="4297"/>
                </a:lnTo>
                <a:lnTo>
                  <a:pt x="688" y="4315"/>
                </a:lnTo>
                <a:lnTo>
                  <a:pt x="664" y="4327"/>
                </a:lnTo>
                <a:lnTo>
                  <a:pt x="645" y="4337"/>
                </a:lnTo>
                <a:lnTo>
                  <a:pt x="614" y="4366"/>
                </a:lnTo>
                <a:lnTo>
                  <a:pt x="594" y="4398"/>
                </a:lnTo>
                <a:lnTo>
                  <a:pt x="591" y="4421"/>
                </a:lnTo>
                <a:lnTo>
                  <a:pt x="593" y="4435"/>
                </a:lnTo>
                <a:lnTo>
                  <a:pt x="597" y="4441"/>
                </a:lnTo>
                <a:lnTo>
                  <a:pt x="602" y="4447"/>
                </a:lnTo>
                <a:lnTo>
                  <a:pt x="620" y="4445"/>
                </a:lnTo>
                <a:lnTo>
                  <a:pt x="629" y="4438"/>
                </a:lnTo>
                <a:lnTo>
                  <a:pt x="640" y="4430"/>
                </a:lnTo>
                <a:lnTo>
                  <a:pt x="662" y="4426"/>
                </a:lnTo>
                <a:lnTo>
                  <a:pt x="671" y="4429"/>
                </a:lnTo>
                <a:lnTo>
                  <a:pt x="675" y="4433"/>
                </a:lnTo>
                <a:lnTo>
                  <a:pt x="674" y="4447"/>
                </a:lnTo>
                <a:lnTo>
                  <a:pt x="655" y="4478"/>
                </a:lnTo>
                <a:lnTo>
                  <a:pt x="628" y="4507"/>
                </a:lnTo>
                <a:lnTo>
                  <a:pt x="609" y="4527"/>
                </a:lnTo>
                <a:lnTo>
                  <a:pt x="584" y="4556"/>
                </a:lnTo>
                <a:lnTo>
                  <a:pt x="574" y="4577"/>
                </a:lnTo>
                <a:lnTo>
                  <a:pt x="576" y="4594"/>
                </a:lnTo>
                <a:lnTo>
                  <a:pt x="582" y="4603"/>
                </a:lnTo>
                <a:lnTo>
                  <a:pt x="586" y="4610"/>
                </a:lnTo>
                <a:lnTo>
                  <a:pt x="599" y="4620"/>
                </a:lnTo>
                <a:lnTo>
                  <a:pt x="626" y="4629"/>
                </a:lnTo>
                <a:lnTo>
                  <a:pt x="646" y="4629"/>
                </a:lnTo>
                <a:lnTo>
                  <a:pt x="664" y="4629"/>
                </a:lnTo>
                <a:lnTo>
                  <a:pt x="680" y="4635"/>
                </a:lnTo>
                <a:lnTo>
                  <a:pt x="684" y="4642"/>
                </a:lnTo>
                <a:lnTo>
                  <a:pt x="681" y="4653"/>
                </a:lnTo>
                <a:lnTo>
                  <a:pt x="659" y="4667"/>
                </a:lnTo>
                <a:lnTo>
                  <a:pt x="641" y="4671"/>
                </a:lnTo>
                <a:lnTo>
                  <a:pt x="626" y="4674"/>
                </a:lnTo>
                <a:lnTo>
                  <a:pt x="596" y="4690"/>
                </a:lnTo>
                <a:lnTo>
                  <a:pt x="587" y="4700"/>
                </a:lnTo>
                <a:lnTo>
                  <a:pt x="582" y="4706"/>
                </a:lnTo>
                <a:lnTo>
                  <a:pt x="578" y="4716"/>
                </a:lnTo>
                <a:lnTo>
                  <a:pt x="585" y="4727"/>
                </a:lnTo>
                <a:lnTo>
                  <a:pt x="602" y="4733"/>
                </a:lnTo>
                <a:lnTo>
                  <a:pt x="612" y="4736"/>
                </a:lnTo>
                <a:lnTo>
                  <a:pt x="625" y="4746"/>
                </a:lnTo>
                <a:lnTo>
                  <a:pt x="633" y="4760"/>
                </a:lnTo>
                <a:lnTo>
                  <a:pt x="637" y="4782"/>
                </a:lnTo>
                <a:lnTo>
                  <a:pt x="638" y="4794"/>
                </a:lnTo>
                <a:lnTo>
                  <a:pt x="637" y="4814"/>
                </a:lnTo>
                <a:lnTo>
                  <a:pt x="624" y="4843"/>
                </a:lnTo>
                <a:lnTo>
                  <a:pt x="603" y="4858"/>
                </a:lnTo>
                <a:lnTo>
                  <a:pt x="577" y="4855"/>
                </a:lnTo>
                <a:lnTo>
                  <a:pt x="563" y="4844"/>
                </a:lnTo>
                <a:lnTo>
                  <a:pt x="557" y="4840"/>
                </a:lnTo>
                <a:lnTo>
                  <a:pt x="544" y="4836"/>
                </a:lnTo>
                <a:lnTo>
                  <a:pt x="526" y="4840"/>
                </a:lnTo>
                <a:lnTo>
                  <a:pt x="511" y="4861"/>
                </a:lnTo>
                <a:lnTo>
                  <a:pt x="509" y="4881"/>
                </a:lnTo>
                <a:lnTo>
                  <a:pt x="514" y="4895"/>
                </a:lnTo>
                <a:lnTo>
                  <a:pt x="519" y="4902"/>
                </a:lnTo>
                <a:lnTo>
                  <a:pt x="527" y="4912"/>
                </a:lnTo>
                <a:lnTo>
                  <a:pt x="532" y="4926"/>
                </a:lnTo>
                <a:lnTo>
                  <a:pt x="527" y="4927"/>
                </a:lnTo>
                <a:lnTo>
                  <a:pt x="525" y="4928"/>
                </a:lnTo>
                <a:lnTo>
                  <a:pt x="525" y="4935"/>
                </a:lnTo>
                <a:lnTo>
                  <a:pt x="533" y="4952"/>
                </a:lnTo>
                <a:lnTo>
                  <a:pt x="543" y="4968"/>
                </a:lnTo>
                <a:lnTo>
                  <a:pt x="553" y="4986"/>
                </a:lnTo>
                <a:lnTo>
                  <a:pt x="558" y="5005"/>
                </a:lnTo>
                <a:lnTo>
                  <a:pt x="555" y="5014"/>
                </a:lnTo>
                <a:lnTo>
                  <a:pt x="552" y="5016"/>
                </a:lnTo>
                <a:lnTo>
                  <a:pt x="548" y="5018"/>
                </a:lnTo>
                <a:lnTo>
                  <a:pt x="540" y="5037"/>
                </a:lnTo>
                <a:lnTo>
                  <a:pt x="529" y="5085"/>
                </a:lnTo>
                <a:lnTo>
                  <a:pt x="524" y="5128"/>
                </a:lnTo>
                <a:lnTo>
                  <a:pt x="519" y="5181"/>
                </a:lnTo>
                <a:lnTo>
                  <a:pt x="521" y="5219"/>
                </a:lnTo>
                <a:lnTo>
                  <a:pt x="528" y="5226"/>
                </a:lnTo>
                <a:lnTo>
                  <a:pt x="533" y="5224"/>
                </a:lnTo>
                <a:lnTo>
                  <a:pt x="542" y="5218"/>
                </a:lnTo>
                <a:lnTo>
                  <a:pt x="552" y="5198"/>
                </a:lnTo>
                <a:lnTo>
                  <a:pt x="553" y="5188"/>
                </a:lnTo>
                <a:lnTo>
                  <a:pt x="554" y="5178"/>
                </a:lnTo>
                <a:lnTo>
                  <a:pt x="562" y="5166"/>
                </a:lnTo>
                <a:lnTo>
                  <a:pt x="575" y="5163"/>
                </a:lnTo>
                <a:lnTo>
                  <a:pt x="588" y="5170"/>
                </a:lnTo>
                <a:lnTo>
                  <a:pt x="593" y="5179"/>
                </a:lnTo>
                <a:lnTo>
                  <a:pt x="596" y="5185"/>
                </a:lnTo>
                <a:lnTo>
                  <a:pt x="598" y="5199"/>
                </a:lnTo>
                <a:lnTo>
                  <a:pt x="593" y="5223"/>
                </a:lnTo>
                <a:lnTo>
                  <a:pt x="576" y="5257"/>
                </a:lnTo>
                <a:lnTo>
                  <a:pt x="560" y="5275"/>
                </a:lnTo>
                <a:lnTo>
                  <a:pt x="549" y="5281"/>
                </a:lnTo>
                <a:lnTo>
                  <a:pt x="543" y="5282"/>
                </a:lnTo>
                <a:lnTo>
                  <a:pt x="534" y="5282"/>
                </a:lnTo>
                <a:lnTo>
                  <a:pt x="523" y="5284"/>
                </a:lnTo>
                <a:lnTo>
                  <a:pt x="526" y="5296"/>
                </a:lnTo>
                <a:lnTo>
                  <a:pt x="543" y="5314"/>
                </a:lnTo>
                <a:lnTo>
                  <a:pt x="553" y="5325"/>
                </a:lnTo>
                <a:lnTo>
                  <a:pt x="564" y="5340"/>
                </a:lnTo>
                <a:lnTo>
                  <a:pt x="563" y="5351"/>
                </a:lnTo>
                <a:lnTo>
                  <a:pt x="552" y="5361"/>
                </a:lnTo>
                <a:lnTo>
                  <a:pt x="542" y="5368"/>
                </a:lnTo>
                <a:lnTo>
                  <a:pt x="534" y="5373"/>
                </a:lnTo>
                <a:lnTo>
                  <a:pt x="522" y="5385"/>
                </a:lnTo>
                <a:lnTo>
                  <a:pt x="515" y="5400"/>
                </a:lnTo>
                <a:lnTo>
                  <a:pt x="514" y="5418"/>
                </a:lnTo>
                <a:lnTo>
                  <a:pt x="516" y="5427"/>
                </a:lnTo>
                <a:lnTo>
                  <a:pt x="518" y="5440"/>
                </a:lnTo>
                <a:lnTo>
                  <a:pt x="517" y="5456"/>
                </a:lnTo>
                <a:lnTo>
                  <a:pt x="507" y="5464"/>
                </a:lnTo>
                <a:lnTo>
                  <a:pt x="487" y="5467"/>
                </a:lnTo>
                <a:lnTo>
                  <a:pt x="472" y="5467"/>
                </a:lnTo>
                <a:lnTo>
                  <a:pt x="458" y="5468"/>
                </a:lnTo>
                <a:lnTo>
                  <a:pt x="430" y="5476"/>
                </a:lnTo>
                <a:lnTo>
                  <a:pt x="401" y="5497"/>
                </a:lnTo>
                <a:lnTo>
                  <a:pt x="365" y="5531"/>
                </a:lnTo>
                <a:lnTo>
                  <a:pt x="344" y="5555"/>
                </a:lnTo>
                <a:lnTo>
                  <a:pt x="313" y="5592"/>
                </a:lnTo>
                <a:lnTo>
                  <a:pt x="282" y="5639"/>
                </a:lnTo>
                <a:lnTo>
                  <a:pt x="274" y="5661"/>
                </a:lnTo>
                <a:lnTo>
                  <a:pt x="274" y="5667"/>
                </a:lnTo>
                <a:lnTo>
                  <a:pt x="278" y="5679"/>
                </a:lnTo>
                <a:lnTo>
                  <a:pt x="282" y="5718"/>
                </a:lnTo>
                <a:lnTo>
                  <a:pt x="283" y="5740"/>
                </a:lnTo>
                <a:lnTo>
                  <a:pt x="283" y="5753"/>
                </a:lnTo>
                <a:lnTo>
                  <a:pt x="286" y="5772"/>
                </a:lnTo>
                <a:lnTo>
                  <a:pt x="294" y="5783"/>
                </a:lnTo>
                <a:lnTo>
                  <a:pt x="310" y="5788"/>
                </a:lnTo>
                <a:lnTo>
                  <a:pt x="320" y="5788"/>
                </a:lnTo>
                <a:lnTo>
                  <a:pt x="337" y="5786"/>
                </a:lnTo>
                <a:lnTo>
                  <a:pt x="378" y="5766"/>
                </a:lnTo>
                <a:lnTo>
                  <a:pt x="396" y="5751"/>
                </a:lnTo>
                <a:lnTo>
                  <a:pt x="415" y="5734"/>
                </a:lnTo>
                <a:lnTo>
                  <a:pt x="434" y="5724"/>
                </a:lnTo>
                <a:lnTo>
                  <a:pt x="442" y="5724"/>
                </a:lnTo>
                <a:lnTo>
                  <a:pt x="445" y="5734"/>
                </a:lnTo>
                <a:lnTo>
                  <a:pt x="432" y="5767"/>
                </a:lnTo>
                <a:lnTo>
                  <a:pt x="416" y="5790"/>
                </a:lnTo>
                <a:lnTo>
                  <a:pt x="402" y="5811"/>
                </a:lnTo>
                <a:lnTo>
                  <a:pt x="393" y="5830"/>
                </a:lnTo>
                <a:lnTo>
                  <a:pt x="394" y="5834"/>
                </a:lnTo>
                <a:lnTo>
                  <a:pt x="398" y="5832"/>
                </a:lnTo>
                <a:lnTo>
                  <a:pt x="406" y="5828"/>
                </a:lnTo>
                <a:lnTo>
                  <a:pt x="417" y="5830"/>
                </a:lnTo>
                <a:lnTo>
                  <a:pt x="418" y="5836"/>
                </a:lnTo>
                <a:lnTo>
                  <a:pt x="417" y="5843"/>
                </a:lnTo>
                <a:lnTo>
                  <a:pt x="404" y="5856"/>
                </a:lnTo>
                <a:lnTo>
                  <a:pt x="395" y="5861"/>
                </a:lnTo>
                <a:lnTo>
                  <a:pt x="389" y="5863"/>
                </a:lnTo>
                <a:lnTo>
                  <a:pt x="382" y="5872"/>
                </a:lnTo>
                <a:lnTo>
                  <a:pt x="376" y="5889"/>
                </a:lnTo>
                <a:lnTo>
                  <a:pt x="379" y="5905"/>
                </a:lnTo>
                <a:lnTo>
                  <a:pt x="382" y="5919"/>
                </a:lnTo>
                <a:lnTo>
                  <a:pt x="378" y="5934"/>
                </a:lnTo>
                <a:lnTo>
                  <a:pt x="373" y="5940"/>
                </a:lnTo>
                <a:lnTo>
                  <a:pt x="369" y="5940"/>
                </a:lnTo>
                <a:lnTo>
                  <a:pt x="361" y="5941"/>
                </a:lnTo>
                <a:lnTo>
                  <a:pt x="351" y="5956"/>
                </a:lnTo>
                <a:lnTo>
                  <a:pt x="350" y="5967"/>
                </a:lnTo>
                <a:lnTo>
                  <a:pt x="351" y="5974"/>
                </a:lnTo>
                <a:lnTo>
                  <a:pt x="356" y="5984"/>
                </a:lnTo>
                <a:lnTo>
                  <a:pt x="375" y="5987"/>
                </a:lnTo>
                <a:lnTo>
                  <a:pt x="401" y="5983"/>
                </a:lnTo>
                <a:lnTo>
                  <a:pt x="421" y="5978"/>
                </a:lnTo>
                <a:lnTo>
                  <a:pt x="443" y="5980"/>
                </a:lnTo>
                <a:lnTo>
                  <a:pt x="451" y="5985"/>
                </a:lnTo>
                <a:lnTo>
                  <a:pt x="451" y="5988"/>
                </a:lnTo>
                <a:lnTo>
                  <a:pt x="450" y="5995"/>
                </a:lnTo>
                <a:lnTo>
                  <a:pt x="434" y="6016"/>
                </a:lnTo>
                <a:lnTo>
                  <a:pt x="408" y="6038"/>
                </a:lnTo>
                <a:lnTo>
                  <a:pt x="377" y="6057"/>
                </a:lnTo>
                <a:lnTo>
                  <a:pt x="362" y="6064"/>
                </a:lnTo>
                <a:lnTo>
                  <a:pt x="351" y="6070"/>
                </a:lnTo>
                <a:lnTo>
                  <a:pt x="335" y="6093"/>
                </a:lnTo>
                <a:lnTo>
                  <a:pt x="334" y="6107"/>
                </a:lnTo>
                <a:lnTo>
                  <a:pt x="333" y="6121"/>
                </a:lnTo>
                <a:lnTo>
                  <a:pt x="325" y="6144"/>
                </a:lnTo>
                <a:lnTo>
                  <a:pt x="319" y="6150"/>
                </a:lnTo>
                <a:lnTo>
                  <a:pt x="310" y="6157"/>
                </a:lnTo>
                <a:lnTo>
                  <a:pt x="298" y="6189"/>
                </a:lnTo>
                <a:lnTo>
                  <a:pt x="293" y="6228"/>
                </a:lnTo>
                <a:lnTo>
                  <a:pt x="297" y="6262"/>
                </a:lnTo>
                <a:lnTo>
                  <a:pt x="303" y="6272"/>
                </a:lnTo>
                <a:lnTo>
                  <a:pt x="308" y="6278"/>
                </a:lnTo>
                <a:lnTo>
                  <a:pt x="312" y="6292"/>
                </a:lnTo>
                <a:lnTo>
                  <a:pt x="310" y="6321"/>
                </a:lnTo>
                <a:lnTo>
                  <a:pt x="299" y="6347"/>
                </a:lnTo>
                <a:lnTo>
                  <a:pt x="288" y="6375"/>
                </a:lnTo>
                <a:lnTo>
                  <a:pt x="287" y="6399"/>
                </a:lnTo>
                <a:lnTo>
                  <a:pt x="294" y="6409"/>
                </a:lnTo>
                <a:lnTo>
                  <a:pt x="301" y="6414"/>
                </a:lnTo>
                <a:lnTo>
                  <a:pt x="308" y="6418"/>
                </a:lnTo>
                <a:lnTo>
                  <a:pt x="314" y="6425"/>
                </a:lnTo>
                <a:lnTo>
                  <a:pt x="307" y="6433"/>
                </a:lnTo>
                <a:lnTo>
                  <a:pt x="288" y="6439"/>
                </a:lnTo>
                <a:lnTo>
                  <a:pt x="272" y="6445"/>
                </a:lnTo>
                <a:lnTo>
                  <a:pt x="251" y="6459"/>
                </a:lnTo>
                <a:lnTo>
                  <a:pt x="249" y="6467"/>
                </a:lnTo>
                <a:lnTo>
                  <a:pt x="247" y="6473"/>
                </a:lnTo>
                <a:lnTo>
                  <a:pt x="229" y="6476"/>
                </a:lnTo>
                <a:lnTo>
                  <a:pt x="217" y="6472"/>
                </a:lnTo>
                <a:lnTo>
                  <a:pt x="208" y="6470"/>
                </a:lnTo>
                <a:lnTo>
                  <a:pt x="193" y="6472"/>
                </a:lnTo>
                <a:lnTo>
                  <a:pt x="178" y="6482"/>
                </a:lnTo>
                <a:lnTo>
                  <a:pt x="163" y="6500"/>
                </a:lnTo>
                <a:lnTo>
                  <a:pt x="154" y="6514"/>
                </a:lnTo>
                <a:lnTo>
                  <a:pt x="141" y="6533"/>
                </a:lnTo>
                <a:lnTo>
                  <a:pt x="117" y="6562"/>
                </a:lnTo>
                <a:lnTo>
                  <a:pt x="111" y="6565"/>
                </a:lnTo>
                <a:lnTo>
                  <a:pt x="106" y="6567"/>
                </a:lnTo>
                <a:lnTo>
                  <a:pt x="98" y="6585"/>
                </a:lnTo>
                <a:lnTo>
                  <a:pt x="97" y="6598"/>
                </a:lnTo>
                <a:lnTo>
                  <a:pt x="95" y="6615"/>
                </a:lnTo>
                <a:lnTo>
                  <a:pt x="72" y="6656"/>
                </a:lnTo>
                <a:lnTo>
                  <a:pt x="55" y="6674"/>
                </a:lnTo>
                <a:lnTo>
                  <a:pt x="37" y="6694"/>
                </a:lnTo>
                <a:lnTo>
                  <a:pt x="14" y="6731"/>
                </a:lnTo>
                <a:lnTo>
                  <a:pt x="9" y="6752"/>
                </a:lnTo>
                <a:lnTo>
                  <a:pt x="10" y="6762"/>
                </a:lnTo>
                <a:lnTo>
                  <a:pt x="16" y="6769"/>
                </a:lnTo>
                <a:lnTo>
                  <a:pt x="27" y="6772"/>
                </a:lnTo>
                <a:lnTo>
                  <a:pt x="35" y="6772"/>
                </a:lnTo>
                <a:lnTo>
                  <a:pt x="43" y="6771"/>
                </a:lnTo>
                <a:lnTo>
                  <a:pt x="54" y="6774"/>
                </a:lnTo>
                <a:lnTo>
                  <a:pt x="59" y="6782"/>
                </a:lnTo>
                <a:lnTo>
                  <a:pt x="57" y="6797"/>
                </a:lnTo>
                <a:lnTo>
                  <a:pt x="55" y="6806"/>
                </a:lnTo>
                <a:lnTo>
                  <a:pt x="46" y="6840"/>
                </a:lnTo>
                <a:lnTo>
                  <a:pt x="41" y="6868"/>
                </a:lnTo>
                <a:lnTo>
                  <a:pt x="39" y="6880"/>
                </a:lnTo>
                <a:lnTo>
                  <a:pt x="24" y="6907"/>
                </a:lnTo>
                <a:lnTo>
                  <a:pt x="15" y="6919"/>
                </a:lnTo>
                <a:lnTo>
                  <a:pt x="2" y="6931"/>
                </a:lnTo>
                <a:lnTo>
                  <a:pt x="0" y="6942"/>
                </a:lnTo>
                <a:lnTo>
                  <a:pt x="7" y="6947"/>
                </a:lnTo>
                <a:lnTo>
                  <a:pt x="13" y="6949"/>
                </a:lnTo>
                <a:lnTo>
                  <a:pt x="18" y="6950"/>
                </a:lnTo>
                <a:lnTo>
                  <a:pt x="29" y="6948"/>
                </a:lnTo>
                <a:lnTo>
                  <a:pt x="46" y="6938"/>
                </a:lnTo>
                <a:lnTo>
                  <a:pt x="66" y="6913"/>
                </a:lnTo>
                <a:lnTo>
                  <a:pt x="78" y="6881"/>
                </a:lnTo>
                <a:lnTo>
                  <a:pt x="80" y="6864"/>
                </a:lnTo>
                <a:lnTo>
                  <a:pt x="83" y="6852"/>
                </a:lnTo>
                <a:lnTo>
                  <a:pt x="100" y="6827"/>
                </a:lnTo>
                <a:lnTo>
                  <a:pt x="112" y="6818"/>
                </a:lnTo>
                <a:lnTo>
                  <a:pt x="132" y="6808"/>
                </a:lnTo>
                <a:lnTo>
                  <a:pt x="161" y="6801"/>
                </a:lnTo>
                <a:lnTo>
                  <a:pt x="176" y="6807"/>
                </a:lnTo>
                <a:lnTo>
                  <a:pt x="178" y="6827"/>
                </a:lnTo>
                <a:lnTo>
                  <a:pt x="175" y="6843"/>
                </a:lnTo>
                <a:lnTo>
                  <a:pt x="170" y="6863"/>
                </a:lnTo>
                <a:lnTo>
                  <a:pt x="174" y="6880"/>
                </a:lnTo>
                <a:lnTo>
                  <a:pt x="182" y="6885"/>
                </a:lnTo>
                <a:lnTo>
                  <a:pt x="188" y="6885"/>
                </a:lnTo>
                <a:lnTo>
                  <a:pt x="193" y="6886"/>
                </a:lnTo>
                <a:lnTo>
                  <a:pt x="203" y="6891"/>
                </a:lnTo>
                <a:lnTo>
                  <a:pt x="215" y="6907"/>
                </a:lnTo>
                <a:lnTo>
                  <a:pt x="218" y="6922"/>
                </a:lnTo>
                <a:lnTo>
                  <a:pt x="221" y="6936"/>
                </a:lnTo>
                <a:lnTo>
                  <a:pt x="236" y="6954"/>
                </a:lnTo>
                <a:lnTo>
                  <a:pt x="261" y="6959"/>
                </a:lnTo>
                <a:lnTo>
                  <a:pt x="301" y="6953"/>
                </a:lnTo>
                <a:lnTo>
                  <a:pt x="329" y="6944"/>
                </a:lnTo>
                <a:lnTo>
                  <a:pt x="339" y="6940"/>
                </a:lnTo>
                <a:lnTo>
                  <a:pt x="354" y="6940"/>
                </a:lnTo>
                <a:lnTo>
                  <a:pt x="364" y="6949"/>
                </a:lnTo>
                <a:lnTo>
                  <a:pt x="372" y="6971"/>
                </a:lnTo>
                <a:lnTo>
                  <a:pt x="375" y="6986"/>
                </a:lnTo>
                <a:lnTo>
                  <a:pt x="383" y="7009"/>
                </a:lnTo>
                <a:lnTo>
                  <a:pt x="399" y="7036"/>
                </a:lnTo>
                <a:lnTo>
                  <a:pt x="412" y="7046"/>
                </a:lnTo>
                <a:lnTo>
                  <a:pt x="418" y="7049"/>
                </a:lnTo>
                <a:lnTo>
                  <a:pt x="427" y="7052"/>
                </a:lnTo>
                <a:lnTo>
                  <a:pt x="438" y="7058"/>
                </a:lnTo>
                <a:lnTo>
                  <a:pt x="441" y="7069"/>
                </a:lnTo>
                <a:lnTo>
                  <a:pt x="436" y="7086"/>
                </a:lnTo>
                <a:lnTo>
                  <a:pt x="431" y="7097"/>
                </a:lnTo>
                <a:lnTo>
                  <a:pt x="423" y="7118"/>
                </a:lnTo>
                <a:lnTo>
                  <a:pt x="422" y="7143"/>
                </a:lnTo>
                <a:lnTo>
                  <a:pt x="426" y="7155"/>
                </a:lnTo>
                <a:lnTo>
                  <a:pt x="434" y="7164"/>
                </a:lnTo>
                <a:lnTo>
                  <a:pt x="445" y="7169"/>
                </a:lnTo>
                <a:lnTo>
                  <a:pt x="468" y="7168"/>
                </a:lnTo>
                <a:lnTo>
                  <a:pt x="486" y="7158"/>
                </a:lnTo>
                <a:lnTo>
                  <a:pt x="507" y="7146"/>
                </a:lnTo>
                <a:lnTo>
                  <a:pt x="539" y="7137"/>
                </a:lnTo>
                <a:lnTo>
                  <a:pt x="554" y="7142"/>
                </a:lnTo>
                <a:lnTo>
                  <a:pt x="559" y="7151"/>
                </a:lnTo>
                <a:lnTo>
                  <a:pt x="562" y="7171"/>
                </a:lnTo>
                <a:lnTo>
                  <a:pt x="558" y="7192"/>
                </a:lnTo>
                <a:lnTo>
                  <a:pt x="548" y="7248"/>
                </a:lnTo>
                <a:lnTo>
                  <a:pt x="580" y="7211"/>
                </a:lnTo>
                <a:lnTo>
                  <a:pt x="589" y="7202"/>
                </a:lnTo>
                <a:lnTo>
                  <a:pt x="606" y="7189"/>
                </a:lnTo>
                <a:lnTo>
                  <a:pt x="620" y="7184"/>
                </a:lnTo>
                <a:lnTo>
                  <a:pt x="635" y="7186"/>
                </a:lnTo>
                <a:lnTo>
                  <a:pt x="643" y="7190"/>
                </a:lnTo>
                <a:lnTo>
                  <a:pt x="655" y="7198"/>
                </a:lnTo>
                <a:lnTo>
                  <a:pt x="667" y="7198"/>
                </a:lnTo>
                <a:lnTo>
                  <a:pt x="671" y="7192"/>
                </a:lnTo>
                <a:lnTo>
                  <a:pt x="671" y="7188"/>
                </a:lnTo>
                <a:lnTo>
                  <a:pt x="672" y="7182"/>
                </a:lnTo>
                <a:lnTo>
                  <a:pt x="686" y="7173"/>
                </a:lnTo>
                <a:lnTo>
                  <a:pt x="695" y="7172"/>
                </a:lnTo>
                <a:lnTo>
                  <a:pt x="704" y="7173"/>
                </a:lnTo>
                <a:lnTo>
                  <a:pt x="721" y="7191"/>
                </a:lnTo>
                <a:lnTo>
                  <a:pt x="735" y="7221"/>
                </a:lnTo>
                <a:lnTo>
                  <a:pt x="741" y="7253"/>
                </a:lnTo>
                <a:lnTo>
                  <a:pt x="740" y="7268"/>
                </a:lnTo>
                <a:lnTo>
                  <a:pt x="741" y="7277"/>
                </a:lnTo>
                <a:lnTo>
                  <a:pt x="752" y="7289"/>
                </a:lnTo>
                <a:lnTo>
                  <a:pt x="763" y="7290"/>
                </a:lnTo>
                <a:lnTo>
                  <a:pt x="773" y="7289"/>
                </a:lnTo>
                <a:lnTo>
                  <a:pt x="791" y="7277"/>
                </a:lnTo>
                <a:lnTo>
                  <a:pt x="795" y="7268"/>
                </a:lnTo>
                <a:lnTo>
                  <a:pt x="797" y="7264"/>
                </a:lnTo>
                <a:lnTo>
                  <a:pt x="806" y="7264"/>
                </a:lnTo>
                <a:lnTo>
                  <a:pt x="828" y="7280"/>
                </a:lnTo>
                <a:lnTo>
                  <a:pt x="849" y="7304"/>
                </a:lnTo>
                <a:lnTo>
                  <a:pt x="869" y="7326"/>
                </a:lnTo>
                <a:lnTo>
                  <a:pt x="894" y="7344"/>
                </a:lnTo>
                <a:lnTo>
                  <a:pt x="909" y="7347"/>
                </a:lnTo>
                <a:lnTo>
                  <a:pt x="913" y="7345"/>
                </a:lnTo>
                <a:lnTo>
                  <a:pt x="923" y="7340"/>
                </a:lnTo>
                <a:lnTo>
                  <a:pt x="946" y="7333"/>
                </a:lnTo>
                <a:lnTo>
                  <a:pt x="957" y="7332"/>
                </a:lnTo>
                <a:lnTo>
                  <a:pt x="962" y="7331"/>
                </a:lnTo>
                <a:lnTo>
                  <a:pt x="973" y="7321"/>
                </a:lnTo>
                <a:lnTo>
                  <a:pt x="991" y="7292"/>
                </a:lnTo>
                <a:lnTo>
                  <a:pt x="999" y="7264"/>
                </a:lnTo>
                <a:lnTo>
                  <a:pt x="1008" y="7238"/>
                </a:lnTo>
                <a:lnTo>
                  <a:pt x="1025" y="7203"/>
                </a:lnTo>
                <a:lnTo>
                  <a:pt x="1031" y="7201"/>
                </a:lnTo>
                <a:lnTo>
                  <a:pt x="1046" y="7205"/>
                </a:lnTo>
                <a:lnTo>
                  <a:pt x="1070" y="7206"/>
                </a:lnTo>
                <a:lnTo>
                  <a:pt x="1078" y="7206"/>
                </a:lnTo>
                <a:lnTo>
                  <a:pt x="1087" y="7208"/>
                </a:lnTo>
                <a:lnTo>
                  <a:pt x="1087" y="7218"/>
                </a:lnTo>
                <a:lnTo>
                  <a:pt x="1077" y="7231"/>
                </a:lnTo>
                <a:lnTo>
                  <a:pt x="1067" y="7245"/>
                </a:lnTo>
                <a:lnTo>
                  <a:pt x="1072" y="7256"/>
                </a:lnTo>
                <a:lnTo>
                  <a:pt x="1090" y="7256"/>
                </a:lnTo>
                <a:lnTo>
                  <a:pt x="1106" y="7258"/>
                </a:lnTo>
                <a:lnTo>
                  <a:pt x="1135" y="7278"/>
                </a:lnTo>
                <a:lnTo>
                  <a:pt x="1145" y="7292"/>
                </a:lnTo>
                <a:lnTo>
                  <a:pt x="1151" y="7303"/>
                </a:lnTo>
                <a:lnTo>
                  <a:pt x="1160" y="7316"/>
                </a:lnTo>
                <a:lnTo>
                  <a:pt x="1168" y="7317"/>
                </a:lnTo>
                <a:lnTo>
                  <a:pt x="1179" y="7306"/>
                </a:lnTo>
                <a:lnTo>
                  <a:pt x="1186" y="7295"/>
                </a:lnTo>
                <a:lnTo>
                  <a:pt x="1196" y="7281"/>
                </a:lnTo>
                <a:lnTo>
                  <a:pt x="1199" y="7251"/>
                </a:lnTo>
                <a:lnTo>
                  <a:pt x="1193" y="7236"/>
                </a:lnTo>
                <a:lnTo>
                  <a:pt x="1187" y="7221"/>
                </a:lnTo>
                <a:lnTo>
                  <a:pt x="1184" y="7178"/>
                </a:lnTo>
                <a:lnTo>
                  <a:pt x="1186" y="7157"/>
                </a:lnTo>
                <a:lnTo>
                  <a:pt x="1194" y="7098"/>
                </a:lnTo>
                <a:lnTo>
                  <a:pt x="1198" y="7018"/>
                </a:lnTo>
                <a:lnTo>
                  <a:pt x="1199" y="6995"/>
                </a:lnTo>
                <a:lnTo>
                  <a:pt x="1206" y="6956"/>
                </a:lnTo>
                <a:lnTo>
                  <a:pt x="1216" y="6925"/>
                </a:lnTo>
                <a:lnTo>
                  <a:pt x="1231" y="6900"/>
                </a:lnTo>
                <a:lnTo>
                  <a:pt x="1241" y="6889"/>
                </a:lnTo>
                <a:lnTo>
                  <a:pt x="1256" y="6869"/>
                </a:lnTo>
                <a:lnTo>
                  <a:pt x="1277" y="6830"/>
                </a:lnTo>
                <a:lnTo>
                  <a:pt x="1280" y="6814"/>
                </a:lnTo>
                <a:lnTo>
                  <a:pt x="1281" y="6801"/>
                </a:lnTo>
                <a:lnTo>
                  <a:pt x="1292" y="6767"/>
                </a:lnTo>
                <a:lnTo>
                  <a:pt x="1322" y="6711"/>
                </a:lnTo>
                <a:lnTo>
                  <a:pt x="1366" y="6656"/>
                </a:lnTo>
                <a:lnTo>
                  <a:pt x="1395" y="6625"/>
                </a:lnTo>
                <a:lnTo>
                  <a:pt x="1424" y="6604"/>
                </a:lnTo>
                <a:lnTo>
                  <a:pt x="1449" y="6594"/>
                </a:lnTo>
                <a:lnTo>
                  <a:pt x="1459" y="6595"/>
                </a:lnTo>
                <a:lnTo>
                  <a:pt x="1467" y="6595"/>
                </a:lnTo>
                <a:lnTo>
                  <a:pt x="1483" y="6583"/>
                </a:lnTo>
                <a:lnTo>
                  <a:pt x="1489" y="6573"/>
                </a:lnTo>
                <a:lnTo>
                  <a:pt x="1494" y="6563"/>
                </a:lnTo>
                <a:lnTo>
                  <a:pt x="1517" y="6549"/>
                </a:lnTo>
                <a:lnTo>
                  <a:pt x="1530" y="6548"/>
                </a:lnTo>
                <a:lnTo>
                  <a:pt x="1544" y="6546"/>
                </a:lnTo>
                <a:lnTo>
                  <a:pt x="1572" y="6533"/>
                </a:lnTo>
                <a:lnTo>
                  <a:pt x="1582" y="6524"/>
                </a:lnTo>
                <a:lnTo>
                  <a:pt x="1588" y="6517"/>
                </a:lnTo>
                <a:lnTo>
                  <a:pt x="1593" y="6506"/>
                </a:lnTo>
                <a:lnTo>
                  <a:pt x="1592" y="6497"/>
                </a:lnTo>
                <a:lnTo>
                  <a:pt x="1582" y="6489"/>
                </a:lnTo>
                <a:lnTo>
                  <a:pt x="1573" y="6484"/>
                </a:lnTo>
                <a:lnTo>
                  <a:pt x="1561" y="6475"/>
                </a:lnTo>
                <a:lnTo>
                  <a:pt x="1554" y="6461"/>
                </a:lnTo>
                <a:lnTo>
                  <a:pt x="1555" y="6452"/>
                </a:lnTo>
                <a:lnTo>
                  <a:pt x="1565" y="6440"/>
                </a:lnTo>
                <a:lnTo>
                  <a:pt x="1594" y="6430"/>
                </a:lnTo>
                <a:lnTo>
                  <a:pt x="1614" y="6429"/>
                </a:lnTo>
                <a:lnTo>
                  <a:pt x="1636" y="6427"/>
                </a:lnTo>
                <a:lnTo>
                  <a:pt x="1695" y="6415"/>
                </a:lnTo>
                <a:lnTo>
                  <a:pt x="1723" y="6406"/>
                </a:lnTo>
                <a:lnTo>
                  <a:pt x="1744" y="6399"/>
                </a:lnTo>
                <a:lnTo>
                  <a:pt x="1771" y="6391"/>
                </a:lnTo>
                <a:lnTo>
                  <a:pt x="1789" y="6394"/>
                </a:lnTo>
                <a:lnTo>
                  <a:pt x="1804" y="6406"/>
                </a:lnTo>
                <a:lnTo>
                  <a:pt x="1812" y="6416"/>
                </a:lnTo>
                <a:lnTo>
                  <a:pt x="1818" y="6425"/>
                </a:lnTo>
                <a:lnTo>
                  <a:pt x="1831" y="6437"/>
                </a:lnTo>
                <a:lnTo>
                  <a:pt x="1846" y="6442"/>
                </a:lnTo>
                <a:lnTo>
                  <a:pt x="1864" y="6442"/>
                </a:lnTo>
                <a:lnTo>
                  <a:pt x="1875" y="6439"/>
                </a:lnTo>
                <a:lnTo>
                  <a:pt x="1889" y="6437"/>
                </a:lnTo>
                <a:lnTo>
                  <a:pt x="1904" y="6435"/>
                </a:lnTo>
                <a:lnTo>
                  <a:pt x="1912" y="6440"/>
                </a:lnTo>
                <a:lnTo>
                  <a:pt x="1912" y="6453"/>
                </a:lnTo>
                <a:lnTo>
                  <a:pt x="1910" y="6463"/>
                </a:lnTo>
                <a:lnTo>
                  <a:pt x="1905" y="6478"/>
                </a:lnTo>
                <a:lnTo>
                  <a:pt x="1888" y="6506"/>
                </a:lnTo>
                <a:lnTo>
                  <a:pt x="1878" y="6515"/>
                </a:lnTo>
                <a:lnTo>
                  <a:pt x="1867" y="6524"/>
                </a:lnTo>
                <a:lnTo>
                  <a:pt x="1855" y="6546"/>
                </a:lnTo>
                <a:lnTo>
                  <a:pt x="1854" y="6556"/>
                </a:lnTo>
                <a:lnTo>
                  <a:pt x="1853" y="6561"/>
                </a:lnTo>
                <a:lnTo>
                  <a:pt x="1843" y="6570"/>
                </a:lnTo>
                <a:lnTo>
                  <a:pt x="1816" y="6584"/>
                </a:lnTo>
                <a:lnTo>
                  <a:pt x="1791" y="6590"/>
                </a:lnTo>
                <a:lnTo>
                  <a:pt x="1767" y="6595"/>
                </a:lnTo>
                <a:lnTo>
                  <a:pt x="1747" y="6604"/>
                </a:lnTo>
                <a:lnTo>
                  <a:pt x="1744" y="6608"/>
                </a:lnTo>
                <a:lnTo>
                  <a:pt x="1748" y="6610"/>
                </a:lnTo>
                <a:lnTo>
                  <a:pt x="1756" y="6615"/>
                </a:lnTo>
                <a:lnTo>
                  <a:pt x="1761" y="6632"/>
                </a:lnTo>
                <a:lnTo>
                  <a:pt x="1753" y="6651"/>
                </a:lnTo>
                <a:lnTo>
                  <a:pt x="1737" y="6664"/>
                </a:lnTo>
                <a:lnTo>
                  <a:pt x="1725" y="6666"/>
                </a:lnTo>
                <a:lnTo>
                  <a:pt x="1715" y="6667"/>
                </a:lnTo>
                <a:lnTo>
                  <a:pt x="1703" y="6681"/>
                </a:lnTo>
                <a:lnTo>
                  <a:pt x="1702" y="6691"/>
                </a:lnTo>
                <a:lnTo>
                  <a:pt x="1702" y="6698"/>
                </a:lnTo>
                <a:lnTo>
                  <a:pt x="1706" y="6709"/>
                </a:lnTo>
                <a:lnTo>
                  <a:pt x="1718" y="6717"/>
                </a:lnTo>
                <a:lnTo>
                  <a:pt x="1741" y="6711"/>
                </a:lnTo>
                <a:lnTo>
                  <a:pt x="1764" y="6690"/>
                </a:lnTo>
                <a:lnTo>
                  <a:pt x="1773" y="6674"/>
                </a:lnTo>
                <a:lnTo>
                  <a:pt x="1782" y="6656"/>
                </a:lnTo>
                <a:lnTo>
                  <a:pt x="1802" y="6636"/>
                </a:lnTo>
                <a:lnTo>
                  <a:pt x="1823" y="6636"/>
                </a:lnTo>
                <a:lnTo>
                  <a:pt x="1846" y="6655"/>
                </a:lnTo>
                <a:lnTo>
                  <a:pt x="1859" y="6672"/>
                </a:lnTo>
                <a:lnTo>
                  <a:pt x="1867" y="6685"/>
                </a:lnTo>
                <a:lnTo>
                  <a:pt x="1877" y="6704"/>
                </a:lnTo>
                <a:lnTo>
                  <a:pt x="1873" y="6720"/>
                </a:lnTo>
                <a:lnTo>
                  <a:pt x="1858" y="6738"/>
                </a:lnTo>
                <a:lnTo>
                  <a:pt x="1845" y="6750"/>
                </a:lnTo>
                <a:lnTo>
                  <a:pt x="1829" y="6766"/>
                </a:lnTo>
                <a:lnTo>
                  <a:pt x="1812" y="6794"/>
                </a:lnTo>
                <a:lnTo>
                  <a:pt x="1812" y="6801"/>
                </a:lnTo>
                <a:lnTo>
                  <a:pt x="1813" y="6804"/>
                </a:lnTo>
                <a:lnTo>
                  <a:pt x="1811" y="6809"/>
                </a:lnTo>
                <a:lnTo>
                  <a:pt x="1800" y="6818"/>
                </a:lnTo>
                <a:lnTo>
                  <a:pt x="1788" y="6823"/>
                </a:lnTo>
                <a:lnTo>
                  <a:pt x="1773" y="6827"/>
                </a:lnTo>
                <a:lnTo>
                  <a:pt x="1747" y="6851"/>
                </a:lnTo>
                <a:lnTo>
                  <a:pt x="1738" y="6866"/>
                </a:lnTo>
                <a:lnTo>
                  <a:pt x="1731" y="6878"/>
                </a:lnTo>
                <a:lnTo>
                  <a:pt x="1725" y="6892"/>
                </a:lnTo>
                <a:lnTo>
                  <a:pt x="1731" y="6899"/>
                </a:lnTo>
                <a:lnTo>
                  <a:pt x="1748" y="6902"/>
                </a:lnTo>
                <a:lnTo>
                  <a:pt x="1761" y="6902"/>
                </a:lnTo>
                <a:lnTo>
                  <a:pt x="1778" y="6901"/>
                </a:lnTo>
                <a:lnTo>
                  <a:pt x="1808" y="6887"/>
                </a:lnTo>
                <a:lnTo>
                  <a:pt x="1814" y="6877"/>
                </a:lnTo>
                <a:lnTo>
                  <a:pt x="1820" y="6866"/>
                </a:lnTo>
                <a:lnTo>
                  <a:pt x="1842" y="6853"/>
                </a:lnTo>
                <a:lnTo>
                  <a:pt x="1867" y="6851"/>
                </a:lnTo>
                <a:lnTo>
                  <a:pt x="1882" y="6856"/>
                </a:lnTo>
                <a:lnTo>
                  <a:pt x="1888" y="6863"/>
                </a:lnTo>
                <a:lnTo>
                  <a:pt x="1888" y="6868"/>
                </a:lnTo>
                <a:lnTo>
                  <a:pt x="1887" y="6875"/>
                </a:lnTo>
                <a:lnTo>
                  <a:pt x="1878" y="6884"/>
                </a:lnTo>
                <a:lnTo>
                  <a:pt x="1870" y="6885"/>
                </a:lnTo>
                <a:lnTo>
                  <a:pt x="1862" y="6887"/>
                </a:lnTo>
                <a:lnTo>
                  <a:pt x="1847" y="6903"/>
                </a:lnTo>
                <a:lnTo>
                  <a:pt x="1842" y="6914"/>
                </a:lnTo>
                <a:lnTo>
                  <a:pt x="1832" y="6936"/>
                </a:lnTo>
                <a:lnTo>
                  <a:pt x="1781" y="7001"/>
                </a:lnTo>
                <a:lnTo>
                  <a:pt x="1728" y="7061"/>
                </a:lnTo>
                <a:lnTo>
                  <a:pt x="1706" y="7085"/>
                </a:lnTo>
                <a:lnTo>
                  <a:pt x="1690" y="7111"/>
                </a:lnTo>
                <a:lnTo>
                  <a:pt x="1690" y="7121"/>
                </a:lnTo>
                <a:lnTo>
                  <a:pt x="1693" y="7122"/>
                </a:lnTo>
                <a:lnTo>
                  <a:pt x="1702" y="7123"/>
                </a:lnTo>
                <a:lnTo>
                  <a:pt x="1720" y="7134"/>
                </a:lnTo>
                <a:lnTo>
                  <a:pt x="1725" y="7142"/>
                </a:lnTo>
                <a:lnTo>
                  <a:pt x="1728" y="7147"/>
                </a:lnTo>
                <a:lnTo>
                  <a:pt x="1733" y="7152"/>
                </a:lnTo>
                <a:lnTo>
                  <a:pt x="1743" y="7147"/>
                </a:lnTo>
                <a:lnTo>
                  <a:pt x="1753" y="7133"/>
                </a:lnTo>
                <a:lnTo>
                  <a:pt x="1761" y="7122"/>
                </a:lnTo>
                <a:lnTo>
                  <a:pt x="1784" y="7106"/>
                </a:lnTo>
                <a:lnTo>
                  <a:pt x="1794" y="7104"/>
                </a:lnTo>
                <a:lnTo>
                  <a:pt x="1806" y="7102"/>
                </a:lnTo>
                <a:lnTo>
                  <a:pt x="1831" y="7086"/>
                </a:lnTo>
                <a:lnTo>
                  <a:pt x="1840" y="7074"/>
                </a:lnTo>
                <a:lnTo>
                  <a:pt x="1858" y="7054"/>
                </a:lnTo>
                <a:lnTo>
                  <a:pt x="1909" y="7015"/>
                </a:lnTo>
                <a:lnTo>
                  <a:pt x="1967" y="6986"/>
                </a:lnTo>
                <a:lnTo>
                  <a:pt x="2006" y="6976"/>
                </a:lnTo>
                <a:lnTo>
                  <a:pt x="2027" y="6974"/>
                </a:lnTo>
                <a:lnTo>
                  <a:pt x="2035" y="6976"/>
                </a:lnTo>
                <a:lnTo>
                  <a:pt x="2045" y="6982"/>
                </a:lnTo>
                <a:lnTo>
                  <a:pt x="2056" y="7006"/>
                </a:lnTo>
                <a:lnTo>
                  <a:pt x="2055" y="7035"/>
                </a:lnTo>
                <a:lnTo>
                  <a:pt x="2043" y="7058"/>
                </a:lnTo>
                <a:lnTo>
                  <a:pt x="2032" y="7064"/>
                </a:lnTo>
                <a:lnTo>
                  <a:pt x="2015" y="7071"/>
                </a:lnTo>
                <a:lnTo>
                  <a:pt x="2005" y="7082"/>
                </a:lnTo>
                <a:lnTo>
                  <a:pt x="2005" y="7089"/>
                </a:lnTo>
                <a:lnTo>
                  <a:pt x="2014" y="7097"/>
                </a:lnTo>
                <a:lnTo>
                  <a:pt x="2044" y="7101"/>
                </a:lnTo>
                <a:lnTo>
                  <a:pt x="2065" y="7099"/>
                </a:lnTo>
                <a:lnTo>
                  <a:pt x="2090" y="7096"/>
                </a:lnTo>
                <a:lnTo>
                  <a:pt x="2118" y="7095"/>
                </a:lnTo>
                <a:lnTo>
                  <a:pt x="2119" y="7102"/>
                </a:lnTo>
                <a:lnTo>
                  <a:pt x="2093" y="7119"/>
                </a:lnTo>
                <a:lnTo>
                  <a:pt x="2070" y="7132"/>
                </a:lnTo>
                <a:lnTo>
                  <a:pt x="2014" y="7160"/>
                </a:lnTo>
                <a:lnTo>
                  <a:pt x="2072" y="7183"/>
                </a:lnTo>
                <a:lnTo>
                  <a:pt x="2128" y="7208"/>
                </a:lnTo>
                <a:lnTo>
                  <a:pt x="2088" y="7251"/>
                </a:lnTo>
                <a:lnTo>
                  <a:pt x="2048" y="7294"/>
                </a:lnTo>
                <a:lnTo>
                  <a:pt x="2087" y="7282"/>
                </a:lnTo>
                <a:lnTo>
                  <a:pt x="2098" y="7279"/>
                </a:lnTo>
                <a:lnTo>
                  <a:pt x="2114" y="7277"/>
                </a:lnTo>
                <a:lnTo>
                  <a:pt x="2121" y="7281"/>
                </a:lnTo>
                <a:lnTo>
                  <a:pt x="2120" y="7293"/>
                </a:lnTo>
                <a:lnTo>
                  <a:pt x="2118" y="7302"/>
                </a:lnTo>
                <a:lnTo>
                  <a:pt x="2115" y="7316"/>
                </a:lnTo>
                <a:lnTo>
                  <a:pt x="2123" y="7350"/>
                </a:lnTo>
                <a:lnTo>
                  <a:pt x="2133" y="7365"/>
                </a:lnTo>
                <a:lnTo>
                  <a:pt x="2141" y="7376"/>
                </a:lnTo>
                <a:lnTo>
                  <a:pt x="2154" y="7387"/>
                </a:lnTo>
                <a:lnTo>
                  <a:pt x="2166" y="7386"/>
                </a:lnTo>
                <a:lnTo>
                  <a:pt x="2186" y="7371"/>
                </a:lnTo>
                <a:lnTo>
                  <a:pt x="2200" y="7358"/>
                </a:lnTo>
                <a:lnTo>
                  <a:pt x="2217" y="7340"/>
                </a:lnTo>
                <a:lnTo>
                  <a:pt x="2240" y="7303"/>
                </a:lnTo>
                <a:lnTo>
                  <a:pt x="2242" y="7289"/>
                </a:lnTo>
                <a:lnTo>
                  <a:pt x="2244" y="7265"/>
                </a:lnTo>
                <a:lnTo>
                  <a:pt x="2265" y="7207"/>
                </a:lnTo>
                <a:lnTo>
                  <a:pt x="2295" y="7145"/>
                </a:lnTo>
                <a:lnTo>
                  <a:pt x="2329" y="7098"/>
                </a:lnTo>
                <a:lnTo>
                  <a:pt x="2344" y="7087"/>
                </a:lnTo>
                <a:lnTo>
                  <a:pt x="2361" y="7079"/>
                </a:lnTo>
                <a:lnTo>
                  <a:pt x="2378" y="7075"/>
                </a:lnTo>
                <a:lnTo>
                  <a:pt x="2386" y="7077"/>
                </a:lnTo>
                <a:lnTo>
                  <a:pt x="2391" y="7087"/>
                </a:lnTo>
                <a:lnTo>
                  <a:pt x="2387" y="7118"/>
                </a:lnTo>
                <a:lnTo>
                  <a:pt x="2379" y="7140"/>
                </a:lnTo>
                <a:lnTo>
                  <a:pt x="2372" y="7162"/>
                </a:lnTo>
                <a:lnTo>
                  <a:pt x="2366" y="7196"/>
                </a:lnTo>
                <a:lnTo>
                  <a:pt x="2367" y="7201"/>
                </a:lnTo>
                <a:lnTo>
                  <a:pt x="2371" y="7204"/>
                </a:lnTo>
                <a:lnTo>
                  <a:pt x="2383" y="7206"/>
                </a:lnTo>
                <a:lnTo>
                  <a:pt x="2406" y="7201"/>
                </a:lnTo>
                <a:lnTo>
                  <a:pt x="2440" y="7183"/>
                </a:lnTo>
                <a:lnTo>
                  <a:pt x="2469" y="7158"/>
                </a:lnTo>
                <a:lnTo>
                  <a:pt x="2478" y="7145"/>
                </a:lnTo>
                <a:lnTo>
                  <a:pt x="2485" y="7130"/>
                </a:lnTo>
                <a:lnTo>
                  <a:pt x="2501" y="7110"/>
                </a:lnTo>
                <a:lnTo>
                  <a:pt x="2516" y="7104"/>
                </a:lnTo>
                <a:lnTo>
                  <a:pt x="2529" y="7114"/>
                </a:lnTo>
                <a:lnTo>
                  <a:pt x="2534" y="7125"/>
                </a:lnTo>
                <a:lnTo>
                  <a:pt x="2537" y="7129"/>
                </a:lnTo>
                <a:lnTo>
                  <a:pt x="2542" y="7132"/>
                </a:lnTo>
                <a:lnTo>
                  <a:pt x="2552" y="7124"/>
                </a:lnTo>
                <a:lnTo>
                  <a:pt x="2557" y="7107"/>
                </a:lnTo>
                <a:lnTo>
                  <a:pt x="2560" y="7096"/>
                </a:lnTo>
                <a:lnTo>
                  <a:pt x="2569" y="7081"/>
                </a:lnTo>
                <a:lnTo>
                  <a:pt x="2580" y="7074"/>
                </a:lnTo>
                <a:lnTo>
                  <a:pt x="2597" y="7074"/>
                </a:lnTo>
                <a:lnTo>
                  <a:pt x="2609" y="7076"/>
                </a:lnTo>
                <a:lnTo>
                  <a:pt x="2621" y="7078"/>
                </a:lnTo>
                <a:lnTo>
                  <a:pt x="2638" y="7078"/>
                </a:lnTo>
                <a:lnTo>
                  <a:pt x="2645" y="7072"/>
                </a:lnTo>
                <a:lnTo>
                  <a:pt x="2644" y="7057"/>
                </a:lnTo>
                <a:lnTo>
                  <a:pt x="2641" y="7046"/>
                </a:lnTo>
                <a:lnTo>
                  <a:pt x="2639" y="7036"/>
                </a:lnTo>
                <a:lnTo>
                  <a:pt x="2639" y="7019"/>
                </a:lnTo>
                <a:lnTo>
                  <a:pt x="2644" y="7008"/>
                </a:lnTo>
                <a:lnTo>
                  <a:pt x="2656" y="7001"/>
                </a:lnTo>
                <a:lnTo>
                  <a:pt x="2665" y="6998"/>
                </a:lnTo>
                <a:lnTo>
                  <a:pt x="2678" y="6993"/>
                </a:lnTo>
                <a:lnTo>
                  <a:pt x="2694" y="6977"/>
                </a:lnTo>
                <a:lnTo>
                  <a:pt x="2695" y="6968"/>
                </a:lnTo>
                <a:lnTo>
                  <a:pt x="2694" y="6964"/>
                </a:lnTo>
                <a:lnTo>
                  <a:pt x="2697" y="6955"/>
                </a:lnTo>
                <a:lnTo>
                  <a:pt x="2709" y="6942"/>
                </a:lnTo>
                <a:lnTo>
                  <a:pt x="2722" y="6939"/>
                </a:lnTo>
                <a:lnTo>
                  <a:pt x="2736" y="6936"/>
                </a:lnTo>
                <a:lnTo>
                  <a:pt x="2744" y="6940"/>
                </a:lnTo>
                <a:lnTo>
                  <a:pt x="2743" y="6947"/>
                </a:lnTo>
                <a:lnTo>
                  <a:pt x="2741" y="6953"/>
                </a:lnTo>
                <a:lnTo>
                  <a:pt x="2733" y="6968"/>
                </a:lnTo>
                <a:lnTo>
                  <a:pt x="2725" y="7010"/>
                </a:lnTo>
                <a:lnTo>
                  <a:pt x="2724" y="7053"/>
                </a:lnTo>
                <a:lnTo>
                  <a:pt x="2729" y="7071"/>
                </a:lnTo>
                <a:lnTo>
                  <a:pt x="2735" y="7074"/>
                </a:lnTo>
                <a:lnTo>
                  <a:pt x="2739" y="7071"/>
                </a:lnTo>
                <a:lnTo>
                  <a:pt x="2749" y="7061"/>
                </a:lnTo>
                <a:lnTo>
                  <a:pt x="2766" y="7053"/>
                </a:lnTo>
                <a:lnTo>
                  <a:pt x="2777" y="7058"/>
                </a:lnTo>
                <a:lnTo>
                  <a:pt x="2778" y="7074"/>
                </a:lnTo>
                <a:lnTo>
                  <a:pt x="2775" y="7087"/>
                </a:lnTo>
                <a:lnTo>
                  <a:pt x="2771" y="7097"/>
                </a:lnTo>
                <a:lnTo>
                  <a:pt x="2770" y="7110"/>
                </a:lnTo>
                <a:lnTo>
                  <a:pt x="2777" y="7118"/>
                </a:lnTo>
                <a:lnTo>
                  <a:pt x="2789" y="7121"/>
                </a:lnTo>
                <a:lnTo>
                  <a:pt x="2798" y="7122"/>
                </a:lnTo>
                <a:lnTo>
                  <a:pt x="2807" y="7121"/>
                </a:lnTo>
                <a:lnTo>
                  <a:pt x="2825" y="7110"/>
                </a:lnTo>
                <a:lnTo>
                  <a:pt x="2844" y="7091"/>
                </a:lnTo>
                <a:lnTo>
                  <a:pt x="2865" y="7060"/>
                </a:lnTo>
                <a:lnTo>
                  <a:pt x="2876" y="7041"/>
                </a:lnTo>
                <a:lnTo>
                  <a:pt x="2892" y="7010"/>
                </a:lnTo>
                <a:lnTo>
                  <a:pt x="2907" y="6992"/>
                </a:lnTo>
                <a:lnTo>
                  <a:pt x="2909" y="6995"/>
                </a:lnTo>
                <a:lnTo>
                  <a:pt x="2908" y="7003"/>
                </a:lnTo>
                <a:lnTo>
                  <a:pt x="2899" y="7046"/>
                </a:lnTo>
                <a:lnTo>
                  <a:pt x="2894" y="7086"/>
                </a:lnTo>
                <a:lnTo>
                  <a:pt x="2891" y="7103"/>
                </a:lnTo>
                <a:lnTo>
                  <a:pt x="2874" y="7136"/>
                </a:lnTo>
                <a:lnTo>
                  <a:pt x="2863" y="7147"/>
                </a:lnTo>
                <a:lnTo>
                  <a:pt x="2851" y="7155"/>
                </a:lnTo>
                <a:lnTo>
                  <a:pt x="2837" y="7170"/>
                </a:lnTo>
                <a:lnTo>
                  <a:pt x="2835" y="7181"/>
                </a:lnTo>
                <a:lnTo>
                  <a:pt x="2845" y="7185"/>
                </a:lnTo>
                <a:lnTo>
                  <a:pt x="2856" y="7183"/>
                </a:lnTo>
                <a:lnTo>
                  <a:pt x="2863" y="7184"/>
                </a:lnTo>
                <a:lnTo>
                  <a:pt x="2872" y="7198"/>
                </a:lnTo>
                <a:lnTo>
                  <a:pt x="2871" y="7209"/>
                </a:lnTo>
                <a:lnTo>
                  <a:pt x="2870" y="7217"/>
                </a:lnTo>
                <a:lnTo>
                  <a:pt x="2876" y="7229"/>
                </a:lnTo>
                <a:lnTo>
                  <a:pt x="2890" y="7240"/>
                </a:lnTo>
                <a:lnTo>
                  <a:pt x="2913" y="7250"/>
                </a:lnTo>
                <a:lnTo>
                  <a:pt x="2930" y="7254"/>
                </a:lnTo>
                <a:lnTo>
                  <a:pt x="2986" y="7268"/>
                </a:lnTo>
                <a:lnTo>
                  <a:pt x="3023" y="7273"/>
                </a:lnTo>
                <a:lnTo>
                  <a:pt x="3037" y="7271"/>
                </a:lnTo>
                <a:lnTo>
                  <a:pt x="3065" y="7250"/>
                </a:lnTo>
                <a:lnTo>
                  <a:pt x="3087" y="7221"/>
                </a:lnTo>
                <a:lnTo>
                  <a:pt x="3093" y="7199"/>
                </a:lnTo>
                <a:lnTo>
                  <a:pt x="3091" y="7186"/>
                </a:lnTo>
                <a:lnTo>
                  <a:pt x="3087" y="7182"/>
                </a:lnTo>
                <a:lnTo>
                  <a:pt x="3079" y="7172"/>
                </a:lnTo>
                <a:lnTo>
                  <a:pt x="3071" y="7146"/>
                </a:lnTo>
                <a:lnTo>
                  <a:pt x="3074" y="7117"/>
                </a:lnTo>
                <a:lnTo>
                  <a:pt x="3085" y="7089"/>
                </a:lnTo>
                <a:lnTo>
                  <a:pt x="3094" y="7077"/>
                </a:lnTo>
                <a:lnTo>
                  <a:pt x="3101" y="7071"/>
                </a:lnTo>
                <a:lnTo>
                  <a:pt x="3115" y="7064"/>
                </a:lnTo>
                <a:lnTo>
                  <a:pt x="3130" y="7062"/>
                </a:lnTo>
                <a:lnTo>
                  <a:pt x="3150" y="7066"/>
                </a:lnTo>
                <a:lnTo>
                  <a:pt x="3162" y="7071"/>
                </a:lnTo>
                <a:lnTo>
                  <a:pt x="3180" y="7078"/>
                </a:lnTo>
                <a:lnTo>
                  <a:pt x="3201" y="7094"/>
                </a:lnTo>
                <a:lnTo>
                  <a:pt x="3202" y="7109"/>
                </a:lnTo>
                <a:lnTo>
                  <a:pt x="3183" y="7123"/>
                </a:lnTo>
                <a:lnTo>
                  <a:pt x="3165" y="7128"/>
                </a:lnTo>
                <a:lnTo>
                  <a:pt x="3150" y="7134"/>
                </a:lnTo>
                <a:lnTo>
                  <a:pt x="3126" y="7157"/>
                </a:lnTo>
                <a:lnTo>
                  <a:pt x="3113" y="7190"/>
                </a:lnTo>
                <a:lnTo>
                  <a:pt x="3108" y="7230"/>
                </a:lnTo>
                <a:lnTo>
                  <a:pt x="3111" y="7271"/>
                </a:lnTo>
                <a:lnTo>
                  <a:pt x="3122" y="7309"/>
                </a:lnTo>
                <a:lnTo>
                  <a:pt x="3140" y="7338"/>
                </a:lnTo>
                <a:lnTo>
                  <a:pt x="3166" y="7356"/>
                </a:lnTo>
                <a:lnTo>
                  <a:pt x="3182" y="7358"/>
                </a:lnTo>
                <a:lnTo>
                  <a:pt x="3196" y="7359"/>
                </a:lnTo>
                <a:lnTo>
                  <a:pt x="3215" y="7366"/>
                </a:lnTo>
                <a:lnTo>
                  <a:pt x="3223" y="7378"/>
                </a:lnTo>
                <a:lnTo>
                  <a:pt x="3215" y="7393"/>
                </a:lnTo>
                <a:lnTo>
                  <a:pt x="3205" y="7400"/>
                </a:lnTo>
                <a:lnTo>
                  <a:pt x="3197" y="7405"/>
                </a:lnTo>
                <a:lnTo>
                  <a:pt x="3189" y="7418"/>
                </a:lnTo>
                <a:lnTo>
                  <a:pt x="3192" y="7432"/>
                </a:lnTo>
                <a:lnTo>
                  <a:pt x="3205" y="7444"/>
                </a:lnTo>
                <a:lnTo>
                  <a:pt x="3215" y="7449"/>
                </a:lnTo>
                <a:lnTo>
                  <a:pt x="3225" y="7452"/>
                </a:lnTo>
                <a:lnTo>
                  <a:pt x="3235" y="7449"/>
                </a:lnTo>
                <a:lnTo>
                  <a:pt x="3233" y="7444"/>
                </a:lnTo>
                <a:lnTo>
                  <a:pt x="3231" y="7441"/>
                </a:lnTo>
                <a:lnTo>
                  <a:pt x="3235" y="7432"/>
                </a:lnTo>
                <a:lnTo>
                  <a:pt x="3249" y="7417"/>
                </a:lnTo>
                <a:lnTo>
                  <a:pt x="3264" y="7408"/>
                </a:lnTo>
                <a:lnTo>
                  <a:pt x="3274" y="7403"/>
                </a:lnTo>
                <a:lnTo>
                  <a:pt x="3290" y="7388"/>
                </a:lnTo>
                <a:lnTo>
                  <a:pt x="3302" y="7370"/>
                </a:lnTo>
                <a:lnTo>
                  <a:pt x="3309" y="7348"/>
                </a:lnTo>
                <a:lnTo>
                  <a:pt x="3310" y="7335"/>
                </a:lnTo>
                <a:lnTo>
                  <a:pt x="3312" y="7325"/>
                </a:lnTo>
                <a:lnTo>
                  <a:pt x="3321" y="7303"/>
                </a:lnTo>
                <a:lnTo>
                  <a:pt x="3343" y="7268"/>
                </a:lnTo>
                <a:lnTo>
                  <a:pt x="3381" y="7234"/>
                </a:lnTo>
                <a:lnTo>
                  <a:pt x="3405" y="7225"/>
                </a:lnTo>
                <a:lnTo>
                  <a:pt x="3417" y="7228"/>
                </a:lnTo>
                <a:lnTo>
                  <a:pt x="3420" y="7234"/>
                </a:lnTo>
                <a:lnTo>
                  <a:pt x="3424" y="7243"/>
                </a:lnTo>
                <a:lnTo>
                  <a:pt x="3440" y="7255"/>
                </a:lnTo>
                <a:lnTo>
                  <a:pt x="3451" y="7256"/>
                </a:lnTo>
                <a:lnTo>
                  <a:pt x="3462" y="7257"/>
                </a:lnTo>
                <a:lnTo>
                  <a:pt x="3484" y="7271"/>
                </a:lnTo>
                <a:lnTo>
                  <a:pt x="3501" y="7293"/>
                </a:lnTo>
                <a:lnTo>
                  <a:pt x="3506" y="7313"/>
                </a:lnTo>
                <a:lnTo>
                  <a:pt x="3502" y="7320"/>
                </a:lnTo>
                <a:lnTo>
                  <a:pt x="3500" y="7322"/>
                </a:lnTo>
                <a:lnTo>
                  <a:pt x="3491" y="7321"/>
                </a:lnTo>
                <a:lnTo>
                  <a:pt x="3476" y="7311"/>
                </a:lnTo>
                <a:lnTo>
                  <a:pt x="3466" y="7299"/>
                </a:lnTo>
                <a:lnTo>
                  <a:pt x="3458" y="7290"/>
                </a:lnTo>
                <a:lnTo>
                  <a:pt x="3445" y="7279"/>
                </a:lnTo>
                <a:lnTo>
                  <a:pt x="3433" y="7276"/>
                </a:lnTo>
                <a:lnTo>
                  <a:pt x="3420" y="7279"/>
                </a:lnTo>
                <a:lnTo>
                  <a:pt x="3411" y="7284"/>
                </a:lnTo>
                <a:lnTo>
                  <a:pt x="3400" y="7293"/>
                </a:lnTo>
                <a:lnTo>
                  <a:pt x="3384" y="7325"/>
                </a:lnTo>
                <a:lnTo>
                  <a:pt x="3381" y="7342"/>
                </a:lnTo>
                <a:lnTo>
                  <a:pt x="3378" y="7402"/>
                </a:lnTo>
                <a:lnTo>
                  <a:pt x="3369" y="7437"/>
                </a:lnTo>
                <a:lnTo>
                  <a:pt x="3358" y="7440"/>
                </a:lnTo>
                <a:lnTo>
                  <a:pt x="3350" y="7437"/>
                </a:lnTo>
                <a:lnTo>
                  <a:pt x="3345" y="7435"/>
                </a:lnTo>
                <a:lnTo>
                  <a:pt x="3333" y="7437"/>
                </a:lnTo>
                <a:lnTo>
                  <a:pt x="3314" y="7446"/>
                </a:lnTo>
                <a:lnTo>
                  <a:pt x="3289" y="7470"/>
                </a:lnTo>
                <a:lnTo>
                  <a:pt x="3274" y="7499"/>
                </a:lnTo>
                <a:lnTo>
                  <a:pt x="3273" y="7514"/>
                </a:lnTo>
                <a:lnTo>
                  <a:pt x="3273" y="7521"/>
                </a:lnTo>
                <a:lnTo>
                  <a:pt x="3278" y="7531"/>
                </a:lnTo>
                <a:lnTo>
                  <a:pt x="3292" y="7542"/>
                </a:lnTo>
                <a:lnTo>
                  <a:pt x="3307" y="7543"/>
                </a:lnTo>
                <a:lnTo>
                  <a:pt x="3320" y="7543"/>
                </a:lnTo>
                <a:lnTo>
                  <a:pt x="3337" y="7536"/>
                </a:lnTo>
                <a:lnTo>
                  <a:pt x="3339" y="7530"/>
                </a:lnTo>
                <a:lnTo>
                  <a:pt x="3337" y="7516"/>
                </a:lnTo>
                <a:lnTo>
                  <a:pt x="3337" y="7491"/>
                </a:lnTo>
                <a:lnTo>
                  <a:pt x="3343" y="7472"/>
                </a:lnTo>
                <a:lnTo>
                  <a:pt x="3352" y="7460"/>
                </a:lnTo>
                <a:lnTo>
                  <a:pt x="3357" y="7459"/>
                </a:lnTo>
                <a:lnTo>
                  <a:pt x="3366" y="7457"/>
                </a:lnTo>
                <a:lnTo>
                  <a:pt x="3396" y="7439"/>
                </a:lnTo>
                <a:lnTo>
                  <a:pt x="3411" y="7425"/>
                </a:lnTo>
                <a:lnTo>
                  <a:pt x="3427" y="7410"/>
                </a:lnTo>
                <a:lnTo>
                  <a:pt x="3453" y="7395"/>
                </a:lnTo>
                <a:lnTo>
                  <a:pt x="3468" y="7394"/>
                </a:lnTo>
                <a:lnTo>
                  <a:pt x="3475" y="7408"/>
                </a:lnTo>
                <a:lnTo>
                  <a:pt x="3476" y="7421"/>
                </a:lnTo>
                <a:lnTo>
                  <a:pt x="3476" y="7439"/>
                </a:lnTo>
                <a:lnTo>
                  <a:pt x="3483" y="7459"/>
                </a:lnTo>
                <a:lnTo>
                  <a:pt x="3497" y="7465"/>
                </a:lnTo>
                <a:lnTo>
                  <a:pt x="3520" y="7457"/>
                </a:lnTo>
                <a:lnTo>
                  <a:pt x="3537" y="7447"/>
                </a:lnTo>
                <a:lnTo>
                  <a:pt x="3553" y="7434"/>
                </a:lnTo>
                <a:lnTo>
                  <a:pt x="3570" y="7408"/>
                </a:lnTo>
                <a:lnTo>
                  <a:pt x="3576" y="7390"/>
                </a:lnTo>
                <a:lnTo>
                  <a:pt x="3577" y="7381"/>
                </a:lnTo>
                <a:lnTo>
                  <a:pt x="3577" y="7371"/>
                </a:lnTo>
                <a:lnTo>
                  <a:pt x="3581" y="7356"/>
                </a:lnTo>
                <a:lnTo>
                  <a:pt x="3589" y="7345"/>
                </a:lnTo>
                <a:lnTo>
                  <a:pt x="3603" y="7341"/>
                </a:lnTo>
                <a:lnTo>
                  <a:pt x="3611" y="7340"/>
                </a:lnTo>
                <a:lnTo>
                  <a:pt x="3624" y="7339"/>
                </a:lnTo>
                <a:lnTo>
                  <a:pt x="3642" y="7329"/>
                </a:lnTo>
                <a:lnTo>
                  <a:pt x="3644" y="7322"/>
                </a:lnTo>
                <a:lnTo>
                  <a:pt x="3646" y="7316"/>
                </a:lnTo>
                <a:lnTo>
                  <a:pt x="3658" y="7295"/>
                </a:lnTo>
                <a:lnTo>
                  <a:pt x="3694" y="7254"/>
                </a:lnTo>
                <a:lnTo>
                  <a:pt x="3759" y="7195"/>
                </a:lnTo>
                <a:lnTo>
                  <a:pt x="3803" y="7160"/>
                </a:lnTo>
                <a:lnTo>
                  <a:pt x="3827" y="7148"/>
                </a:lnTo>
                <a:lnTo>
                  <a:pt x="3834" y="7147"/>
                </a:lnTo>
                <a:lnTo>
                  <a:pt x="3848" y="7144"/>
                </a:lnTo>
                <a:lnTo>
                  <a:pt x="3874" y="7128"/>
                </a:lnTo>
                <a:lnTo>
                  <a:pt x="3882" y="7117"/>
                </a:lnTo>
                <a:lnTo>
                  <a:pt x="3900" y="7090"/>
                </a:lnTo>
                <a:lnTo>
                  <a:pt x="3922" y="7067"/>
                </a:lnTo>
                <a:lnTo>
                  <a:pt x="3930" y="7058"/>
                </a:lnTo>
                <a:lnTo>
                  <a:pt x="3937" y="7033"/>
                </a:lnTo>
                <a:lnTo>
                  <a:pt x="3935" y="7021"/>
                </a:lnTo>
                <a:lnTo>
                  <a:pt x="3933" y="7015"/>
                </a:lnTo>
                <a:lnTo>
                  <a:pt x="3934" y="7008"/>
                </a:lnTo>
                <a:lnTo>
                  <a:pt x="3943" y="7005"/>
                </a:lnTo>
                <a:lnTo>
                  <a:pt x="3958" y="7011"/>
                </a:lnTo>
                <a:lnTo>
                  <a:pt x="3992" y="7023"/>
                </a:lnTo>
                <a:lnTo>
                  <a:pt x="4024" y="7034"/>
                </a:lnTo>
                <a:lnTo>
                  <a:pt x="4058" y="7046"/>
                </a:lnTo>
                <a:lnTo>
                  <a:pt x="4090" y="7064"/>
                </a:lnTo>
                <a:lnTo>
                  <a:pt x="4098" y="7069"/>
                </a:lnTo>
                <a:lnTo>
                  <a:pt x="4115" y="7075"/>
                </a:lnTo>
                <a:lnTo>
                  <a:pt x="4143" y="7076"/>
                </a:lnTo>
                <a:lnTo>
                  <a:pt x="4165" y="7069"/>
                </a:lnTo>
                <a:lnTo>
                  <a:pt x="4175" y="7066"/>
                </a:lnTo>
                <a:lnTo>
                  <a:pt x="4194" y="7064"/>
                </a:lnTo>
                <a:lnTo>
                  <a:pt x="4222" y="7069"/>
                </a:lnTo>
                <a:lnTo>
                  <a:pt x="4243" y="7083"/>
                </a:lnTo>
                <a:lnTo>
                  <a:pt x="4252" y="7097"/>
                </a:lnTo>
                <a:lnTo>
                  <a:pt x="4258" y="7114"/>
                </a:lnTo>
                <a:lnTo>
                  <a:pt x="4258" y="7132"/>
                </a:lnTo>
                <a:lnTo>
                  <a:pt x="4256" y="7142"/>
                </a:lnTo>
                <a:lnTo>
                  <a:pt x="4252" y="7159"/>
                </a:lnTo>
                <a:lnTo>
                  <a:pt x="4256" y="7168"/>
                </a:lnTo>
                <a:lnTo>
                  <a:pt x="4264" y="7166"/>
                </a:lnTo>
                <a:lnTo>
                  <a:pt x="4272" y="7162"/>
                </a:lnTo>
                <a:lnTo>
                  <a:pt x="4330" y="7124"/>
                </a:lnTo>
                <a:lnTo>
                  <a:pt x="4412" y="7069"/>
                </a:lnTo>
                <a:lnTo>
                  <a:pt x="4460" y="7030"/>
                </a:lnTo>
                <a:lnTo>
                  <a:pt x="4486" y="6998"/>
                </a:lnTo>
                <a:lnTo>
                  <a:pt x="4496" y="6980"/>
                </a:lnTo>
                <a:lnTo>
                  <a:pt x="4508" y="6957"/>
                </a:lnTo>
                <a:lnTo>
                  <a:pt x="4537" y="6913"/>
                </a:lnTo>
                <a:lnTo>
                  <a:pt x="4550" y="6900"/>
                </a:lnTo>
                <a:lnTo>
                  <a:pt x="4561" y="6890"/>
                </a:lnTo>
                <a:lnTo>
                  <a:pt x="4584" y="6857"/>
                </a:lnTo>
                <a:lnTo>
                  <a:pt x="4591" y="6843"/>
                </a:lnTo>
                <a:lnTo>
                  <a:pt x="4595" y="6832"/>
                </a:lnTo>
                <a:lnTo>
                  <a:pt x="4605" y="6818"/>
                </a:lnTo>
                <a:lnTo>
                  <a:pt x="4620" y="6812"/>
                </a:lnTo>
                <a:lnTo>
                  <a:pt x="4642" y="6812"/>
                </a:lnTo>
                <a:lnTo>
                  <a:pt x="4658" y="6814"/>
                </a:lnTo>
                <a:lnTo>
                  <a:pt x="4672" y="6816"/>
                </a:lnTo>
                <a:lnTo>
                  <a:pt x="4692" y="6822"/>
                </a:lnTo>
                <a:lnTo>
                  <a:pt x="4701" y="6830"/>
                </a:lnTo>
                <a:lnTo>
                  <a:pt x="4701" y="6842"/>
                </a:lnTo>
                <a:lnTo>
                  <a:pt x="4698" y="6849"/>
                </a:lnTo>
                <a:lnTo>
                  <a:pt x="4688" y="6880"/>
                </a:lnTo>
                <a:lnTo>
                  <a:pt x="4680" y="6919"/>
                </a:lnTo>
                <a:lnTo>
                  <a:pt x="4677" y="6932"/>
                </a:lnTo>
                <a:lnTo>
                  <a:pt x="4677" y="6945"/>
                </a:lnTo>
                <a:lnTo>
                  <a:pt x="4692" y="6936"/>
                </a:lnTo>
                <a:lnTo>
                  <a:pt x="4723" y="6902"/>
                </a:lnTo>
                <a:lnTo>
                  <a:pt x="4743" y="6880"/>
                </a:lnTo>
                <a:lnTo>
                  <a:pt x="4766" y="6861"/>
                </a:lnTo>
                <a:lnTo>
                  <a:pt x="4778" y="6857"/>
                </a:lnTo>
                <a:lnTo>
                  <a:pt x="4787" y="6860"/>
                </a:lnTo>
                <a:lnTo>
                  <a:pt x="4794" y="6869"/>
                </a:lnTo>
                <a:lnTo>
                  <a:pt x="4799" y="6897"/>
                </a:lnTo>
                <a:lnTo>
                  <a:pt x="4797" y="6925"/>
                </a:lnTo>
                <a:lnTo>
                  <a:pt x="4796" y="6950"/>
                </a:lnTo>
                <a:lnTo>
                  <a:pt x="4803" y="6981"/>
                </a:lnTo>
                <a:lnTo>
                  <a:pt x="4812" y="6996"/>
                </a:lnTo>
                <a:lnTo>
                  <a:pt x="4817" y="7001"/>
                </a:lnTo>
                <a:lnTo>
                  <a:pt x="4828" y="7009"/>
                </a:lnTo>
                <a:lnTo>
                  <a:pt x="4849" y="7014"/>
                </a:lnTo>
                <a:lnTo>
                  <a:pt x="4866" y="7007"/>
                </a:lnTo>
                <a:lnTo>
                  <a:pt x="4877" y="6990"/>
                </a:lnTo>
                <a:lnTo>
                  <a:pt x="4878" y="6978"/>
                </a:lnTo>
                <a:lnTo>
                  <a:pt x="4879" y="6964"/>
                </a:lnTo>
                <a:lnTo>
                  <a:pt x="4890" y="6946"/>
                </a:lnTo>
                <a:lnTo>
                  <a:pt x="4909" y="6944"/>
                </a:lnTo>
                <a:lnTo>
                  <a:pt x="4932" y="6959"/>
                </a:lnTo>
                <a:lnTo>
                  <a:pt x="4946" y="6973"/>
                </a:lnTo>
                <a:lnTo>
                  <a:pt x="4959" y="6988"/>
                </a:lnTo>
                <a:lnTo>
                  <a:pt x="4973" y="6998"/>
                </a:lnTo>
                <a:lnTo>
                  <a:pt x="4978" y="6998"/>
                </a:lnTo>
                <a:lnTo>
                  <a:pt x="4979" y="6995"/>
                </a:lnTo>
                <a:lnTo>
                  <a:pt x="4979" y="6992"/>
                </a:lnTo>
                <a:lnTo>
                  <a:pt x="4983" y="6992"/>
                </a:lnTo>
                <a:lnTo>
                  <a:pt x="4995" y="7003"/>
                </a:lnTo>
                <a:lnTo>
                  <a:pt x="5006" y="7016"/>
                </a:lnTo>
                <a:lnTo>
                  <a:pt x="5014" y="7028"/>
                </a:lnTo>
                <a:lnTo>
                  <a:pt x="5028" y="7043"/>
                </a:lnTo>
                <a:lnTo>
                  <a:pt x="5042" y="7046"/>
                </a:lnTo>
                <a:lnTo>
                  <a:pt x="5062" y="7038"/>
                </a:lnTo>
                <a:lnTo>
                  <a:pt x="5077" y="7030"/>
                </a:lnTo>
                <a:lnTo>
                  <a:pt x="5111" y="7012"/>
                </a:lnTo>
                <a:lnTo>
                  <a:pt x="5172" y="6988"/>
                </a:lnTo>
                <a:lnTo>
                  <a:pt x="5219" y="6976"/>
                </a:lnTo>
                <a:lnTo>
                  <a:pt x="5244" y="6976"/>
                </a:lnTo>
                <a:lnTo>
                  <a:pt x="5255" y="6981"/>
                </a:lnTo>
                <a:lnTo>
                  <a:pt x="5258" y="6985"/>
                </a:lnTo>
                <a:lnTo>
                  <a:pt x="5261" y="6991"/>
                </a:lnTo>
                <a:lnTo>
                  <a:pt x="5256" y="7006"/>
                </a:lnTo>
                <a:lnTo>
                  <a:pt x="5250" y="7011"/>
                </a:lnTo>
                <a:lnTo>
                  <a:pt x="5241" y="7017"/>
                </a:lnTo>
                <a:lnTo>
                  <a:pt x="5233" y="7037"/>
                </a:lnTo>
                <a:lnTo>
                  <a:pt x="5233" y="7056"/>
                </a:lnTo>
                <a:lnTo>
                  <a:pt x="5241" y="7069"/>
                </a:lnTo>
                <a:lnTo>
                  <a:pt x="5250" y="7071"/>
                </a:lnTo>
                <a:lnTo>
                  <a:pt x="5257" y="7069"/>
                </a:lnTo>
                <a:lnTo>
                  <a:pt x="5265" y="7057"/>
                </a:lnTo>
                <a:lnTo>
                  <a:pt x="5266" y="7047"/>
                </a:lnTo>
                <a:lnTo>
                  <a:pt x="5269" y="7034"/>
                </a:lnTo>
                <a:lnTo>
                  <a:pt x="5300" y="6983"/>
                </a:lnTo>
                <a:lnTo>
                  <a:pt x="5324" y="6955"/>
                </a:lnTo>
                <a:lnTo>
                  <a:pt x="5348" y="6924"/>
                </a:lnTo>
                <a:lnTo>
                  <a:pt x="5385" y="6868"/>
                </a:lnTo>
                <a:lnTo>
                  <a:pt x="5393" y="6851"/>
                </a:lnTo>
                <a:lnTo>
                  <a:pt x="5399" y="6838"/>
                </a:lnTo>
                <a:lnTo>
                  <a:pt x="5414" y="6820"/>
                </a:lnTo>
                <a:lnTo>
                  <a:pt x="5422" y="6818"/>
                </a:lnTo>
                <a:lnTo>
                  <a:pt x="5431" y="6816"/>
                </a:lnTo>
                <a:lnTo>
                  <a:pt x="5458" y="6800"/>
                </a:lnTo>
                <a:lnTo>
                  <a:pt x="5473" y="6788"/>
                </a:lnTo>
                <a:lnTo>
                  <a:pt x="5491" y="6773"/>
                </a:lnTo>
                <a:lnTo>
                  <a:pt x="5506" y="6769"/>
                </a:lnTo>
                <a:lnTo>
                  <a:pt x="5515" y="6776"/>
                </a:lnTo>
                <a:lnTo>
                  <a:pt x="5519" y="6783"/>
                </a:lnTo>
                <a:lnTo>
                  <a:pt x="5528" y="6800"/>
                </a:lnTo>
                <a:lnTo>
                  <a:pt x="5536" y="6839"/>
                </a:lnTo>
                <a:lnTo>
                  <a:pt x="5533" y="6884"/>
                </a:lnTo>
                <a:lnTo>
                  <a:pt x="5520" y="6926"/>
                </a:lnTo>
                <a:lnTo>
                  <a:pt x="5509" y="6944"/>
                </a:lnTo>
                <a:lnTo>
                  <a:pt x="5503" y="6955"/>
                </a:lnTo>
                <a:lnTo>
                  <a:pt x="5495" y="6976"/>
                </a:lnTo>
                <a:lnTo>
                  <a:pt x="5491" y="7013"/>
                </a:lnTo>
                <a:lnTo>
                  <a:pt x="5494" y="7044"/>
                </a:lnTo>
                <a:lnTo>
                  <a:pt x="5506" y="7104"/>
                </a:lnTo>
                <a:lnTo>
                  <a:pt x="5539" y="7062"/>
                </a:lnTo>
                <a:lnTo>
                  <a:pt x="5553" y="7043"/>
                </a:lnTo>
                <a:lnTo>
                  <a:pt x="5570" y="7000"/>
                </a:lnTo>
                <a:lnTo>
                  <a:pt x="5570" y="6983"/>
                </a:lnTo>
                <a:lnTo>
                  <a:pt x="5568" y="6946"/>
                </a:lnTo>
                <a:lnTo>
                  <a:pt x="5569" y="6919"/>
                </a:lnTo>
                <a:lnTo>
                  <a:pt x="5570" y="6905"/>
                </a:lnTo>
                <a:lnTo>
                  <a:pt x="5577" y="6905"/>
                </a:lnTo>
                <a:lnTo>
                  <a:pt x="5587" y="6919"/>
                </a:lnTo>
                <a:lnTo>
                  <a:pt x="5591" y="6924"/>
                </a:lnTo>
                <a:lnTo>
                  <a:pt x="5598" y="6918"/>
                </a:lnTo>
                <a:lnTo>
                  <a:pt x="5602" y="6886"/>
                </a:lnTo>
                <a:lnTo>
                  <a:pt x="5598" y="6814"/>
                </a:lnTo>
                <a:lnTo>
                  <a:pt x="5586" y="6743"/>
                </a:lnTo>
                <a:lnTo>
                  <a:pt x="5577" y="6720"/>
                </a:lnTo>
                <a:lnTo>
                  <a:pt x="5566" y="6698"/>
                </a:lnTo>
                <a:lnTo>
                  <a:pt x="5556" y="6692"/>
                </a:lnTo>
                <a:lnTo>
                  <a:pt x="5551" y="6700"/>
                </a:lnTo>
                <a:lnTo>
                  <a:pt x="5547" y="6710"/>
                </a:lnTo>
                <a:lnTo>
                  <a:pt x="5540" y="6723"/>
                </a:lnTo>
                <a:lnTo>
                  <a:pt x="5532" y="6729"/>
                </a:lnTo>
                <a:lnTo>
                  <a:pt x="5527" y="6728"/>
                </a:lnTo>
                <a:lnTo>
                  <a:pt x="5520" y="6718"/>
                </a:lnTo>
                <a:lnTo>
                  <a:pt x="5512" y="6685"/>
                </a:lnTo>
                <a:lnTo>
                  <a:pt x="5509" y="6662"/>
                </a:lnTo>
                <a:lnTo>
                  <a:pt x="5508" y="6647"/>
                </a:lnTo>
                <a:lnTo>
                  <a:pt x="5512" y="6619"/>
                </a:lnTo>
                <a:lnTo>
                  <a:pt x="5522" y="6593"/>
                </a:lnTo>
                <a:lnTo>
                  <a:pt x="5540" y="6564"/>
                </a:lnTo>
                <a:lnTo>
                  <a:pt x="5554" y="6548"/>
                </a:lnTo>
                <a:lnTo>
                  <a:pt x="5578" y="6520"/>
                </a:lnTo>
                <a:lnTo>
                  <a:pt x="5598" y="6507"/>
                </a:lnTo>
                <a:lnTo>
                  <a:pt x="5603" y="6511"/>
                </a:lnTo>
                <a:lnTo>
                  <a:pt x="5604" y="6519"/>
                </a:lnTo>
                <a:lnTo>
                  <a:pt x="5604" y="6531"/>
                </a:lnTo>
                <a:lnTo>
                  <a:pt x="5612" y="6549"/>
                </a:lnTo>
                <a:lnTo>
                  <a:pt x="5627" y="6558"/>
                </a:lnTo>
                <a:lnTo>
                  <a:pt x="5644" y="6558"/>
                </a:lnTo>
                <a:lnTo>
                  <a:pt x="5663" y="6552"/>
                </a:lnTo>
                <a:lnTo>
                  <a:pt x="5681" y="6539"/>
                </a:lnTo>
                <a:lnTo>
                  <a:pt x="5699" y="6520"/>
                </a:lnTo>
                <a:lnTo>
                  <a:pt x="5711" y="6497"/>
                </a:lnTo>
                <a:lnTo>
                  <a:pt x="5714" y="6484"/>
                </a:lnTo>
                <a:lnTo>
                  <a:pt x="5724" y="6446"/>
                </a:lnTo>
                <a:lnTo>
                  <a:pt x="5742" y="6394"/>
                </a:lnTo>
                <a:lnTo>
                  <a:pt x="5750" y="6376"/>
                </a:lnTo>
                <a:lnTo>
                  <a:pt x="5766" y="6353"/>
                </a:lnTo>
                <a:lnTo>
                  <a:pt x="5785" y="6341"/>
                </a:lnTo>
                <a:lnTo>
                  <a:pt x="5813" y="6337"/>
                </a:lnTo>
                <a:lnTo>
                  <a:pt x="5833" y="6337"/>
                </a:lnTo>
                <a:lnTo>
                  <a:pt x="5864" y="6337"/>
                </a:lnTo>
                <a:lnTo>
                  <a:pt x="5889" y="6344"/>
                </a:lnTo>
                <a:lnTo>
                  <a:pt x="5896" y="6352"/>
                </a:lnTo>
                <a:lnTo>
                  <a:pt x="5896" y="6357"/>
                </a:lnTo>
                <a:lnTo>
                  <a:pt x="5895" y="6368"/>
                </a:lnTo>
                <a:lnTo>
                  <a:pt x="5906" y="6378"/>
                </a:lnTo>
                <a:lnTo>
                  <a:pt x="5928" y="6374"/>
                </a:lnTo>
                <a:lnTo>
                  <a:pt x="5954" y="6358"/>
                </a:lnTo>
                <a:lnTo>
                  <a:pt x="5967" y="6345"/>
                </a:lnTo>
                <a:lnTo>
                  <a:pt x="5981" y="6331"/>
                </a:lnTo>
                <a:lnTo>
                  <a:pt x="6002" y="6315"/>
                </a:lnTo>
                <a:lnTo>
                  <a:pt x="6016" y="6315"/>
                </a:lnTo>
                <a:lnTo>
                  <a:pt x="6027" y="6332"/>
                </a:lnTo>
                <a:lnTo>
                  <a:pt x="6031" y="6347"/>
                </a:lnTo>
                <a:lnTo>
                  <a:pt x="6034" y="6357"/>
                </a:lnTo>
                <a:lnTo>
                  <a:pt x="6041" y="6369"/>
                </a:lnTo>
                <a:lnTo>
                  <a:pt x="6050" y="6372"/>
                </a:lnTo>
                <a:lnTo>
                  <a:pt x="6066" y="6367"/>
                </a:lnTo>
                <a:lnTo>
                  <a:pt x="6076" y="6362"/>
                </a:lnTo>
                <a:lnTo>
                  <a:pt x="6092" y="6355"/>
                </a:lnTo>
                <a:lnTo>
                  <a:pt x="6138" y="6352"/>
                </a:lnTo>
                <a:lnTo>
                  <a:pt x="6194" y="6359"/>
                </a:lnTo>
                <a:lnTo>
                  <a:pt x="6251" y="6376"/>
                </a:lnTo>
                <a:lnTo>
                  <a:pt x="6276" y="6389"/>
                </a:lnTo>
                <a:lnTo>
                  <a:pt x="6299" y="6399"/>
                </a:lnTo>
                <a:lnTo>
                  <a:pt x="6339" y="6401"/>
                </a:lnTo>
                <a:lnTo>
                  <a:pt x="6362" y="6394"/>
                </a:lnTo>
                <a:lnTo>
                  <a:pt x="6390" y="6387"/>
                </a:lnTo>
                <a:lnTo>
                  <a:pt x="6507" y="6376"/>
                </a:lnTo>
                <a:lnTo>
                  <a:pt x="6578" y="6375"/>
                </a:lnTo>
                <a:lnTo>
                  <a:pt x="6648" y="6373"/>
                </a:lnTo>
                <a:lnTo>
                  <a:pt x="6724" y="6367"/>
                </a:lnTo>
                <a:lnTo>
                  <a:pt x="6751" y="6362"/>
                </a:lnTo>
                <a:lnTo>
                  <a:pt x="6753" y="6360"/>
                </a:lnTo>
                <a:lnTo>
                  <a:pt x="6750" y="6350"/>
                </a:lnTo>
                <a:lnTo>
                  <a:pt x="6718" y="6320"/>
                </a:lnTo>
                <a:lnTo>
                  <a:pt x="6675" y="6289"/>
                </a:lnTo>
                <a:lnTo>
                  <a:pt x="6635" y="6272"/>
                </a:lnTo>
                <a:lnTo>
                  <a:pt x="6624" y="6272"/>
                </a:lnTo>
                <a:lnTo>
                  <a:pt x="6619" y="6274"/>
                </a:lnTo>
                <a:lnTo>
                  <a:pt x="6612" y="6269"/>
                </a:lnTo>
                <a:lnTo>
                  <a:pt x="6607" y="6244"/>
                </a:lnTo>
                <a:lnTo>
                  <a:pt x="6609" y="6210"/>
                </a:lnTo>
                <a:lnTo>
                  <a:pt x="6611" y="6187"/>
                </a:lnTo>
                <a:lnTo>
                  <a:pt x="6619" y="6147"/>
                </a:lnTo>
                <a:lnTo>
                  <a:pt x="6627" y="6122"/>
                </a:lnTo>
                <a:lnTo>
                  <a:pt x="6634" y="6124"/>
                </a:lnTo>
                <a:lnTo>
                  <a:pt x="6634" y="6139"/>
                </a:lnTo>
                <a:lnTo>
                  <a:pt x="6636" y="6148"/>
                </a:lnTo>
                <a:lnTo>
                  <a:pt x="6650" y="6159"/>
                </a:lnTo>
                <a:lnTo>
                  <a:pt x="6659" y="6160"/>
                </a:lnTo>
                <a:lnTo>
                  <a:pt x="6670" y="6160"/>
                </a:lnTo>
                <a:lnTo>
                  <a:pt x="6684" y="6169"/>
                </a:lnTo>
                <a:lnTo>
                  <a:pt x="6685" y="6176"/>
                </a:lnTo>
                <a:lnTo>
                  <a:pt x="6688" y="6183"/>
                </a:lnTo>
                <a:lnTo>
                  <a:pt x="6710" y="6192"/>
                </a:lnTo>
                <a:lnTo>
                  <a:pt x="6727" y="6193"/>
                </a:lnTo>
                <a:lnTo>
                  <a:pt x="6739" y="6193"/>
                </a:lnTo>
                <a:lnTo>
                  <a:pt x="6755" y="6189"/>
                </a:lnTo>
                <a:lnTo>
                  <a:pt x="6765" y="6181"/>
                </a:lnTo>
                <a:lnTo>
                  <a:pt x="6769" y="6169"/>
                </a:lnTo>
                <a:lnTo>
                  <a:pt x="6770" y="6160"/>
                </a:lnTo>
                <a:lnTo>
                  <a:pt x="6771" y="6145"/>
                </a:lnTo>
                <a:lnTo>
                  <a:pt x="6787" y="6120"/>
                </a:lnTo>
                <a:lnTo>
                  <a:pt x="6815" y="6104"/>
                </a:lnTo>
                <a:lnTo>
                  <a:pt x="6849" y="6100"/>
                </a:lnTo>
                <a:lnTo>
                  <a:pt x="6867" y="6104"/>
                </a:lnTo>
                <a:lnTo>
                  <a:pt x="6881" y="6106"/>
                </a:lnTo>
                <a:lnTo>
                  <a:pt x="6896" y="6102"/>
                </a:lnTo>
                <a:lnTo>
                  <a:pt x="6902" y="6093"/>
                </a:lnTo>
                <a:lnTo>
                  <a:pt x="6907" y="6069"/>
                </a:lnTo>
                <a:lnTo>
                  <a:pt x="6908" y="6012"/>
                </a:lnTo>
                <a:lnTo>
                  <a:pt x="6905" y="5970"/>
                </a:lnTo>
                <a:lnTo>
                  <a:pt x="6905" y="5959"/>
                </a:lnTo>
                <a:lnTo>
                  <a:pt x="6909" y="5939"/>
                </a:lnTo>
                <a:lnTo>
                  <a:pt x="6918" y="5921"/>
                </a:lnTo>
                <a:lnTo>
                  <a:pt x="6933" y="5905"/>
                </a:lnTo>
                <a:lnTo>
                  <a:pt x="6943" y="5897"/>
                </a:lnTo>
                <a:lnTo>
                  <a:pt x="6961" y="5887"/>
                </a:lnTo>
                <a:lnTo>
                  <a:pt x="6996" y="5880"/>
                </a:lnTo>
                <a:lnTo>
                  <a:pt x="7022" y="5887"/>
                </a:lnTo>
                <a:lnTo>
                  <a:pt x="7039" y="5909"/>
                </a:lnTo>
                <a:lnTo>
                  <a:pt x="7040" y="5925"/>
                </a:lnTo>
                <a:lnTo>
                  <a:pt x="7041" y="5937"/>
                </a:lnTo>
                <a:lnTo>
                  <a:pt x="7049" y="5955"/>
                </a:lnTo>
                <a:lnTo>
                  <a:pt x="7054" y="5957"/>
                </a:lnTo>
                <a:lnTo>
                  <a:pt x="7059" y="5958"/>
                </a:lnTo>
                <a:lnTo>
                  <a:pt x="7068" y="5975"/>
                </a:lnTo>
                <a:lnTo>
                  <a:pt x="7077" y="6031"/>
                </a:lnTo>
                <a:lnTo>
                  <a:pt x="7080" y="6095"/>
                </a:lnTo>
                <a:lnTo>
                  <a:pt x="7082" y="6126"/>
                </a:lnTo>
                <a:lnTo>
                  <a:pt x="7089" y="6145"/>
                </a:lnTo>
                <a:lnTo>
                  <a:pt x="7098" y="6144"/>
                </a:lnTo>
                <a:lnTo>
                  <a:pt x="7104" y="6139"/>
                </a:lnTo>
                <a:lnTo>
                  <a:pt x="7114" y="6131"/>
                </a:lnTo>
                <a:lnTo>
                  <a:pt x="7124" y="6131"/>
                </a:lnTo>
                <a:lnTo>
                  <a:pt x="7125" y="6139"/>
                </a:lnTo>
                <a:lnTo>
                  <a:pt x="7123" y="6150"/>
                </a:lnTo>
                <a:lnTo>
                  <a:pt x="7108" y="6170"/>
                </a:lnTo>
                <a:lnTo>
                  <a:pt x="7086" y="6183"/>
                </a:lnTo>
                <a:lnTo>
                  <a:pt x="7063" y="6187"/>
                </a:lnTo>
                <a:lnTo>
                  <a:pt x="7054" y="6183"/>
                </a:lnTo>
                <a:lnTo>
                  <a:pt x="7050" y="6181"/>
                </a:lnTo>
                <a:lnTo>
                  <a:pt x="7047" y="6183"/>
                </a:lnTo>
                <a:lnTo>
                  <a:pt x="7051" y="6198"/>
                </a:lnTo>
                <a:lnTo>
                  <a:pt x="7062" y="6216"/>
                </a:lnTo>
                <a:lnTo>
                  <a:pt x="7070" y="6230"/>
                </a:lnTo>
                <a:lnTo>
                  <a:pt x="7080" y="6253"/>
                </a:lnTo>
                <a:lnTo>
                  <a:pt x="7084" y="6276"/>
                </a:lnTo>
                <a:lnTo>
                  <a:pt x="7083" y="6302"/>
                </a:lnTo>
                <a:lnTo>
                  <a:pt x="7080" y="6317"/>
                </a:lnTo>
                <a:lnTo>
                  <a:pt x="7074" y="6346"/>
                </a:lnTo>
                <a:lnTo>
                  <a:pt x="7078" y="6359"/>
                </a:lnTo>
                <a:lnTo>
                  <a:pt x="7088" y="6353"/>
                </a:lnTo>
                <a:lnTo>
                  <a:pt x="7097" y="6347"/>
                </a:lnTo>
                <a:lnTo>
                  <a:pt x="7108" y="6339"/>
                </a:lnTo>
                <a:lnTo>
                  <a:pt x="7120" y="6335"/>
                </a:lnTo>
                <a:lnTo>
                  <a:pt x="7124" y="6337"/>
                </a:lnTo>
                <a:lnTo>
                  <a:pt x="7125" y="6340"/>
                </a:lnTo>
                <a:lnTo>
                  <a:pt x="7123" y="6350"/>
                </a:lnTo>
                <a:lnTo>
                  <a:pt x="7108" y="6376"/>
                </a:lnTo>
                <a:lnTo>
                  <a:pt x="7090" y="6399"/>
                </a:lnTo>
                <a:lnTo>
                  <a:pt x="7079" y="6406"/>
                </a:lnTo>
                <a:lnTo>
                  <a:pt x="7074" y="6405"/>
                </a:lnTo>
                <a:lnTo>
                  <a:pt x="7074" y="6401"/>
                </a:lnTo>
                <a:lnTo>
                  <a:pt x="7072" y="6393"/>
                </a:lnTo>
                <a:lnTo>
                  <a:pt x="7058" y="6387"/>
                </a:lnTo>
                <a:lnTo>
                  <a:pt x="7049" y="6389"/>
                </a:lnTo>
                <a:lnTo>
                  <a:pt x="7039" y="6395"/>
                </a:lnTo>
                <a:lnTo>
                  <a:pt x="7028" y="6406"/>
                </a:lnTo>
                <a:lnTo>
                  <a:pt x="7029" y="6411"/>
                </a:lnTo>
                <a:lnTo>
                  <a:pt x="7031" y="6413"/>
                </a:lnTo>
                <a:lnTo>
                  <a:pt x="7028" y="6418"/>
                </a:lnTo>
                <a:lnTo>
                  <a:pt x="7016" y="6423"/>
                </a:lnTo>
                <a:lnTo>
                  <a:pt x="7003" y="6424"/>
                </a:lnTo>
                <a:lnTo>
                  <a:pt x="6991" y="6426"/>
                </a:lnTo>
                <a:lnTo>
                  <a:pt x="6971" y="6433"/>
                </a:lnTo>
                <a:lnTo>
                  <a:pt x="6955" y="6443"/>
                </a:lnTo>
                <a:lnTo>
                  <a:pt x="6945" y="6456"/>
                </a:lnTo>
                <a:lnTo>
                  <a:pt x="6942" y="6470"/>
                </a:lnTo>
                <a:lnTo>
                  <a:pt x="6944" y="6481"/>
                </a:lnTo>
                <a:lnTo>
                  <a:pt x="6954" y="6491"/>
                </a:lnTo>
                <a:lnTo>
                  <a:pt x="6971" y="6496"/>
                </a:lnTo>
                <a:lnTo>
                  <a:pt x="6983" y="6497"/>
                </a:lnTo>
                <a:lnTo>
                  <a:pt x="6988" y="6498"/>
                </a:lnTo>
                <a:lnTo>
                  <a:pt x="6996" y="6503"/>
                </a:lnTo>
                <a:lnTo>
                  <a:pt x="7005" y="6521"/>
                </a:lnTo>
                <a:lnTo>
                  <a:pt x="7006" y="6539"/>
                </a:lnTo>
                <a:lnTo>
                  <a:pt x="7006" y="6552"/>
                </a:lnTo>
                <a:lnTo>
                  <a:pt x="7010" y="6569"/>
                </a:lnTo>
                <a:lnTo>
                  <a:pt x="7022" y="6578"/>
                </a:lnTo>
                <a:lnTo>
                  <a:pt x="7046" y="6581"/>
                </a:lnTo>
                <a:lnTo>
                  <a:pt x="7064" y="6581"/>
                </a:lnTo>
                <a:lnTo>
                  <a:pt x="7080" y="6581"/>
                </a:lnTo>
                <a:lnTo>
                  <a:pt x="7102" y="6584"/>
                </a:lnTo>
                <a:lnTo>
                  <a:pt x="7114" y="6591"/>
                </a:lnTo>
                <a:lnTo>
                  <a:pt x="7115" y="6605"/>
                </a:lnTo>
                <a:lnTo>
                  <a:pt x="7113" y="6615"/>
                </a:lnTo>
                <a:lnTo>
                  <a:pt x="7110" y="6627"/>
                </a:lnTo>
                <a:lnTo>
                  <a:pt x="7116" y="6656"/>
                </a:lnTo>
                <a:lnTo>
                  <a:pt x="7130" y="6681"/>
                </a:lnTo>
                <a:lnTo>
                  <a:pt x="7148" y="6697"/>
                </a:lnTo>
                <a:lnTo>
                  <a:pt x="7158" y="6699"/>
                </a:lnTo>
                <a:lnTo>
                  <a:pt x="7162" y="6698"/>
                </a:lnTo>
                <a:lnTo>
                  <a:pt x="7170" y="6692"/>
                </a:lnTo>
                <a:lnTo>
                  <a:pt x="7182" y="6673"/>
                </a:lnTo>
                <a:lnTo>
                  <a:pt x="7196" y="6636"/>
                </a:lnTo>
                <a:lnTo>
                  <a:pt x="7202" y="6593"/>
                </a:lnTo>
                <a:lnTo>
                  <a:pt x="7201" y="6573"/>
                </a:lnTo>
                <a:lnTo>
                  <a:pt x="7199" y="6552"/>
                </a:lnTo>
                <a:lnTo>
                  <a:pt x="7201" y="6520"/>
                </a:lnTo>
                <a:lnTo>
                  <a:pt x="7208" y="6504"/>
                </a:lnTo>
                <a:lnTo>
                  <a:pt x="7220" y="6506"/>
                </a:lnTo>
                <a:lnTo>
                  <a:pt x="7227" y="6515"/>
                </a:lnTo>
                <a:lnTo>
                  <a:pt x="7232" y="6522"/>
                </a:lnTo>
                <a:lnTo>
                  <a:pt x="7240" y="6530"/>
                </a:lnTo>
                <a:lnTo>
                  <a:pt x="7258" y="6528"/>
                </a:lnTo>
                <a:lnTo>
                  <a:pt x="7280" y="6515"/>
                </a:lnTo>
                <a:lnTo>
                  <a:pt x="7303" y="6501"/>
                </a:lnTo>
                <a:lnTo>
                  <a:pt x="7308" y="6505"/>
                </a:lnTo>
                <a:lnTo>
                  <a:pt x="7293" y="6524"/>
                </a:lnTo>
                <a:lnTo>
                  <a:pt x="7269" y="6554"/>
                </a:lnTo>
                <a:lnTo>
                  <a:pt x="7247" y="6578"/>
                </a:lnTo>
                <a:lnTo>
                  <a:pt x="7234" y="6594"/>
                </a:lnTo>
                <a:lnTo>
                  <a:pt x="7225" y="6618"/>
                </a:lnTo>
                <a:lnTo>
                  <a:pt x="7225" y="6636"/>
                </a:lnTo>
                <a:lnTo>
                  <a:pt x="7234" y="6662"/>
                </a:lnTo>
                <a:lnTo>
                  <a:pt x="7265" y="6700"/>
                </a:lnTo>
                <a:lnTo>
                  <a:pt x="7288" y="6722"/>
                </a:lnTo>
                <a:lnTo>
                  <a:pt x="7300" y="6732"/>
                </a:lnTo>
                <a:lnTo>
                  <a:pt x="7316" y="6743"/>
                </a:lnTo>
                <a:lnTo>
                  <a:pt x="7330" y="6742"/>
                </a:lnTo>
                <a:lnTo>
                  <a:pt x="7348" y="6728"/>
                </a:lnTo>
                <a:lnTo>
                  <a:pt x="7359" y="6715"/>
                </a:lnTo>
                <a:lnTo>
                  <a:pt x="7372" y="6699"/>
                </a:lnTo>
                <a:lnTo>
                  <a:pt x="7386" y="6670"/>
                </a:lnTo>
                <a:lnTo>
                  <a:pt x="7384" y="6662"/>
                </a:lnTo>
                <a:lnTo>
                  <a:pt x="7383" y="6659"/>
                </a:lnTo>
                <a:lnTo>
                  <a:pt x="7388" y="6646"/>
                </a:lnTo>
                <a:lnTo>
                  <a:pt x="7408" y="6618"/>
                </a:lnTo>
                <a:lnTo>
                  <a:pt x="7430" y="6596"/>
                </a:lnTo>
                <a:lnTo>
                  <a:pt x="7460" y="6570"/>
                </a:lnTo>
                <a:lnTo>
                  <a:pt x="7487" y="6557"/>
                </a:lnTo>
                <a:lnTo>
                  <a:pt x="7501" y="6562"/>
                </a:lnTo>
                <a:lnTo>
                  <a:pt x="7508" y="6568"/>
                </a:lnTo>
                <a:lnTo>
                  <a:pt x="7514" y="6575"/>
                </a:lnTo>
                <a:lnTo>
                  <a:pt x="7517" y="6591"/>
                </a:lnTo>
                <a:lnTo>
                  <a:pt x="7508" y="6611"/>
                </a:lnTo>
                <a:lnTo>
                  <a:pt x="7483" y="6642"/>
                </a:lnTo>
                <a:lnTo>
                  <a:pt x="7464" y="6662"/>
                </a:lnTo>
                <a:lnTo>
                  <a:pt x="7436" y="6690"/>
                </a:lnTo>
                <a:lnTo>
                  <a:pt x="7392" y="6729"/>
                </a:lnTo>
                <a:lnTo>
                  <a:pt x="7383" y="6733"/>
                </a:lnTo>
                <a:lnTo>
                  <a:pt x="7375" y="6737"/>
                </a:lnTo>
                <a:lnTo>
                  <a:pt x="7353" y="6771"/>
                </a:lnTo>
                <a:lnTo>
                  <a:pt x="7341" y="6796"/>
                </a:lnTo>
                <a:lnTo>
                  <a:pt x="7324" y="6833"/>
                </a:lnTo>
                <a:lnTo>
                  <a:pt x="7322" y="6857"/>
                </a:lnTo>
                <a:lnTo>
                  <a:pt x="7332" y="6866"/>
                </a:lnTo>
                <a:lnTo>
                  <a:pt x="7343" y="6869"/>
                </a:lnTo>
                <a:lnTo>
                  <a:pt x="7355" y="6874"/>
                </a:lnTo>
                <a:lnTo>
                  <a:pt x="7378" y="6874"/>
                </a:lnTo>
                <a:lnTo>
                  <a:pt x="7386" y="6869"/>
                </a:lnTo>
                <a:lnTo>
                  <a:pt x="7395" y="6866"/>
                </a:lnTo>
                <a:lnTo>
                  <a:pt x="7419" y="6863"/>
                </a:lnTo>
                <a:lnTo>
                  <a:pt x="7430" y="6864"/>
                </a:lnTo>
                <a:lnTo>
                  <a:pt x="7436" y="6864"/>
                </a:lnTo>
                <a:lnTo>
                  <a:pt x="7453" y="6855"/>
                </a:lnTo>
                <a:lnTo>
                  <a:pt x="7488" y="6827"/>
                </a:lnTo>
                <a:lnTo>
                  <a:pt x="7511" y="6801"/>
                </a:lnTo>
                <a:lnTo>
                  <a:pt x="7534" y="6773"/>
                </a:lnTo>
                <a:lnTo>
                  <a:pt x="7568" y="6746"/>
                </a:lnTo>
                <a:lnTo>
                  <a:pt x="7584" y="6739"/>
                </a:lnTo>
                <a:lnTo>
                  <a:pt x="7589" y="6740"/>
                </a:lnTo>
                <a:lnTo>
                  <a:pt x="7597" y="6741"/>
                </a:lnTo>
                <a:lnTo>
                  <a:pt x="7611" y="6735"/>
                </a:lnTo>
                <a:lnTo>
                  <a:pt x="7623" y="6718"/>
                </a:lnTo>
                <a:lnTo>
                  <a:pt x="7630" y="6694"/>
                </a:lnTo>
                <a:lnTo>
                  <a:pt x="7631" y="6681"/>
                </a:lnTo>
                <a:lnTo>
                  <a:pt x="7630" y="6673"/>
                </a:lnTo>
                <a:lnTo>
                  <a:pt x="7621" y="6665"/>
                </a:lnTo>
                <a:lnTo>
                  <a:pt x="7608" y="6667"/>
                </a:lnTo>
                <a:lnTo>
                  <a:pt x="7596" y="6677"/>
                </a:lnTo>
                <a:lnTo>
                  <a:pt x="7592" y="6686"/>
                </a:lnTo>
                <a:lnTo>
                  <a:pt x="7589" y="6686"/>
                </a:lnTo>
                <a:lnTo>
                  <a:pt x="7607" y="6610"/>
                </a:lnTo>
                <a:lnTo>
                  <a:pt x="7614" y="6587"/>
                </a:lnTo>
                <a:lnTo>
                  <a:pt x="7607" y="6585"/>
                </a:lnTo>
                <a:lnTo>
                  <a:pt x="7591" y="6606"/>
                </a:lnTo>
                <a:lnTo>
                  <a:pt x="7574" y="6626"/>
                </a:lnTo>
                <a:lnTo>
                  <a:pt x="7571" y="6621"/>
                </a:lnTo>
                <a:lnTo>
                  <a:pt x="7582" y="6593"/>
                </a:lnTo>
                <a:lnTo>
                  <a:pt x="7592" y="6573"/>
                </a:lnTo>
                <a:lnTo>
                  <a:pt x="7615" y="6551"/>
                </a:lnTo>
                <a:lnTo>
                  <a:pt x="7629" y="6548"/>
                </a:lnTo>
                <a:lnTo>
                  <a:pt x="7637" y="6552"/>
                </a:lnTo>
                <a:lnTo>
                  <a:pt x="7642" y="6569"/>
                </a:lnTo>
                <a:lnTo>
                  <a:pt x="7638" y="6588"/>
                </a:lnTo>
                <a:lnTo>
                  <a:pt x="7634" y="6607"/>
                </a:lnTo>
                <a:lnTo>
                  <a:pt x="7639" y="6632"/>
                </a:lnTo>
                <a:lnTo>
                  <a:pt x="7654" y="6640"/>
                </a:lnTo>
                <a:lnTo>
                  <a:pt x="7677" y="6629"/>
                </a:lnTo>
                <a:lnTo>
                  <a:pt x="7690" y="6615"/>
                </a:lnTo>
                <a:lnTo>
                  <a:pt x="7704" y="6601"/>
                </a:lnTo>
                <a:lnTo>
                  <a:pt x="7742" y="6583"/>
                </a:lnTo>
                <a:lnTo>
                  <a:pt x="7759" y="6581"/>
                </a:lnTo>
                <a:lnTo>
                  <a:pt x="7768" y="6581"/>
                </a:lnTo>
                <a:lnTo>
                  <a:pt x="7783" y="6576"/>
                </a:lnTo>
                <a:lnTo>
                  <a:pt x="7797" y="6567"/>
                </a:lnTo>
                <a:lnTo>
                  <a:pt x="7806" y="6555"/>
                </a:lnTo>
                <a:lnTo>
                  <a:pt x="7809" y="6548"/>
                </a:lnTo>
                <a:lnTo>
                  <a:pt x="7812" y="6539"/>
                </a:lnTo>
                <a:lnTo>
                  <a:pt x="7821" y="6527"/>
                </a:lnTo>
                <a:lnTo>
                  <a:pt x="7834" y="6518"/>
                </a:lnTo>
                <a:lnTo>
                  <a:pt x="7851" y="6514"/>
                </a:lnTo>
                <a:lnTo>
                  <a:pt x="7861" y="6514"/>
                </a:lnTo>
                <a:lnTo>
                  <a:pt x="7875" y="6514"/>
                </a:lnTo>
                <a:lnTo>
                  <a:pt x="7891" y="6516"/>
                </a:lnTo>
                <a:lnTo>
                  <a:pt x="7893" y="6526"/>
                </a:lnTo>
                <a:lnTo>
                  <a:pt x="7884" y="6549"/>
                </a:lnTo>
                <a:lnTo>
                  <a:pt x="7875" y="6566"/>
                </a:lnTo>
                <a:lnTo>
                  <a:pt x="7847" y="6620"/>
                </a:lnTo>
                <a:lnTo>
                  <a:pt x="7895" y="6608"/>
                </a:lnTo>
                <a:lnTo>
                  <a:pt x="7915" y="6601"/>
                </a:lnTo>
                <a:lnTo>
                  <a:pt x="7958" y="6572"/>
                </a:lnTo>
                <a:lnTo>
                  <a:pt x="7974" y="6555"/>
                </a:lnTo>
                <a:lnTo>
                  <a:pt x="7990" y="6536"/>
                </a:lnTo>
                <a:lnTo>
                  <a:pt x="8015" y="6521"/>
                </a:lnTo>
                <a:lnTo>
                  <a:pt x="8030" y="6517"/>
                </a:lnTo>
                <a:lnTo>
                  <a:pt x="8037" y="6519"/>
                </a:lnTo>
                <a:lnTo>
                  <a:pt x="8053" y="6522"/>
                </a:lnTo>
                <a:lnTo>
                  <a:pt x="8083" y="6516"/>
                </a:lnTo>
                <a:lnTo>
                  <a:pt x="8107" y="6498"/>
                </a:lnTo>
                <a:lnTo>
                  <a:pt x="8120" y="6471"/>
                </a:lnTo>
                <a:lnTo>
                  <a:pt x="8121" y="6453"/>
                </a:lnTo>
                <a:lnTo>
                  <a:pt x="8122" y="6432"/>
                </a:lnTo>
                <a:lnTo>
                  <a:pt x="8131" y="6394"/>
                </a:lnTo>
                <a:lnTo>
                  <a:pt x="8148" y="6364"/>
                </a:lnTo>
                <a:lnTo>
                  <a:pt x="8169" y="6347"/>
                </a:lnTo>
                <a:lnTo>
                  <a:pt x="8180" y="6345"/>
                </a:lnTo>
                <a:lnTo>
                  <a:pt x="8190" y="6344"/>
                </a:lnTo>
                <a:lnTo>
                  <a:pt x="8204" y="6335"/>
                </a:lnTo>
                <a:lnTo>
                  <a:pt x="8205" y="6328"/>
                </a:lnTo>
                <a:lnTo>
                  <a:pt x="8207" y="6321"/>
                </a:lnTo>
                <a:lnTo>
                  <a:pt x="8225" y="6312"/>
                </a:lnTo>
                <a:lnTo>
                  <a:pt x="8240" y="6312"/>
                </a:lnTo>
                <a:lnTo>
                  <a:pt x="8252" y="6313"/>
                </a:lnTo>
                <a:lnTo>
                  <a:pt x="8269" y="6325"/>
                </a:lnTo>
                <a:lnTo>
                  <a:pt x="8273" y="6347"/>
                </a:lnTo>
                <a:lnTo>
                  <a:pt x="8265" y="6378"/>
                </a:lnTo>
                <a:lnTo>
                  <a:pt x="8256" y="6398"/>
                </a:lnTo>
                <a:lnTo>
                  <a:pt x="8250" y="6412"/>
                </a:lnTo>
                <a:lnTo>
                  <a:pt x="8245" y="6438"/>
                </a:lnTo>
                <a:lnTo>
                  <a:pt x="8248" y="6446"/>
                </a:lnTo>
                <a:lnTo>
                  <a:pt x="8251" y="6450"/>
                </a:lnTo>
                <a:lnTo>
                  <a:pt x="8258" y="6452"/>
                </a:lnTo>
                <a:lnTo>
                  <a:pt x="8272" y="6447"/>
                </a:lnTo>
                <a:lnTo>
                  <a:pt x="8292" y="6429"/>
                </a:lnTo>
                <a:lnTo>
                  <a:pt x="8305" y="6404"/>
                </a:lnTo>
                <a:lnTo>
                  <a:pt x="8306" y="6391"/>
                </a:lnTo>
                <a:lnTo>
                  <a:pt x="8307" y="6384"/>
                </a:lnTo>
                <a:lnTo>
                  <a:pt x="8317" y="6369"/>
                </a:lnTo>
                <a:lnTo>
                  <a:pt x="8343" y="6344"/>
                </a:lnTo>
                <a:lnTo>
                  <a:pt x="8367" y="6328"/>
                </a:lnTo>
                <a:lnTo>
                  <a:pt x="8393" y="6312"/>
                </a:lnTo>
                <a:lnTo>
                  <a:pt x="8414" y="6286"/>
                </a:lnTo>
                <a:lnTo>
                  <a:pt x="8419" y="6273"/>
                </a:lnTo>
                <a:lnTo>
                  <a:pt x="8418" y="6267"/>
                </a:lnTo>
                <a:lnTo>
                  <a:pt x="8416" y="6258"/>
                </a:lnTo>
                <a:lnTo>
                  <a:pt x="8419" y="6241"/>
                </a:lnTo>
                <a:lnTo>
                  <a:pt x="8425" y="6236"/>
                </a:lnTo>
                <a:lnTo>
                  <a:pt x="8432" y="6232"/>
                </a:lnTo>
                <a:lnTo>
                  <a:pt x="8441" y="6240"/>
                </a:lnTo>
                <a:lnTo>
                  <a:pt x="8442" y="6249"/>
                </a:lnTo>
                <a:lnTo>
                  <a:pt x="8442" y="6255"/>
                </a:lnTo>
                <a:lnTo>
                  <a:pt x="8447" y="6262"/>
                </a:lnTo>
                <a:lnTo>
                  <a:pt x="8462" y="6267"/>
                </a:lnTo>
                <a:lnTo>
                  <a:pt x="8487" y="6262"/>
                </a:lnTo>
                <a:lnTo>
                  <a:pt x="8510" y="6245"/>
                </a:lnTo>
                <a:lnTo>
                  <a:pt x="8516" y="6232"/>
                </a:lnTo>
                <a:lnTo>
                  <a:pt x="8520" y="6219"/>
                </a:lnTo>
                <a:lnTo>
                  <a:pt x="8513" y="6213"/>
                </a:lnTo>
                <a:lnTo>
                  <a:pt x="8501" y="6216"/>
                </a:lnTo>
                <a:lnTo>
                  <a:pt x="8491" y="6220"/>
                </a:lnTo>
                <a:lnTo>
                  <a:pt x="8478" y="6218"/>
                </a:lnTo>
                <a:lnTo>
                  <a:pt x="8477" y="6207"/>
                </a:lnTo>
                <a:lnTo>
                  <a:pt x="8486" y="6190"/>
                </a:lnTo>
                <a:lnTo>
                  <a:pt x="8496" y="6180"/>
                </a:lnTo>
                <a:lnTo>
                  <a:pt x="8507" y="6170"/>
                </a:lnTo>
                <a:lnTo>
                  <a:pt x="8539" y="6160"/>
                </a:lnTo>
                <a:lnTo>
                  <a:pt x="8569" y="6160"/>
                </a:lnTo>
                <a:lnTo>
                  <a:pt x="8583" y="6167"/>
                </a:lnTo>
                <a:lnTo>
                  <a:pt x="8587" y="6175"/>
                </a:lnTo>
                <a:lnTo>
                  <a:pt x="8585" y="6180"/>
                </a:lnTo>
                <a:lnTo>
                  <a:pt x="8583" y="6190"/>
                </a:lnTo>
                <a:lnTo>
                  <a:pt x="8588" y="6215"/>
                </a:lnTo>
                <a:lnTo>
                  <a:pt x="8594" y="6227"/>
                </a:lnTo>
                <a:lnTo>
                  <a:pt x="8598" y="6235"/>
                </a:lnTo>
                <a:lnTo>
                  <a:pt x="8608" y="6243"/>
                </a:lnTo>
                <a:lnTo>
                  <a:pt x="8621" y="6240"/>
                </a:lnTo>
                <a:lnTo>
                  <a:pt x="8636" y="6226"/>
                </a:lnTo>
                <a:lnTo>
                  <a:pt x="8645" y="6216"/>
                </a:lnTo>
                <a:lnTo>
                  <a:pt x="8654" y="6203"/>
                </a:lnTo>
                <a:lnTo>
                  <a:pt x="8654" y="6192"/>
                </a:lnTo>
                <a:lnTo>
                  <a:pt x="8645" y="6179"/>
                </a:lnTo>
                <a:lnTo>
                  <a:pt x="8636" y="6170"/>
                </a:lnTo>
                <a:lnTo>
                  <a:pt x="8621" y="6154"/>
                </a:lnTo>
                <a:lnTo>
                  <a:pt x="8618" y="6141"/>
                </a:lnTo>
                <a:lnTo>
                  <a:pt x="8627" y="6135"/>
                </a:lnTo>
                <a:lnTo>
                  <a:pt x="8635" y="6132"/>
                </a:lnTo>
                <a:lnTo>
                  <a:pt x="8645" y="6129"/>
                </a:lnTo>
                <a:lnTo>
                  <a:pt x="8668" y="6129"/>
                </a:lnTo>
                <a:lnTo>
                  <a:pt x="8676" y="6132"/>
                </a:lnTo>
                <a:lnTo>
                  <a:pt x="8684" y="6136"/>
                </a:lnTo>
                <a:lnTo>
                  <a:pt x="8698" y="6132"/>
                </a:lnTo>
                <a:lnTo>
                  <a:pt x="8704" y="6125"/>
                </a:lnTo>
                <a:lnTo>
                  <a:pt x="8709" y="6119"/>
                </a:lnTo>
                <a:lnTo>
                  <a:pt x="8722" y="6114"/>
                </a:lnTo>
                <a:lnTo>
                  <a:pt x="8727" y="6115"/>
                </a:lnTo>
                <a:lnTo>
                  <a:pt x="8733" y="6118"/>
                </a:lnTo>
                <a:lnTo>
                  <a:pt x="8752" y="6114"/>
                </a:lnTo>
                <a:lnTo>
                  <a:pt x="8763" y="6109"/>
                </a:lnTo>
                <a:lnTo>
                  <a:pt x="8770" y="6104"/>
                </a:lnTo>
                <a:lnTo>
                  <a:pt x="8778" y="6097"/>
                </a:lnTo>
                <a:lnTo>
                  <a:pt x="8776" y="6082"/>
                </a:lnTo>
                <a:lnTo>
                  <a:pt x="8763" y="6067"/>
                </a:lnTo>
                <a:lnTo>
                  <a:pt x="8755" y="6057"/>
                </a:lnTo>
                <a:lnTo>
                  <a:pt x="8748" y="6043"/>
                </a:lnTo>
                <a:lnTo>
                  <a:pt x="8752" y="6030"/>
                </a:lnTo>
                <a:lnTo>
                  <a:pt x="8767" y="6015"/>
                </a:lnTo>
                <a:lnTo>
                  <a:pt x="8778" y="6006"/>
                </a:lnTo>
                <a:lnTo>
                  <a:pt x="8795" y="5993"/>
                </a:lnTo>
                <a:lnTo>
                  <a:pt x="8824" y="5975"/>
                </a:lnTo>
                <a:lnTo>
                  <a:pt x="8833" y="5973"/>
                </a:lnTo>
                <a:lnTo>
                  <a:pt x="8842" y="5974"/>
                </a:lnTo>
                <a:lnTo>
                  <a:pt x="8854" y="5986"/>
                </a:lnTo>
                <a:lnTo>
                  <a:pt x="8858" y="6004"/>
                </a:lnTo>
                <a:lnTo>
                  <a:pt x="8855" y="6026"/>
                </a:lnTo>
                <a:lnTo>
                  <a:pt x="8849" y="6038"/>
                </a:lnTo>
                <a:lnTo>
                  <a:pt x="8840" y="6057"/>
                </a:lnTo>
                <a:lnTo>
                  <a:pt x="8838" y="6075"/>
                </a:lnTo>
                <a:lnTo>
                  <a:pt x="8843" y="6080"/>
                </a:lnTo>
                <a:lnTo>
                  <a:pt x="8860" y="6077"/>
                </a:lnTo>
                <a:lnTo>
                  <a:pt x="8898" y="6053"/>
                </a:lnTo>
                <a:lnTo>
                  <a:pt x="8925" y="6033"/>
                </a:lnTo>
                <a:lnTo>
                  <a:pt x="8954" y="6010"/>
                </a:lnTo>
                <a:lnTo>
                  <a:pt x="9003" y="5977"/>
                </a:lnTo>
                <a:lnTo>
                  <a:pt x="9013" y="5973"/>
                </a:lnTo>
                <a:lnTo>
                  <a:pt x="9021" y="5971"/>
                </a:lnTo>
                <a:lnTo>
                  <a:pt x="9045" y="5953"/>
                </a:lnTo>
                <a:lnTo>
                  <a:pt x="9059" y="5940"/>
                </a:lnTo>
                <a:lnTo>
                  <a:pt x="9074" y="5926"/>
                </a:lnTo>
                <a:lnTo>
                  <a:pt x="9092" y="5917"/>
                </a:lnTo>
                <a:lnTo>
                  <a:pt x="9102" y="5918"/>
                </a:lnTo>
                <a:lnTo>
                  <a:pt x="9106" y="5922"/>
                </a:lnTo>
                <a:lnTo>
                  <a:pt x="9110" y="5925"/>
                </a:lnTo>
                <a:lnTo>
                  <a:pt x="9121" y="5929"/>
                </a:lnTo>
                <a:lnTo>
                  <a:pt x="9145" y="5928"/>
                </a:lnTo>
                <a:lnTo>
                  <a:pt x="9163" y="5922"/>
                </a:lnTo>
                <a:lnTo>
                  <a:pt x="9177" y="5917"/>
                </a:lnTo>
                <a:lnTo>
                  <a:pt x="9193" y="5914"/>
                </a:lnTo>
                <a:lnTo>
                  <a:pt x="9199" y="5920"/>
                </a:lnTo>
                <a:lnTo>
                  <a:pt x="9199" y="5938"/>
                </a:lnTo>
                <a:lnTo>
                  <a:pt x="9197" y="5953"/>
                </a:lnTo>
                <a:lnTo>
                  <a:pt x="9191" y="5975"/>
                </a:lnTo>
                <a:lnTo>
                  <a:pt x="9162" y="6026"/>
                </a:lnTo>
                <a:lnTo>
                  <a:pt x="9145" y="6046"/>
                </a:lnTo>
                <a:lnTo>
                  <a:pt x="9130" y="6063"/>
                </a:lnTo>
                <a:lnTo>
                  <a:pt x="9109" y="6096"/>
                </a:lnTo>
                <a:lnTo>
                  <a:pt x="9100" y="6128"/>
                </a:lnTo>
                <a:lnTo>
                  <a:pt x="9103" y="6155"/>
                </a:lnTo>
                <a:lnTo>
                  <a:pt x="9111" y="6165"/>
                </a:lnTo>
                <a:lnTo>
                  <a:pt x="9114" y="6167"/>
                </a:lnTo>
                <a:lnTo>
                  <a:pt x="9124" y="6168"/>
                </a:lnTo>
                <a:lnTo>
                  <a:pt x="9142" y="6162"/>
                </a:lnTo>
                <a:lnTo>
                  <a:pt x="9167" y="6143"/>
                </a:lnTo>
                <a:lnTo>
                  <a:pt x="9183" y="6117"/>
                </a:lnTo>
                <a:lnTo>
                  <a:pt x="9185" y="6105"/>
                </a:lnTo>
                <a:lnTo>
                  <a:pt x="9186" y="6093"/>
                </a:lnTo>
                <a:lnTo>
                  <a:pt x="9200" y="6077"/>
                </a:lnTo>
                <a:lnTo>
                  <a:pt x="9211" y="6075"/>
                </a:lnTo>
                <a:lnTo>
                  <a:pt x="9221" y="6074"/>
                </a:lnTo>
                <a:lnTo>
                  <a:pt x="9235" y="6061"/>
                </a:lnTo>
                <a:lnTo>
                  <a:pt x="9236" y="6053"/>
                </a:lnTo>
                <a:lnTo>
                  <a:pt x="9239" y="6040"/>
                </a:lnTo>
                <a:lnTo>
                  <a:pt x="9267" y="5996"/>
                </a:lnTo>
                <a:lnTo>
                  <a:pt x="9309" y="5945"/>
                </a:lnTo>
                <a:lnTo>
                  <a:pt x="9345" y="5910"/>
                </a:lnTo>
                <a:lnTo>
                  <a:pt x="9356" y="5907"/>
                </a:lnTo>
                <a:lnTo>
                  <a:pt x="9366" y="5908"/>
                </a:lnTo>
                <a:lnTo>
                  <a:pt x="9372" y="5921"/>
                </a:lnTo>
                <a:lnTo>
                  <a:pt x="9362" y="5947"/>
                </a:lnTo>
                <a:lnTo>
                  <a:pt x="9338" y="5985"/>
                </a:lnTo>
                <a:lnTo>
                  <a:pt x="9320" y="6008"/>
                </a:lnTo>
                <a:lnTo>
                  <a:pt x="9301" y="6036"/>
                </a:lnTo>
                <a:lnTo>
                  <a:pt x="9278" y="6081"/>
                </a:lnTo>
                <a:lnTo>
                  <a:pt x="9270" y="6106"/>
                </a:lnTo>
                <a:lnTo>
                  <a:pt x="9269" y="6115"/>
                </a:lnTo>
                <a:lnTo>
                  <a:pt x="9269" y="6131"/>
                </a:lnTo>
                <a:lnTo>
                  <a:pt x="9271" y="6149"/>
                </a:lnTo>
                <a:lnTo>
                  <a:pt x="9279" y="6152"/>
                </a:lnTo>
                <a:lnTo>
                  <a:pt x="9297" y="6141"/>
                </a:lnTo>
                <a:lnTo>
                  <a:pt x="9310" y="6130"/>
                </a:lnTo>
                <a:lnTo>
                  <a:pt x="9327" y="6116"/>
                </a:lnTo>
                <a:lnTo>
                  <a:pt x="9352" y="6077"/>
                </a:lnTo>
                <a:lnTo>
                  <a:pt x="9358" y="6058"/>
                </a:lnTo>
                <a:lnTo>
                  <a:pt x="9362" y="6041"/>
                </a:lnTo>
                <a:lnTo>
                  <a:pt x="9375" y="6018"/>
                </a:lnTo>
                <a:lnTo>
                  <a:pt x="9383" y="6016"/>
                </a:lnTo>
                <a:lnTo>
                  <a:pt x="9393" y="6014"/>
                </a:lnTo>
                <a:lnTo>
                  <a:pt x="9420" y="5991"/>
                </a:lnTo>
                <a:lnTo>
                  <a:pt x="9434" y="5973"/>
                </a:lnTo>
                <a:lnTo>
                  <a:pt x="9448" y="5953"/>
                </a:lnTo>
                <a:lnTo>
                  <a:pt x="9491" y="5898"/>
                </a:lnTo>
                <a:lnTo>
                  <a:pt x="9515" y="5872"/>
                </a:lnTo>
                <a:lnTo>
                  <a:pt x="9540" y="5842"/>
                </a:lnTo>
                <a:lnTo>
                  <a:pt x="9607" y="5739"/>
                </a:lnTo>
                <a:lnTo>
                  <a:pt x="9638" y="5684"/>
                </a:lnTo>
                <a:lnTo>
                  <a:pt x="9665" y="5636"/>
                </a:lnTo>
                <a:lnTo>
                  <a:pt x="9711" y="5569"/>
                </a:lnTo>
                <a:lnTo>
                  <a:pt x="9748" y="5536"/>
                </a:lnTo>
                <a:lnTo>
                  <a:pt x="9775" y="5520"/>
                </a:lnTo>
                <a:lnTo>
                  <a:pt x="9822" y="5502"/>
                </a:lnTo>
                <a:lnTo>
                  <a:pt x="9861" y="5492"/>
                </a:lnTo>
                <a:lnTo>
                  <a:pt x="9886" y="5486"/>
                </a:lnTo>
                <a:lnTo>
                  <a:pt x="9932" y="5468"/>
                </a:lnTo>
                <a:lnTo>
                  <a:pt x="9945" y="5459"/>
                </a:lnTo>
                <a:lnTo>
                  <a:pt x="9958" y="5449"/>
                </a:lnTo>
                <a:lnTo>
                  <a:pt x="9997" y="5427"/>
                </a:lnTo>
                <a:lnTo>
                  <a:pt x="10018" y="5419"/>
                </a:lnTo>
                <a:lnTo>
                  <a:pt x="10037" y="5411"/>
                </a:lnTo>
                <a:lnTo>
                  <a:pt x="10058" y="5397"/>
                </a:lnTo>
                <a:lnTo>
                  <a:pt x="10062" y="5380"/>
                </a:lnTo>
                <a:lnTo>
                  <a:pt x="10052" y="5357"/>
                </a:lnTo>
                <a:lnTo>
                  <a:pt x="10040" y="5341"/>
                </a:lnTo>
                <a:lnTo>
                  <a:pt x="10033" y="5331"/>
                </a:lnTo>
                <a:lnTo>
                  <a:pt x="10021" y="5321"/>
                </a:lnTo>
                <a:lnTo>
                  <a:pt x="10012" y="5324"/>
                </a:lnTo>
                <a:lnTo>
                  <a:pt x="10002" y="5343"/>
                </a:lnTo>
                <a:lnTo>
                  <a:pt x="9994" y="5358"/>
                </a:lnTo>
                <a:lnTo>
                  <a:pt x="9981" y="5383"/>
                </a:lnTo>
                <a:lnTo>
                  <a:pt x="9956" y="5412"/>
                </a:lnTo>
                <a:lnTo>
                  <a:pt x="9941" y="5414"/>
                </a:lnTo>
                <a:lnTo>
                  <a:pt x="9935" y="5408"/>
                </a:lnTo>
                <a:lnTo>
                  <a:pt x="9932" y="5386"/>
                </a:lnTo>
                <a:lnTo>
                  <a:pt x="9935" y="5361"/>
                </a:lnTo>
                <a:lnTo>
                  <a:pt x="9940" y="5333"/>
                </a:lnTo>
                <a:lnTo>
                  <a:pt x="9937" y="5307"/>
                </a:lnTo>
                <a:lnTo>
                  <a:pt x="9930" y="5298"/>
                </a:lnTo>
                <a:lnTo>
                  <a:pt x="9925" y="5295"/>
                </a:lnTo>
                <a:lnTo>
                  <a:pt x="9921" y="5293"/>
                </a:lnTo>
                <a:lnTo>
                  <a:pt x="9922" y="5282"/>
                </a:lnTo>
                <a:lnTo>
                  <a:pt x="9942" y="5254"/>
                </a:lnTo>
                <a:lnTo>
                  <a:pt x="9971" y="5226"/>
                </a:lnTo>
                <a:lnTo>
                  <a:pt x="9992" y="5206"/>
                </a:lnTo>
                <a:lnTo>
                  <a:pt x="10017" y="5180"/>
                </a:lnTo>
                <a:lnTo>
                  <a:pt x="10025" y="5161"/>
                </a:lnTo>
                <a:lnTo>
                  <a:pt x="10017" y="5144"/>
                </a:lnTo>
                <a:lnTo>
                  <a:pt x="10008" y="5133"/>
                </a:lnTo>
                <a:lnTo>
                  <a:pt x="9996" y="5120"/>
                </a:lnTo>
                <a:lnTo>
                  <a:pt x="9982" y="5099"/>
                </a:lnTo>
                <a:lnTo>
                  <a:pt x="9981" y="5085"/>
                </a:lnTo>
                <a:lnTo>
                  <a:pt x="9993" y="5079"/>
                </a:lnTo>
                <a:lnTo>
                  <a:pt x="10004" y="5079"/>
                </a:lnTo>
                <a:lnTo>
                  <a:pt x="10017" y="5076"/>
                </a:lnTo>
                <a:lnTo>
                  <a:pt x="10058" y="5048"/>
                </a:lnTo>
                <a:lnTo>
                  <a:pt x="10080" y="5027"/>
                </a:lnTo>
                <a:lnTo>
                  <a:pt x="10106" y="5002"/>
                </a:lnTo>
                <a:lnTo>
                  <a:pt x="10125" y="4990"/>
                </a:lnTo>
                <a:lnTo>
                  <a:pt x="10131" y="4995"/>
                </a:lnTo>
                <a:lnTo>
                  <a:pt x="10131" y="5001"/>
                </a:lnTo>
                <a:lnTo>
                  <a:pt x="10132" y="5013"/>
                </a:lnTo>
                <a:lnTo>
                  <a:pt x="10140" y="5028"/>
                </a:lnTo>
                <a:lnTo>
                  <a:pt x="10146" y="5029"/>
                </a:lnTo>
                <a:lnTo>
                  <a:pt x="10156" y="5028"/>
                </a:lnTo>
                <a:lnTo>
                  <a:pt x="10170" y="5017"/>
                </a:lnTo>
                <a:lnTo>
                  <a:pt x="10176" y="4999"/>
                </a:lnTo>
                <a:lnTo>
                  <a:pt x="10173" y="4981"/>
                </a:lnTo>
                <a:lnTo>
                  <a:pt x="10166" y="4973"/>
                </a:lnTo>
                <a:lnTo>
                  <a:pt x="10159" y="4964"/>
                </a:lnTo>
                <a:lnTo>
                  <a:pt x="10149" y="4943"/>
                </a:lnTo>
                <a:lnTo>
                  <a:pt x="10148" y="4933"/>
                </a:lnTo>
                <a:lnTo>
                  <a:pt x="10149" y="4926"/>
                </a:lnTo>
                <a:lnTo>
                  <a:pt x="10157" y="4913"/>
                </a:lnTo>
                <a:lnTo>
                  <a:pt x="10184" y="4894"/>
                </a:lnTo>
                <a:lnTo>
                  <a:pt x="10235" y="4870"/>
                </a:lnTo>
                <a:lnTo>
                  <a:pt x="10296" y="4856"/>
                </a:lnTo>
                <a:lnTo>
                  <a:pt x="10325" y="4854"/>
                </a:lnTo>
                <a:lnTo>
                  <a:pt x="10346" y="4853"/>
                </a:lnTo>
                <a:lnTo>
                  <a:pt x="10372" y="4848"/>
                </a:lnTo>
                <a:lnTo>
                  <a:pt x="10386" y="4841"/>
                </a:lnTo>
                <a:lnTo>
                  <a:pt x="10389" y="4828"/>
                </a:lnTo>
                <a:lnTo>
                  <a:pt x="10388" y="4818"/>
                </a:lnTo>
                <a:lnTo>
                  <a:pt x="10385" y="4804"/>
                </a:lnTo>
                <a:lnTo>
                  <a:pt x="10376" y="4782"/>
                </a:lnTo>
                <a:lnTo>
                  <a:pt x="10366" y="4764"/>
                </a:lnTo>
                <a:lnTo>
                  <a:pt x="10354" y="4754"/>
                </a:lnTo>
                <a:lnTo>
                  <a:pt x="10342" y="4751"/>
                </a:lnTo>
                <a:lnTo>
                  <a:pt x="10331" y="4754"/>
                </a:lnTo>
                <a:lnTo>
                  <a:pt x="10322" y="4765"/>
                </a:lnTo>
                <a:lnTo>
                  <a:pt x="10317" y="4785"/>
                </a:lnTo>
                <a:lnTo>
                  <a:pt x="10317" y="4798"/>
                </a:lnTo>
                <a:lnTo>
                  <a:pt x="10316" y="4818"/>
                </a:lnTo>
                <a:lnTo>
                  <a:pt x="10305" y="4822"/>
                </a:lnTo>
                <a:lnTo>
                  <a:pt x="10288" y="4806"/>
                </a:lnTo>
                <a:lnTo>
                  <a:pt x="10281" y="4798"/>
                </a:lnTo>
                <a:lnTo>
                  <a:pt x="10272" y="4784"/>
                </a:lnTo>
                <a:lnTo>
                  <a:pt x="10271" y="4772"/>
                </a:lnTo>
                <a:lnTo>
                  <a:pt x="10277" y="4759"/>
                </a:lnTo>
                <a:lnTo>
                  <a:pt x="10283" y="4752"/>
                </a:lnTo>
                <a:lnTo>
                  <a:pt x="10293" y="4741"/>
                </a:lnTo>
                <a:lnTo>
                  <a:pt x="10318" y="4726"/>
                </a:lnTo>
                <a:lnTo>
                  <a:pt x="10331" y="4725"/>
                </a:lnTo>
                <a:lnTo>
                  <a:pt x="10342" y="4723"/>
                </a:lnTo>
                <a:lnTo>
                  <a:pt x="10368" y="4707"/>
                </a:lnTo>
                <a:lnTo>
                  <a:pt x="10378" y="4695"/>
                </a:lnTo>
                <a:lnTo>
                  <a:pt x="10390" y="4678"/>
                </a:lnTo>
                <a:lnTo>
                  <a:pt x="10400" y="4681"/>
                </a:lnTo>
                <a:lnTo>
                  <a:pt x="10401" y="4703"/>
                </a:lnTo>
                <a:lnTo>
                  <a:pt x="10401" y="4711"/>
                </a:lnTo>
                <a:lnTo>
                  <a:pt x="10407" y="4725"/>
                </a:lnTo>
                <a:lnTo>
                  <a:pt x="10420" y="4738"/>
                </a:lnTo>
                <a:lnTo>
                  <a:pt x="10445" y="4742"/>
                </a:lnTo>
                <a:lnTo>
                  <a:pt x="10473" y="4730"/>
                </a:lnTo>
                <a:lnTo>
                  <a:pt x="10486" y="4717"/>
                </a:lnTo>
                <a:lnTo>
                  <a:pt x="10497" y="4703"/>
                </a:lnTo>
                <a:lnTo>
                  <a:pt x="10490" y="4692"/>
                </a:lnTo>
                <a:lnTo>
                  <a:pt x="10470" y="4692"/>
                </a:lnTo>
                <a:lnTo>
                  <a:pt x="10448" y="4691"/>
                </a:lnTo>
                <a:lnTo>
                  <a:pt x="10435" y="4683"/>
                </a:lnTo>
                <a:lnTo>
                  <a:pt x="10437" y="4676"/>
                </a:lnTo>
                <a:lnTo>
                  <a:pt x="10454" y="4663"/>
                </a:lnTo>
                <a:lnTo>
                  <a:pt x="10506" y="4642"/>
                </a:lnTo>
                <a:lnTo>
                  <a:pt x="10543" y="4631"/>
                </a:lnTo>
                <a:lnTo>
                  <a:pt x="10587" y="4618"/>
                </a:lnTo>
                <a:lnTo>
                  <a:pt x="10632" y="4599"/>
                </a:lnTo>
                <a:lnTo>
                  <a:pt x="10645" y="4590"/>
                </a:lnTo>
                <a:lnTo>
                  <a:pt x="10645" y="4588"/>
                </a:lnTo>
                <a:lnTo>
                  <a:pt x="10642" y="4580"/>
                </a:lnTo>
                <a:lnTo>
                  <a:pt x="10648" y="4568"/>
                </a:lnTo>
                <a:lnTo>
                  <a:pt x="10667" y="4564"/>
                </a:lnTo>
                <a:lnTo>
                  <a:pt x="10693" y="4566"/>
                </a:lnTo>
                <a:lnTo>
                  <a:pt x="10709" y="4571"/>
                </a:lnTo>
                <a:lnTo>
                  <a:pt x="10727" y="4576"/>
                </a:lnTo>
                <a:lnTo>
                  <a:pt x="10759" y="4571"/>
                </a:lnTo>
                <a:lnTo>
                  <a:pt x="10777" y="4558"/>
                </a:lnTo>
                <a:lnTo>
                  <a:pt x="10784" y="4548"/>
                </a:lnTo>
                <a:lnTo>
                  <a:pt x="10785" y="4536"/>
                </a:lnTo>
                <a:lnTo>
                  <a:pt x="10781" y="4523"/>
                </a:lnTo>
                <a:lnTo>
                  <a:pt x="10774" y="4517"/>
                </a:lnTo>
                <a:lnTo>
                  <a:pt x="10769" y="4512"/>
                </a:lnTo>
                <a:lnTo>
                  <a:pt x="10753" y="4508"/>
                </a:lnTo>
                <a:lnTo>
                  <a:pt x="10715" y="4510"/>
                </a:lnTo>
                <a:lnTo>
                  <a:pt x="10673" y="4519"/>
                </a:lnTo>
                <a:lnTo>
                  <a:pt x="10630" y="4528"/>
                </a:lnTo>
                <a:lnTo>
                  <a:pt x="10560" y="4533"/>
                </a:lnTo>
                <a:lnTo>
                  <a:pt x="10525" y="4526"/>
                </a:lnTo>
                <a:lnTo>
                  <a:pt x="10512" y="4517"/>
                </a:lnTo>
                <a:lnTo>
                  <a:pt x="10507" y="4505"/>
                </a:lnTo>
                <a:lnTo>
                  <a:pt x="10512" y="4491"/>
                </a:lnTo>
                <a:lnTo>
                  <a:pt x="10518" y="4482"/>
                </a:lnTo>
                <a:lnTo>
                  <a:pt x="10526" y="4471"/>
                </a:lnTo>
                <a:lnTo>
                  <a:pt x="10532" y="4447"/>
                </a:lnTo>
                <a:lnTo>
                  <a:pt x="10528" y="4438"/>
                </a:lnTo>
                <a:lnTo>
                  <a:pt x="10526" y="4431"/>
                </a:lnTo>
                <a:lnTo>
                  <a:pt x="10537" y="4415"/>
                </a:lnTo>
                <a:lnTo>
                  <a:pt x="10548" y="4409"/>
                </a:lnTo>
                <a:lnTo>
                  <a:pt x="10566" y="4399"/>
                </a:lnTo>
                <a:lnTo>
                  <a:pt x="10634" y="4341"/>
                </a:lnTo>
                <a:lnTo>
                  <a:pt x="10710" y="4265"/>
                </a:lnTo>
                <a:lnTo>
                  <a:pt x="10750" y="4220"/>
                </a:lnTo>
                <a:lnTo>
                  <a:pt x="10763" y="4200"/>
                </a:lnTo>
                <a:lnTo>
                  <a:pt x="10763" y="4196"/>
                </a:lnTo>
                <a:lnTo>
                  <a:pt x="10761" y="4193"/>
                </a:lnTo>
                <a:lnTo>
                  <a:pt x="10771" y="4177"/>
                </a:lnTo>
                <a:lnTo>
                  <a:pt x="10782" y="4168"/>
                </a:lnTo>
                <a:lnTo>
                  <a:pt x="10793" y="4158"/>
                </a:lnTo>
                <a:lnTo>
                  <a:pt x="10805" y="4140"/>
                </a:lnTo>
                <a:lnTo>
                  <a:pt x="10805" y="4127"/>
                </a:lnTo>
                <a:lnTo>
                  <a:pt x="10792" y="4118"/>
                </a:lnTo>
                <a:lnTo>
                  <a:pt x="10780" y="4117"/>
                </a:lnTo>
                <a:lnTo>
                  <a:pt x="10769" y="4116"/>
                </a:lnTo>
                <a:lnTo>
                  <a:pt x="10746" y="4102"/>
                </a:lnTo>
                <a:lnTo>
                  <a:pt x="10723" y="4081"/>
                </a:lnTo>
                <a:lnTo>
                  <a:pt x="10708" y="4059"/>
                </a:lnTo>
                <a:lnTo>
                  <a:pt x="10706" y="4049"/>
                </a:lnTo>
                <a:lnTo>
                  <a:pt x="10710" y="4042"/>
                </a:lnTo>
                <a:lnTo>
                  <a:pt x="10751" y="4009"/>
                </a:lnTo>
                <a:lnTo>
                  <a:pt x="10782" y="3989"/>
                </a:lnTo>
                <a:lnTo>
                  <a:pt x="10812" y="3970"/>
                </a:lnTo>
                <a:lnTo>
                  <a:pt x="10854" y="3935"/>
                </a:lnTo>
                <a:lnTo>
                  <a:pt x="10858" y="3927"/>
                </a:lnTo>
                <a:lnTo>
                  <a:pt x="10858" y="3924"/>
                </a:lnTo>
                <a:lnTo>
                  <a:pt x="10854" y="3921"/>
                </a:lnTo>
                <a:lnTo>
                  <a:pt x="10842" y="3924"/>
                </a:lnTo>
                <a:lnTo>
                  <a:pt x="10832" y="3932"/>
                </a:lnTo>
                <a:lnTo>
                  <a:pt x="10819" y="3942"/>
                </a:lnTo>
                <a:lnTo>
                  <a:pt x="10809" y="3942"/>
                </a:lnTo>
                <a:lnTo>
                  <a:pt x="10807" y="3933"/>
                </a:lnTo>
                <a:lnTo>
                  <a:pt x="10807" y="3925"/>
                </a:lnTo>
                <a:lnTo>
                  <a:pt x="10809" y="3914"/>
                </a:lnTo>
                <a:lnTo>
                  <a:pt x="10826" y="3900"/>
                </a:lnTo>
                <a:lnTo>
                  <a:pt x="10839" y="3898"/>
                </a:lnTo>
                <a:lnTo>
                  <a:pt x="10854" y="3897"/>
                </a:lnTo>
                <a:lnTo>
                  <a:pt x="10877" y="3888"/>
                </a:lnTo>
                <a:lnTo>
                  <a:pt x="10883" y="3882"/>
                </a:lnTo>
                <a:lnTo>
                  <a:pt x="10885" y="3877"/>
                </a:lnTo>
                <a:lnTo>
                  <a:pt x="10882" y="3871"/>
                </a:lnTo>
                <a:lnTo>
                  <a:pt x="10865" y="3865"/>
                </a:lnTo>
                <a:lnTo>
                  <a:pt x="10845" y="3864"/>
                </a:lnTo>
                <a:lnTo>
                  <a:pt x="10826" y="3862"/>
                </a:lnTo>
                <a:lnTo>
                  <a:pt x="10782" y="3844"/>
                </a:lnTo>
                <a:lnTo>
                  <a:pt x="10741" y="3814"/>
                </a:lnTo>
                <a:lnTo>
                  <a:pt x="10721" y="3789"/>
                </a:lnTo>
                <a:lnTo>
                  <a:pt x="10715" y="3773"/>
                </a:lnTo>
                <a:lnTo>
                  <a:pt x="10714" y="3766"/>
                </a:lnTo>
                <a:lnTo>
                  <a:pt x="10716" y="3756"/>
                </a:lnTo>
                <a:lnTo>
                  <a:pt x="10730" y="3733"/>
                </a:lnTo>
                <a:lnTo>
                  <a:pt x="10741" y="3725"/>
                </a:lnTo>
                <a:lnTo>
                  <a:pt x="10752" y="3713"/>
                </a:lnTo>
                <a:lnTo>
                  <a:pt x="10773" y="3683"/>
                </a:lnTo>
                <a:lnTo>
                  <a:pt x="10780" y="3667"/>
                </a:lnTo>
                <a:lnTo>
                  <a:pt x="10787" y="3652"/>
                </a:lnTo>
                <a:lnTo>
                  <a:pt x="10811" y="3625"/>
                </a:lnTo>
                <a:lnTo>
                  <a:pt x="10825" y="3619"/>
                </a:lnTo>
                <a:lnTo>
                  <a:pt x="10841" y="3613"/>
                </a:lnTo>
                <a:lnTo>
                  <a:pt x="10849" y="3602"/>
                </a:lnTo>
                <a:lnTo>
                  <a:pt x="10846" y="3593"/>
                </a:lnTo>
                <a:lnTo>
                  <a:pt x="10842" y="3588"/>
                </a:lnTo>
                <a:lnTo>
                  <a:pt x="10835" y="3578"/>
                </a:lnTo>
                <a:lnTo>
                  <a:pt x="10832" y="3560"/>
                </a:lnTo>
                <a:lnTo>
                  <a:pt x="10835" y="3553"/>
                </a:lnTo>
                <a:lnTo>
                  <a:pt x="10840" y="3548"/>
                </a:lnTo>
                <a:lnTo>
                  <a:pt x="10849" y="3524"/>
                </a:lnTo>
                <a:lnTo>
                  <a:pt x="10853" y="3510"/>
                </a:lnTo>
                <a:lnTo>
                  <a:pt x="10854" y="3501"/>
                </a:lnTo>
                <a:lnTo>
                  <a:pt x="10852" y="3488"/>
                </a:lnTo>
                <a:lnTo>
                  <a:pt x="10845" y="3480"/>
                </a:lnTo>
                <a:lnTo>
                  <a:pt x="10836" y="3477"/>
                </a:lnTo>
                <a:lnTo>
                  <a:pt x="10820" y="3480"/>
                </a:lnTo>
                <a:lnTo>
                  <a:pt x="10797" y="3501"/>
                </a:lnTo>
                <a:lnTo>
                  <a:pt x="10787" y="3518"/>
                </a:lnTo>
                <a:lnTo>
                  <a:pt x="10778" y="3535"/>
                </a:lnTo>
                <a:lnTo>
                  <a:pt x="10754" y="3554"/>
                </a:lnTo>
                <a:lnTo>
                  <a:pt x="10727" y="3559"/>
                </a:lnTo>
                <a:lnTo>
                  <a:pt x="10696" y="3546"/>
                </a:lnTo>
                <a:lnTo>
                  <a:pt x="10682" y="3533"/>
                </a:lnTo>
                <a:lnTo>
                  <a:pt x="10670" y="3521"/>
                </a:lnTo>
                <a:lnTo>
                  <a:pt x="10657" y="3500"/>
                </a:lnTo>
                <a:lnTo>
                  <a:pt x="10656" y="3484"/>
                </a:lnTo>
                <a:lnTo>
                  <a:pt x="10667" y="3479"/>
                </a:lnTo>
                <a:lnTo>
                  <a:pt x="10678" y="3482"/>
                </a:lnTo>
                <a:lnTo>
                  <a:pt x="10689" y="3484"/>
                </a:lnTo>
                <a:lnTo>
                  <a:pt x="10707" y="3478"/>
                </a:lnTo>
                <a:lnTo>
                  <a:pt x="10711" y="3469"/>
                </a:lnTo>
                <a:lnTo>
                  <a:pt x="10712" y="3464"/>
                </a:lnTo>
                <a:lnTo>
                  <a:pt x="10707" y="3453"/>
                </a:lnTo>
                <a:lnTo>
                  <a:pt x="10685" y="3437"/>
                </a:lnTo>
                <a:lnTo>
                  <a:pt x="10662" y="3427"/>
                </a:lnTo>
                <a:lnTo>
                  <a:pt x="10639" y="3418"/>
                </a:lnTo>
                <a:lnTo>
                  <a:pt x="10613" y="3399"/>
                </a:lnTo>
                <a:lnTo>
                  <a:pt x="10605" y="3387"/>
                </a:lnTo>
                <a:lnTo>
                  <a:pt x="10604" y="3381"/>
                </a:lnTo>
                <a:lnTo>
                  <a:pt x="10603" y="3372"/>
                </a:lnTo>
                <a:lnTo>
                  <a:pt x="10594" y="3364"/>
                </a:lnTo>
                <a:lnTo>
                  <a:pt x="10587" y="3366"/>
                </a:lnTo>
                <a:lnTo>
                  <a:pt x="10582" y="3369"/>
                </a:lnTo>
                <a:lnTo>
                  <a:pt x="10573" y="3367"/>
                </a:lnTo>
                <a:lnTo>
                  <a:pt x="10558" y="3340"/>
                </a:lnTo>
                <a:lnTo>
                  <a:pt x="10543" y="3292"/>
                </a:lnTo>
                <a:lnTo>
                  <a:pt x="10541" y="3286"/>
                </a:lnTo>
                <a:lnTo>
                  <a:pt x="10535" y="3279"/>
                </a:lnTo>
                <a:lnTo>
                  <a:pt x="10523" y="3282"/>
                </a:lnTo>
                <a:lnTo>
                  <a:pt x="10506" y="3295"/>
                </a:lnTo>
                <a:lnTo>
                  <a:pt x="10492" y="3306"/>
                </a:lnTo>
                <a:lnTo>
                  <a:pt x="10454" y="3315"/>
                </a:lnTo>
                <a:lnTo>
                  <a:pt x="10435" y="3313"/>
                </a:lnTo>
                <a:lnTo>
                  <a:pt x="10423" y="3311"/>
                </a:lnTo>
                <a:lnTo>
                  <a:pt x="10404" y="3314"/>
                </a:lnTo>
                <a:lnTo>
                  <a:pt x="10387" y="3323"/>
                </a:lnTo>
                <a:lnTo>
                  <a:pt x="10371" y="3342"/>
                </a:lnTo>
                <a:lnTo>
                  <a:pt x="10363" y="3356"/>
                </a:lnTo>
                <a:lnTo>
                  <a:pt x="10351" y="3376"/>
                </a:lnTo>
                <a:lnTo>
                  <a:pt x="10329" y="3402"/>
                </a:lnTo>
                <a:lnTo>
                  <a:pt x="10315" y="3408"/>
                </a:lnTo>
                <a:lnTo>
                  <a:pt x="10308" y="3408"/>
                </a:lnTo>
                <a:lnTo>
                  <a:pt x="10301" y="3398"/>
                </a:lnTo>
                <a:lnTo>
                  <a:pt x="10300" y="3383"/>
                </a:lnTo>
                <a:lnTo>
                  <a:pt x="10301" y="3373"/>
                </a:lnTo>
                <a:lnTo>
                  <a:pt x="10311" y="3359"/>
                </a:lnTo>
                <a:lnTo>
                  <a:pt x="10318" y="3358"/>
                </a:lnTo>
                <a:lnTo>
                  <a:pt x="10322" y="3357"/>
                </a:lnTo>
                <a:lnTo>
                  <a:pt x="10328" y="3348"/>
                </a:lnTo>
                <a:lnTo>
                  <a:pt x="10332" y="3322"/>
                </a:lnTo>
                <a:lnTo>
                  <a:pt x="10331" y="3294"/>
                </a:lnTo>
                <a:lnTo>
                  <a:pt x="10331" y="3269"/>
                </a:lnTo>
                <a:lnTo>
                  <a:pt x="10337" y="3233"/>
                </a:lnTo>
                <a:lnTo>
                  <a:pt x="10343" y="3226"/>
                </a:lnTo>
                <a:lnTo>
                  <a:pt x="10355" y="3220"/>
                </a:lnTo>
                <a:lnTo>
                  <a:pt x="10376" y="3193"/>
                </a:lnTo>
                <a:lnTo>
                  <a:pt x="10390" y="3158"/>
                </a:lnTo>
                <a:lnTo>
                  <a:pt x="10392" y="3133"/>
                </a:lnTo>
                <a:lnTo>
                  <a:pt x="10389" y="3121"/>
                </a:lnTo>
                <a:lnTo>
                  <a:pt x="10386" y="3117"/>
                </a:lnTo>
                <a:lnTo>
                  <a:pt x="10381" y="3112"/>
                </a:lnTo>
                <a:lnTo>
                  <a:pt x="10372" y="3108"/>
                </a:lnTo>
                <a:lnTo>
                  <a:pt x="10363" y="3116"/>
                </a:lnTo>
                <a:lnTo>
                  <a:pt x="10358" y="3133"/>
                </a:lnTo>
                <a:lnTo>
                  <a:pt x="10351" y="3149"/>
                </a:lnTo>
                <a:lnTo>
                  <a:pt x="10323" y="3185"/>
                </a:lnTo>
                <a:lnTo>
                  <a:pt x="10307" y="3198"/>
                </a:lnTo>
                <a:lnTo>
                  <a:pt x="10291" y="3209"/>
                </a:lnTo>
                <a:lnTo>
                  <a:pt x="10269" y="3238"/>
                </a:lnTo>
                <a:lnTo>
                  <a:pt x="10267" y="3250"/>
                </a:lnTo>
                <a:lnTo>
                  <a:pt x="10265" y="3261"/>
                </a:lnTo>
                <a:lnTo>
                  <a:pt x="10254" y="3271"/>
                </a:lnTo>
                <a:lnTo>
                  <a:pt x="10246" y="3269"/>
                </a:lnTo>
                <a:lnTo>
                  <a:pt x="10237" y="3264"/>
                </a:lnTo>
                <a:lnTo>
                  <a:pt x="10227" y="3245"/>
                </a:lnTo>
                <a:lnTo>
                  <a:pt x="10226" y="3234"/>
                </a:lnTo>
                <a:lnTo>
                  <a:pt x="10226" y="3221"/>
                </a:lnTo>
                <a:lnTo>
                  <a:pt x="10216" y="3208"/>
                </a:lnTo>
                <a:lnTo>
                  <a:pt x="10198" y="3208"/>
                </a:lnTo>
                <a:lnTo>
                  <a:pt x="10175" y="3220"/>
                </a:lnTo>
                <a:lnTo>
                  <a:pt x="10165" y="3231"/>
                </a:lnTo>
                <a:lnTo>
                  <a:pt x="10159" y="3239"/>
                </a:lnTo>
                <a:lnTo>
                  <a:pt x="10153" y="3253"/>
                </a:lnTo>
                <a:lnTo>
                  <a:pt x="10157" y="3276"/>
                </a:lnTo>
                <a:lnTo>
                  <a:pt x="10170" y="3297"/>
                </a:lnTo>
                <a:lnTo>
                  <a:pt x="10180" y="3313"/>
                </a:lnTo>
                <a:lnTo>
                  <a:pt x="10188" y="3336"/>
                </a:lnTo>
                <a:lnTo>
                  <a:pt x="10183" y="3350"/>
                </a:lnTo>
                <a:lnTo>
                  <a:pt x="10164" y="3357"/>
                </a:lnTo>
                <a:lnTo>
                  <a:pt x="10150" y="3358"/>
                </a:lnTo>
                <a:lnTo>
                  <a:pt x="10137" y="3360"/>
                </a:lnTo>
                <a:lnTo>
                  <a:pt x="10107" y="3378"/>
                </a:lnTo>
                <a:lnTo>
                  <a:pt x="10092" y="3391"/>
                </a:lnTo>
                <a:lnTo>
                  <a:pt x="10080" y="3404"/>
                </a:lnTo>
                <a:lnTo>
                  <a:pt x="10047" y="3421"/>
                </a:lnTo>
                <a:lnTo>
                  <a:pt x="10015" y="3427"/>
                </a:lnTo>
                <a:lnTo>
                  <a:pt x="10002" y="3422"/>
                </a:lnTo>
                <a:lnTo>
                  <a:pt x="10001" y="3415"/>
                </a:lnTo>
                <a:lnTo>
                  <a:pt x="10004" y="3409"/>
                </a:lnTo>
                <a:lnTo>
                  <a:pt x="10006" y="3406"/>
                </a:lnTo>
                <a:lnTo>
                  <a:pt x="10006" y="3401"/>
                </a:lnTo>
                <a:lnTo>
                  <a:pt x="9997" y="3400"/>
                </a:lnTo>
                <a:lnTo>
                  <a:pt x="9986" y="3404"/>
                </a:lnTo>
                <a:lnTo>
                  <a:pt x="9973" y="3408"/>
                </a:lnTo>
                <a:lnTo>
                  <a:pt x="9963" y="3401"/>
                </a:lnTo>
                <a:lnTo>
                  <a:pt x="9966" y="3390"/>
                </a:lnTo>
                <a:lnTo>
                  <a:pt x="9972" y="3380"/>
                </a:lnTo>
                <a:lnTo>
                  <a:pt x="9996" y="3366"/>
                </a:lnTo>
                <a:lnTo>
                  <a:pt x="10011" y="3365"/>
                </a:lnTo>
                <a:lnTo>
                  <a:pt x="10027" y="3363"/>
                </a:lnTo>
                <a:lnTo>
                  <a:pt x="10061" y="3348"/>
                </a:lnTo>
                <a:lnTo>
                  <a:pt x="10086" y="3326"/>
                </a:lnTo>
                <a:lnTo>
                  <a:pt x="10095" y="3309"/>
                </a:lnTo>
                <a:lnTo>
                  <a:pt x="10095" y="3300"/>
                </a:lnTo>
                <a:lnTo>
                  <a:pt x="10092" y="3297"/>
                </a:lnTo>
                <a:lnTo>
                  <a:pt x="10086" y="3294"/>
                </a:lnTo>
                <a:lnTo>
                  <a:pt x="10063" y="3302"/>
                </a:lnTo>
                <a:lnTo>
                  <a:pt x="10050" y="3313"/>
                </a:lnTo>
                <a:lnTo>
                  <a:pt x="10036" y="3324"/>
                </a:lnTo>
                <a:lnTo>
                  <a:pt x="9995" y="3338"/>
                </a:lnTo>
                <a:lnTo>
                  <a:pt x="9951" y="3342"/>
                </a:lnTo>
                <a:lnTo>
                  <a:pt x="9914" y="3334"/>
                </a:lnTo>
                <a:lnTo>
                  <a:pt x="9902" y="3325"/>
                </a:lnTo>
                <a:lnTo>
                  <a:pt x="9897" y="3321"/>
                </a:lnTo>
                <a:lnTo>
                  <a:pt x="9881" y="3318"/>
                </a:lnTo>
                <a:lnTo>
                  <a:pt x="9845" y="3324"/>
                </a:lnTo>
                <a:lnTo>
                  <a:pt x="9811" y="3336"/>
                </a:lnTo>
                <a:lnTo>
                  <a:pt x="9773" y="3350"/>
                </a:lnTo>
                <a:lnTo>
                  <a:pt x="9742" y="3355"/>
                </a:lnTo>
                <a:lnTo>
                  <a:pt x="9732" y="3350"/>
                </a:lnTo>
                <a:lnTo>
                  <a:pt x="9730" y="3345"/>
                </a:lnTo>
                <a:lnTo>
                  <a:pt x="9725" y="3336"/>
                </a:lnTo>
                <a:lnTo>
                  <a:pt x="9706" y="3326"/>
                </a:lnTo>
                <a:lnTo>
                  <a:pt x="9694" y="3325"/>
                </a:lnTo>
                <a:lnTo>
                  <a:pt x="9683" y="3324"/>
                </a:lnTo>
                <a:lnTo>
                  <a:pt x="9659" y="3314"/>
                </a:lnTo>
                <a:lnTo>
                  <a:pt x="9638" y="3298"/>
                </a:lnTo>
                <a:lnTo>
                  <a:pt x="9626" y="3280"/>
                </a:lnTo>
                <a:lnTo>
                  <a:pt x="9624" y="3272"/>
                </a:lnTo>
                <a:lnTo>
                  <a:pt x="9627" y="3266"/>
                </a:lnTo>
                <a:lnTo>
                  <a:pt x="9655" y="3249"/>
                </a:lnTo>
                <a:lnTo>
                  <a:pt x="9675" y="3240"/>
                </a:lnTo>
                <a:lnTo>
                  <a:pt x="9694" y="3230"/>
                </a:lnTo>
                <a:lnTo>
                  <a:pt x="9717" y="3212"/>
                </a:lnTo>
                <a:lnTo>
                  <a:pt x="9717" y="3206"/>
                </a:lnTo>
                <a:lnTo>
                  <a:pt x="9714" y="3200"/>
                </a:lnTo>
                <a:lnTo>
                  <a:pt x="9718" y="3186"/>
                </a:lnTo>
                <a:lnTo>
                  <a:pt x="9724" y="3181"/>
                </a:lnTo>
                <a:lnTo>
                  <a:pt x="9734" y="3174"/>
                </a:lnTo>
                <a:lnTo>
                  <a:pt x="9736" y="3157"/>
                </a:lnTo>
                <a:lnTo>
                  <a:pt x="9724" y="3140"/>
                </a:lnTo>
                <a:lnTo>
                  <a:pt x="9703" y="3132"/>
                </a:lnTo>
                <a:lnTo>
                  <a:pt x="9690" y="3133"/>
                </a:lnTo>
                <a:lnTo>
                  <a:pt x="9679" y="3135"/>
                </a:lnTo>
                <a:lnTo>
                  <a:pt x="9663" y="3131"/>
                </a:lnTo>
                <a:lnTo>
                  <a:pt x="9658" y="3119"/>
                </a:lnTo>
                <a:lnTo>
                  <a:pt x="9664" y="3104"/>
                </a:lnTo>
                <a:lnTo>
                  <a:pt x="9674" y="3097"/>
                </a:lnTo>
                <a:lnTo>
                  <a:pt x="9680" y="3090"/>
                </a:lnTo>
                <a:lnTo>
                  <a:pt x="9695" y="3057"/>
                </a:lnTo>
                <a:lnTo>
                  <a:pt x="9700" y="3037"/>
                </a:lnTo>
                <a:lnTo>
                  <a:pt x="9706" y="3017"/>
                </a:lnTo>
                <a:lnTo>
                  <a:pt x="9720" y="2995"/>
                </a:lnTo>
                <a:lnTo>
                  <a:pt x="9731" y="2987"/>
                </a:lnTo>
                <a:lnTo>
                  <a:pt x="9736" y="2986"/>
                </a:lnTo>
                <a:lnTo>
                  <a:pt x="9746" y="2985"/>
                </a:lnTo>
                <a:lnTo>
                  <a:pt x="9758" y="2970"/>
                </a:lnTo>
                <a:lnTo>
                  <a:pt x="9760" y="2960"/>
                </a:lnTo>
                <a:lnTo>
                  <a:pt x="9759" y="2953"/>
                </a:lnTo>
                <a:lnTo>
                  <a:pt x="9755" y="2944"/>
                </a:lnTo>
                <a:lnTo>
                  <a:pt x="9747" y="2939"/>
                </a:lnTo>
                <a:lnTo>
                  <a:pt x="9735" y="2939"/>
                </a:lnTo>
                <a:lnTo>
                  <a:pt x="9725" y="2941"/>
                </a:lnTo>
                <a:lnTo>
                  <a:pt x="9717" y="2943"/>
                </a:lnTo>
                <a:lnTo>
                  <a:pt x="9704" y="2942"/>
                </a:lnTo>
                <a:lnTo>
                  <a:pt x="9694" y="2936"/>
                </a:lnTo>
                <a:lnTo>
                  <a:pt x="9685" y="2925"/>
                </a:lnTo>
                <a:lnTo>
                  <a:pt x="9682" y="2916"/>
                </a:lnTo>
                <a:lnTo>
                  <a:pt x="9679" y="2906"/>
                </a:lnTo>
                <a:lnTo>
                  <a:pt x="9671" y="2894"/>
                </a:lnTo>
                <a:lnTo>
                  <a:pt x="9659" y="2890"/>
                </a:lnTo>
                <a:lnTo>
                  <a:pt x="9640" y="2891"/>
                </a:lnTo>
                <a:lnTo>
                  <a:pt x="9628" y="2894"/>
                </a:lnTo>
                <a:lnTo>
                  <a:pt x="9609" y="2900"/>
                </a:lnTo>
                <a:lnTo>
                  <a:pt x="9576" y="2919"/>
                </a:lnTo>
                <a:lnTo>
                  <a:pt x="9568" y="2930"/>
                </a:lnTo>
                <a:lnTo>
                  <a:pt x="9561" y="2940"/>
                </a:lnTo>
                <a:lnTo>
                  <a:pt x="9545" y="2946"/>
                </a:lnTo>
                <a:lnTo>
                  <a:pt x="9533" y="2936"/>
                </a:lnTo>
                <a:lnTo>
                  <a:pt x="9529" y="2915"/>
                </a:lnTo>
                <a:lnTo>
                  <a:pt x="9532" y="2900"/>
                </a:lnTo>
                <a:lnTo>
                  <a:pt x="9536" y="2885"/>
                </a:lnTo>
                <a:lnTo>
                  <a:pt x="9533" y="2876"/>
                </a:lnTo>
                <a:lnTo>
                  <a:pt x="9524" y="2877"/>
                </a:lnTo>
                <a:lnTo>
                  <a:pt x="9517" y="2879"/>
                </a:lnTo>
                <a:lnTo>
                  <a:pt x="9503" y="2881"/>
                </a:lnTo>
                <a:lnTo>
                  <a:pt x="9466" y="2872"/>
                </a:lnTo>
                <a:lnTo>
                  <a:pt x="9447" y="2862"/>
                </a:lnTo>
                <a:lnTo>
                  <a:pt x="9435" y="2854"/>
                </a:lnTo>
                <a:lnTo>
                  <a:pt x="9414" y="2845"/>
                </a:lnTo>
                <a:lnTo>
                  <a:pt x="9396" y="2843"/>
                </a:lnTo>
                <a:lnTo>
                  <a:pt x="9378" y="2849"/>
                </a:lnTo>
                <a:lnTo>
                  <a:pt x="9366" y="2854"/>
                </a:lnTo>
                <a:lnTo>
                  <a:pt x="9345" y="2865"/>
                </a:lnTo>
                <a:lnTo>
                  <a:pt x="9339" y="2862"/>
                </a:lnTo>
                <a:lnTo>
                  <a:pt x="9350" y="2849"/>
                </a:lnTo>
                <a:lnTo>
                  <a:pt x="9357" y="2842"/>
                </a:lnTo>
                <a:lnTo>
                  <a:pt x="9363" y="2826"/>
                </a:lnTo>
                <a:lnTo>
                  <a:pt x="9363" y="2800"/>
                </a:lnTo>
                <a:lnTo>
                  <a:pt x="9354" y="2778"/>
                </a:lnTo>
                <a:lnTo>
                  <a:pt x="9340" y="2741"/>
                </a:lnTo>
                <a:lnTo>
                  <a:pt x="9339" y="2720"/>
                </a:lnTo>
                <a:lnTo>
                  <a:pt x="9348" y="2718"/>
                </a:lnTo>
                <a:lnTo>
                  <a:pt x="9358" y="2720"/>
                </a:lnTo>
                <a:lnTo>
                  <a:pt x="9366" y="2721"/>
                </a:lnTo>
                <a:lnTo>
                  <a:pt x="9381" y="2707"/>
                </a:lnTo>
                <a:lnTo>
                  <a:pt x="9385" y="2695"/>
                </a:lnTo>
                <a:lnTo>
                  <a:pt x="9386" y="2683"/>
                </a:lnTo>
                <a:lnTo>
                  <a:pt x="9380" y="2671"/>
                </a:lnTo>
                <a:lnTo>
                  <a:pt x="9372" y="2667"/>
                </a:lnTo>
                <a:lnTo>
                  <a:pt x="9366" y="2667"/>
                </a:lnTo>
                <a:lnTo>
                  <a:pt x="9349" y="2664"/>
                </a:lnTo>
                <a:lnTo>
                  <a:pt x="9314" y="2652"/>
                </a:lnTo>
                <a:lnTo>
                  <a:pt x="9283" y="2632"/>
                </a:lnTo>
                <a:lnTo>
                  <a:pt x="9268" y="2616"/>
                </a:lnTo>
                <a:lnTo>
                  <a:pt x="9265" y="2607"/>
                </a:lnTo>
                <a:lnTo>
                  <a:pt x="9266" y="2602"/>
                </a:lnTo>
                <a:lnTo>
                  <a:pt x="9267" y="2598"/>
                </a:lnTo>
                <a:lnTo>
                  <a:pt x="9263" y="2591"/>
                </a:lnTo>
                <a:lnTo>
                  <a:pt x="9248" y="2582"/>
                </a:lnTo>
                <a:lnTo>
                  <a:pt x="9229" y="2581"/>
                </a:lnTo>
                <a:lnTo>
                  <a:pt x="9210" y="2580"/>
                </a:lnTo>
                <a:lnTo>
                  <a:pt x="9167" y="2569"/>
                </a:lnTo>
                <a:lnTo>
                  <a:pt x="9152" y="2561"/>
                </a:lnTo>
                <a:lnTo>
                  <a:pt x="9142" y="2555"/>
                </a:lnTo>
                <a:lnTo>
                  <a:pt x="9123" y="2552"/>
                </a:lnTo>
                <a:lnTo>
                  <a:pt x="9102" y="2561"/>
                </a:lnTo>
                <a:lnTo>
                  <a:pt x="9073" y="2588"/>
                </a:lnTo>
                <a:lnTo>
                  <a:pt x="9051" y="2609"/>
                </a:lnTo>
                <a:lnTo>
                  <a:pt x="9023" y="2640"/>
                </a:lnTo>
                <a:lnTo>
                  <a:pt x="8977" y="2700"/>
                </a:lnTo>
                <a:lnTo>
                  <a:pt x="8948" y="2754"/>
                </a:lnTo>
                <a:lnTo>
                  <a:pt x="8940" y="2785"/>
                </a:lnTo>
                <a:lnTo>
                  <a:pt x="8941" y="2800"/>
                </a:lnTo>
                <a:lnTo>
                  <a:pt x="8944" y="2806"/>
                </a:lnTo>
                <a:lnTo>
                  <a:pt x="8949" y="2815"/>
                </a:lnTo>
                <a:lnTo>
                  <a:pt x="8943" y="2815"/>
                </a:lnTo>
                <a:lnTo>
                  <a:pt x="8930" y="2806"/>
                </a:lnTo>
                <a:lnTo>
                  <a:pt x="8919" y="2798"/>
                </a:lnTo>
                <a:lnTo>
                  <a:pt x="8893" y="2795"/>
                </a:lnTo>
                <a:lnTo>
                  <a:pt x="8881" y="2801"/>
                </a:lnTo>
                <a:lnTo>
                  <a:pt x="8870" y="2806"/>
                </a:lnTo>
                <a:lnTo>
                  <a:pt x="8846" y="2805"/>
                </a:lnTo>
                <a:lnTo>
                  <a:pt x="8836" y="2798"/>
                </a:lnTo>
                <a:lnTo>
                  <a:pt x="8825" y="2792"/>
                </a:lnTo>
                <a:lnTo>
                  <a:pt x="8801" y="2787"/>
                </a:lnTo>
                <a:lnTo>
                  <a:pt x="8790" y="2789"/>
                </a:lnTo>
                <a:lnTo>
                  <a:pt x="8780" y="2792"/>
                </a:lnTo>
                <a:lnTo>
                  <a:pt x="8762" y="2783"/>
                </a:lnTo>
                <a:lnTo>
                  <a:pt x="8756" y="2774"/>
                </a:lnTo>
                <a:lnTo>
                  <a:pt x="8750" y="2763"/>
                </a:lnTo>
                <a:lnTo>
                  <a:pt x="8735" y="2752"/>
                </a:lnTo>
                <a:lnTo>
                  <a:pt x="8719" y="2753"/>
                </a:lnTo>
                <a:lnTo>
                  <a:pt x="8705" y="2768"/>
                </a:lnTo>
                <a:lnTo>
                  <a:pt x="8701" y="2781"/>
                </a:lnTo>
                <a:lnTo>
                  <a:pt x="8696" y="2795"/>
                </a:lnTo>
                <a:lnTo>
                  <a:pt x="8667" y="2828"/>
                </a:lnTo>
                <a:lnTo>
                  <a:pt x="8648" y="2842"/>
                </a:lnTo>
                <a:lnTo>
                  <a:pt x="8602" y="2870"/>
                </a:lnTo>
                <a:lnTo>
                  <a:pt x="8645" y="2860"/>
                </a:lnTo>
                <a:lnTo>
                  <a:pt x="8689" y="2850"/>
                </a:lnTo>
                <a:lnTo>
                  <a:pt x="8717" y="2848"/>
                </a:lnTo>
                <a:lnTo>
                  <a:pt x="8725" y="2855"/>
                </a:lnTo>
                <a:lnTo>
                  <a:pt x="8727" y="2860"/>
                </a:lnTo>
                <a:lnTo>
                  <a:pt x="8728" y="2865"/>
                </a:lnTo>
                <a:lnTo>
                  <a:pt x="8721" y="2876"/>
                </a:lnTo>
                <a:lnTo>
                  <a:pt x="8698" y="2895"/>
                </a:lnTo>
                <a:lnTo>
                  <a:pt x="8654" y="2917"/>
                </a:lnTo>
                <a:lnTo>
                  <a:pt x="8625" y="2925"/>
                </a:lnTo>
                <a:lnTo>
                  <a:pt x="8610" y="2924"/>
                </a:lnTo>
                <a:lnTo>
                  <a:pt x="8605" y="2921"/>
                </a:lnTo>
                <a:lnTo>
                  <a:pt x="8597" y="2914"/>
                </a:lnTo>
                <a:lnTo>
                  <a:pt x="8576" y="2912"/>
                </a:lnTo>
                <a:lnTo>
                  <a:pt x="8557" y="2920"/>
                </a:lnTo>
                <a:lnTo>
                  <a:pt x="8545" y="2937"/>
                </a:lnTo>
                <a:lnTo>
                  <a:pt x="8544" y="2948"/>
                </a:lnTo>
                <a:lnTo>
                  <a:pt x="8543" y="2957"/>
                </a:lnTo>
                <a:lnTo>
                  <a:pt x="8534" y="2964"/>
                </a:lnTo>
                <a:lnTo>
                  <a:pt x="8526" y="2961"/>
                </a:lnTo>
                <a:lnTo>
                  <a:pt x="8518" y="2955"/>
                </a:lnTo>
                <a:lnTo>
                  <a:pt x="8510" y="2941"/>
                </a:lnTo>
                <a:lnTo>
                  <a:pt x="8514" y="2924"/>
                </a:lnTo>
                <a:lnTo>
                  <a:pt x="8530" y="2902"/>
                </a:lnTo>
                <a:lnTo>
                  <a:pt x="8544" y="2890"/>
                </a:lnTo>
                <a:lnTo>
                  <a:pt x="8558" y="2877"/>
                </a:lnTo>
                <a:lnTo>
                  <a:pt x="8574" y="2852"/>
                </a:lnTo>
                <a:lnTo>
                  <a:pt x="8576" y="2832"/>
                </a:lnTo>
                <a:lnTo>
                  <a:pt x="8564" y="2819"/>
                </a:lnTo>
                <a:lnTo>
                  <a:pt x="8552" y="2818"/>
                </a:lnTo>
                <a:lnTo>
                  <a:pt x="8543" y="2819"/>
                </a:lnTo>
                <a:lnTo>
                  <a:pt x="8523" y="2839"/>
                </a:lnTo>
                <a:lnTo>
                  <a:pt x="8505" y="2871"/>
                </a:lnTo>
                <a:lnTo>
                  <a:pt x="8492" y="2915"/>
                </a:lnTo>
                <a:lnTo>
                  <a:pt x="8488" y="2938"/>
                </a:lnTo>
                <a:lnTo>
                  <a:pt x="8485" y="2954"/>
                </a:lnTo>
                <a:lnTo>
                  <a:pt x="8476" y="2974"/>
                </a:lnTo>
                <a:lnTo>
                  <a:pt x="8455" y="2985"/>
                </a:lnTo>
                <a:lnTo>
                  <a:pt x="8420" y="2992"/>
                </a:lnTo>
                <a:lnTo>
                  <a:pt x="8393" y="2994"/>
                </a:lnTo>
                <a:lnTo>
                  <a:pt x="8363" y="2998"/>
                </a:lnTo>
                <a:lnTo>
                  <a:pt x="8320" y="3012"/>
                </a:lnTo>
                <a:lnTo>
                  <a:pt x="8296" y="3024"/>
                </a:lnTo>
                <a:lnTo>
                  <a:pt x="8288" y="3031"/>
                </a:lnTo>
                <a:lnTo>
                  <a:pt x="8272" y="3044"/>
                </a:lnTo>
                <a:lnTo>
                  <a:pt x="8244" y="3060"/>
                </a:lnTo>
                <a:lnTo>
                  <a:pt x="8220" y="3064"/>
                </a:lnTo>
                <a:lnTo>
                  <a:pt x="8207" y="3056"/>
                </a:lnTo>
                <a:lnTo>
                  <a:pt x="8205" y="3046"/>
                </a:lnTo>
                <a:lnTo>
                  <a:pt x="8204" y="3032"/>
                </a:lnTo>
                <a:lnTo>
                  <a:pt x="8194" y="3016"/>
                </a:lnTo>
                <a:lnTo>
                  <a:pt x="8174" y="3012"/>
                </a:lnTo>
                <a:lnTo>
                  <a:pt x="8142" y="3021"/>
                </a:lnTo>
                <a:lnTo>
                  <a:pt x="8123" y="3031"/>
                </a:lnTo>
                <a:lnTo>
                  <a:pt x="8100" y="3043"/>
                </a:lnTo>
                <a:lnTo>
                  <a:pt x="8078" y="3066"/>
                </a:lnTo>
                <a:lnTo>
                  <a:pt x="8071" y="3082"/>
                </a:lnTo>
                <a:lnTo>
                  <a:pt x="8070" y="3090"/>
                </a:lnTo>
                <a:lnTo>
                  <a:pt x="8070" y="3100"/>
                </a:lnTo>
                <a:lnTo>
                  <a:pt x="8067" y="3111"/>
                </a:lnTo>
                <a:lnTo>
                  <a:pt x="8060" y="3114"/>
                </a:lnTo>
                <a:lnTo>
                  <a:pt x="8047" y="3108"/>
                </a:lnTo>
                <a:lnTo>
                  <a:pt x="8037" y="3102"/>
                </a:lnTo>
                <a:lnTo>
                  <a:pt x="8022" y="3092"/>
                </a:lnTo>
                <a:lnTo>
                  <a:pt x="8005" y="3076"/>
                </a:lnTo>
                <a:lnTo>
                  <a:pt x="8006" y="3062"/>
                </a:lnTo>
                <a:lnTo>
                  <a:pt x="8023" y="3051"/>
                </a:lnTo>
                <a:lnTo>
                  <a:pt x="8038" y="3046"/>
                </a:lnTo>
                <a:lnTo>
                  <a:pt x="8048" y="3042"/>
                </a:lnTo>
                <a:lnTo>
                  <a:pt x="8061" y="3034"/>
                </a:lnTo>
                <a:lnTo>
                  <a:pt x="8067" y="3021"/>
                </a:lnTo>
                <a:lnTo>
                  <a:pt x="8067" y="3003"/>
                </a:lnTo>
                <a:lnTo>
                  <a:pt x="8065" y="2991"/>
                </a:lnTo>
                <a:lnTo>
                  <a:pt x="8063" y="2972"/>
                </a:lnTo>
                <a:lnTo>
                  <a:pt x="8071" y="2937"/>
                </a:lnTo>
                <a:lnTo>
                  <a:pt x="8080" y="2925"/>
                </a:lnTo>
                <a:lnTo>
                  <a:pt x="8089" y="2912"/>
                </a:lnTo>
                <a:lnTo>
                  <a:pt x="8099" y="2872"/>
                </a:lnTo>
                <a:lnTo>
                  <a:pt x="8098" y="2850"/>
                </a:lnTo>
                <a:lnTo>
                  <a:pt x="8096" y="2831"/>
                </a:lnTo>
                <a:lnTo>
                  <a:pt x="8101" y="2801"/>
                </a:lnTo>
                <a:lnTo>
                  <a:pt x="8108" y="2790"/>
                </a:lnTo>
                <a:lnTo>
                  <a:pt x="8115" y="2788"/>
                </a:lnTo>
                <a:lnTo>
                  <a:pt x="8125" y="2794"/>
                </a:lnTo>
                <a:lnTo>
                  <a:pt x="8131" y="2808"/>
                </a:lnTo>
                <a:lnTo>
                  <a:pt x="8137" y="2819"/>
                </a:lnTo>
                <a:lnTo>
                  <a:pt x="8168" y="2845"/>
                </a:lnTo>
                <a:lnTo>
                  <a:pt x="8207" y="2867"/>
                </a:lnTo>
                <a:lnTo>
                  <a:pt x="8231" y="2875"/>
                </a:lnTo>
                <a:lnTo>
                  <a:pt x="8243" y="2876"/>
                </a:lnTo>
                <a:lnTo>
                  <a:pt x="8246" y="2874"/>
                </a:lnTo>
                <a:lnTo>
                  <a:pt x="8249" y="2867"/>
                </a:lnTo>
                <a:lnTo>
                  <a:pt x="8243" y="2841"/>
                </a:lnTo>
                <a:lnTo>
                  <a:pt x="8227" y="2809"/>
                </a:lnTo>
                <a:lnTo>
                  <a:pt x="8209" y="2787"/>
                </a:lnTo>
                <a:lnTo>
                  <a:pt x="8202" y="2784"/>
                </a:lnTo>
                <a:lnTo>
                  <a:pt x="8197" y="2782"/>
                </a:lnTo>
                <a:lnTo>
                  <a:pt x="8189" y="2764"/>
                </a:lnTo>
                <a:lnTo>
                  <a:pt x="8189" y="2749"/>
                </a:lnTo>
                <a:lnTo>
                  <a:pt x="8188" y="2738"/>
                </a:lnTo>
                <a:lnTo>
                  <a:pt x="8185" y="2725"/>
                </a:lnTo>
                <a:lnTo>
                  <a:pt x="8175" y="2720"/>
                </a:lnTo>
                <a:lnTo>
                  <a:pt x="8156" y="2722"/>
                </a:lnTo>
                <a:lnTo>
                  <a:pt x="8143" y="2725"/>
                </a:lnTo>
                <a:lnTo>
                  <a:pt x="8124" y="2730"/>
                </a:lnTo>
                <a:lnTo>
                  <a:pt x="8092" y="2748"/>
                </a:lnTo>
                <a:lnTo>
                  <a:pt x="8083" y="2756"/>
                </a:lnTo>
                <a:lnTo>
                  <a:pt x="8077" y="2765"/>
                </a:lnTo>
                <a:lnTo>
                  <a:pt x="8065" y="2767"/>
                </a:lnTo>
                <a:lnTo>
                  <a:pt x="8055" y="2751"/>
                </a:lnTo>
                <a:lnTo>
                  <a:pt x="8048" y="2716"/>
                </a:lnTo>
                <a:lnTo>
                  <a:pt x="8045" y="2692"/>
                </a:lnTo>
                <a:lnTo>
                  <a:pt x="8043" y="2668"/>
                </a:lnTo>
                <a:lnTo>
                  <a:pt x="8044" y="2644"/>
                </a:lnTo>
                <a:lnTo>
                  <a:pt x="8047" y="2638"/>
                </a:lnTo>
                <a:lnTo>
                  <a:pt x="8048" y="2639"/>
                </a:lnTo>
                <a:lnTo>
                  <a:pt x="8055" y="2641"/>
                </a:lnTo>
                <a:lnTo>
                  <a:pt x="8078" y="2631"/>
                </a:lnTo>
                <a:lnTo>
                  <a:pt x="8093" y="2621"/>
                </a:lnTo>
                <a:lnTo>
                  <a:pt x="8105" y="2609"/>
                </a:lnTo>
                <a:lnTo>
                  <a:pt x="8127" y="2594"/>
                </a:lnTo>
                <a:lnTo>
                  <a:pt x="8131" y="2594"/>
                </a:lnTo>
                <a:lnTo>
                  <a:pt x="8141" y="2600"/>
                </a:lnTo>
                <a:lnTo>
                  <a:pt x="8153" y="2597"/>
                </a:lnTo>
                <a:lnTo>
                  <a:pt x="8157" y="2578"/>
                </a:lnTo>
                <a:lnTo>
                  <a:pt x="8151" y="2543"/>
                </a:lnTo>
                <a:lnTo>
                  <a:pt x="8144" y="2520"/>
                </a:lnTo>
                <a:lnTo>
                  <a:pt x="8133" y="2482"/>
                </a:lnTo>
                <a:lnTo>
                  <a:pt x="8122" y="2418"/>
                </a:lnTo>
                <a:lnTo>
                  <a:pt x="8123" y="2373"/>
                </a:lnTo>
                <a:lnTo>
                  <a:pt x="8131" y="2353"/>
                </a:lnTo>
                <a:lnTo>
                  <a:pt x="8140" y="2347"/>
                </a:lnTo>
                <a:lnTo>
                  <a:pt x="8146" y="2346"/>
                </a:lnTo>
                <a:lnTo>
                  <a:pt x="8157" y="2343"/>
                </a:lnTo>
                <a:lnTo>
                  <a:pt x="8187" y="2319"/>
                </a:lnTo>
                <a:lnTo>
                  <a:pt x="8200" y="2302"/>
                </a:lnTo>
                <a:lnTo>
                  <a:pt x="8213" y="2284"/>
                </a:lnTo>
                <a:lnTo>
                  <a:pt x="8251" y="2251"/>
                </a:lnTo>
                <a:lnTo>
                  <a:pt x="8268" y="2242"/>
                </a:lnTo>
                <a:lnTo>
                  <a:pt x="8284" y="2235"/>
                </a:lnTo>
                <a:lnTo>
                  <a:pt x="8300" y="2219"/>
                </a:lnTo>
                <a:lnTo>
                  <a:pt x="8306" y="2208"/>
                </a:lnTo>
                <a:lnTo>
                  <a:pt x="8306" y="2202"/>
                </a:lnTo>
                <a:lnTo>
                  <a:pt x="8306" y="2192"/>
                </a:lnTo>
                <a:lnTo>
                  <a:pt x="8299" y="2179"/>
                </a:lnTo>
                <a:lnTo>
                  <a:pt x="8287" y="2178"/>
                </a:lnTo>
                <a:lnTo>
                  <a:pt x="8269" y="2188"/>
                </a:lnTo>
                <a:lnTo>
                  <a:pt x="8258" y="2197"/>
                </a:lnTo>
                <a:lnTo>
                  <a:pt x="8246" y="2209"/>
                </a:lnTo>
                <a:lnTo>
                  <a:pt x="8240" y="2205"/>
                </a:lnTo>
                <a:lnTo>
                  <a:pt x="8245" y="2189"/>
                </a:lnTo>
                <a:lnTo>
                  <a:pt x="8248" y="2177"/>
                </a:lnTo>
                <a:lnTo>
                  <a:pt x="8246" y="2165"/>
                </a:lnTo>
                <a:lnTo>
                  <a:pt x="8242" y="2160"/>
                </a:lnTo>
                <a:lnTo>
                  <a:pt x="8238" y="2160"/>
                </a:lnTo>
                <a:lnTo>
                  <a:pt x="8234" y="2159"/>
                </a:lnTo>
                <a:lnTo>
                  <a:pt x="8228" y="2154"/>
                </a:lnTo>
                <a:lnTo>
                  <a:pt x="8224" y="2140"/>
                </a:lnTo>
                <a:lnTo>
                  <a:pt x="8227" y="2126"/>
                </a:lnTo>
                <a:lnTo>
                  <a:pt x="8230" y="2116"/>
                </a:lnTo>
                <a:lnTo>
                  <a:pt x="8231" y="2105"/>
                </a:lnTo>
                <a:lnTo>
                  <a:pt x="8218" y="2106"/>
                </a:lnTo>
                <a:lnTo>
                  <a:pt x="8192" y="2123"/>
                </a:lnTo>
                <a:lnTo>
                  <a:pt x="8171" y="2136"/>
                </a:lnTo>
                <a:lnTo>
                  <a:pt x="8150" y="2140"/>
                </a:lnTo>
                <a:lnTo>
                  <a:pt x="8143" y="2135"/>
                </a:lnTo>
                <a:lnTo>
                  <a:pt x="8141" y="2130"/>
                </a:lnTo>
                <a:lnTo>
                  <a:pt x="8136" y="2122"/>
                </a:lnTo>
                <a:lnTo>
                  <a:pt x="8106" y="2111"/>
                </a:lnTo>
                <a:lnTo>
                  <a:pt x="8086" y="2110"/>
                </a:lnTo>
                <a:lnTo>
                  <a:pt x="8064" y="2109"/>
                </a:lnTo>
                <a:lnTo>
                  <a:pt x="8047" y="2103"/>
                </a:lnTo>
                <a:lnTo>
                  <a:pt x="8043" y="2096"/>
                </a:lnTo>
                <a:lnTo>
                  <a:pt x="8045" y="2092"/>
                </a:lnTo>
                <a:lnTo>
                  <a:pt x="8050" y="2085"/>
                </a:lnTo>
                <a:lnTo>
                  <a:pt x="8063" y="2080"/>
                </a:lnTo>
                <a:lnTo>
                  <a:pt x="8068" y="2082"/>
                </a:lnTo>
                <a:lnTo>
                  <a:pt x="8071" y="2083"/>
                </a:lnTo>
                <a:lnTo>
                  <a:pt x="8075" y="2081"/>
                </a:lnTo>
                <a:lnTo>
                  <a:pt x="8080" y="2071"/>
                </a:lnTo>
                <a:lnTo>
                  <a:pt x="8082" y="2059"/>
                </a:lnTo>
                <a:lnTo>
                  <a:pt x="8081" y="2046"/>
                </a:lnTo>
                <a:lnTo>
                  <a:pt x="8069" y="2024"/>
                </a:lnTo>
                <a:lnTo>
                  <a:pt x="8058" y="2018"/>
                </a:lnTo>
                <a:lnTo>
                  <a:pt x="8051" y="2014"/>
                </a:lnTo>
                <a:lnTo>
                  <a:pt x="8043" y="2007"/>
                </a:lnTo>
                <a:lnTo>
                  <a:pt x="8046" y="1989"/>
                </a:lnTo>
                <a:lnTo>
                  <a:pt x="8062" y="1964"/>
                </a:lnTo>
                <a:lnTo>
                  <a:pt x="8072" y="1947"/>
                </a:lnTo>
                <a:lnTo>
                  <a:pt x="8085" y="1920"/>
                </a:lnTo>
                <a:lnTo>
                  <a:pt x="8083" y="1917"/>
                </a:lnTo>
                <a:lnTo>
                  <a:pt x="8069" y="1909"/>
                </a:lnTo>
                <a:lnTo>
                  <a:pt x="8033" y="1892"/>
                </a:lnTo>
                <a:lnTo>
                  <a:pt x="8016" y="1881"/>
                </a:lnTo>
                <a:lnTo>
                  <a:pt x="7998" y="1866"/>
                </a:lnTo>
                <a:lnTo>
                  <a:pt x="7994" y="1856"/>
                </a:lnTo>
                <a:lnTo>
                  <a:pt x="7996" y="1852"/>
                </a:lnTo>
                <a:lnTo>
                  <a:pt x="7998" y="1845"/>
                </a:lnTo>
                <a:lnTo>
                  <a:pt x="7987" y="1825"/>
                </a:lnTo>
                <a:lnTo>
                  <a:pt x="7976" y="1816"/>
                </a:lnTo>
                <a:lnTo>
                  <a:pt x="7958" y="1802"/>
                </a:lnTo>
                <a:lnTo>
                  <a:pt x="7956" y="1792"/>
                </a:lnTo>
                <a:lnTo>
                  <a:pt x="7968" y="1786"/>
                </a:lnTo>
                <a:lnTo>
                  <a:pt x="7979" y="1782"/>
                </a:lnTo>
                <a:lnTo>
                  <a:pt x="7992" y="1777"/>
                </a:lnTo>
                <a:lnTo>
                  <a:pt x="8020" y="1753"/>
                </a:lnTo>
                <a:lnTo>
                  <a:pt x="8041" y="1725"/>
                </a:lnTo>
                <a:lnTo>
                  <a:pt x="8049" y="1706"/>
                </a:lnTo>
                <a:lnTo>
                  <a:pt x="8049" y="1696"/>
                </a:lnTo>
                <a:lnTo>
                  <a:pt x="8047" y="1692"/>
                </a:lnTo>
                <a:lnTo>
                  <a:pt x="8041" y="1691"/>
                </a:lnTo>
                <a:lnTo>
                  <a:pt x="8013" y="1711"/>
                </a:lnTo>
                <a:lnTo>
                  <a:pt x="7994" y="1728"/>
                </a:lnTo>
                <a:lnTo>
                  <a:pt x="7976" y="1745"/>
                </a:lnTo>
                <a:lnTo>
                  <a:pt x="7936" y="1768"/>
                </a:lnTo>
                <a:lnTo>
                  <a:pt x="7900" y="1779"/>
                </a:lnTo>
                <a:lnTo>
                  <a:pt x="7883" y="1774"/>
                </a:lnTo>
                <a:lnTo>
                  <a:pt x="7879" y="1766"/>
                </a:lnTo>
                <a:lnTo>
                  <a:pt x="7880" y="1760"/>
                </a:lnTo>
                <a:lnTo>
                  <a:pt x="7880" y="1755"/>
                </a:lnTo>
                <a:lnTo>
                  <a:pt x="7874" y="1743"/>
                </a:lnTo>
                <a:lnTo>
                  <a:pt x="7853" y="1723"/>
                </a:lnTo>
                <a:lnTo>
                  <a:pt x="7834" y="1710"/>
                </a:lnTo>
                <a:lnTo>
                  <a:pt x="7814" y="1698"/>
                </a:lnTo>
                <a:lnTo>
                  <a:pt x="7790" y="1678"/>
                </a:lnTo>
                <a:lnTo>
                  <a:pt x="7786" y="1658"/>
                </a:lnTo>
                <a:lnTo>
                  <a:pt x="7798" y="1631"/>
                </a:lnTo>
                <a:lnTo>
                  <a:pt x="7810" y="1611"/>
                </a:lnTo>
                <a:lnTo>
                  <a:pt x="7819" y="1597"/>
                </a:lnTo>
                <a:lnTo>
                  <a:pt x="7829" y="1580"/>
                </a:lnTo>
                <a:lnTo>
                  <a:pt x="7826" y="1572"/>
                </a:lnTo>
                <a:lnTo>
                  <a:pt x="7809" y="1569"/>
                </a:lnTo>
                <a:lnTo>
                  <a:pt x="7794" y="1569"/>
                </a:lnTo>
                <a:lnTo>
                  <a:pt x="7774" y="1571"/>
                </a:lnTo>
                <a:lnTo>
                  <a:pt x="7748" y="1583"/>
                </a:lnTo>
                <a:lnTo>
                  <a:pt x="7734" y="1595"/>
                </a:lnTo>
                <a:lnTo>
                  <a:pt x="7729" y="1603"/>
                </a:lnTo>
                <a:lnTo>
                  <a:pt x="7719" y="1617"/>
                </a:lnTo>
                <a:lnTo>
                  <a:pt x="7691" y="1635"/>
                </a:lnTo>
                <a:lnTo>
                  <a:pt x="7678" y="1637"/>
                </a:lnTo>
                <a:lnTo>
                  <a:pt x="7667" y="1638"/>
                </a:lnTo>
                <a:lnTo>
                  <a:pt x="7645" y="1648"/>
                </a:lnTo>
                <a:lnTo>
                  <a:pt x="7638" y="1655"/>
                </a:lnTo>
                <a:lnTo>
                  <a:pt x="7636" y="1660"/>
                </a:lnTo>
                <a:lnTo>
                  <a:pt x="7627" y="1662"/>
                </a:lnTo>
                <a:lnTo>
                  <a:pt x="7614" y="1652"/>
                </a:lnTo>
                <a:lnTo>
                  <a:pt x="7604" y="1635"/>
                </a:lnTo>
                <a:lnTo>
                  <a:pt x="7595" y="1620"/>
                </a:lnTo>
                <a:lnTo>
                  <a:pt x="7586" y="1608"/>
                </a:lnTo>
                <a:lnTo>
                  <a:pt x="7582" y="1607"/>
                </a:lnTo>
                <a:lnTo>
                  <a:pt x="7581" y="1609"/>
                </a:lnTo>
                <a:lnTo>
                  <a:pt x="7580" y="1612"/>
                </a:lnTo>
                <a:lnTo>
                  <a:pt x="7575" y="1612"/>
                </a:lnTo>
                <a:lnTo>
                  <a:pt x="7558" y="1603"/>
                </a:lnTo>
                <a:lnTo>
                  <a:pt x="7543" y="1591"/>
                </a:lnTo>
                <a:lnTo>
                  <a:pt x="7524" y="1576"/>
                </a:lnTo>
                <a:lnTo>
                  <a:pt x="7490" y="1560"/>
                </a:lnTo>
                <a:lnTo>
                  <a:pt x="7458" y="1561"/>
                </a:lnTo>
                <a:lnTo>
                  <a:pt x="7434" y="1579"/>
                </a:lnTo>
                <a:lnTo>
                  <a:pt x="7425" y="1594"/>
                </a:lnTo>
                <a:lnTo>
                  <a:pt x="7420" y="1606"/>
                </a:lnTo>
                <a:lnTo>
                  <a:pt x="7405" y="1622"/>
                </a:lnTo>
                <a:lnTo>
                  <a:pt x="7381" y="1628"/>
                </a:lnTo>
                <a:lnTo>
                  <a:pt x="7338" y="1628"/>
                </a:lnTo>
                <a:lnTo>
                  <a:pt x="7305" y="1625"/>
                </a:lnTo>
                <a:lnTo>
                  <a:pt x="7254" y="1623"/>
                </a:lnTo>
                <a:lnTo>
                  <a:pt x="7183" y="1625"/>
                </a:lnTo>
                <a:lnTo>
                  <a:pt x="7151" y="1634"/>
                </a:lnTo>
                <a:lnTo>
                  <a:pt x="7137" y="1643"/>
                </a:lnTo>
                <a:lnTo>
                  <a:pt x="7125" y="1664"/>
                </a:lnTo>
                <a:lnTo>
                  <a:pt x="7121" y="1684"/>
                </a:lnTo>
                <a:lnTo>
                  <a:pt x="7120" y="1696"/>
                </a:lnTo>
                <a:lnTo>
                  <a:pt x="7115" y="1712"/>
                </a:lnTo>
                <a:lnTo>
                  <a:pt x="7106" y="1722"/>
                </a:lnTo>
                <a:lnTo>
                  <a:pt x="7094" y="1725"/>
                </a:lnTo>
                <a:lnTo>
                  <a:pt x="7087" y="1725"/>
                </a:lnTo>
                <a:lnTo>
                  <a:pt x="7080" y="1724"/>
                </a:lnTo>
                <a:lnTo>
                  <a:pt x="7069" y="1726"/>
                </a:lnTo>
                <a:lnTo>
                  <a:pt x="7061" y="1734"/>
                </a:lnTo>
                <a:lnTo>
                  <a:pt x="7057" y="1746"/>
                </a:lnTo>
                <a:lnTo>
                  <a:pt x="7057" y="1755"/>
                </a:lnTo>
                <a:lnTo>
                  <a:pt x="7058" y="1768"/>
                </a:lnTo>
                <a:lnTo>
                  <a:pt x="7067" y="1787"/>
                </a:lnTo>
                <a:lnTo>
                  <a:pt x="7074" y="1789"/>
                </a:lnTo>
                <a:lnTo>
                  <a:pt x="7078" y="1790"/>
                </a:lnTo>
                <a:lnTo>
                  <a:pt x="7084" y="1796"/>
                </a:lnTo>
                <a:lnTo>
                  <a:pt x="7089" y="1814"/>
                </a:lnTo>
                <a:lnTo>
                  <a:pt x="7088" y="1846"/>
                </a:lnTo>
                <a:lnTo>
                  <a:pt x="7077" y="1877"/>
                </a:lnTo>
                <a:lnTo>
                  <a:pt x="7069" y="1887"/>
                </a:lnTo>
                <a:lnTo>
                  <a:pt x="7064" y="1890"/>
                </a:lnTo>
                <a:lnTo>
                  <a:pt x="7052" y="1893"/>
                </a:lnTo>
                <a:lnTo>
                  <a:pt x="7030" y="1889"/>
                </a:lnTo>
                <a:lnTo>
                  <a:pt x="7005" y="1873"/>
                </a:lnTo>
                <a:lnTo>
                  <a:pt x="6996" y="1856"/>
                </a:lnTo>
                <a:lnTo>
                  <a:pt x="6995" y="1844"/>
                </a:lnTo>
                <a:lnTo>
                  <a:pt x="6998" y="1839"/>
                </a:lnTo>
                <a:lnTo>
                  <a:pt x="7000" y="1835"/>
                </a:lnTo>
                <a:lnTo>
                  <a:pt x="6999" y="1827"/>
                </a:lnTo>
                <a:lnTo>
                  <a:pt x="6990" y="1816"/>
                </a:lnTo>
                <a:lnTo>
                  <a:pt x="6976" y="1811"/>
                </a:lnTo>
                <a:lnTo>
                  <a:pt x="6966" y="1808"/>
                </a:lnTo>
                <a:lnTo>
                  <a:pt x="6946" y="1796"/>
                </a:lnTo>
                <a:lnTo>
                  <a:pt x="6918" y="1769"/>
                </a:lnTo>
                <a:lnTo>
                  <a:pt x="6886" y="1720"/>
                </a:lnTo>
                <a:lnTo>
                  <a:pt x="6867" y="1662"/>
                </a:lnTo>
                <a:lnTo>
                  <a:pt x="6864" y="1634"/>
                </a:lnTo>
                <a:lnTo>
                  <a:pt x="6863" y="1615"/>
                </a:lnTo>
                <a:lnTo>
                  <a:pt x="6857" y="1586"/>
                </a:lnTo>
                <a:lnTo>
                  <a:pt x="6846" y="1565"/>
                </a:lnTo>
                <a:lnTo>
                  <a:pt x="6829" y="1547"/>
                </a:lnTo>
                <a:lnTo>
                  <a:pt x="6817" y="1539"/>
                </a:lnTo>
                <a:lnTo>
                  <a:pt x="6798" y="1526"/>
                </a:lnTo>
                <a:lnTo>
                  <a:pt x="6769" y="1495"/>
                </a:lnTo>
                <a:lnTo>
                  <a:pt x="6763" y="1480"/>
                </a:lnTo>
                <a:lnTo>
                  <a:pt x="6758" y="1467"/>
                </a:lnTo>
                <a:lnTo>
                  <a:pt x="6732" y="1444"/>
                </a:lnTo>
                <a:lnTo>
                  <a:pt x="6717" y="1439"/>
                </a:lnTo>
                <a:lnTo>
                  <a:pt x="6705" y="1436"/>
                </a:lnTo>
                <a:lnTo>
                  <a:pt x="6692" y="1430"/>
                </a:lnTo>
                <a:lnTo>
                  <a:pt x="6693" y="1419"/>
                </a:lnTo>
                <a:lnTo>
                  <a:pt x="6712" y="1406"/>
                </a:lnTo>
                <a:lnTo>
                  <a:pt x="6723" y="1398"/>
                </a:lnTo>
                <a:lnTo>
                  <a:pt x="6735" y="1386"/>
                </a:lnTo>
                <a:lnTo>
                  <a:pt x="6734" y="1377"/>
                </a:lnTo>
                <a:lnTo>
                  <a:pt x="6722" y="1364"/>
                </a:lnTo>
                <a:lnTo>
                  <a:pt x="6710" y="1356"/>
                </a:lnTo>
                <a:lnTo>
                  <a:pt x="6693" y="1343"/>
                </a:lnTo>
                <a:lnTo>
                  <a:pt x="6688" y="1330"/>
                </a:lnTo>
                <a:lnTo>
                  <a:pt x="6694" y="1322"/>
                </a:lnTo>
                <a:lnTo>
                  <a:pt x="6700" y="1318"/>
                </a:lnTo>
                <a:lnTo>
                  <a:pt x="6710" y="1311"/>
                </a:lnTo>
                <a:lnTo>
                  <a:pt x="6712" y="1298"/>
                </a:lnTo>
                <a:lnTo>
                  <a:pt x="6704" y="1293"/>
                </a:lnTo>
                <a:lnTo>
                  <a:pt x="6696" y="1288"/>
                </a:lnTo>
                <a:lnTo>
                  <a:pt x="6686" y="1293"/>
                </a:lnTo>
                <a:lnTo>
                  <a:pt x="6685" y="1300"/>
                </a:lnTo>
                <a:lnTo>
                  <a:pt x="6685" y="1303"/>
                </a:lnTo>
                <a:lnTo>
                  <a:pt x="6677" y="1304"/>
                </a:lnTo>
                <a:lnTo>
                  <a:pt x="6653" y="1292"/>
                </a:lnTo>
                <a:lnTo>
                  <a:pt x="6633" y="1275"/>
                </a:lnTo>
                <a:lnTo>
                  <a:pt x="6611" y="1258"/>
                </a:lnTo>
                <a:lnTo>
                  <a:pt x="6574" y="1234"/>
                </a:lnTo>
                <a:lnTo>
                  <a:pt x="6565" y="1232"/>
                </a:lnTo>
                <a:lnTo>
                  <a:pt x="6558" y="1229"/>
                </a:lnTo>
                <a:lnTo>
                  <a:pt x="6545" y="1205"/>
                </a:lnTo>
                <a:lnTo>
                  <a:pt x="6540" y="1188"/>
                </a:lnTo>
                <a:lnTo>
                  <a:pt x="6536" y="1175"/>
                </a:lnTo>
                <a:lnTo>
                  <a:pt x="6528" y="1158"/>
                </a:lnTo>
                <a:lnTo>
                  <a:pt x="6515" y="1151"/>
                </a:lnTo>
                <a:lnTo>
                  <a:pt x="6495" y="1152"/>
                </a:lnTo>
                <a:lnTo>
                  <a:pt x="6481" y="1154"/>
                </a:lnTo>
                <a:lnTo>
                  <a:pt x="6461" y="1158"/>
                </a:lnTo>
                <a:lnTo>
                  <a:pt x="6437" y="1158"/>
                </a:lnTo>
                <a:lnTo>
                  <a:pt x="6433" y="1148"/>
                </a:lnTo>
                <a:lnTo>
                  <a:pt x="6446" y="1123"/>
                </a:lnTo>
                <a:lnTo>
                  <a:pt x="6459" y="1103"/>
                </a:lnTo>
                <a:lnTo>
                  <a:pt x="6471" y="1083"/>
                </a:lnTo>
                <a:lnTo>
                  <a:pt x="6477" y="1061"/>
                </a:lnTo>
                <a:lnTo>
                  <a:pt x="6475" y="1050"/>
                </a:lnTo>
                <a:lnTo>
                  <a:pt x="6471" y="1044"/>
                </a:lnTo>
                <a:lnTo>
                  <a:pt x="6465" y="1035"/>
                </a:lnTo>
                <a:lnTo>
                  <a:pt x="6464" y="997"/>
                </a:lnTo>
                <a:lnTo>
                  <a:pt x="6473" y="943"/>
                </a:lnTo>
                <a:lnTo>
                  <a:pt x="6489" y="881"/>
                </a:lnTo>
                <a:lnTo>
                  <a:pt x="6501" y="852"/>
                </a:lnTo>
                <a:lnTo>
                  <a:pt x="6505" y="834"/>
                </a:lnTo>
                <a:lnTo>
                  <a:pt x="6511" y="775"/>
                </a:lnTo>
                <a:lnTo>
                  <a:pt x="6511" y="743"/>
                </a:lnTo>
                <a:lnTo>
                  <a:pt x="6507" y="667"/>
                </a:lnTo>
                <a:lnTo>
                  <a:pt x="6442" y="665"/>
                </a:lnTo>
                <a:lnTo>
                  <a:pt x="6412" y="664"/>
                </a:lnTo>
                <a:lnTo>
                  <a:pt x="6381" y="654"/>
                </a:lnTo>
                <a:lnTo>
                  <a:pt x="6366" y="642"/>
                </a:lnTo>
                <a:lnTo>
                  <a:pt x="6360" y="636"/>
                </a:lnTo>
                <a:lnTo>
                  <a:pt x="6352" y="625"/>
                </a:lnTo>
                <a:lnTo>
                  <a:pt x="6323" y="611"/>
                </a:lnTo>
                <a:lnTo>
                  <a:pt x="6288" y="608"/>
                </a:lnTo>
                <a:lnTo>
                  <a:pt x="6270" y="614"/>
                </a:lnTo>
                <a:lnTo>
                  <a:pt x="6263" y="622"/>
                </a:lnTo>
                <a:lnTo>
                  <a:pt x="6263" y="627"/>
                </a:lnTo>
                <a:lnTo>
                  <a:pt x="6262" y="631"/>
                </a:lnTo>
                <a:lnTo>
                  <a:pt x="6260" y="635"/>
                </a:lnTo>
                <a:lnTo>
                  <a:pt x="6251" y="630"/>
                </a:lnTo>
                <a:lnTo>
                  <a:pt x="6243" y="621"/>
                </a:lnTo>
                <a:lnTo>
                  <a:pt x="6232" y="609"/>
                </a:lnTo>
                <a:lnTo>
                  <a:pt x="6199" y="589"/>
                </a:lnTo>
                <a:lnTo>
                  <a:pt x="6183" y="582"/>
                </a:lnTo>
                <a:lnTo>
                  <a:pt x="6172" y="580"/>
                </a:lnTo>
                <a:lnTo>
                  <a:pt x="6157" y="579"/>
                </a:lnTo>
                <a:lnTo>
                  <a:pt x="6149" y="584"/>
                </a:lnTo>
                <a:lnTo>
                  <a:pt x="6145" y="596"/>
                </a:lnTo>
                <a:lnTo>
                  <a:pt x="6145" y="606"/>
                </a:lnTo>
                <a:lnTo>
                  <a:pt x="6144" y="620"/>
                </a:lnTo>
                <a:lnTo>
                  <a:pt x="6133" y="635"/>
                </a:lnTo>
                <a:lnTo>
                  <a:pt x="6124" y="640"/>
                </a:lnTo>
                <a:lnTo>
                  <a:pt x="6119" y="641"/>
                </a:lnTo>
                <a:lnTo>
                  <a:pt x="6113" y="640"/>
                </a:lnTo>
                <a:lnTo>
                  <a:pt x="6103" y="633"/>
                </a:lnTo>
                <a:lnTo>
                  <a:pt x="6090" y="614"/>
                </a:lnTo>
                <a:lnTo>
                  <a:pt x="6081" y="580"/>
                </a:lnTo>
                <a:lnTo>
                  <a:pt x="6083" y="554"/>
                </a:lnTo>
                <a:lnTo>
                  <a:pt x="6088" y="540"/>
                </a:lnTo>
                <a:lnTo>
                  <a:pt x="6092" y="535"/>
                </a:lnTo>
                <a:lnTo>
                  <a:pt x="6099" y="526"/>
                </a:lnTo>
                <a:lnTo>
                  <a:pt x="6108" y="502"/>
                </a:lnTo>
                <a:lnTo>
                  <a:pt x="6112" y="475"/>
                </a:lnTo>
                <a:lnTo>
                  <a:pt x="6108" y="457"/>
                </a:lnTo>
                <a:lnTo>
                  <a:pt x="6102" y="455"/>
                </a:lnTo>
                <a:lnTo>
                  <a:pt x="6092" y="458"/>
                </a:lnTo>
                <a:lnTo>
                  <a:pt x="6062" y="485"/>
                </a:lnTo>
                <a:lnTo>
                  <a:pt x="6036" y="521"/>
                </a:lnTo>
                <a:lnTo>
                  <a:pt x="6025" y="544"/>
                </a:lnTo>
                <a:lnTo>
                  <a:pt x="6024" y="554"/>
                </a:lnTo>
                <a:lnTo>
                  <a:pt x="6026" y="556"/>
                </a:lnTo>
                <a:lnTo>
                  <a:pt x="6033" y="564"/>
                </a:lnTo>
                <a:lnTo>
                  <a:pt x="6037" y="584"/>
                </a:lnTo>
                <a:lnTo>
                  <a:pt x="6033" y="596"/>
                </a:lnTo>
                <a:lnTo>
                  <a:pt x="6030" y="603"/>
                </a:lnTo>
                <a:lnTo>
                  <a:pt x="6021" y="611"/>
                </a:lnTo>
                <a:lnTo>
                  <a:pt x="6003" y="613"/>
                </a:lnTo>
                <a:lnTo>
                  <a:pt x="5978" y="598"/>
                </a:lnTo>
                <a:lnTo>
                  <a:pt x="5960" y="570"/>
                </a:lnTo>
                <a:lnTo>
                  <a:pt x="5959" y="551"/>
                </a:lnTo>
                <a:lnTo>
                  <a:pt x="5957" y="534"/>
                </a:lnTo>
                <a:lnTo>
                  <a:pt x="5946" y="497"/>
                </a:lnTo>
                <a:lnTo>
                  <a:pt x="5937" y="482"/>
                </a:lnTo>
                <a:lnTo>
                  <a:pt x="5929" y="472"/>
                </a:lnTo>
                <a:lnTo>
                  <a:pt x="5918" y="464"/>
                </a:lnTo>
                <a:lnTo>
                  <a:pt x="5904" y="470"/>
                </a:lnTo>
                <a:lnTo>
                  <a:pt x="5886" y="496"/>
                </a:lnTo>
                <a:lnTo>
                  <a:pt x="5873" y="516"/>
                </a:lnTo>
                <a:lnTo>
                  <a:pt x="5853" y="547"/>
                </a:lnTo>
                <a:lnTo>
                  <a:pt x="5835" y="564"/>
                </a:lnTo>
                <a:lnTo>
                  <a:pt x="5828" y="560"/>
                </a:lnTo>
                <a:lnTo>
                  <a:pt x="5827" y="553"/>
                </a:lnTo>
                <a:lnTo>
                  <a:pt x="5825" y="540"/>
                </a:lnTo>
                <a:lnTo>
                  <a:pt x="5831" y="507"/>
                </a:lnTo>
                <a:lnTo>
                  <a:pt x="5838" y="493"/>
                </a:lnTo>
                <a:lnTo>
                  <a:pt x="5844" y="484"/>
                </a:lnTo>
                <a:lnTo>
                  <a:pt x="5848" y="465"/>
                </a:lnTo>
                <a:lnTo>
                  <a:pt x="5847" y="432"/>
                </a:lnTo>
                <a:lnTo>
                  <a:pt x="5838" y="405"/>
                </a:lnTo>
                <a:lnTo>
                  <a:pt x="5832" y="387"/>
                </a:lnTo>
                <a:lnTo>
                  <a:pt x="5822" y="367"/>
                </a:lnTo>
                <a:lnTo>
                  <a:pt x="5813" y="363"/>
                </a:lnTo>
                <a:lnTo>
                  <a:pt x="5799" y="372"/>
                </a:lnTo>
                <a:lnTo>
                  <a:pt x="5788" y="381"/>
                </a:lnTo>
                <a:lnTo>
                  <a:pt x="5775" y="392"/>
                </a:lnTo>
                <a:lnTo>
                  <a:pt x="5761" y="397"/>
                </a:lnTo>
                <a:lnTo>
                  <a:pt x="5756" y="394"/>
                </a:lnTo>
                <a:lnTo>
                  <a:pt x="5756" y="391"/>
                </a:lnTo>
                <a:lnTo>
                  <a:pt x="5755" y="381"/>
                </a:lnTo>
                <a:lnTo>
                  <a:pt x="5746" y="372"/>
                </a:lnTo>
                <a:lnTo>
                  <a:pt x="5733" y="374"/>
                </a:lnTo>
                <a:lnTo>
                  <a:pt x="5719" y="388"/>
                </a:lnTo>
                <a:lnTo>
                  <a:pt x="5714" y="399"/>
                </a:lnTo>
                <a:lnTo>
                  <a:pt x="5712" y="407"/>
                </a:lnTo>
                <a:lnTo>
                  <a:pt x="5712" y="421"/>
                </a:lnTo>
                <a:lnTo>
                  <a:pt x="5721" y="442"/>
                </a:lnTo>
                <a:lnTo>
                  <a:pt x="5734" y="455"/>
                </a:lnTo>
                <a:lnTo>
                  <a:pt x="5743" y="464"/>
                </a:lnTo>
                <a:lnTo>
                  <a:pt x="5757" y="488"/>
                </a:lnTo>
                <a:lnTo>
                  <a:pt x="5764" y="514"/>
                </a:lnTo>
                <a:lnTo>
                  <a:pt x="5766" y="540"/>
                </a:lnTo>
                <a:lnTo>
                  <a:pt x="5761" y="566"/>
                </a:lnTo>
                <a:lnTo>
                  <a:pt x="5752" y="586"/>
                </a:lnTo>
                <a:lnTo>
                  <a:pt x="5739" y="600"/>
                </a:lnTo>
                <a:lnTo>
                  <a:pt x="5721" y="604"/>
                </a:lnTo>
                <a:lnTo>
                  <a:pt x="5711" y="601"/>
                </a:lnTo>
                <a:lnTo>
                  <a:pt x="5698" y="598"/>
                </a:lnTo>
                <a:lnTo>
                  <a:pt x="5667" y="606"/>
                </a:lnTo>
                <a:lnTo>
                  <a:pt x="5655" y="616"/>
                </a:lnTo>
                <a:lnTo>
                  <a:pt x="5647" y="621"/>
                </a:lnTo>
                <a:lnTo>
                  <a:pt x="5630" y="629"/>
                </a:lnTo>
                <a:lnTo>
                  <a:pt x="5601" y="631"/>
                </a:lnTo>
                <a:lnTo>
                  <a:pt x="5564" y="618"/>
                </a:lnTo>
                <a:lnTo>
                  <a:pt x="5544" y="600"/>
                </a:lnTo>
                <a:lnTo>
                  <a:pt x="5537" y="584"/>
                </a:lnTo>
                <a:lnTo>
                  <a:pt x="5536" y="576"/>
                </a:lnTo>
                <a:lnTo>
                  <a:pt x="5535" y="561"/>
                </a:lnTo>
                <a:lnTo>
                  <a:pt x="5523" y="536"/>
                </a:lnTo>
                <a:lnTo>
                  <a:pt x="5506" y="518"/>
                </a:lnTo>
                <a:lnTo>
                  <a:pt x="5492" y="513"/>
                </a:lnTo>
                <a:lnTo>
                  <a:pt x="5484" y="515"/>
                </a:lnTo>
                <a:lnTo>
                  <a:pt x="5481" y="518"/>
                </a:lnTo>
                <a:lnTo>
                  <a:pt x="5475" y="526"/>
                </a:lnTo>
                <a:lnTo>
                  <a:pt x="5469" y="553"/>
                </a:lnTo>
                <a:lnTo>
                  <a:pt x="5471" y="585"/>
                </a:lnTo>
                <a:lnTo>
                  <a:pt x="5480" y="610"/>
                </a:lnTo>
                <a:lnTo>
                  <a:pt x="5486" y="616"/>
                </a:lnTo>
                <a:lnTo>
                  <a:pt x="5493" y="621"/>
                </a:lnTo>
                <a:lnTo>
                  <a:pt x="5502" y="646"/>
                </a:lnTo>
                <a:lnTo>
                  <a:pt x="5503" y="660"/>
                </a:lnTo>
                <a:lnTo>
                  <a:pt x="5504" y="672"/>
                </a:lnTo>
                <a:lnTo>
                  <a:pt x="5518" y="690"/>
                </a:lnTo>
                <a:lnTo>
                  <a:pt x="5528" y="692"/>
                </a:lnTo>
                <a:lnTo>
                  <a:pt x="5533" y="692"/>
                </a:lnTo>
                <a:lnTo>
                  <a:pt x="5543" y="698"/>
                </a:lnTo>
                <a:lnTo>
                  <a:pt x="5552" y="716"/>
                </a:lnTo>
                <a:lnTo>
                  <a:pt x="5554" y="736"/>
                </a:lnTo>
                <a:lnTo>
                  <a:pt x="5553" y="753"/>
                </a:lnTo>
                <a:lnTo>
                  <a:pt x="5549" y="769"/>
                </a:lnTo>
                <a:lnTo>
                  <a:pt x="5544" y="773"/>
                </a:lnTo>
                <a:lnTo>
                  <a:pt x="5542" y="773"/>
                </a:lnTo>
                <a:lnTo>
                  <a:pt x="5518" y="761"/>
                </a:lnTo>
                <a:lnTo>
                  <a:pt x="5474" y="743"/>
                </a:lnTo>
                <a:lnTo>
                  <a:pt x="5450" y="731"/>
                </a:lnTo>
                <a:lnTo>
                  <a:pt x="5427" y="709"/>
                </a:lnTo>
                <a:lnTo>
                  <a:pt x="5419" y="695"/>
                </a:lnTo>
                <a:lnTo>
                  <a:pt x="5418" y="688"/>
                </a:lnTo>
                <a:lnTo>
                  <a:pt x="5418" y="676"/>
                </a:lnTo>
                <a:lnTo>
                  <a:pt x="5412" y="660"/>
                </a:lnTo>
                <a:lnTo>
                  <a:pt x="5408" y="658"/>
                </a:lnTo>
                <a:lnTo>
                  <a:pt x="5401" y="660"/>
                </a:lnTo>
                <a:lnTo>
                  <a:pt x="5382" y="674"/>
                </a:lnTo>
                <a:lnTo>
                  <a:pt x="5364" y="695"/>
                </a:lnTo>
                <a:lnTo>
                  <a:pt x="5352" y="717"/>
                </a:lnTo>
                <a:lnTo>
                  <a:pt x="5351" y="726"/>
                </a:lnTo>
                <a:lnTo>
                  <a:pt x="5349" y="733"/>
                </a:lnTo>
                <a:lnTo>
                  <a:pt x="5338" y="741"/>
                </a:lnTo>
                <a:lnTo>
                  <a:pt x="5331" y="741"/>
                </a:lnTo>
                <a:lnTo>
                  <a:pt x="5302" y="739"/>
                </a:lnTo>
                <a:lnTo>
                  <a:pt x="5276" y="744"/>
                </a:lnTo>
                <a:lnTo>
                  <a:pt x="5271" y="751"/>
                </a:lnTo>
                <a:lnTo>
                  <a:pt x="5273" y="756"/>
                </a:lnTo>
                <a:lnTo>
                  <a:pt x="5274" y="763"/>
                </a:lnTo>
                <a:lnTo>
                  <a:pt x="5266" y="786"/>
                </a:lnTo>
                <a:lnTo>
                  <a:pt x="5258" y="799"/>
                </a:lnTo>
                <a:lnTo>
                  <a:pt x="5251" y="810"/>
                </a:lnTo>
                <a:lnTo>
                  <a:pt x="5233" y="821"/>
                </a:lnTo>
                <a:lnTo>
                  <a:pt x="5210" y="826"/>
                </a:lnTo>
                <a:lnTo>
                  <a:pt x="5176" y="824"/>
                </a:lnTo>
                <a:lnTo>
                  <a:pt x="5151" y="820"/>
                </a:lnTo>
                <a:lnTo>
                  <a:pt x="5123" y="817"/>
                </a:lnTo>
                <a:lnTo>
                  <a:pt x="5088" y="815"/>
                </a:lnTo>
                <a:lnTo>
                  <a:pt x="5074" y="821"/>
                </a:lnTo>
                <a:lnTo>
                  <a:pt x="5074" y="838"/>
                </a:lnTo>
                <a:lnTo>
                  <a:pt x="5077" y="852"/>
                </a:lnTo>
                <a:lnTo>
                  <a:pt x="5079" y="872"/>
                </a:lnTo>
                <a:lnTo>
                  <a:pt x="5073" y="890"/>
                </a:lnTo>
                <a:lnTo>
                  <a:pt x="5064" y="894"/>
                </a:lnTo>
                <a:lnTo>
                  <a:pt x="5057" y="895"/>
                </a:lnTo>
                <a:lnTo>
                  <a:pt x="5046" y="893"/>
                </a:lnTo>
                <a:lnTo>
                  <a:pt x="5031" y="878"/>
                </a:lnTo>
                <a:lnTo>
                  <a:pt x="5030" y="869"/>
                </a:lnTo>
                <a:lnTo>
                  <a:pt x="5030" y="861"/>
                </a:lnTo>
                <a:lnTo>
                  <a:pt x="5027" y="853"/>
                </a:lnTo>
                <a:lnTo>
                  <a:pt x="5013" y="853"/>
                </a:lnTo>
                <a:lnTo>
                  <a:pt x="4994" y="864"/>
                </a:lnTo>
                <a:lnTo>
                  <a:pt x="4975" y="874"/>
                </a:lnTo>
                <a:lnTo>
                  <a:pt x="4959" y="876"/>
                </a:lnTo>
                <a:lnTo>
                  <a:pt x="4953" y="869"/>
                </a:lnTo>
                <a:lnTo>
                  <a:pt x="4951" y="864"/>
                </a:lnTo>
                <a:lnTo>
                  <a:pt x="4946" y="856"/>
                </a:lnTo>
                <a:lnTo>
                  <a:pt x="4933" y="845"/>
                </a:lnTo>
                <a:lnTo>
                  <a:pt x="4926" y="844"/>
                </a:lnTo>
                <a:lnTo>
                  <a:pt x="4922" y="845"/>
                </a:lnTo>
                <a:lnTo>
                  <a:pt x="4919" y="859"/>
                </a:lnTo>
                <a:lnTo>
                  <a:pt x="4921" y="869"/>
                </a:lnTo>
                <a:lnTo>
                  <a:pt x="4924" y="879"/>
                </a:lnTo>
                <a:lnTo>
                  <a:pt x="4915" y="893"/>
                </a:lnTo>
                <a:lnTo>
                  <a:pt x="4896" y="894"/>
                </a:lnTo>
                <a:lnTo>
                  <a:pt x="4877" y="883"/>
                </a:lnTo>
                <a:lnTo>
                  <a:pt x="4871" y="872"/>
                </a:lnTo>
                <a:lnTo>
                  <a:pt x="4866" y="867"/>
                </a:lnTo>
                <a:lnTo>
                  <a:pt x="4865" y="875"/>
                </a:lnTo>
                <a:lnTo>
                  <a:pt x="4867" y="890"/>
                </a:lnTo>
                <a:lnTo>
                  <a:pt x="4869" y="905"/>
                </a:lnTo>
                <a:lnTo>
                  <a:pt x="4859" y="937"/>
                </a:lnTo>
                <a:lnTo>
                  <a:pt x="4850" y="946"/>
                </a:lnTo>
                <a:lnTo>
                  <a:pt x="4838" y="955"/>
                </a:lnTo>
                <a:lnTo>
                  <a:pt x="4820" y="959"/>
                </a:lnTo>
                <a:lnTo>
                  <a:pt x="4813" y="946"/>
                </a:lnTo>
                <a:lnTo>
                  <a:pt x="4817" y="921"/>
                </a:lnTo>
                <a:lnTo>
                  <a:pt x="4824" y="905"/>
                </a:lnTo>
                <a:lnTo>
                  <a:pt x="4830" y="886"/>
                </a:lnTo>
                <a:lnTo>
                  <a:pt x="4835" y="844"/>
                </a:lnTo>
                <a:lnTo>
                  <a:pt x="4832" y="827"/>
                </a:lnTo>
                <a:lnTo>
                  <a:pt x="4829" y="817"/>
                </a:lnTo>
                <a:lnTo>
                  <a:pt x="4821" y="802"/>
                </a:lnTo>
                <a:lnTo>
                  <a:pt x="4809" y="796"/>
                </a:lnTo>
                <a:lnTo>
                  <a:pt x="4790" y="798"/>
                </a:lnTo>
                <a:lnTo>
                  <a:pt x="4778" y="801"/>
                </a:lnTo>
                <a:lnTo>
                  <a:pt x="4733" y="812"/>
                </a:lnTo>
                <a:lnTo>
                  <a:pt x="4665" y="818"/>
                </a:lnTo>
                <a:lnTo>
                  <a:pt x="4636" y="811"/>
                </a:lnTo>
                <a:lnTo>
                  <a:pt x="4627" y="802"/>
                </a:lnTo>
                <a:lnTo>
                  <a:pt x="4628" y="791"/>
                </a:lnTo>
                <a:lnTo>
                  <a:pt x="4640" y="776"/>
                </a:lnTo>
                <a:lnTo>
                  <a:pt x="4652" y="768"/>
                </a:lnTo>
                <a:lnTo>
                  <a:pt x="4666" y="758"/>
                </a:lnTo>
                <a:lnTo>
                  <a:pt x="4696" y="746"/>
                </a:lnTo>
                <a:lnTo>
                  <a:pt x="4723" y="744"/>
                </a:lnTo>
                <a:lnTo>
                  <a:pt x="4742" y="753"/>
                </a:lnTo>
                <a:lnTo>
                  <a:pt x="4746" y="761"/>
                </a:lnTo>
                <a:lnTo>
                  <a:pt x="4748" y="764"/>
                </a:lnTo>
                <a:lnTo>
                  <a:pt x="4756" y="766"/>
                </a:lnTo>
                <a:lnTo>
                  <a:pt x="4776" y="757"/>
                </a:lnTo>
                <a:lnTo>
                  <a:pt x="4794" y="743"/>
                </a:lnTo>
                <a:lnTo>
                  <a:pt x="4835" y="707"/>
                </a:lnTo>
                <a:lnTo>
                  <a:pt x="4788" y="717"/>
                </a:lnTo>
                <a:lnTo>
                  <a:pt x="4774" y="719"/>
                </a:lnTo>
                <a:lnTo>
                  <a:pt x="4754" y="719"/>
                </a:lnTo>
                <a:lnTo>
                  <a:pt x="4743" y="710"/>
                </a:lnTo>
                <a:lnTo>
                  <a:pt x="4735" y="690"/>
                </a:lnTo>
                <a:lnTo>
                  <a:pt x="4731" y="673"/>
                </a:lnTo>
                <a:lnTo>
                  <a:pt x="4727" y="652"/>
                </a:lnTo>
                <a:lnTo>
                  <a:pt x="4717" y="637"/>
                </a:lnTo>
                <a:lnTo>
                  <a:pt x="4711" y="637"/>
                </a:lnTo>
                <a:lnTo>
                  <a:pt x="4708" y="641"/>
                </a:lnTo>
                <a:lnTo>
                  <a:pt x="4702" y="650"/>
                </a:lnTo>
                <a:lnTo>
                  <a:pt x="4690" y="652"/>
                </a:lnTo>
                <a:lnTo>
                  <a:pt x="4685" y="645"/>
                </a:lnTo>
                <a:lnTo>
                  <a:pt x="4683" y="640"/>
                </a:lnTo>
                <a:lnTo>
                  <a:pt x="4684" y="631"/>
                </a:lnTo>
                <a:lnTo>
                  <a:pt x="4693" y="617"/>
                </a:lnTo>
                <a:lnTo>
                  <a:pt x="4703" y="609"/>
                </a:lnTo>
                <a:lnTo>
                  <a:pt x="4713" y="604"/>
                </a:lnTo>
                <a:lnTo>
                  <a:pt x="4725" y="595"/>
                </a:lnTo>
                <a:lnTo>
                  <a:pt x="4724" y="587"/>
                </a:lnTo>
                <a:lnTo>
                  <a:pt x="4711" y="575"/>
                </a:lnTo>
                <a:lnTo>
                  <a:pt x="4700" y="567"/>
                </a:lnTo>
                <a:lnTo>
                  <a:pt x="4692" y="560"/>
                </a:lnTo>
                <a:lnTo>
                  <a:pt x="4679" y="543"/>
                </a:lnTo>
                <a:lnTo>
                  <a:pt x="4670" y="520"/>
                </a:lnTo>
                <a:lnTo>
                  <a:pt x="4666" y="491"/>
                </a:lnTo>
                <a:lnTo>
                  <a:pt x="4665" y="472"/>
                </a:lnTo>
                <a:lnTo>
                  <a:pt x="4665" y="453"/>
                </a:lnTo>
                <a:lnTo>
                  <a:pt x="4660" y="423"/>
                </a:lnTo>
                <a:lnTo>
                  <a:pt x="4651" y="398"/>
                </a:lnTo>
                <a:lnTo>
                  <a:pt x="4634" y="379"/>
                </a:lnTo>
                <a:lnTo>
                  <a:pt x="4622" y="369"/>
                </a:lnTo>
                <a:lnTo>
                  <a:pt x="4610" y="360"/>
                </a:lnTo>
                <a:lnTo>
                  <a:pt x="4596" y="345"/>
                </a:lnTo>
                <a:lnTo>
                  <a:pt x="4592" y="332"/>
                </a:lnTo>
                <a:lnTo>
                  <a:pt x="4598" y="315"/>
                </a:lnTo>
                <a:lnTo>
                  <a:pt x="4604" y="305"/>
                </a:lnTo>
                <a:lnTo>
                  <a:pt x="4615" y="286"/>
                </a:lnTo>
                <a:lnTo>
                  <a:pt x="4624" y="255"/>
                </a:lnTo>
                <a:lnTo>
                  <a:pt x="4620" y="233"/>
                </a:lnTo>
                <a:lnTo>
                  <a:pt x="4602" y="223"/>
                </a:lnTo>
                <a:lnTo>
                  <a:pt x="4587" y="224"/>
                </a:lnTo>
                <a:lnTo>
                  <a:pt x="4577" y="225"/>
                </a:lnTo>
                <a:lnTo>
                  <a:pt x="4560" y="222"/>
                </a:lnTo>
                <a:lnTo>
                  <a:pt x="4550" y="212"/>
                </a:lnTo>
                <a:lnTo>
                  <a:pt x="4544" y="194"/>
                </a:lnTo>
                <a:lnTo>
                  <a:pt x="4543" y="181"/>
                </a:lnTo>
                <a:lnTo>
                  <a:pt x="4540" y="161"/>
                </a:lnTo>
                <a:lnTo>
                  <a:pt x="4533" y="142"/>
                </a:lnTo>
                <a:lnTo>
                  <a:pt x="4526" y="137"/>
                </a:lnTo>
                <a:lnTo>
                  <a:pt x="4515" y="140"/>
                </a:lnTo>
                <a:lnTo>
                  <a:pt x="4497" y="164"/>
                </a:lnTo>
                <a:lnTo>
                  <a:pt x="4485" y="186"/>
                </a:lnTo>
                <a:lnTo>
                  <a:pt x="4477" y="202"/>
                </a:lnTo>
                <a:lnTo>
                  <a:pt x="4456" y="227"/>
                </a:lnTo>
                <a:lnTo>
                  <a:pt x="4436" y="238"/>
                </a:lnTo>
                <a:lnTo>
                  <a:pt x="4426" y="234"/>
                </a:lnTo>
                <a:lnTo>
                  <a:pt x="4422" y="225"/>
                </a:lnTo>
                <a:lnTo>
                  <a:pt x="4422" y="219"/>
                </a:lnTo>
                <a:lnTo>
                  <a:pt x="4420" y="212"/>
                </a:lnTo>
                <a:lnTo>
                  <a:pt x="4396" y="198"/>
                </a:lnTo>
                <a:lnTo>
                  <a:pt x="4379" y="192"/>
                </a:lnTo>
                <a:lnTo>
                  <a:pt x="4368" y="189"/>
                </a:lnTo>
                <a:lnTo>
                  <a:pt x="4353" y="183"/>
                </a:lnTo>
                <a:lnTo>
                  <a:pt x="4347" y="174"/>
                </a:lnTo>
                <a:lnTo>
                  <a:pt x="4350" y="161"/>
                </a:lnTo>
                <a:lnTo>
                  <a:pt x="4354" y="151"/>
                </a:lnTo>
                <a:lnTo>
                  <a:pt x="4364" y="133"/>
                </a:lnTo>
                <a:lnTo>
                  <a:pt x="4371" y="112"/>
                </a:lnTo>
                <a:lnTo>
                  <a:pt x="4365" y="107"/>
                </a:lnTo>
                <a:lnTo>
                  <a:pt x="4346" y="121"/>
                </a:lnTo>
                <a:lnTo>
                  <a:pt x="4330" y="135"/>
                </a:lnTo>
                <a:lnTo>
                  <a:pt x="4312" y="149"/>
                </a:lnTo>
                <a:lnTo>
                  <a:pt x="4285" y="163"/>
                </a:lnTo>
                <a:lnTo>
                  <a:pt x="4270" y="165"/>
                </a:lnTo>
                <a:lnTo>
                  <a:pt x="4264" y="164"/>
                </a:lnTo>
                <a:lnTo>
                  <a:pt x="4253" y="161"/>
                </a:lnTo>
                <a:lnTo>
                  <a:pt x="4231" y="166"/>
                </a:lnTo>
                <a:lnTo>
                  <a:pt x="4222" y="172"/>
                </a:lnTo>
                <a:lnTo>
                  <a:pt x="4215" y="179"/>
                </a:lnTo>
                <a:lnTo>
                  <a:pt x="4201" y="178"/>
                </a:lnTo>
                <a:lnTo>
                  <a:pt x="4196" y="171"/>
                </a:lnTo>
                <a:lnTo>
                  <a:pt x="4192" y="167"/>
                </a:lnTo>
                <a:lnTo>
                  <a:pt x="4180" y="165"/>
                </a:lnTo>
                <a:lnTo>
                  <a:pt x="4154" y="170"/>
                </a:lnTo>
                <a:lnTo>
                  <a:pt x="4114" y="186"/>
                </a:lnTo>
                <a:lnTo>
                  <a:pt x="4092" y="202"/>
                </a:lnTo>
                <a:lnTo>
                  <a:pt x="4084" y="213"/>
                </a:lnTo>
                <a:lnTo>
                  <a:pt x="4084" y="217"/>
                </a:lnTo>
                <a:lnTo>
                  <a:pt x="4081" y="228"/>
                </a:lnTo>
                <a:lnTo>
                  <a:pt x="4053" y="265"/>
                </a:lnTo>
                <a:lnTo>
                  <a:pt x="4013" y="305"/>
                </a:lnTo>
                <a:lnTo>
                  <a:pt x="3978" y="335"/>
                </a:lnTo>
                <a:lnTo>
                  <a:pt x="3967" y="338"/>
                </a:lnTo>
                <a:lnTo>
                  <a:pt x="3958" y="337"/>
                </a:lnTo>
                <a:lnTo>
                  <a:pt x="3948" y="329"/>
                </a:lnTo>
                <a:lnTo>
                  <a:pt x="3947" y="313"/>
                </a:lnTo>
                <a:lnTo>
                  <a:pt x="3952" y="295"/>
                </a:lnTo>
                <a:lnTo>
                  <a:pt x="3973" y="264"/>
                </a:lnTo>
                <a:lnTo>
                  <a:pt x="4003" y="234"/>
                </a:lnTo>
                <a:lnTo>
                  <a:pt x="4026" y="219"/>
                </a:lnTo>
                <a:lnTo>
                  <a:pt x="4038" y="214"/>
                </a:lnTo>
                <a:lnTo>
                  <a:pt x="4050" y="208"/>
                </a:lnTo>
                <a:lnTo>
                  <a:pt x="4065" y="188"/>
                </a:lnTo>
                <a:lnTo>
                  <a:pt x="4067" y="177"/>
                </a:lnTo>
                <a:lnTo>
                  <a:pt x="4070" y="164"/>
                </a:lnTo>
                <a:lnTo>
                  <a:pt x="4097" y="120"/>
                </a:lnTo>
                <a:lnTo>
                  <a:pt x="4117" y="98"/>
                </a:lnTo>
                <a:lnTo>
                  <a:pt x="4140" y="73"/>
                </a:lnTo>
                <a:lnTo>
                  <a:pt x="4165" y="31"/>
                </a:lnTo>
                <a:lnTo>
                  <a:pt x="4168" y="10"/>
                </a:lnTo>
                <a:lnTo>
                  <a:pt x="4163" y="1"/>
                </a:lnTo>
                <a:lnTo>
                  <a:pt x="4153" y="0"/>
                </a:lnTo>
                <a:lnTo>
                  <a:pt x="4136" y="7"/>
                </a:lnTo>
                <a:lnTo>
                  <a:pt x="4125" y="14"/>
                </a:lnTo>
                <a:close/>
                <a:moveTo>
                  <a:pt x="3945" y="353"/>
                </a:moveTo>
                <a:lnTo>
                  <a:pt x="3947" y="362"/>
                </a:lnTo>
                <a:lnTo>
                  <a:pt x="3939" y="370"/>
                </a:lnTo>
                <a:lnTo>
                  <a:pt x="3930" y="368"/>
                </a:lnTo>
                <a:lnTo>
                  <a:pt x="3921" y="364"/>
                </a:lnTo>
                <a:lnTo>
                  <a:pt x="3905" y="348"/>
                </a:lnTo>
                <a:lnTo>
                  <a:pt x="3902" y="339"/>
                </a:lnTo>
                <a:lnTo>
                  <a:pt x="3899" y="330"/>
                </a:lnTo>
                <a:lnTo>
                  <a:pt x="3907" y="322"/>
                </a:lnTo>
                <a:lnTo>
                  <a:pt x="3917" y="324"/>
                </a:lnTo>
                <a:lnTo>
                  <a:pt x="3926" y="328"/>
                </a:lnTo>
                <a:lnTo>
                  <a:pt x="3941" y="344"/>
                </a:lnTo>
                <a:lnTo>
                  <a:pt x="3945" y="353"/>
                </a:lnTo>
                <a:close/>
                <a:moveTo>
                  <a:pt x="3619" y="454"/>
                </a:moveTo>
                <a:lnTo>
                  <a:pt x="3615" y="461"/>
                </a:lnTo>
                <a:lnTo>
                  <a:pt x="3600" y="471"/>
                </a:lnTo>
                <a:lnTo>
                  <a:pt x="3592" y="472"/>
                </a:lnTo>
                <a:lnTo>
                  <a:pt x="3589" y="472"/>
                </a:lnTo>
                <a:lnTo>
                  <a:pt x="3586" y="468"/>
                </a:lnTo>
                <a:lnTo>
                  <a:pt x="3589" y="458"/>
                </a:lnTo>
                <a:lnTo>
                  <a:pt x="3598" y="449"/>
                </a:lnTo>
                <a:lnTo>
                  <a:pt x="3606" y="440"/>
                </a:lnTo>
                <a:lnTo>
                  <a:pt x="3620" y="431"/>
                </a:lnTo>
                <a:lnTo>
                  <a:pt x="3627" y="433"/>
                </a:lnTo>
                <a:lnTo>
                  <a:pt x="3625" y="444"/>
                </a:lnTo>
                <a:lnTo>
                  <a:pt x="3619" y="454"/>
                </a:lnTo>
                <a:close/>
                <a:moveTo>
                  <a:pt x="4609" y="637"/>
                </a:moveTo>
                <a:lnTo>
                  <a:pt x="4602" y="641"/>
                </a:lnTo>
                <a:lnTo>
                  <a:pt x="4592" y="658"/>
                </a:lnTo>
                <a:lnTo>
                  <a:pt x="4591" y="668"/>
                </a:lnTo>
                <a:lnTo>
                  <a:pt x="4589" y="677"/>
                </a:lnTo>
                <a:lnTo>
                  <a:pt x="4576" y="684"/>
                </a:lnTo>
                <a:lnTo>
                  <a:pt x="4565" y="682"/>
                </a:lnTo>
                <a:lnTo>
                  <a:pt x="4555" y="676"/>
                </a:lnTo>
                <a:lnTo>
                  <a:pt x="4545" y="658"/>
                </a:lnTo>
                <a:lnTo>
                  <a:pt x="4545" y="634"/>
                </a:lnTo>
                <a:lnTo>
                  <a:pt x="4555" y="612"/>
                </a:lnTo>
                <a:lnTo>
                  <a:pt x="4565" y="604"/>
                </a:lnTo>
                <a:lnTo>
                  <a:pt x="4573" y="600"/>
                </a:lnTo>
                <a:lnTo>
                  <a:pt x="4594" y="605"/>
                </a:lnTo>
                <a:lnTo>
                  <a:pt x="4604" y="612"/>
                </a:lnTo>
                <a:lnTo>
                  <a:pt x="4614" y="621"/>
                </a:lnTo>
                <a:lnTo>
                  <a:pt x="4617" y="631"/>
                </a:lnTo>
                <a:lnTo>
                  <a:pt x="4613" y="636"/>
                </a:lnTo>
                <a:lnTo>
                  <a:pt x="4609" y="637"/>
                </a:lnTo>
                <a:close/>
                <a:moveTo>
                  <a:pt x="3180" y="624"/>
                </a:moveTo>
                <a:lnTo>
                  <a:pt x="3175" y="630"/>
                </a:lnTo>
                <a:lnTo>
                  <a:pt x="3158" y="640"/>
                </a:lnTo>
                <a:lnTo>
                  <a:pt x="3150" y="641"/>
                </a:lnTo>
                <a:lnTo>
                  <a:pt x="3142" y="640"/>
                </a:lnTo>
                <a:lnTo>
                  <a:pt x="3144" y="631"/>
                </a:lnTo>
                <a:lnTo>
                  <a:pt x="3155" y="624"/>
                </a:lnTo>
                <a:lnTo>
                  <a:pt x="3176" y="611"/>
                </a:lnTo>
                <a:lnTo>
                  <a:pt x="3187" y="610"/>
                </a:lnTo>
                <a:lnTo>
                  <a:pt x="3184" y="617"/>
                </a:lnTo>
                <a:lnTo>
                  <a:pt x="3180" y="624"/>
                </a:lnTo>
                <a:close/>
                <a:moveTo>
                  <a:pt x="6347" y="707"/>
                </a:moveTo>
                <a:lnTo>
                  <a:pt x="6346" y="714"/>
                </a:lnTo>
                <a:lnTo>
                  <a:pt x="6337" y="730"/>
                </a:lnTo>
                <a:lnTo>
                  <a:pt x="6330" y="734"/>
                </a:lnTo>
                <a:lnTo>
                  <a:pt x="6324" y="737"/>
                </a:lnTo>
                <a:lnTo>
                  <a:pt x="6315" y="728"/>
                </a:lnTo>
                <a:lnTo>
                  <a:pt x="6314" y="718"/>
                </a:lnTo>
                <a:lnTo>
                  <a:pt x="6315" y="707"/>
                </a:lnTo>
                <a:lnTo>
                  <a:pt x="6324" y="693"/>
                </a:lnTo>
                <a:lnTo>
                  <a:pt x="6330" y="692"/>
                </a:lnTo>
                <a:lnTo>
                  <a:pt x="6337" y="692"/>
                </a:lnTo>
                <a:lnTo>
                  <a:pt x="6346" y="701"/>
                </a:lnTo>
                <a:lnTo>
                  <a:pt x="6347" y="707"/>
                </a:lnTo>
                <a:close/>
                <a:moveTo>
                  <a:pt x="6155" y="741"/>
                </a:moveTo>
                <a:lnTo>
                  <a:pt x="6154" y="744"/>
                </a:lnTo>
                <a:lnTo>
                  <a:pt x="6158" y="751"/>
                </a:lnTo>
                <a:lnTo>
                  <a:pt x="6177" y="761"/>
                </a:lnTo>
                <a:lnTo>
                  <a:pt x="6197" y="766"/>
                </a:lnTo>
                <a:lnTo>
                  <a:pt x="6222" y="771"/>
                </a:lnTo>
                <a:lnTo>
                  <a:pt x="6239" y="783"/>
                </a:lnTo>
                <a:lnTo>
                  <a:pt x="6242" y="793"/>
                </a:lnTo>
                <a:lnTo>
                  <a:pt x="6241" y="799"/>
                </a:lnTo>
                <a:lnTo>
                  <a:pt x="6239" y="805"/>
                </a:lnTo>
                <a:lnTo>
                  <a:pt x="6242" y="817"/>
                </a:lnTo>
                <a:lnTo>
                  <a:pt x="6258" y="830"/>
                </a:lnTo>
                <a:lnTo>
                  <a:pt x="6281" y="835"/>
                </a:lnTo>
                <a:lnTo>
                  <a:pt x="6301" y="841"/>
                </a:lnTo>
                <a:lnTo>
                  <a:pt x="6318" y="852"/>
                </a:lnTo>
                <a:lnTo>
                  <a:pt x="6322" y="860"/>
                </a:lnTo>
                <a:lnTo>
                  <a:pt x="6320" y="864"/>
                </a:lnTo>
                <a:lnTo>
                  <a:pt x="6315" y="869"/>
                </a:lnTo>
                <a:lnTo>
                  <a:pt x="6292" y="874"/>
                </a:lnTo>
                <a:lnTo>
                  <a:pt x="6278" y="872"/>
                </a:lnTo>
                <a:lnTo>
                  <a:pt x="6270" y="871"/>
                </a:lnTo>
                <a:lnTo>
                  <a:pt x="6255" y="873"/>
                </a:lnTo>
                <a:lnTo>
                  <a:pt x="6234" y="888"/>
                </a:lnTo>
                <a:lnTo>
                  <a:pt x="6221" y="905"/>
                </a:lnTo>
                <a:lnTo>
                  <a:pt x="6211" y="920"/>
                </a:lnTo>
                <a:lnTo>
                  <a:pt x="6206" y="938"/>
                </a:lnTo>
                <a:lnTo>
                  <a:pt x="6208" y="944"/>
                </a:lnTo>
                <a:lnTo>
                  <a:pt x="6212" y="945"/>
                </a:lnTo>
                <a:lnTo>
                  <a:pt x="6226" y="945"/>
                </a:lnTo>
                <a:lnTo>
                  <a:pt x="6232" y="953"/>
                </a:lnTo>
                <a:lnTo>
                  <a:pt x="6222" y="962"/>
                </a:lnTo>
                <a:lnTo>
                  <a:pt x="6197" y="971"/>
                </a:lnTo>
                <a:lnTo>
                  <a:pt x="6182" y="972"/>
                </a:lnTo>
                <a:lnTo>
                  <a:pt x="6167" y="973"/>
                </a:lnTo>
                <a:lnTo>
                  <a:pt x="6149" y="970"/>
                </a:lnTo>
                <a:lnTo>
                  <a:pt x="6140" y="961"/>
                </a:lnTo>
                <a:lnTo>
                  <a:pt x="6140" y="944"/>
                </a:lnTo>
                <a:lnTo>
                  <a:pt x="6142" y="931"/>
                </a:lnTo>
                <a:lnTo>
                  <a:pt x="6144" y="918"/>
                </a:lnTo>
                <a:lnTo>
                  <a:pt x="6145" y="901"/>
                </a:lnTo>
                <a:lnTo>
                  <a:pt x="6135" y="895"/>
                </a:lnTo>
                <a:lnTo>
                  <a:pt x="6115" y="896"/>
                </a:lnTo>
                <a:lnTo>
                  <a:pt x="6099" y="900"/>
                </a:lnTo>
                <a:lnTo>
                  <a:pt x="6074" y="903"/>
                </a:lnTo>
                <a:lnTo>
                  <a:pt x="6054" y="899"/>
                </a:lnTo>
                <a:lnTo>
                  <a:pt x="6048" y="891"/>
                </a:lnTo>
                <a:lnTo>
                  <a:pt x="6048" y="884"/>
                </a:lnTo>
                <a:lnTo>
                  <a:pt x="6049" y="879"/>
                </a:lnTo>
                <a:lnTo>
                  <a:pt x="6054" y="870"/>
                </a:lnTo>
                <a:lnTo>
                  <a:pt x="6071" y="862"/>
                </a:lnTo>
                <a:lnTo>
                  <a:pt x="6086" y="860"/>
                </a:lnTo>
                <a:lnTo>
                  <a:pt x="6102" y="858"/>
                </a:lnTo>
                <a:lnTo>
                  <a:pt x="6138" y="840"/>
                </a:lnTo>
                <a:lnTo>
                  <a:pt x="6153" y="827"/>
                </a:lnTo>
                <a:lnTo>
                  <a:pt x="6172" y="805"/>
                </a:lnTo>
                <a:lnTo>
                  <a:pt x="6161" y="802"/>
                </a:lnTo>
                <a:lnTo>
                  <a:pt x="6122" y="819"/>
                </a:lnTo>
                <a:lnTo>
                  <a:pt x="6095" y="828"/>
                </a:lnTo>
                <a:lnTo>
                  <a:pt x="6067" y="833"/>
                </a:lnTo>
                <a:lnTo>
                  <a:pt x="6054" y="830"/>
                </a:lnTo>
                <a:lnTo>
                  <a:pt x="6051" y="827"/>
                </a:lnTo>
                <a:lnTo>
                  <a:pt x="6049" y="819"/>
                </a:lnTo>
                <a:lnTo>
                  <a:pt x="6057" y="804"/>
                </a:lnTo>
                <a:lnTo>
                  <a:pt x="6067" y="799"/>
                </a:lnTo>
                <a:lnTo>
                  <a:pt x="6078" y="795"/>
                </a:lnTo>
                <a:lnTo>
                  <a:pt x="6086" y="781"/>
                </a:lnTo>
                <a:lnTo>
                  <a:pt x="6084" y="774"/>
                </a:lnTo>
                <a:lnTo>
                  <a:pt x="6083" y="771"/>
                </a:lnTo>
                <a:lnTo>
                  <a:pt x="6085" y="763"/>
                </a:lnTo>
                <a:lnTo>
                  <a:pt x="6099" y="751"/>
                </a:lnTo>
                <a:lnTo>
                  <a:pt x="6114" y="744"/>
                </a:lnTo>
                <a:lnTo>
                  <a:pt x="6146" y="731"/>
                </a:lnTo>
                <a:lnTo>
                  <a:pt x="6160" y="728"/>
                </a:lnTo>
                <a:lnTo>
                  <a:pt x="6158" y="735"/>
                </a:lnTo>
                <a:lnTo>
                  <a:pt x="6155" y="741"/>
                </a:lnTo>
                <a:close/>
                <a:moveTo>
                  <a:pt x="5969" y="788"/>
                </a:moveTo>
                <a:lnTo>
                  <a:pt x="5963" y="829"/>
                </a:lnTo>
                <a:lnTo>
                  <a:pt x="5960" y="849"/>
                </a:lnTo>
                <a:lnTo>
                  <a:pt x="5958" y="854"/>
                </a:lnTo>
                <a:lnTo>
                  <a:pt x="5950" y="857"/>
                </a:lnTo>
                <a:lnTo>
                  <a:pt x="5945" y="854"/>
                </a:lnTo>
                <a:lnTo>
                  <a:pt x="5939" y="847"/>
                </a:lnTo>
                <a:lnTo>
                  <a:pt x="5937" y="814"/>
                </a:lnTo>
                <a:lnTo>
                  <a:pt x="5942" y="774"/>
                </a:lnTo>
                <a:lnTo>
                  <a:pt x="5951" y="752"/>
                </a:lnTo>
                <a:lnTo>
                  <a:pt x="5957" y="743"/>
                </a:lnTo>
                <a:lnTo>
                  <a:pt x="5960" y="743"/>
                </a:lnTo>
                <a:lnTo>
                  <a:pt x="5964" y="743"/>
                </a:lnTo>
                <a:lnTo>
                  <a:pt x="5969" y="750"/>
                </a:lnTo>
                <a:lnTo>
                  <a:pt x="5971" y="770"/>
                </a:lnTo>
                <a:lnTo>
                  <a:pt x="5969" y="788"/>
                </a:lnTo>
                <a:close/>
                <a:moveTo>
                  <a:pt x="3056" y="814"/>
                </a:moveTo>
                <a:lnTo>
                  <a:pt x="3048" y="821"/>
                </a:lnTo>
                <a:lnTo>
                  <a:pt x="3042" y="814"/>
                </a:lnTo>
                <a:lnTo>
                  <a:pt x="3045" y="799"/>
                </a:lnTo>
                <a:lnTo>
                  <a:pt x="3050" y="769"/>
                </a:lnTo>
                <a:lnTo>
                  <a:pt x="3056" y="758"/>
                </a:lnTo>
                <a:lnTo>
                  <a:pt x="3061" y="765"/>
                </a:lnTo>
                <a:lnTo>
                  <a:pt x="3065" y="773"/>
                </a:lnTo>
                <a:lnTo>
                  <a:pt x="3067" y="783"/>
                </a:lnTo>
                <a:lnTo>
                  <a:pt x="3063" y="804"/>
                </a:lnTo>
                <a:lnTo>
                  <a:pt x="3056" y="814"/>
                </a:lnTo>
                <a:close/>
                <a:moveTo>
                  <a:pt x="3020" y="834"/>
                </a:moveTo>
                <a:lnTo>
                  <a:pt x="3019" y="838"/>
                </a:lnTo>
                <a:lnTo>
                  <a:pt x="3010" y="848"/>
                </a:lnTo>
                <a:lnTo>
                  <a:pt x="3003" y="852"/>
                </a:lnTo>
                <a:lnTo>
                  <a:pt x="2996" y="855"/>
                </a:lnTo>
                <a:lnTo>
                  <a:pt x="2986" y="851"/>
                </a:lnTo>
                <a:lnTo>
                  <a:pt x="2985" y="845"/>
                </a:lnTo>
                <a:lnTo>
                  <a:pt x="2986" y="838"/>
                </a:lnTo>
                <a:lnTo>
                  <a:pt x="2996" y="828"/>
                </a:lnTo>
                <a:lnTo>
                  <a:pt x="3003" y="827"/>
                </a:lnTo>
                <a:lnTo>
                  <a:pt x="3010" y="827"/>
                </a:lnTo>
                <a:lnTo>
                  <a:pt x="3019" y="831"/>
                </a:lnTo>
                <a:lnTo>
                  <a:pt x="3020" y="834"/>
                </a:lnTo>
                <a:close/>
                <a:moveTo>
                  <a:pt x="6060" y="979"/>
                </a:moveTo>
                <a:lnTo>
                  <a:pt x="6058" y="991"/>
                </a:lnTo>
                <a:lnTo>
                  <a:pt x="6053" y="996"/>
                </a:lnTo>
                <a:lnTo>
                  <a:pt x="6044" y="991"/>
                </a:lnTo>
                <a:lnTo>
                  <a:pt x="6035" y="979"/>
                </a:lnTo>
                <a:lnTo>
                  <a:pt x="6032" y="972"/>
                </a:lnTo>
                <a:lnTo>
                  <a:pt x="6036" y="962"/>
                </a:lnTo>
                <a:lnTo>
                  <a:pt x="6041" y="961"/>
                </a:lnTo>
                <a:lnTo>
                  <a:pt x="6049" y="962"/>
                </a:lnTo>
                <a:lnTo>
                  <a:pt x="6059" y="972"/>
                </a:lnTo>
                <a:lnTo>
                  <a:pt x="6060" y="979"/>
                </a:lnTo>
                <a:close/>
                <a:moveTo>
                  <a:pt x="6229" y="1012"/>
                </a:moveTo>
                <a:lnTo>
                  <a:pt x="6228" y="1019"/>
                </a:lnTo>
                <a:lnTo>
                  <a:pt x="6220" y="1028"/>
                </a:lnTo>
                <a:lnTo>
                  <a:pt x="6212" y="1029"/>
                </a:lnTo>
                <a:lnTo>
                  <a:pt x="6205" y="1028"/>
                </a:lnTo>
                <a:lnTo>
                  <a:pt x="6196" y="1019"/>
                </a:lnTo>
                <a:lnTo>
                  <a:pt x="6195" y="1012"/>
                </a:lnTo>
                <a:lnTo>
                  <a:pt x="6196" y="1005"/>
                </a:lnTo>
                <a:lnTo>
                  <a:pt x="6205" y="996"/>
                </a:lnTo>
                <a:lnTo>
                  <a:pt x="6212" y="996"/>
                </a:lnTo>
                <a:lnTo>
                  <a:pt x="6220" y="996"/>
                </a:lnTo>
                <a:lnTo>
                  <a:pt x="6228" y="1005"/>
                </a:lnTo>
                <a:lnTo>
                  <a:pt x="6229" y="1012"/>
                </a:lnTo>
                <a:close/>
                <a:moveTo>
                  <a:pt x="4591" y="1046"/>
                </a:moveTo>
                <a:lnTo>
                  <a:pt x="4590" y="1060"/>
                </a:lnTo>
                <a:lnTo>
                  <a:pt x="4582" y="1078"/>
                </a:lnTo>
                <a:lnTo>
                  <a:pt x="4576" y="1080"/>
                </a:lnTo>
                <a:lnTo>
                  <a:pt x="4568" y="1082"/>
                </a:lnTo>
                <a:lnTo>
                  <a:pt x="4553" y="1100"/>
                </a:lnTo>
                <a:lnTo>
                  <a:pt x="4548" y="1113"/>
                </a:lnTo>
                <a:lnTo>
                  <a:pt x="4542" y="1127"/>
                </a:lnTo>
                <a:lnTo>
                  <a:pt x="4515" y="1150"/>
                </a:lnTo>
                <a:lnTo>
                  <a:pt x="4479" y="1162"/>
                </a:lnTo>
                <a:lnTo>
                  <a:pt x="4454" y="1161"/>
                </a:lnTo>
                <a:lnTo>
                  <a:pt x="4441" y="1156"/>
                </a:lnTo>
                <a:lnTo>
                  <a:pt x="4435" y="1151"/>
                </a:lnTo>
                <a:lnTo>
                  <a:pt x="4432" y="1146"/>
                </a:lnTo>
                <a:lnTo>
                  <a:pt x="4433" y="1133"/>
                </a:lnTo>
                <a:lnTo>
                  <a:pt x="4452" y="1102"/>
                </a:lnTo>
                <a:lnTo>
                  <a:pt x="4482" y="1073"/>
                </a:lnTo>
                <a:lnTo>
                  <a:pt x="4509" y="1050"/>
                </a:lnTo>
                <a:lnTo>
                  <a:pt x="4550" y="1021"/>
                </a:lnTo>
                <a:lnTo>
                  <a:pt x="4571" y="1015"/>
                </a:lnTo>
                <a:lnTo>
                  <a:pt x="4581" y="1017"/>
                </a:lnTo>
                <a:lnTo>
                  <a:pt x="4590" y="1029"/>
                </a:lnTo>
                <a:lnTo>
                  <a:pt x="4591" y="1046"/>
                </a:lnTo>
                <a:close/>
                <a:moveTo>
                  <a:pt x="4413" y="1181"/>
                </a:moveTo>
                <a:lnTo>
                  <a:pt x="4408" y="1187"/>
                </a:lnTo>
                <a:lnTo>
                  <a:pt x="4394" y="1197"/>
                </a:lnTo>
                <a:lnTo>
                  <a:pt x="4386" y="1198"/>
                </a:lnTo>
                <a:lnTo>
                  <a:pt x="4380" y="1197"/>
                </a:lnTo>
                <a:lnTo>
                  <a:pt x="4372" y="1187"/>
                </a:lnTo>
                <a:lnTo>
                  <a:pt x="4371" y="1181"/>
                </a:lnTo>
                <a:lnTo>
                  <a:pt x="4372" y="1174"/>
                </a:lnTo>
                <a:lnTo>
                  <a:pt x="4387" y="1165"/>
                </a:lnTo>
                <a:lnTo>
                  <a:pt x="4398" y="1164"/>
                </a:lnTo>
                <a:lnTo>
                  <a:pt x="4407" y="1165"/>
                </a:lnTo>
                <a:lnTo>
                  <a:pt x="4415" y="1174"/>
                </a:lnTo>
                <a:lnTo>
                  <a:pt x="4413" y="1181"/>
                </a:lnTo>
                <a:close/>
                <a:moveTo>
                  <a:pt x="6837" y="1779"/>
                </a:moveTo>
                <a:lnTo>
                  <a:pt x="6836" y="1793"/>
                </a:lnTo>
                <a:lnTo>
                  <a:pt x="6821" y="1816"/>
                </a:lnTo>
                <a:lnTo>
                  <a:pt x="6798" y="1831"/>
                </a:lnTo>
                <a:lnTo>
                  <a:pt x="6781" y="1833"/>
                </a:lnTo>
                <a:lnTo>
                  <a:pt x="6771" y="1829"/>
                </a:lnTo>
                <a:lnTo>
                  <a:pt x="6766" y="1826"/>
                </a:lnTo>
                <a:lnTo>
                  <a:pt x="6762" y="1821"/>
                </a:lnTo>
                <a:lnTo>
                  <a:pt x="6757" y="1811"/>
                </a:lnTo>
                <a:lnTo>
                  <a:pt x="6759" y="1795"/>
                </a:lnTo>
                <a:lnTo>
                  <a:pt x="6770" y="1781"/>
                </a:lnTo>
                <a:lnTo>
                  <a:pt x="6780" y="1769"/>
                </a:lnTo>
                <a:lnTo>
                  <a:pt x="6803" y="1756"/>
                </a:lnTo>
                <a:lnTo>
                  <a:pt x="6824" y="1756"/>
                </a:lnTo>
                <a:lnTo>
                  <a:pt x="6836" y="1767"/>
                </a:lnTo>
                <a:lnTo>
                  <a:pt x="6837" y="1779"/>
                </a:lnTo>
                <a:close/>
                <a:moveTo>
                  <a:pt x="6905" y="1771"/>
                </a:moveTo>
                <a:lnTo>
                  <a:pt x="6904" y="1779"/>
                </a:lnTo>
                <a:lnTo>
                  <a:pt x="6894" y="1788"/>
                </a:lnTo>
                <a:lnTo>
                  <a:pt x="6886" y="1789"/>
                </a:lnTo>
                <a:lnTo>
                  <a:pt x="6880" y="1788"/>
                </a:lnTo>
                <a:lnTo>
                  <a:pt x="6876" y="1779"/>
                </a:lnTo>
                <a:lnTo>
                  <a:pt x="6879" y="1771"/>
                </a:lnTo>
                <a:lnTo>
                  <a:pt x="6883" y="1764"/>
                </a:lnTo>
                <a:lnTo>
                  <a:pt x="6894" y="1755"/>
                </a:lnTo>
                <a:lnTo>
                  <a:pt x="6898" y="1755"/>
                </a:lnTo>
                <a:lnTo>
                  <a:pt x="6901" y="1755"/>
                </a:lnTo>
                <a:lnTo>
                  <a:pt x="6905" y="1764"/>
                </a:lnTo>
                <a:lnTo>
                  <a:pt x="6905" y="1771"/>
                </a:lnTo>
                <a:close/>
                <a:moveTo>
                  <a:pt x="6837" y="1867"/>
                </a:moveTo>
                <a:lnTo>
                  <a:pt x="6836" y="1876"/>
                </a:lnTo>
                <a:lnTo>
                  <a:pt x="6827" y="1884"/>
                </a:lnTo>
                <a:lnTo>
                  <a:pt x="6821" y="1882"/>
                </a:lnTo>
                <a:lnTo>
                  <a:pt x="6814" y="1876"/>
                </a:lnTo>
                <a:lnTo>
                  <a:pt x="6809" y="1862"/>
                </a:lnTo>
                <a:lnTo>
                  <a:pt x="6811" y="1854"/>
                </a:lnTo>
                <a:lnTo>
                  <a:pt x="6818" y="1846"/>
                </a:lnTo>
                <a:lnTo>
                  <a:pt x="6827" y="1839"/>
                </a:lnTo>
                <a:lnTo>
                  <a:pt x="6834" y="1842"/>
                </a:lnTo>
                <a:lnTo>
                  <a:pt x="6837" y="1855"/>
                </a:lnTo>
                <a:lnTo>
                  <a:pt x="6837" y="1867"/>
                </a:lnTo>
                <a:close/>
                <a:moveTo>
                  <a:pt x="6888" y="1890"/>
                </a:moveTo>
                <a:lnTo>
                  <a:pt x="6886" y="1896"/>
                </a:lnTo>
                <a:lnTo>
                  <a:pt x="6878" y="1906"/>
                </a:lnTo>
                <a:lnTo>
                  <a:pt x="6871" y="1907"/>
                </a:lnTo>
                <a:lnTo>
                  <a:pt x="6864" y="1906"/>
                </a:lnTo>
                <a:lnTo>
                  <a:pt x="6855" y="1896"/>
                </a:lnTo>
                <a:lnTo>
                  <a:pt x="6854" y="1890"/>
                </a:lnTo>
                <a:lnTo>
                  <a:pt x="6855" y="1883"/>
                </a:lnTo>
                <a:lnTo>
                  <a:pt x="6864" y="1874"/>
                </a:lnTo>
                <a:lnTo>
                  <a:pt x="6871" y="1873"/>
                </a:lnTo>
                <a:lnTo>
                  <a:pt x="6878" y="1874"/>
                </a:lnTo>
                <a:lnTo>
                  <a:pt x="6886" y="1883"/>
                </a:lnTo>
                <a:lnTo>
                  <a:pt x="6888" y="1890"/>
                </a:lnTo>
                <a:close/>
                <a:moveTo>
                  <a:pt x="1898" y="1935"/>
                </a:moveTo>
                <a:lnTo>
                  <a:pt x="1892" y="1941"/>
                </a:lnTo>
                <a:lnTo>
                  <a:pt x="1881" y="1940"/>
                </a:lnTo>
                <a:lnTo>
                  <a:pt x="1874" y="1929"/>
                </a:lnTo>
                <a:lnTo>
                  <a:pt x="1877" y="1913"/>
                </a:lnTo>
                <a:lnTo>
                  <a:pt x="1881" y="1905"/>
                </a:lnTo>
                <a:lnTo>
                  <a:pt x="1888" y="1894"/>
                </a:lnTo>
                <a:lnTo>
                  <a:pt x="1897" y="1894"/>
                </a:lnTo>
                <a:lnTo>
                  <a:pt x="1901" y="1905"/>
                </a:lnTo>
                <a:lnTo>
                  <a:pt x="1903" y="1914"/>
                </a:lnTo>
                <a:lnTo>
                  <a:pt x="1901" y="1930"/>
                </a:lnTo>
                <a:lnTo>
                  <a:pt x="1898" y="1935"/>
                </a:lnTo>
                <a:close/>
                <a:moveTo>
                  <a:pt x="2108" y="1917"/>
                </a:moveTo>
                <a:lnTo>
                  <a:pt x="2106" y="1919"/>
                </a:lnTo>
                <a:lnTo>
                  <a:pt x="2091" y="1923"/>
                </a:lnTo>
                <a:lnTo>
                  <a:pt x="2082" y="1923"/>
                </a:lnTo>
                <a:lnTo>
                  <a:pt x="2072" y="1922"/>
                </a:lnTo>
                <a:lnTo>
                  <a:pt x="2058" y="1914"/>
                </a:lnTo>
                <a:lnTo>
                  <a:pt x="2057" y="1907"/>
                </a:lnTo>
                <a:lnTo>
                  <a:pt x="2058" y="1901"/>
                </a:lnTo>
                <a:lnTo>
                  <a:pt x="2072" y="1897"/>
                </a:lnTo>
                <a:lnTo>
                  <a:pt x="2082" y="1900"/>
                </a:lnTo>
                <a:lnTo>
                  <a:pt x="2102" y="1910"/>
                </a:lnTo>
                <a:lnTo>
                  <a:pt x="2108" y="1917"/>
                </a:lnTo>
                <a:close/>
                <a:moveTo>
                  <a:pt x="2022" y="1968"/>
                </a:moveTo>
                <a:lnTo>
                  <a:pt x="2020" y="1977"/>
                </a:lnTo>
                <a:lnTo>
                  <a:pt x="1998" y="1994"/>
                </a:lnTo>
                <a:lnTo>
                  <a:pt x="1966" y="2005"/>
                </a:lnTo>
                <a:lnTo>
                  <a:pt x="1936" y="2008"/>
                </a:lnTo>
                <a:lnTo>
                  <a:pt x="1928" y="2003"/>
                </a:lnTo>
                <a:lnTo>
                  <a:pt x="1926" y="1997"/>
                </a:lnTo>
                <a:lnTo>
                  <a:pt x="1937" y="1969"/>
                </a:lnTo>
                <a:lnTo>
                  <a:pt x="1950" y="1953"/>
                </a:lnTo>
                <a:lnTo>
                  <a:pt x="1966" y="1932"/>
                </a:lnTo>
                <a:lnTo>
                  <a:pt x="1984" y="1921"/>
                </a:lnTo>
                <a:lnTo>
                  <a:pt x="1996" y="1923"/>
                </a:lnTo>
                <a:lnTo>
                  <a:pt x="2002" y="1927"/>
                </a:lnTo>
                <a:lnTo>
                  <a:pt x="2010" y="1935"/>
                </a:lnTo>
                <a:lnTo>
                  <a:pt x="2021" y="1958"/>
                </a:lnTo>
                <a:lnTo>
                  <a:pt x="2022" y="1968"/>
                </a:lnTo>
                <a:close/>
                <a:moveTo>
                  <a:pt x="6955" y="2050"/>
                </a:moveTo>
                <a:lnTo>
                  <a:pt x="6954" y="2060"/>
                </a:lnTo>
                <a:lnTo>
                  <a:pt x="6945" y="2074"/>
                </a:lnTo>
                <a:lnTo>
                  <a:pt x="6938" y="2075"/>
                </a:lnTo>
                <a:lnTo>
                  <a:pt x="6932" y="2074"/>
                </a:lnTo>
                <a:lnTo>
                  <a:pt x="6923" y="2060"/>
                </a:lnTo>
                <a:lnTo>
                  <a:pt x="6922" y="2050"/>
                </a:lnTo>
                <a:lnTo>
                  <a:pt x="6923" y="2041"/>
                </a:lnTo>
                <a:lnTo>
                  <a:pt x="6932" y="2027"/>
                </a:lnTo>
                <a:lnTo>
                  <a:pt x="6938" y="2025"/>
                </a:lnTo>
                <a:lnTo>
                  <a:pt x="6945" y="2027"/>
                </a:lnTo>
                <a:lnTo>
                  <a:pt x="6954" y="2041"/>
                </a:lnTo>
                <a:lnTo>
                  <a:pt x="6955" y="2050"/>
                </a:lnTo>
                <a:close/>
                <a:moveTo>
                  <a:pt x="1697" y="2356"/>
                </a:moveTo>
                <a:lnTo>
                  <a:pt x="1692" y="2359"/>
                </a:lnTo>
                <a:lnTo>
                  <a:pt x="1674" y="2361"/>
                </a:lnTo>
                <a:lnTo>
                  <a:pt x="1665" y="2358"/>
                </a:lnTo>
                <a:lnTo>
                  <a:pt x="1657" y="2354"/>
                </a:lnTo>
                <a:lnTo>
                  <a:pt x="1663" y="2348"/>
                </a:lnTo>
                <a:lnTo>
                  <a:pt x="1675" y="2348"/>
                </a:lnTo>
                <a:lnTo>
                  <a:pt x="1688" y="2347"/>
                </a:lnTo>
                <a:lnTo>
                  <a:pt x="1698" y="2351"/>
                </a:lnTo>
                <a:lnTo>
                  <a:pt x="1699" y="2354"/>
                </a:lnTo>
                <a:lnTo>
                  <a:pt x="1697" y="2356"/>
                </a:lnTo>
                <a:close/>
                <a:moveTo>
                  <a:pt x="1606" y="2497"/>
                </a:moveTo>
                <a:lnTo>
                  <a:pt x="1602" y="2509"/>
                </a:lnTo>
                <a:lnTo>
                  <a:pt x="1590" y="2526"/>
                </a:lnTo>
                <a:lnTo>
                  <a:pt x="1576" y="2533"/>
                </a:lnTo>
                <a:lnTo>
                  <a:pt x="1567" y="2527"/>
                </a:lnTo>
                <a:lnTo>
                  <a:pt x="1566" y="2518"/>
                </a:lnTo>
                <a:lnTo>
                  <a:pt x="1570" y="2505"/>
                </a:lnTo>
                <a:lnTo>
                  <a:pt x="1600" y="2469"/>
                </a:lnTo>
                <a:lnTo>
                  <a:pt x="1611" y="2464"/>
                </a:lnTo>
                <a:lnTo>
                  <a:pt x="1611" y="2471"/>
                </a:lnTo>
                <a:lnTo>
                  <a:pt x="1606" y="2497"/>
                </a:lnTo>
                <a:close/>
                <a:moveTo>
                  <a:pt x="9135" y="2768"/>
                </a:moveTo>
                <a:lnTo>
                  <a:pt x="9123" y="2786"/>
                </a:lnTo>
                <a:lnTo>
                  <a:pt x="9108" y="2799"/>
                </a:lnTo>
                <a:lnTo>
                  <a:pt x="9101" y="2800"/>
                </a:lnTo>
                <a:lnTo>
                  <a:pt x="9093" y="2792"/>
                </a:lnTo>
                <a:lnTo>
                  <a:pt x="9093" y="2761"/>
                </a:lnTo>
                <a:lnTo>
                  <a:pt x="9099" y="2737"/>
                </a:lnTo>
                <a:lnTo>
                  <a:pt x="9106" y="2734"/>
                </a:lnTo>
                <a:lnTo>
                  <a:pt x="9126" y="2733"/>
                </a:lnTo>
                <a:lnTo>
                  <a:pt x="9134" y="2734"/>
                </a:lnTo>
                <a:lnTo>
                  <a:pt x="9143" y="2737"/>
                </a:lnTo>
                <a:lnTo>
                  <a:pt x="9144" y="2750"/>
                </a:lnTo>
                <a:lnTo>
                  <a:pt x="9135" y="2768"/>
                </a:lnTo>
                <a:close/>
                <a:moveTo>
                  <a:pt x="9312" y="2835"/>
                </a:moveTo>
                <a:lnTo>
                  <a:pt x="9314" y="2842"/>
                </a:lnTo>
                <a:lnTo>
                  <a:pt x="9306" y="2845"/>
                </a:lnTo>
                <a:lnTo>
                  <a:pt x="9297" y="2842"/>
                </a:lnTo>
                <a:lnTo>
                  <a:pt x="9277" y="2833"/>
                </a:lnTo>
                <a:lnTo>
                  <a:pt x="9269" y="2822"/>
                </a:lnTo>
                <a:lnTo>
                  <a:pt x="9276" y="2818"/>
                </a:lnTo>
                <a:lnTo>
                  <a:pt x="9285" y="2818"/>
                </a:lnTo>
                <a:lnTo>
                  <a:pt x="9293" y="2818"/>
                </a:lnTo>
                <a:lnTo>
                  <a:pt x="9307" y="2828"/>
                </a:lnTo>
                <a:lnTo>
                  <a:pt x="9312" y="2835"/>
                </a:lnTo>
                <a:close/>
                <a:moveTo>
                  <a:pt x="8864" y="2894"/>
                </a:moveTo>
                <a:lnTo>
                  <a:pt x="8855" y="2904"/>
                </a:lnTo>
                <a:lnTo>
                  <a:pt x="8839" y="2914"/>
                </a:lnTo>
                <a:lnTo>
                  <a:pt x="8834" y="2911"/>
                </a:lnTo>
                <a:lnTo>
                  <a:pt x="8831" y="2906"/>
                </a:lnTo>
                <a:lnTo>
                  <a:pt x="8840" y="2888"/>
                </a:lnTo>
                <a:lnTo>
                  <a:pt x="8848" y="2877"/>
                </a:lnTo>
                <a:lnTo>
                  <a:pt x="8857" y="2867"/>
                </a:lnTo>
                <a:lnTo>
                  <a:pt x="8873" y="2858"/>
                </a:lnTo>
                <a:lnTo>
                  <a:pt x="8878" y="2860"/>
                </a:lnTo>
                <a:lnTo>
                  <a:pt x="8880" y="2864"/>
                </a:lnTo>
                <a:lnTo>
                  <a:pt x="8872" y="2882"/>
                </a:lnTo>
                <a:lnTo>
                  <a:pt x="8864" y="2894"/>
                </a:lnTo>
                <a:close/>
                <a:moveTo>
                  <a:pt x="8712" y="2976"/>
                </a:moveTo>
                <a:lnTo>
                  <a:pt x="8711" y="2980"/>
                </a:lnTo>
                <a:lnTo>
                  <a:pt x="8703" y="2991"/>
                </a:lnTo>
                <a:lnTo>
                  <a:pt x="8696" y="2996"/>
                </a:lnTo>
                <a:lnTo>
                  <a:pt x="8689" y="2998"/>
                </a:lnTo>
                <a:lnTo>
                  <a:pt x="8679" y="2995"/>
                </a:lnTo>
                <a:lnTo>
                  <a:pt x="8678" y="2988"/>
                </a:lnTo>
                <a:lnTo>
                  <a:pt x="8679" y="2981"/>
                </a:lnTo>
                <a:lnTo>
                  <a:pt x="8689" y="2971"/>
                </a:lnTo>
                <a:lnTo>
                  <a:pt x="8696" y="2970"/>
                </a:lnTo>
                <a:lnTo>
                  <a:pt x="8703" y="2970"/>
                </a:lnTo>
                <a:lnTo>
                  <a:pt x="8711" y="2974"/>
                </a:lnTo>
                <a:lnTo>
                  <a:pt x="8712" y="2976"/>
                </a:lnTo>
                <a:close/>
                <a:moveTo>
                  <a:pt x="8957" y="3004"/>
                </a:moveTo>
                <a:lnTo>
                  <a:pt x="8952" y="3010"/>
                </a:lnTo>
                <a:lnTo>
                  <a:pt x="8937" y="3020"/>
                </a:lnTo>
                <a:lnTo>
                  <a:pt x="8930" y="3021"/>
                </a:lnTo>
                <a:lnTo>
                  <a:pt x="8924" y="3020"/>
                </a:lnTo>
                <a:lnTo>
                  <a:pt x="8921" y="3010"/>
                </a:lnTo>
                <a:lnTo>
                  <a:pt x="8924" y="3004"/>
                </a:lnTo>
                <a:lnTo>
                  <a:pt x="8928" y="2997"/>
                </a:lnTo>
                <a:lnTo>
                  <a:pt x="8943" y="2987"/>
                </a:lnTo>
                <a:lnTo>
                  <a:pt x="8950" y="2986"/>
                </a:lnTo>
                <a:lnTo>
                  <a:pt x="8957" y="2987"/>
                </a:lnTo>
                <a:lnTo>
                  <a:pt x="8960" y="2997"/>
                </a:lnTo>
                <a:lnTo>
                  <a:pt x="8957" y="3004"/>
                </a:lnTo>
                <a:close/>
                <a:moveTo>
                  <a:pt x="9269" y="3019"/>
                </a:moveTo>
                <a:lnTo>
                  <a:pt x="9268" y="3027"/>
                </a:lnTo>
                <a:lnTo>
                  <a:pt x="9258" y="3041"/>
                </a:lnTo>
                <a:lnTo>
                  <a:pt x="9244" y="3050"/>
                </a:lnTo>
                <a:lnTo>
                  <a:pt x="9229" y="3052"/>
                </a:lnTo>
                <a:lnTo>
                  <a:pt x="9224" y="3049"/>
                </a:lnTo>
                <a:lnTo>
                  <a:pt x="9221" y="3044"/>
                </a:lnTo>
                <a:lnTo>
                  <a:pt x="9223" y="3030"/>
                </a:lnTo>
                <a:lnTo>
                  <a:pt x="9233" y="3015"/>
                </a:lnTo>
                <a:lnTo>
                  <a:pt x="9247" y="3005"/>
                </a:lnTo>
                <a:lnTo>
                  <a:pt x="9254" y="3004"/>
                </a:lnTo>
                <a:lnTo>
                  <a:pt x="9260" y="3005"/>
                </a:lnTo>
                <a:lnTo>
                  <a:pt x="9268" y="3013"/>
                </a:lnTo>
                <a:lnTo>
                  <a:pt x="9269" y="3019"/>
                </a:lnTo>
                <a:close/>
                <a:moveTo>
                  <a:pt x="1276" y="3108"/>
                </a:moveTo>
                <a:lnTo>
                  <a:pt x="1287" y="3111"/>
                </a:lnTo>
                <a:lnTo>
                  <a:pt x="1293" y="3118"/>
                </a:lnTo>
                <a:lnTo>
                  <a:pt x="1292" y="3122"/>
                </a:lnTo>
                <a:lnTo>
                  <a:pt x="1288" y="3125"/>
                </a:lnTo>
                <a:lnTo>
                  <a:pt x="1280" y="3128"/>
                </a:lnTo>
                <a:lnTo>
                  <a:pt x="1248" y="3125"/>
                </a:lnTo>
                <a:lnTo>
                  <a:pt x="1231" y="3120"/>
                </a:lnTo>
                <a:lnTo>
                  <a:pt x="1219" y="3115"/>
                </a:lnTo>
                <a:lnTo>
                  <a:pt x="1205" y="3107"/>
                </a:lnTo>
                <a:lnTo>
                  <a:pt x="1200" y="3098"/>
                </a:lnTo>
                <a:lnTo>
                  <a:pt x="1207" y="3085"/>
                </a:lnTo>
                <a:lnTo>
                  <a:pt x="1214" y="3077"/>
                </a:lnTo>
                <a:lnTo>
                  <a:pt x="1228" y="3060"/>
                </a:lnTo>
                <a:lnTo>
                  <a:pt x="1239" y="3060"/>
                </a:lnTo>
                <a:lnTo>
                  <a:pt x="1242" y="3077"/>
                </a:lnTo>
                <a:lnTo>
                  <a:pt x="1246" y="3088"/>
                </a:lnTo>
                <a:lnTo>
                  <a:pt x="1264" y="3105"/>
                </a:lnTo>
                <a:lnTo>
                  <a:pt x="1276" y="3108"/>
                </a:lnTo>
                <a:close/>
                <a:moveTo>
                  <a:pt x="7804" y="3108"/>
                </a:moveTo>
                <a:lnTo>
                  <a:pt x="7795" y="3116"/>
                </a:lnTo>
                <a:lnTo>
                  <a:pt x="7787" y="3118"/>
                </a:lnTo>
                <a:lnTo>
                  <a:pt x="7783" y="3115"/>
                </a:lnTo>
                <a:lnTo>
                  <a:pt x="7783" y="3112"/>
                </a:lnTo>
                <a:lnTo>
                  <a:pt x="7783" y="3103"/>
                </a:lnTo>
                <a:lnTo>
                  <a:pt x="7790" y="3088"/>
                </a:lnTo>
                <a:lnTo>
                  <a:pt x="7800" y="3078"/>
                </a:lnTo>
                <a:lnTo>
                  <a:pt x="7811" y="3077"/>
                </a:lnTo>
                <a:lnTo>
                  <a:pt x="7815" y="3080"/>
                </a:lnTo>
                <a:lnTo>
                  <a:pt x="7817" y="3085"/>
                </a:lnTo>
                <a:lnTo>
                  <a:pt x="7811" y="3100"/>
                </a:lnTo>
                <a:lnTo>
                  <a:pt x="7804" y="3108"/>
                </a:lnTo>
                <a:close/>
                <a:moveTo>
                  <a:pt x="9031" y="3140"/>
                </a:moveTo>
                <a:lnTo>
                  <a:pt x="9018" y="3148"/>
                </a:lnTo>
                <a:lnTo>
                  <a:pt x="8999" y="3156"/>
                </a:lnTo>
                <a:lnTo>
                  <a:pt x="8989" y="3152"/>
                </a:lnTo>
                <a:lnTo>
                  <a:pt x="8992" y="3139"/>
                </a:lnTo>
                <a:lnTo>
                  <a:pt x="9000" y="3130"/>
                </a:lnTo>
                <a:lnTo>
                  <a:pt x="9009" y="3121"/>
                </a:lnTo>
                <a:lnTo>
                  <a:pt x="9029" y="3113"/>
                </a:lnTo>
                <a:lnTo>
                  <a:pt x="9036" y="3115"/>
                </a:lnTo>
                <a:lnTo>
                  <a:pt x="9042" y="3120"/>
                </a:lnTo>
                <a:lnTo>
                  <a:pt x="9040" y="3134"/>
                </a:lnTo>
                <a:lnTo>
                  <a:pt x="9031" y="3140"/>
                </a:lnTo>
                <a:close/>
                <a:moveTo>
                  <a:pt x="7911" y="3265"/>
                </a:moveTo>
                <a:lnTo>
                  <a:pt x="7899" y="3274"/>
                </a:lnTo>
                <a:lnTo>
                  <a:pt x="7880" y="3283"/>
                </a:lnTo>
                <a:lnTo>
                  <a:pt x="7870" y="3281"/>
                </a:lnTo>
                <a:lnTo>
                  <a:pt x="7871" y="3269"/>
                </a:lnTo>
                <a:lnTo>
                  <a:pt x="7876" y="3259"/>
                </a:lnTo>
                <a:lnTo>
                  <a:pt x="7882" y="3251"/>
                </a:lnTo>
                <a:lnTo>
                  <a:pt x="7903" y="3241"/>
                </a:lnTo>
                <a:lnTo>
                  <a:pt x="7915" y="3240"/>
                </a:lnTo>
                <a:lnTo>
                  <a:pt x="7930" y="3242"/>
                </a:lnTo>
                <a:lnTo>
                  <a:pt x="7929" y="3252"/>
                </a:lnTo>
                <a:lnTo>
                  <a:pt x="7911" y="3265"/>
                </a:lnTo>
                <a:close/>
                <a:moveTo>
                  <a:pt x="7868" y="3325"/>
                </a:moveTo>
                <a:lnTo>
                  <a:pt x="7867" y="3331"/>
                </a:lnTo>
                <a:lnTo>
                  <a:pt x="7857" y="3340"/>
                </a:lnTo>
                <a:lnTo>
                  <a:pt x="7850" y="3341"/>
                </a:lnTo>
                <a:lnTo>
                  <a:pt x="7844" y="3340"/>
                </a:lnTo>
                <a:lnTo>
                  <a:pt x="7835" y="3331"/>
                </a:lnTo>
                <a:lnTo>
                  <a:pt x="7834" y="3325"/>
                </a:lnTo>
                <a:lnTo>
                  <a:pt x="7835" y="3318"/>
                </a:lnTo>
                <a:lnTo>
                  <a:pt x="7844" y="3308"/>
                </a:lnTo>
                <a:lnTo>
                  <a:pt x="7850" y="3307"/>
                </a:lnTo>
                <a:lnTo>
                  <a:pt x="7857" y="3308"/>
                </a:lnTo>
                <a:lnTo>
                  <a:pt x="7867" y="3318"/>
                </a:lnTo>
                <a:lnTo>
                  <a:pt x="7868" y="3325"/>
                </a:lnTo>
                <a:close/>
                <a:moveTo>
                  <a:pt x="10723" y="3626"/>
                </a:moveTo>
                <a:lnTo>
                  <a:pt x="10722" y="3634"/>
                </a:lnTo>
                <a:lnTo>
                  <a:pt x="10713" y="3649"/>
                </a:lnTo>
                <a:lnTo>
                  <a:pt x="10706" y="3654"/>
                </a:lnTo>
                <a:lnTo>
                  <a:pt x="10699" y="3656"/>
                </a:lnTo>
                <a:lnTo>
                  <a:pt x="10689" y="3648"/>
                </a:lnTo>
                <a:lnTo>
                  <a:pt x="10688" y="3639"/>
                </a:lnTo>
                <a:lnTo>
                  <a:pt x="10689" y="3627"/>
                </a:lnTo>
                <a:lnTo>
                  <a:pt x="10699" y="3612"/>
                </a:lnTo>
                <a:lnTo>
                  <a:pt x="10706" y="3611"/>
                </a:lnTo>
                <a:lnTo>
                  <a:pt x="10713" y="3612"/>
                </a:lnTo>
                <a:lnTo>
                  <a:pt x="10722" y="3620"/>
                </a:lnTo>
                <a:lnTo>
                  <a:pt x="10723" y="3626"/>
                </a:lnTo>
                <a:close/>
                <a:moveTo>
                  <a:pt x="10612" y="4242"/>
                </a:moveTo>
                <a:lnTo>
                  <a:pt x="10624" y="4255"/>
                </a:lnTo>
                <a:lnTo>
                  <a:pt x="10628" y="4266"/>
                </a:lnTo>
                <a:lnTo>
                  <a:pt x="10621" y="4271"/>
                </a:lnTo>
                <a:lnTo>
                  <a:pt x="10616" y="4274"/>
                </a:lnTo>
                <a:lnTo>
                  <a:pt x="10606" y="4276"/>
                </a:lnTo>
                <a:lnTo>
                  <a:pt x="10585" y="4268"/>
                </a:lnTo>
                <a:lnTo>
                  <a:pt x="10568" y="4252"/>
                </a:lnTo>
                <a:lnTo>
                  <a:pt x="10562" y="4235"/>
                </a:lnTo>
                <a:lnTo>
                  <a:pt x="10566" y="4229"/>
                </a:lnTo>
                <a:lnTo>
                  <a:pt x="10571" y="4224"/>
                </a:lnTo>
                <a:lnTo>
                  <a:pt x="10580" y="4219"/>
                </a:lnTo>
                <a:lnTo>
                  <a:pt x="10596" y="4225"/>
                </a:lnTo>
                <a:lnTo>
                  <a:pt x="10612" y="4242"/>
                </a:lnTo>
                <a:close/>
                <a:moveTo>
                  <a:pt x="778" y="4421"/>
                </a:moveTo>
                <a:lnTo>
                  <a:pt x="774" y="4435"/>
                </a:lnTo>
                <a:lnTo>
                  <a:pt x="760" y="4450"/>
                </a:lnTo>
                <a:lnTo>
                  <a:pt x="744" y="4448"/>
                </a:lnTo>
                <a:lnTo>
                  <a:pt x="732" y="4430"/>
                </a:lnTo>
                <a:lnTo>
                  <a:pt x="729" y="4416"/>
                </a:lnTo>
                <a:lnTo>
                  <a:pt x="728" y="4409"/>
                </a:lnTo>
                <a:lnTo>
                  <a:pt x="731" y="4399"/>
                </a:lnTo>
                <a:lnTo>
                  <a:pt x="743" y="4389"/>
                </a:lnTo>
                <a:lnTo>
                  <a:pt x="756" y="4388"/>
                </a:lnTo>
                <a:lnTo>
                  <a:pt x="764" y="4388"/>
                </a:lnTo>
                <a:lnTo>
                  <a:pt x="775" y="4391"/>
                </a:lnTo>
                <a:lnTo>
                  <a:pt x="780" y="4399"/>
                </a:lnTo>
                <a:lnTo>
                  <a:pt x="780" y="4412"/>
                </a:lnTo>
                <a:lnTo>
                  <a:pt x="778" y="4421"/>
                </a:lnTo>
                <a:close/>
                <a:moveTo>
                  <a:pt x="10475" y="4428"/>
                </a:moveTo>
                <a:lnTo>
                  <a:pt x="10469" y="4440"/>
                </a:lnTo>
                <a:lnTo>
                  <a:pt x="10452" y="4458"/>
                </a:lnTo>
                <a:lnTo>
                  <a:pt x="10433" y="4464"/>
                </a:lnTo>
                <a:lnTo>
                  <a:pt x="10420" y="4458"/>
                </a:lnTo>
                <a:lnTo>
                  <a:pt x="10419" y="4449"/>
                </a:lnTo>
                <a:lnTo>
                  <a:pt x="10419" y="4440"/>
                </a:lnTo>
                <a:lnTo>
                  <a:pt x="10427" y="4426"/>
                </a:lnTo>
                <a:lnTo>
                  <a:pt x="10441" y="4415"/>
                </a:lnTo>
                <a:lnTo>
                  <a:pt x="10460" y="4408"/>
                </a:lnTo>
                <a:lnTo>
                  <a:pt x="10472" y="4406"/>
                </a:lnTo>
                <a:lnTo>
                  <a:pt x="10476" y="4406"/>
                </a:lnTo>
                <a:lnTo>
                  <a:pt x="10479" y="4418"/>
                </a:lnTo>
                <a:lnTo>
                  <a:pt x="10475" y="4428"/>
                </a:lnTo>
                <a:close/>
                <a:moveTo>
                  <a:pt x="10435" y="4530"/>
                </a:moveTo>
                <a:lnTo>
                  <a:pt x="10428" y="4536"/>
                </a:lnTo>
                <a:lnTo>
                  <a:pt x="10401" y="4545"/>
                </a:lnTo>
                <a:lnTo>
                  <a:pt x="10388" y="4547"/>
                </a:lnTo>
                <a:lnTo>
                  <a:pt x="10377" y="4545"/>
                </a:lnTo>
                <a:lnTo>
                  <a:pt x="10376" y="4541"/>
                </a:lnTo>
                <a:lnTo>
                  <a:pt x="10378" y="4538"/>
                </a:lnTo>
                <a:lnTo>
                  <a:pt x="10382" y="4533"/>
                </a:lnTo>
                <a:lnTo>
                  <a:pt x="10399" y="4524"/>
                </a:lnTo>
                <a:lnTo>
                  <a:pt x="10420" y="4521"/>
                </a:lnTo>
                <a:lnTo>
                  <a:pt x="10434" y="4524"/>
                </a:lnTo>
                <a:lnTo>
                  <a:pt x="10435" y="4530"/>
                </a:lnTo>
                <a:close/>
                <a:moveTo>
                  <a:pt x="707" y="4941"/>
                </a:moveTo>
                <a:lnTo>
                  <a:pt x="703" y="4948"/>
                </a:lnTo>
                <a:lnTo>
                  <a:pt x="695" y="4955"/>
                </a:lnTo>
                <a:lnTo>
                  <a:pt x="689" y="4956"/>
                </a:lnTo>
                <a:lnTo>
                  <a:pt x="683" y="4950"/>
                </a:lnTo>
                <a:lnTo>
                  <a:pt x="676" y="4933"/>
                </a:lnTo>
                <a:lnTo>
                  <a:pt x="676" y="4895"/>
                </a:lnTo>
                <a:lnTo>
                  <a:pt x="682" y="4872"/>
                </a:lnTo>
                <a:lnTo>
                  <a:pt x="694" y="4818"/>
                </a:lnTo>
                <a:lnTo>
                  <a:pt x="707" y="4867"/>
                </a:lnTo>
                <a:lnTo>
                  <a:pt x="712" y="4888"/>
                </a:lnTo>
                <a:lnTo>
                  <a:pt x="711" y="4928"/>
                </a:lnTo>
                <a:lnTo>
                  <a:pt x="707" y="4941"/>
                </a:lnTo>
                <a:close/>
                <a:moveTo>
                  <a:pt x="587" y="4890"/>
                </a:moveTo>
                <a:lnTo>
                  <a:pt x="586" y="4898"/>
                </a:lnTo>
                <a:lnTo>
                  <a:pt x="580" y="4911"/>
                </a:lnTo>
                <a:lnTo>
                  <a:pt x="569" y="4919"/>
                </a:lnTo>
                <a:lnTo>
                  <a:pt x="556" y="4920"/>
                </a:lnTo>
                <a:lnTo>
                  <a:pt x="550" y="4917"/>
                </a:lnTo>
                <a:lnTo>
                  <a:pt x="545" y="4913"/>
                </a:lnTo>
                <a:lnTo>
                  <a:pt x="543" y="4900"/>
                </a:lnTo>
                <a:lnTo>
                  <a:pt x="550" y="4887"/>
                </a:lnTo>
                <a:lnTo>
                  <a:pt x="563" y="4878"/>
                </a:lnTo>
                <a:lnTo>
                  <a:pt x="572" y="4877"/>
                </a:lnTo>
                <a:lnTo>
                  <a:pt x="578" y="4878"/>
                </a:lnTo>
                <a:lnTo>
                  <a:pt x="586" y="4885"/>
                </a:lnTo>
                <a:lnTo>
                  <a:pt x="587" y="4890"/>
                </a:lnTo>
                <a:close/>
                <a:moveTo>
                  <a:pt x="771" y="5039"/>
                </a:moveTo>
                <a:lnTo>
                  <a:pt x="763" y="5049"/>
                </a:lnTo>
                <a:lnTo>
                  <a:pt x="738" y="5061"/>
                </a:lnTo>
                <a:lnTo>
                  <a:pt x="727" y="5062"/>
                </a:lnTo>
                <a:lnTo>
                  <a:pt x="721" y="5062"/>
                </a:lnTo>
                <a:lnTo>
                  <a:pt x="714" y="5059"/>
                </a:lnTo>
                <a:lnTo>
                  <a:pt x="714" y="5046"/>
                </a:lnTo>
                <a:lnTo>
                  <a:pt x="722" y="5029"/>
                </a:lnTo>
                <a:lnTo>
                  <a:pt x="730" y="5016"/>
                </a:lnTo>
                <a:lnTo>
                  <a:pt x="747" y="5005"/>
                </a:lnTo>
                <a:lnTo>
                  <a:pt x="759" y="5004"/>
                </a:lnTo>
                <a:lnTo>
                  <a:pt x="765" y="5006"/>
                </a:lnTo>
                <a:lnTo>
                  <a:pt x="772" y="5009"/>
                </a:lnTo>
                <a:lnTo>
                  <a:pt x="780" y="5016"/>
                </a:lnTo>
                <a:lnTo>
                  <a:pt x="780" y="5028"/>
                </a:lnTo>
                <a:lnTo>
                  <a:pt x="771" y="5039"/>
                </a:lnTo>
                <a:close/>
                <a:moveTo>
                  <a:pt x="714" y="5229"/>
                </a:moveTo>
                <a:lnTo>
                  <a:pt x="709" y="5237"/>
                </a:lnTo>
                <a:lnTo>
                  <a:pt x="693" y="5247"/>
                </a:lnTo>
                <a:lnTo>
                  <a:pt x="685" y="5248"/>
                </a:lnTo>
                <a:lnTo>
                  <a:pt x="682" y="5247"/>
                </a:lnTo>
                <a:lnTo>
                  <a:pt x="677" y="5244"/>
                </a:lnTo>
                <a:lnTo>
                  <a:pt x="680" y="5233"/>
                </a:lnTo>
                <a:lnTo>
                  <a:pt x="689" y="5223"/>
                </a:lnTo>
                <a:lnTo>
                  <a:pt x="697" y="5213"/>
                </a:lnTo>
                <a:lnTo>
                  <a:pt x="712" y="5204"/>
                </a:lnTo>
                <a:lnTo>
                  <a:pt x="720" y="5207"/>
                </a:lnTo>
                <a:lnTo>
                  <a:pt x="719" y="5219"/>
                </a:lnTo>
                <a:lnTo>
                  <a:pt x="714" y="5229"/>
                </a:lnTo>
                <a:close/>
                <a:moveTo>
                  <a:pt x="9188" y="5741"/>
                </a:moveTo>
                <a:lnTo>
                  <a:pt x="9180" y="5749"/>
                </a:lnTo>
                <a:lnTo>
                  <a:pt x="9171" y="5751"/>
                </a:lnTo>
                <a:lnTo>
                  <a:pt x="9169" y="5748"/>
                </a:lnTo>
                <a:lnTo>
                  <a:pt x="9168" y="5745"/>
                </a:lnTo>
                <a:lnTo>
                  <a:pt x="9169" y="5735"/>
                </a:lnTo>
                <a:lnTo>
                  <a:pt x="9175" y="5720"/>
                </a:lnTo>
                <a:lnTo>
                  <a:pt x="9185" y="5710"/>
                </a:lnTo>
                <a:lnTo>
                  <a:pt x="9195" y="5709"/>
                </a:lnTo>
                <a:lnTo>
                  <a:pt x="9200" y="5712"/>
                </a:lnTo>
                <a:lnTo>
                  <a:pt x="9201" y="5717"/>
                </a:lnTo>
                <a:lnTo>
                  <a:pt x="9195" y="5732"/>
                </a:lnTo>
                <a:lnTo>
                  <a:pt x="9188" y="5741"/>
                </a:lnTo>
                <a:close/>
                <a:moveTo>
                  <a:pt x="9334" y="5755"/>
                </a:moveTo>
                <a:lnTo>
                  <a:pt x="9344" y="5773"/>
                </a:lnTo>
                <a:lnTo>
                  <a:pt x="9344" y="5789"/>
                </a:lnTo>
                <a:lnTo>
                  <a:pt x="9336" y="5796"/>
                </a:lnTo>
                <a:lnTo>
                  <a:pt x="9329" y="5800"/>
                </a:lnTo>
                <a:lnTo>
                  <a:pt x="9315" y="5802"/>
                </a:lnTo>
                <a:lnTo>
                  <a:pt x="9276" y="5796"/>
                </a:lnTo>
                <a:lnTo>
                  <a:pt x="9256" y="5788"/>
                </a:lnTo>
                <a:lnTo>
                  <a:pt x="9241" y="5782"/>
                </a:lnTo>
                <a:lnTo>
                  <a:pt x="9224" y="5772"/>
                </a:lnTo>
                <a:lnTo>
                  <a:pt x="9222" y="5764"/>
                </a:lnTo>
                <a:lnTo>
                  <a:pt x="9233" y="5753"/>
                </a:lnTo>
                <a:lnTo>
                  <a:pt x="9244" y="5745"/>
                </a:lnTo>
                <a:lnTo>
                  <a:pt x="9260" y="5733"/>
                </a:lnTo>
                <a:lnTo>
                  <a:pt x="9286" y="5722"/>
                </a:lnTo>
                <a:lnTo>
                  <a:pt x="9306" y="5724"/>
                </a:lnTo>
                <a:lnTo>
                  <a:pt x="9324" y="5741"/>
                </a:lnTo>
                <a:lnTo>
                  <a:pt x="9334" y="5755"/>
                </a:lnTo>
                <a:close/>
                <a:moveTo>
                  <a:pt x="9540" y="5734"/>
                </a:moveTo>
                <a:lnTo>
                  <a:pt x="9538" y="5742"/>
                </a:lnTo>
                <a:lnTo>
                  <a:pt x="9521" y="5765"/>
                </a:lnTo>
                <a:lnTo>
                  <a:pt x="9508" y="5778"/>
                </a:lnTo>
                <a:lnTo>
                  <a:pt x="9490" y="5793"/>
                </a:lnTo>
                <a:lnTo>
                  <a:pt x="9473" y="5796"/>
                </a:lnTo>
                <a:lnTo>
                  <a:pt x="9463" y="5789"/>
                </a:lnTo>
                <a:lnTo>
                  <a:pt x="9457" y="5781"/>
                </a:lnTo>
                <a:lnTo>
                  <a:pt x="9452" y="5775"/>
                </a:lnTo>
                <a:lnTo>
                  <a:pt x="9447" y="5764"/>
                </a:lnTo>
                <a:lnTo>
                  <a:pt x="9449" y="5754"/>
                </a:lnTo>
                <a:lnTo>
                  <a:pt x="9459" y="5745"/>
                </a:lnTo>
                <a:lnTo>
                  <a:pt x="9467" y="5740"/>
                </a:lnTo>
                <a:lnTo>
                  <a:pt x="9481" y="5731"/>
                </a:lnTo>
                <a:lnTo>
                  <a:pt x="9507" y="5722"/>
                </a:lnTo>
                <a:lnTo>
                  <a:pt x="9527" y="5721"/>
                </a:lnTo>
                <a:lnTo>
                  <a:pt x="9539" y="5727"/>
                </a:lnTo>
                <a:lnTo>
                  <a:pt x="9540" y="5734"/>
                </a:lnTo>
                <a:close/>
                <a:moveTo>
                  <a:pt x="7530" y="5761"/>
                </a:moveTo>
                <a:lnTo>
                  <a:pt x="7528" y="5764"/>
                </a:lnTo>
                <a:lnTo>
                  <a:pt x="7514" y="5774"/>
                </a:lnTo>
                <a:lnTo>
                  <a:pt x="7503" y="5778"/>
                </a:lnTo>
                <a:lnTo>
                  <a:pt x="7494" y="5781"/>
                </a:lnTo>
                <a:lnTo>
                  <a:pt x="7486" y="5778"/>
                </a:lnTo>
                <a:lnTo>
                  <a:pt x="7488" y="5771"/>
                </a:lnTo>
                <a:lnTo>
                  <a:pt x="7492" y="5765"/>
                </a:lnTo>
                <a:lnTo>
                  <a:pt x="7506" y="5757"/>
                </a:lnTo>
                <a:lnTo>
                  <a:pt x="7519" y="5754"/>
                </a:lnTo>
                <a:lnTo>
                  <a:pt x="7529" y="5757"/>
                </a:lnTo>
                <a:lnTo>
                  <a:pt x="7530" y="5761"/>
                </a:lnTo>
                <a:close/>
                <a:moveTo>
                  <a:pt x="6979" y="5781"/>
                </a:moveTo>
                <a:lnTo>
                  <a:pt x="6990" y="5787"/>
                </a:lnTo>
                <a:lnTo>
                  <a:pt x="6997" y="5805"/>
                </a:lnTo>
                <a:lnTo>
                  <a:pt x="6989" y="5825"/>
                </a:lnTo>
                <a:lnTo>
                  <a:pt x="6969" y="5838"/>
                </a:lnTo>
                <a:lnTo>
                  <a:pt x="6953" y="5839"/>
                </a:lnTo>
                <a:lnTo>
                  <a:pt x="6943" y="5838"/>
                </a:lnTo>
                <a:lnTo>
                  <a:pt x="6927" y="5828"/>
                </a:lnTo>
                <a:lnTo>
                  <a:pt x="6921" y="5810"/>
                </a:lnTo>
                <a:lnTo>
                  <a:pt x="6926" y="5791"/>
                </a:lnTo>
                <a:lnTo>
                  <a:pt x="6933" y="5783"/>
                </a:lnTo>
                <a:lnTo>
                  <a:pt x="6942" y="5775"/>
                </a:lnTo>
                <a:lnTo>
                  <a:pt x="6959" y="5774"/>
                </a:lnTo>
                <a:lnTo>
                  <a:pt x="6979" y="5781"/>
                </a:lnTo>
                <a:close/>
                <a:moveTo>
                  <a:pt x="451" y="5879"/>
                </a:moveTo>
                <a:lnTo>
                  <a:pt x="450" y="5883"/>
                </a:lnTo>
                <a:lnTo>
                  <a:pt x="442" y="5893"/>
                </a:lnTo>
                <a:lnTo>
                  <a:pt x="435" y="5897"/>
                </a:lnTo>
                <a:lnTo>
                  <a:pt x="428" y="5901"/>
                </a:lnTo>
                <a:lnTo>
                  <a:pt x="419" y="5896"/>
                </a:lnTo>
                <a:lnTo>
                  <a:pt x="418" y="5891"/>
                </a:lnTo>
                <a:lnTo>
                  <a:pt x="419" y="5883"/>
                </a:lnTo>
                <a:lnTo>
                  <a:pt x="428" y="5873"/>
                </a:lnTo>
                <a:lnTo>
                  <a:pt x="435" y="5872"/>
                </a:lnTo>
                <a:lnTo>
                  <a:pt x="442" y="5873"/>
                </a:lnTo>
                <a:lnTo>
                  <a:pt x="450" y="5876"/>
                </a:lnTo>
                <a:lnTo>
                  <a:pt x="451" y="5879"/>
                </a:lnTo>
                <a:close/>
                <a:moveTo>
                  <a:pt x="6601" y="6210"/>
                </a:moveTo>
                <a:lnTo>
                  <a:pt x="6599" y="6222"/>
                </a:lnTo>
                <a:lnTo>
                  <a:pt x="6594" y="6227"/>
                </a:lnTo>
                <a:lnTo>
                  <a:pt x="6584" y="6222"/>
                </a:lnTo>
                <a:lnTo>
                  <a:pt x="6575" y="6210"/>
                </a:lnTo>
                <a:lnTo>
                  <a:pt x="6572" y="6203"/>
                </a:lnTo>
                <a:lnTo>
                  <a:pt x="6576" y="6194"/>
                </a:lnTo>
                <a:lnTo>
                  <a:pt x="6582" y="6193"/>
                </a:lnTo>
                <a:lnTo>
                  <a:pt x="6590" y="6194"/>
                </a:lnTo>
                <a:lnTo>
                  <a:pt x="6600" y="6203"/>
                </a:lnTo>
                <a:lnTo>
                  <a:pt x="6601" y="6210"/>
                </a:lnTo>
                <a:close/>
                <a:moveTo>
                  <a:pt x="1883" y="6284"/>
                </a:moveTo>
                <a:lnTo>
                  <a:pt x="1881" y="6290"/>
                </a:lnTo>
                <a:lnTo>
                  <a:pt x="1882" y="6300"/>
                </a:lnTo>
                <a:lnTo>
                  <a:pt x="1893" y="6314"/>
                </a:lnTo>
                <a:lnTo>
                  <a:pt x="1906" y="6320"/>
                </a:lnTo>
                <a:lnTo>
                  <a:pt x="1919" y="6326"/>
                </a:lnTo>
                <a:lnTo>
                  <a:pt x="1936" y="6341"/>
                </a:lnTo>
                <a:lnTo>
                  <a:pt x="1938" y="6348"/>
                </a:lnTo>
                <a:lnTo>
                  <a:pt x="1938" y="6352"/>
                </a:lnTo>
                <a:lnTo>
                  <a:pt x="1932" y="6357"/>
                </a:lnTo>
                <a:lnTo>
                  <a:pt x="1917" y="6358"/>
                </a:lnTo>
                <a:lnTo>
                  <a:pt x="1901" y="6353"/>
                </a:lnTo>
                <a:lnTo>
                  <a:pt x="1884" y="6349"/>
                </a:lnTo>
                <a:lnTo>
                  <a:pt x="1847" y="6343"/>
                </a:lnTo>
                <a:lnTo>
                  <a:pt x="1834" y="6343"/>
                </a:lnTo>
                <a:lnTo>
                  <a:pt x="1822" y="6342"/>
                </a:lnTo>
                <a:lnTo>
                  <a:pt x="1805" y="6332"/>
                </a:lnTo>
                <a:lnTo>
                  <a:pt x="1804" y="6325"/>
                </a:lnTo>
                <a:lnTo>
                  <a:pt x="1804" y="6318"/>
                </a:lnTo>
                <a:lnTo>
                  <a:pt x="1811" y="6314"/>
                </a:lnTo>
                <a:lnTo>
                  <a:pt x="1815" y="6317"/>
                </a:lnTo>
                <a:lnTo>
                  <a:pt x="1818" y="6319"/>
                </a:lnTo>
                <a:lnTo>
                  <a:pt x="1824" y="6318"/>
                </a:lnTo>
                <a:lnTo>
                  <a:pt x="1838" y="6308"/>
                </a:lnTo>
                <a:lnTo>
                  <a:pt x="1849" y="6294"/>
                </a:lnTo>
                <a:lnTo>
                  <a:pt x="1858" y="6281"/>
                </a:lnTo>
                <a:lnTo>
                  <a:pt x="1875" y="6265"/>
                </a:lnTo>
                <a:lnTo>
                  <a:pt x="1886" y="6262"/>
                </a:lnTo>
                <a:lnTo>
                  <a:pt x="1887" y="6273"/>
                </a:lnTo>
                <a:lnTo>
                  <a:pt x="1883" y="6284"/>
                </a:lnTo>
                <a:close/>
                <a:moveTo>
                  <a:pt x="2065" y="6315"/>
                </a:moveTo>
                <a:lnTo>
                  <a:pt x="2064" y="6333"/>
                </a:lnTo>
                <a:lnTo>
                  <a:pt x="2057" y="6362"/>
                </a:lnTo>
                <a:lnTo>
                  <a:pt x="2045" y="6382"/>
                </a:lnTo>
                <a:lnTo>
                  <a:pt x="2030" y="6391"/>
                </a:lnTo>
                <a:lnTo>
                  <a:pt x="2021" y="6388"/>
                </a:lnTo>
                <a:lnTo>
                  <a:pt x="2013" y="6380"/>
                </a:lnTo>
                <a:lnTo>
                  <a:pt x="2006" y="6358"/>
                </a:lnTo>
                <a:lnTo>
                  <a:pt x="2008" y="6333"/>
                </a:lnTo>
                <a:lnTo>
                  <a:pt x="2018" y="6308"/>
                </a:lnTo>
                <a:lnTo>
                  <a:pt x="2027" y="6297"/>
                </a:lnTo>
                <a:lnTo>
                  <a:pt x="2037" y="6287"/>
                </a:lnTo>
                <a:lnTo>
                  <a:pt x="2053" y="6278"/>
                </a:lnTo>
                <a:lnTo>
                  <a:pt x="2062" y="6282"/>
                </a:lnTo>
                <a:lnTo>
                  <a:pt x="2065" y="6300"/>
                </a:lnTo>
                <a:lnTo>
                  <a:pt x="2065" y="6315"/>
                </a:lnTo>
                <a:close/>
                <a:moveTo>
                  <a:pt x="6614" y="6317"/>
                </a:moveTo>
                <a:lnTo>
                  <a:pt x="6615" y="6323"/>
                </a:lnTo>
                <a:lnTo>
                  <a:pt x="6614" y="6332"/>
                </a:lnTo>
                <a:lnTo>
                  <a:pt x="6602" y="6337"/>
                </a:lnTo>
                <a:lnTo>
                  <a:pt x="6585" y="6333"/>
                </a:lnTo>
                <a:lnTo>
                  <a:pt x="6572" y="6330"/>
                </a:lnTo>
                <a:lnTo>
                  <a:pt x="6556" y="6321"/>
                </a:lnTo>
                <a:lnTo>
                  <a:pt x="6550" y="6310"/>
                </a:lnTo>
                <a:lnTo>
                  <a:pt x="6555" y="6295"/>
                </a:lnTo>
                <a:lnTo>
                  <a:pt x="6562" y="6287"/>
                </a:lnTo>
                <a:lnTo>
                  <a:pt x="6568" y="6282"/>
                </a:lnTo>
                <a:lnTo>
                  <a:pt x="6584" y="6281"/>
                </a:lnTo>
                <a:lnTo>
                  <a:pt x="6600" y="6289"/>
                </a:lnTo>
                <a:lnTo>
                  <a:pt x="6612" y="6306"/>
                </a:lnTo>
                <a:lnTo>
                  <a:pt x="6614" y="6317"/>
                </a:lnTo>
                <a:close/>
                <a:moveTo>
                  <a:pt x="7216" y="6403"/>
                </a:moveTo>
                <a:lnTo>
                  <a:pt x="7228" y="6398"/>
                </a:lnTo>
                <a:lnTo>
                  <a:pt x="7241" y="6402"/>
                </a:lnTo>
                <a:lnTo>
                  <a:pt x="7239" y="6418"/>
                </a:lnTo>
                <a:lnTo>
                  <a:pt x="7223" y="6441"/>
                </a:lnTo>
                <a:lnTo>
                  <a:pt x="7209" y="6454"/>
                </a:lnTo>
                <a:lnTo>
                  <a:pt x="7196" y="6467"/>
                </a:lnTo>
                <a:lnTo>
                  <a:pt x="7176" y="6478"/>
                </a:lnTo>
                <a:lnTo>
                  <a:pt x="7164" y="6472"/>
                </a:lnTo>
                <a:lnTo>
                  <a:pt x="7154" y="6444"/>
                </a:lnTo>
                <a:lnTo>
                  <a:pt x="7148" y="6421"/>
                </a:lnTo>
                <a:lnTo>
                  <a:pt x="7142" y="6393"/>
                </a:lnTo>
                <a:lnTo>
                  <a:pt x="7145" y="6381"/>
                </a:lnTo>
                <a:lnTo>
                  <a:pt x="7154" y="6386"/>
                </a:lnTo>
                <a:lnTo>
                  <a:pt x="7161" y="6393"/>
                </a:lnTo>
                <a:lnTo>
                  <a:pt x="7174" y="6401"/>
                </a:lnTo>
                <a:lnTo>
                  <a:pt x="7203" y="6406"/>
                </a:lnTo>
                <a:lnTo>
                  <a:pt x="7216" y="6403"/>
                </a:lnTo>
                <a:close/>
                <a:moveTo>
                  <a:pt x="5722" y="6411"/>
                </a:moveTo>
                <a:lnTo>
                  <a:pt x="5721" y="6419"/>
                </a:lnTo>
                <a:lnTo>
                  <a:pt x="5713" y="6433"/>
                </a:lnTo>
                <a:lnTo>
                  <a:pt x="5706" y="6438"/>
                </a:lnTo>
                <a:lnTo>
                  <a:pt x="5699" y="6440"/>
                </a:lnTo>
                <a:lnTo>
                  <a:pt x="5689" y="6432"/>
                </a:lnTo>
                <a:lnTo>
                  <a:pt x="5688" y="6423"/>
                </a:lnTo>
                <a:lnTo>
                  <a:pt x="5689" y="6412"/>
                </a:lnTo>
                <a:lnTo>
                  <a:pt x="5699" y="6397"/>
                </a:lnTo>
                <a:lnTo>
                  <a:pt x="5706" y="6396"/>
                </a:lnTo>
                <a:lnTo>
                  <a:pt x="5713" y="6397"/>
                </a:lnTo>
                <a:lnTo>
                  <a:pt x="5721" y="6405"/>
                </a:lnTo>
                <a:lnTo>
                  <a:pt x="5722" y="6411"/>
                </a:lnTo>
                <a:close/>
                <a:moveTo>
                  <a:pt x="7092" y="6485"/>
                </a:moveTo>
                <a:lnTo>
                  <a:pt x="7084" y="6492"/>
                </a:lnTo>
                <a:lnTo>
                  <a:pt x="7069" y="6496"/>
                </a:lnTo>
                <a:lnTo>
                  <a:pt x="7060" y="6489"/>
                </a:lnTo>
                <a:lnTo>
                  <a:pt x="7060" y="6474"/>
                </a:lnTo>
                <a:lnTo>
                  <a:pt x="7065" y="6464"/>
                </a:lnTo>
                <a:lnTo>
                  <a:pt x="7070" y="6458"/>
                </a:lnTo>
                <a:lnTo>
                  <a:pt x="7086" y="6453"/>
                </a:lnTo>
                <a:lnTo>
                  <a:pt x="7094" y="6456"/>
                </a:lnTo>
                <a:lnTo>
                  <a:pt x="7100" y="6461"/>
                </a:lnTo>
                <a:lnTo>
                  <a:pt x="7099" y="6477"/>
                </a:lnTo>
                <a:lnTo>
                  <a:pt x="7092" y="6485"/>
                </a:lnTo>
                <a:close/>
                <a:moveTo>
                  <a:pt x="396" y="6517"/>
                </a:moveTo>
                <a:lnTo>
                  <a:pt x="393" y="6525"/>
                </a:lnTo>
                <a:lnTo>
                  <a:pt x="387" y="6519"/>
                </a:lnTo>
                <a:lnTo>
                  <a:pt x="386" y="6507"/>
                </a:lnTo>
                <a:lnTo>
                  <a:pt x="386" y="6494"/>
                </a:lnTo>
                <a:lnTo>
                  <a:pt x="389" y="6484"/>
                </a:lnTo>
                <a:lnTo>
                  <a:pt x="393" y="6483"/>
                </a:lnTo>
                <a:lnTo>
                  <a:pt x="395" y="6485"/>
                </a:lnTo>
                <a:lnTo>
                  <a:pt x="398" y="6490"/>
                </a:lnTo>
                <a:lnTo>
                  <a:pt x="399" y="6508"/>
                </a:lnTo>
                <a:lnTo>
                  <a:pt x="396" y="6517"/>
                </a:lnTo>
                <a:close/>
                <a:moveTo>
                  <a:pt x="182" y="6616"/>
                </a:moveTo>
                <a:lnTo>
                  <a:pt x="180" y="6630"/>
                </a:lnTo>
                <a:lnTo>
                  <a:pt x="166" y="6647"/>
                </a:lnTo>
                <a:lnTo>
                  <a:pt x="157" y="6649"/>
                </a:lnTo>
                <a:lnTo>
                  <a:pt x="147" y="6647"/>
                </a:lnTo>
                <a:lnTo>
                  <a:pt x="134" y="6632"/>
                </a:lnTo>
                <a:lnTo>
                  <a:pt x="130" y="6608"/>
                </a:lnTo>
                <a:lnTo>
                  <a:pt x="134" y="6585"/>
                </a:lnTo>
                <a:lnTo>
                  <a:pt x="141" y="6576"/>
                </a:lnTo>
                <a:lnTo>
                  <a:pt x="148" y="6571"/>
                </a:lnTo>
                <a:lnTo>
                  <a:pt x="162" y="6572"/>
                </a:lnTo>
                <a:lnTo>
                  <a:pt x="174" y="6584"/>
                </a:lnTo>
                <a:lnTo>
                  <a:pt x="181" y="6604"/>
                </a:lnTo>
                <a:lnTo>
                  <a:pt x="182" y="6616"/>
                </a:lnTo>
                <a:close/>
                <a:moveTo>
                  <a:pt x="7479" y="6758"/>
                </a:moveTo>
                <a:lnTo>
                  <a:pt x="7469" y="6768"/>
                </a:lnTo>
                <a:lnTo>
                  <a:pt x="7449" y="6782"/>
                </a:lnTo>
                <a:lnTo>
                  <a:pt x="7442" y="6783"/>
                </a:lnTo>
                <a:lnTo>
                  <a:pt x="7439" y="6783"/>
                </a:lnTo>
                <a:lnTo>
                  <a:pt x="7435" y="6777"/>
                </a:lnTo>
                <a:lnTo>
                  <a:pt x="7435" y="6760"/>
                </a:lnTo>
                <a:lnTo>
                  <a:pt x="7444" y="6731"/>
                </a:lnTo>
                <a:lnTo>
                  <a:pt x="7459" y="6703"/>
                </a:lnTo>
                <a:lnTo>
                  <a:pt x="7469" y="6696"/>
                </a:lnTo>
                <a:lnTo>
                  <a:pt x="7474" y="6693"/>
                </a:lnTo>
                <a:lnTo>
                  <a:pt x="7482" y="6693"/>
                </a:lnTo>
                <a:lnTo>
                  <a:pt x="7491" y="6700"/>
                </a:lnTo>
                <a:lnTo>
                  <a:pt x="7494" y="6722"/>
                </a:lnTo>
                <a:lnTo>
                  <a:pt x="7487" y="6747"/>
                </a:lnTo>
                <a:lnTo>
                  <a:pt x="7479" y="6758"/>
                </a:lnTo>
                <a:close/>
                <a:moveTo>
                  <a:pt x="198" y="6767"/>
                </a:moveTo>
                <a:lnTo>
                  <a:pt x="197" y="6773"/>
                </a:lnTo>
                <a:lnTo>
                  <a:pt x="187" y="6782"/>
                </a:lnTo>
                <a:lnTo>
                  <a:pt x="180" y="6783"/>
                </a:lnTo>
                <a:lnTo>
                  <a:pt x="174" y="6782"/>
                </a:lnTo>
                <a:lnTo>
                  <a:pt x="171" y="6773"/>
                </a:lnTo>
                <a:lnTo>
                  <a:pt x="173" y="6767"/>
                </a:lnTo>
                <a:lnTo>
                  <a:pt x="177" y="6760"/>
                </a:lnTo>
                <a:lnTo>
                  <a:pt x="187" y="6751"/>
                </a:lnTo>
                <a:lnTo>
                  <a:pt x="192" y="6750"/>
                </a:lnTo>
                <a:lnTo>
                  <a:pt x="194" y="6751"/>
                </a:lnTo>
                <a:lnTo>
                  <a:pt x="198" y="6760"/>
                </a:lnTo>
                <a:lnTo>
                  <a:pt x="198" y="6767"/>
                </a:lnTo>
                <a:close/>
                <a:moveTo>
                  <a:pt x="1935" y="6912"/>
                </a:moveTo>
                <a:lnTo>
                  <a:pt x="1923" y="6922"/>
                </a:lnTo>
                <a:lnTo>
                  <a:pt x="1898" y="6930"/>
                </a:lnTo>
                <a:lnTo>
                  <a:pt x="1888" y="6927"/>
                </a:lnTo>
                <a:lnTo>
                  <a:pt x="1881" y="6921"/>
                </a:lnTo>
                <a:lnTo>
                  <a:pt x="1882" y="6907"/>
                </a:lnTo>
                <a:lnTo>
                  <a:pt x="1897" y="6894"/>
                </a:lnTo>
                <a:lnTo>
                  <a:pt x="1923" y="6886"/>
                </a:lnTo>
                <a:lnTo>
                  <a:pt x="1938" y="6885"/>
                </a:lnTo>
                <a:lnTo>
                  <a:pt x="1945" y="6885"/>
                </a:lnTo>
                <a:lnTo>
                  <a:pt x="1953" y="6888"/>
                </a:lnTo>
                <a:lnTo>
                  <a:pt x="1949" y="6898"/>
                </a:lnTo>
                <a:lnTo>
                  <a:pt x="1935" y="6912"/>
                </a:lnTo>
                <a:close/>
                <a:moveTo>
                  <a:pt x="5070" y="6927"/>
                </a:moveTo>
                <a:lnTo>
                  <a:pt x="5064" y="6937"/>
                </a:lnTo>
                <a:lnTo>
                  <a:pt x="5045" y="6952"/>
                </a:lnTo>
                <a:lnTo>
                  <a:pt x="5035" y="6953"/>
                </a:lnTo>
                <a:lnTo>
                  <a:pt x="5028" y="6953"/>
                </a:lnTo>
                <a:lnTo>
                  <a:pt x="5019" y="6949"/>
                </a:lnTo>
                <a:lnTo>
                  <a:pt x="5020" y="6940"/>
                </a:lnTo>
                <a:lnTo>
                  <a:pt x="5030" y="6927"/>
                </a:lnTo>
                <a:lnTo>
                  <a:pt x="5039" y="6917"/>
                </a:lnTo>
                <a:lnTo>
                  <a:pt x="5058" y="6903"/>
                </a:lnTo>
                <a:lnTo>
                  <a:pt x="5065" y="6902"/>
                </a:lnTo>
                <a:lnTo>
                  <a:pt x="5070" y="6903"/>
                </a:lnTo>
                <a:lnTo>
                  <a:pt x="5073" y="6917"/>
                </a:lnTo>
                <a:lnTo>
                  <a:pt x="5070" y="6927"/>
                </a:lnTo>
                <a:close/>
                <a:moveTo>
                  <a:pt x="3307" y="6976"/>
                </a:moveTo>
                <a:lnTo>
                  <a:pt x="3306" y="6980"/>
                </a:lnTo>
                <a:lnTo>
                  <a:pt x="3296" y="6990"/>
                </a:lnTo>
                <a:lnTo>
                  <a:pt x="3289" y="6995"/>
                </a:lnTo>
                <a:lnTo>
                  <a:pt x="3283" y="6997"/>
                </a:lnTo>
                <a:lnTo>
                  <a:pt x="3274" y="6994"/>
                </a:lnTo>
                <a:lnTo>
                  <a:pt x="3273" y="6988"/>
                </a:lnTo>
                <a:lnTo>
                  <a:pt x="3274" y="6981"/>
                </a:lnTo>
                <a:lnTo>
                  <a:pt x="3283" y="6971"/>
                </a:lnTo>
                <a:lnTo>
                  <a:pt x="3289" y="6970"/>
                </a:lnTo>
                <a:lnTo>
                  <a:pt x="3296" y="6970"/>
                </a:lnTo>
                <a:lnTo>
                  <a:pt x="3306" y="6974"/>
                </a:lnTo>
                <a:lnTo>
                  <a:pt x="3307" y="6976"/>
                </a:lnTo>
                <a:close/>
                <a:moveTo>
                  <a:pt x="506" y="7041"/>
                </a:moveTo>
                <a:lnTo>
                  <a:pt x="500" y="7046"/>
                </a:lnTo>
                <a:lnTo>
                  <a:pt x="493" y="7050"/>
                </a:lnTo>
                <a:lnTo>
                  <a:pt x="486" y="7041"/>
                </a:lnTo>
                <a:lnTo>
                  <a:pt x="486" y="7020"/>
                </a:lnTo>
                <a:lnTo>
                  <a:pt x="486" y="6999"/>
                </a:lnTo>
                <a:lnTo>
                  <a:pt x="493" y="6991"/>
                </a:lnTo>
                <a:lnTo>
                  <a:pt x="500" y="6995"/>
                </a:lnTo>
                <a:lnTo>
                  <a:pt x="506" y="7000"/>
                </a:lnTo>
                <a:lnTo>
                  <a:pt x="515" y="7010"/>
                </a:lnTo>
                <a:lnTo>
                  <a:pt x="515" y="7029"/>
                </a:lnTo>
                <a:lnTo>
                  <a:pt x="506" y="7041"/>
                </a:lnTo>
                <a:close/>
                <a:moveTo>
                  <a:pt x="3020" y="7115"/>
                </a:moveTo>
                <a:lnTo>
                  <a:pt x="3019" y="7125"/>
                </a:lnTo>
                <a:lnTo>
                  <a:pt x="3009" y="7137"/>
                </a:lnTo>
                <a:lnTo>
                  <a:pt x="3003" y="7138"/>
                </a:lnTo>
                <a:lnTo>
                  <a:pt x="2994" y="7141"/>
                </a:lnTo>
                <a:lnTo>
                  <a:pt x="2974" y="7163"/>
                </a:lnTo>
                <a:lnTo>
                  <a:pt x="2965" y="7180"/>
                </a:lnTo>
                <a:lnTo>
                  <a:pt x="2957" y="7199"/>
                </a:lnTo>
                <a:lnTo>
                  <a:pt x="2941" y="7219"/>
                </a:lnTo>
                <a:lnTo>
                  <a:pt x="2929" y="7220"/>
                </a:lnTo>
                <a:lnTo>
                  <a:pt x="2921" y="7201"/>
                </a:lnTo>
                <a:lnTo>
                  <a:pt x="2921" y="7183"/>
                </a:lnTo>
                <a:lnTo>
                  <a:pt x="2922" y="7170"/>
                </a:lnTo>
                <a:lnTo>
                  <a:pt x="2932" y="7144"/>
                </a:lnTo>
                <a:lnTo>
                  <a:pt x="2946" y="7121"/>
                </a:lnTo>
                <a:lnTo>
                  <a:pt x="2963" y="7102"/>
                </a:lnTo>
                <a:lnTo>
                  <a:pt x="2980" y="7089"/>
                </a:lnTo>
                <a:lnTo>
                  <a:pt x="2997" y="7084"/>
                </a:lnTo>
                <a:lnTo>
                  <a:pt x="3011" y="7088"/>
                </a:lnTo>
                <a:lnTo>
                  <a:pt x="3019" y="7102"/>
                </a:lnTo>
                <a:lnTo>
                  <a:pt x="3020" y="7115"/>
                </a:lnTo>
                <a:close/>
                <a:moveTo>
                  <a:pt x="3462" y="7142"/>
                </a:moveTo>
                <a:lnTo>
                  <a:pt x="3454" y="7149"/>
                </a:lnTo>
                <a:lnTo>
                  <a:pt x="3444" y="7152"/>
                </a:lnTo>
                <a:lnTo>
                  <a:pt x="3442" y="7148"/>
                </a:lnTo>
                <a:lnTo>
                  <a:pt x="3441" y="7145"/>
                </a:lnTo>
                <a:lnTo>
                  <a:pt x="3442" y="7136"/>
                </a:lnTo>
                <a:lnTo>
                  <a:pt x="3449" y="7121"/>
                </a:lnTo>
                <a:lnTo>
                  <a:pt x="3459" y="7111"/>
                </a:lnTo>
                <a:lnTo>
                  <a:pt x="3469" y="7109"/>
                </a:lnTo>
                <a:lnTo>
                  <a:pt x="3474" y="7112"/>
                </a:lnTo>
                <a:lnTo>
                  <a:pt x="3475" y="7118"/>
                </a:lnTo>
                <a:lnTo>
                  <a:pt x="3469" y="7134"/>
                </a:lnTo>
                <a:lnTo>
                  <a:pt x="3462" y="714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79" name="Freeform 85">
            <a:extLst>
              <a:ext uri="{FF2B5EF4-FFF2-40B4-BE49-F238E27FC236}">
                <a16:creationId xmlns:a16="http://schemas.microsoft.com/office/drawing/2014/main" id="{E8E14B72-A8FC-42F9-80A1-C6EA854C5336}"/>
              </a:ext>
            </a:extLst>
          </p:cNvPr>
          <p:cNvSpPr>
            <a:spLocks noEditPoints="1"/>
          </p:cNvSpPr>
          <p:nvPr/>
        </p:nvSpPr>
        <p:spPr bwMode="auto">
          <a:xfrm>
            <a:off x="5065031" y="2515747"/>
            <a:ext cx="1779212" cy="1310013"/>
          </a:xfrm>
          <a:custGeom>
            <a:avLst/>
            <a:gdLst>
              <a:gd name="T0" fmla="*/ 4691 w 12634"/>
              <a:gd name="T1" fmla="*/ 485 h 9304"/>
              <a:gd name="T2" fmla="*/ 4182 w 12634"/>
              <a:gd name="T3" fmla="*/ 1011 h 9304"/>
              <a:gd name="T4" fmla="*/ 3193 w 12634"/>
              <a:gd name="T5" fmla="*/ 1570 h 9304"/>
              <a:gd name="T6" fmla="*/ 2384 w 12634"/>
              <a:gd name="T7" fmla="*/ 1444 h 9304"/>
              <a:gd name="T8" fmla="*/ 1552 w 12634"/>
              <a:gd name="T9" fmla="*/ 2019 h 9304"/>
              <a:gd name="T10" fmla="*/ 951 w 12634"/>
              <a:gd name="T11" fmla="*/ 2395 h 9304"/>
              <a:gd name="T12" fmla="*/ 603 w 12634"/>
              <a:gd name="T13" fmla="*/ 3210 h 9304"/>
              <a:gd name="T14" fmla="*/ 280 w 12634"/>
              <a:gd name="T15" fmla="*/ 4162 h 9304"/>
              <a:gd name="T16" fmla="*/ 390 w 12634"/>
              <a:gd name="T17" fmla="*/ 4720 h 9304"/>
              <a:gd name="T18" fmla="*/ 112 w 12634"/>
              <a:gd name="T19" fmla="*/ 5662 h 9304"/>
              <a:gd name="T20" fmla="*/ 196 w 12634"/>
              <a:gd name="T21" fmla="*/ 6177 h 9304"/>
              <a:gd name="T22" fmla="*/ 660 w 12634"/>
              <a:gd name="T23" fmla="*/ 6474 h 9304"/>
              <a:gd name="T24" fmla="*/ 976 w 12634"/>
              <a:gd name="T25" fmla="*/ 7180 h 9304"/>
              <a:gd name="T26" fmla="*/ 1451 w 12634"/>
              <a:gd name="T27" fmla="*/ 7524 h 9304"/>
              <a:gd name="T28" fmla="*/ 1739 w 12634"/>
              <a:gd name="T29" fmla="*/ 7596 h 9304"/>
              <a:gd name="T30" fmla="*/ 1879 w 12634"/>
              <a:gd name="T31" fmla="*/ 7856 h 9304"/>
              <a:gd name="T32" fmla="*/ 2500 w 12634"/>
              <a:gd name="T33" fmla="*/ 7509 h 9304"/>
              <a:gd name="T34" fmla="*/ 2664 w 12634"/>
              <a:gd name="T35" fmla="*/ 8192 h 9304"/>
              <a:gd name="T36" fmla="*/ 2724 w 12634"/>
              <a:gd name="T37" fmla="*/ 8772 h 9304"/>
              <a:gd name="T38" fmla="*/ 3001 w 12634"/>
              <a:gd name="T39" fmla="*/ 9092 h 9304"/>
              <a:gd name="T40" fmla="*/ 3747 w 12634"/>
              <a:gd name="T41" fmla="*/ 8663 h 9304"/>
              <a:gd name="T42" fmla="*/ 4159 w 12634"/>
              <a:gd name="T43" fmla="*/ 8352 h 9304"/>
              <a:gd name="T44" fmla="*/ 4370 w 12634"/>
              <a:gd name="T45" fmla="*/ 8808 h 9304"/>
              <a:gd name="T46" fmla="*/ 4929 w 12634"/>
              <a:gd name="T47" fmla="*/ 9041 h 9304"/>
              <a:gd name="T48" fmla="*/ 6001 w 12634"/>
              <a:gd name="T49" fmla="*/ 9115 h 9304"/>
              <a:gd name="T50" fmla="*/ 6625 w 12634"/>
              <a:gd name="T51" fmla="*/ 9071 h 9304"/>
              <a:gd name="T52" fmla="*/ 6975 w 12634"/>
              <a:gd name="T53" fmla="*/ 9054 h 9304"/>
              <a:gd name="T54" fmla="*/ 7906 w 12634"/>
              <a:gd name="T55" fmla="*/ 8762 h 9304"/>
              <a:gd name="T56" fmla="*/ 8599 w 12634"/>
              <a:gd name="T57" fmla="*/ 8539 h 9304"/>
              <a:gd name="T58" fmla="*/ 9275 w 12634"/>
              <a:gd name="T59" fmla="*/ 8121 h 9304"/>
              <a:gd name="T60" fmla="*/ 10136 w 12634"/>
              <a:gd name="T61" fmla="*/ 7959 h 9304"/>
              <a:gd name="T62" fmla="*/ 10900 w 12634"/>
              <a:gd name="T63" fmla="*/ 7539 h 9304"/>
              <a:gd name="T64" fmla="*/ 11694 w 12634"/>
              <a:gd name="T65" fmla="*/ 7015 h 9304"/>
              <a:gd name="T66" fmla="*/ 12139 w 12634"/>
              <a:gd name="T67" fmla="*/ 6685 h 9304"/>
              <a:gd name="T68" fmla="*/ 12505 w 12634"/>
              <a:gd name="T69" fmla="*/ 6374 h 9304"/>
              <a:gd name="T70" fmla="*/ 12351 w 12634"/>
              <a:gd name="T71" fmla="*/ 5881 h 9304"/>
              <a:gd name="T72" fmla="*/ 11723 w 12634"/>
              <a:gd name="T73" fmla="*/ 5583 h 9304"/>
              <a:gd name="T74" fmla="*/ 11788 w 12634"/>
              <a:gd name="T75" fmla="*/ 5014 h 9304"/>
              <a:gd name="T76" fmla="*/ 11394 w 12634"/>
              <a:gd name="T77" fmla="*/ 4362 h 9304"/>
              <a:gd name="T78" fmla="*/ 11139 w 12634"/>
              <a:gd name="T79" fmla="*/ 3829 h 9304"/>
              <a:gd name="T80" fmla="*/ 10620 w 12634"/>
              <a:gd name="T81" fmla="*/ 3906 h 9304"/>
              <a:gd name="T82" fmla="*/ 10613 w 12634"/>
              <a:gd name="T83" fmla="*/ 3468 h 9304"/>
              <a:gd name="T84" fmla="*/ 10422 w 12634"/>
              <a:gd name="T85" fmla="*/ 2978 h 9304"/>
              <a:gd name="T86" fmla="*/ 10256 w 12634"/>
              <a:gd name="T87" fmla="*/ 2632 h 9304"/>
              <a:gd name="T88" fmla="*/ 9760 w 12634"/>
              <a:gd name="T89" fmla="*/ 2211 h 9304"/>
              <a:gd name="T90" fmla="*/ 9791 w 12634"/>
              <a:gd name="T91" fmla="*/ 1615 h 9304"/>
              <a:gd name="T92" fmla="*/ 9051 w 12634"/>
              <a:gd name="T93" fmla="*/ 1393 h 9304"/>
              <a:gd name="T94" fmla="*/ 7987 w 12634"/>
              <a:gd name="T95" fmla="*/ 1810 h 9304"/>
              <a:gd name="T96" fmla="*/ 7742 w 12634"/>
              <a:gd name="T97" fmla="*/ 1161 h 9304"/>
              <a:gd name="T98" fmla="*/ 6820 w 12634"/>
              <a:gd name="T99" fmla="*/ 824 h 9304"/>
              <a:gd name="T100" fmla="*/ 6356 w 12634"/>
              <a:gd name="T101" fmla="*/ 229 h 9304"/>
              <a:gd name="T102" fmla="*/ 5548 w 12634"/>
              <a:gd name="T103" fmla="*/ 309 h 9304"/>
              <a:gd name="T104" fmla="*/ 2507 w 12634"/>
              <a:gd name="T105" fmla="*/ 1517 h 9304"/>
              <a:gd name="T106" fmla="*/ 1039 w 12634"/>
              <a:gd name="T107" fmla="*/ 2236 h 9304"/>
              <a:gd name="T108" fmla="*/ 10266 w 12634"/>
              <a:gd name="T109" fmla="*/ 3427 h 9304"/>
              <a:gd name="T110" fmla="*/ 10734 w 12634"/>
              <a:gd name="T111" fmla="*/ 3839 h 9304"/>
              <a:gd name="T112" fmla="*/ 128 w 12634"/>
              <a:gd name="T113" fmla="*/ 5482 h 9304"/>
              <a:gd name="T114" fmla="*/ 11980 w 12634"/>
              <a:gd name="T115" fmla="*/ 6858 h 9304"/>
              <a:gd name="T116" fmla="*/ 3089 w 12634"/>
              <a:gd name="T117" fmla="*/ 6928 h 9304"/>
              <a:gd name="T118" fmla="*/ 2897 w 12634"/>
              <a:gd name="T119" fmla="*/ 8330 h 9304"/>
              <a:gd name="T120" fmla="*/ 3106 w 12634"/>
              <a:gd name="T121" fmla="*/ 8658 h 9304"/>
              <a:gd name="T122" fmla="*/ 6650 w 12634"/>
              <a:gd name="T123" fmla="*/ 8961 h 9304"/>
              <a:gd name="T124" fmla="*/ 7724 w 12634"/>
              <a:gd name="T125" fmla="*/ 8881 h 9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2634" h="9304">
                <a:moveTo>
                  <a:pt x="5633" y="8"/>
                </a:moveTo>
                <a:lnTo>
                  <a:pt x="5626" y="14"/>
                </a:lnTo>
                <a:lnTo>
                  <a:pt x="5601" y="19"/>
                </a:lnTo>
                <a:lnTo>
                  <a:pt x="5586" y="16"/>
                </a:lnTo>
                <a:lnTo>
                  <a:pt x="5576" y="14"/>
                </a:lnTo>
                <a:lnTo>
                  <a:pt x="5555" y="17"/>
                </a:lnTo>
                <a:lnTo>
                  <a:pt x="5532" y="32"/>
                </a:lnTo>
                <a:lnTo>
                  <a:pt x="5503" y="61"/>
                </a:lnTo>
                <a:lnTo>
                  <a:pt x="5484" y="82"/>
                </a:lnTo>
                <a:lnTo>
                  <a:pt x="5459" y="114"/>
                </a:lnTo>
                <a:lnTo>
                  <a:pt x="5433" y="156"/>
                </a:lnTo>
                <a:lnTo>
                  <a:pt x="5426" y="175"/>
                </a:lnTo>
                <a:lnTo>
                  <a:pt x="5426" y="180"/>
                </a:lnTo>
                <a:lnTo>
                  <a:pt x="5427" y="186"/>
                </a:lnTo>
                <a:lnTo>
                  <a:pt x="5421" y="202"/>
                </a:lnTo>
                <a:lnTo>
                  <a:pt x="5402" y="231"/>
                </a:lnTo>
                <a:lnTo>
                  <a:pt x="5364" y="267"/>
                </a:lnTo>
                <a:lnTo>
                  <a:pt x="5332" y="287"/>
                </a:lnTo>
                <a:lnTo>
                  <a:pt x="5314" y="293"/>
                </a:lnTo>
                <a:lnTo>
                  <a:pt x="5306" y="294"/>
                </a:lnTo>
                <a:lnTo>
                  <a:pt x="5292" y="293"/>
                </a:lnTo>
                <a:lnTo>
                  <a:pt x="5273" y="286"/>
                </a:lnTo>
                <a:lnTo>
                  <a:pt x="5271" y="281"/>
                </a:lnTo>
                <a:lnTo>
                  <a:pt x="5268" y="276"/>
                </a:lnTo>
                <a:lnTo>
                  <a:pt x="5239" y="270"/>
                </a:lnTo>
                <a:lnTo>
                  <a:pt x="5218" y="269"/>
                </a:lnTo>
                <a:lnTo>
                  <a:pt x="5206" y="269"/>
                </a:lnTo>
                <a:lnTo>
                  <a:pt x="5182" y="274"/>
                </a:lnTo>
                <a:lnTo>
                  <a:pt x="5163" y="284"/>
                </a:lnTo>
                <a:lnTo>
                  <a:pt x="5146" y="298"/>
                </a:lnTo>
                <a:lnTo>
                  <a:pt x="5139" y="308"/>
                </a:lnTo>
                <a:lnTo>
                  <a:pt x="5126" y="323"/>
                </a:lnTo>
                <a:lnTo>
                  <a:pt x="5109" y="336"/>
                </a:lnTo>
                <a:lnTo>
                  <a:pt x="5100" y="338"/>
                </a:lnTo>
                <a:lnTo>
                  <a:pt x="5098" y="337"/>
                </a:lnTo>
                <a:lnTo>
                  <a:pt x="5094" y="330"/>
                </a:lnTo>
                <a:lnTo>
                  <a:pt x="5094" y="307"/>
                </a:lnTo>
                <a:lnTo>
                  <a:pt x="5100" y="281"/>
                </a:lnTo>
                <a:lnTo>
                  <a:pt x="5110" y="263"/>
                </a:lnTo>
                <a:lnTo>
                  <a:pt x="5117" y="261"/>
                </a:lnTo>
                <a:lnTo>
                  <a:pt x="5123" y="257"/>
                </a:lnTo>
                <a:lnTo>
                  <a:pt x="5146" y="225"/>
                </a:lnTo>
                <a:lnTo>
                  <a:pt x="5159" y="201"/>
                </a:lnTo>
                <a:lnTo>
                  <a:pt x="5175" y="170"/>
                </a:lnTo>
                <a:lnTo>
                  <a:pt x="5180" y="141"/>
                </a:lnTo>
                <a:lnTo>
                  <a:pt x="5175" y="125"/>
                </a:lnTo>
                <a:lnTo>
                  <a:pt x="5169" y="117"/>
                </a:lnTo>
                <a:lnTo>
                  <a:pt x="5159" y="108"/>
                </a:lnTo>
                <a:lnTo>
                  <a:pt x="5129" y="96"/>
                </a:lnTo>
                <a:lnTo>
                  <a:pt x="5095" y="92"/>
                </a:lnTo>
                <a:lnTo>
                  <a:pt x="5068" y="99"/>
                </a:lnTo>
                <a:lnTo>
                  <a:pt x="5061" y="107"/>
                </a:lnTo>
                <a:lnTo>
                  <a:pt x="5056" y="113"/>
                </a:lnTo>
                <a:lnTo>
                  <a:pt x="5032" y="116"/>
                </a:lnTo>
                <a:lnTo>
                  <a:pt x="5018" y="114"/>
                </a:lnTo>
                <a:lnTo>
                  <a:pt x="5012" y="113"/>
                </a:lnTo>
                <a:lnTo>
                  <a:pt x="4996" y="118"/>
                </a:lnTo>
                <a:lnTo>
                  <a:pt x="4968" y="138"/>
                </a:lnTo>
                <a:lnTo>
                  <a:pt x="4924" y="187"/>
                </a:lnTo>
                <a:lnTo>
                  <a:pt x="4884" y="248"/>
                </a:lnTo>
                <a:lnTo>
                  <a:pt x="4868" y="281"/>
                </a:lnTo>
                <a:lnTo>
                  <a:pt x="4860" y="301"/>
                </a:lnTo>
                <a:lnTo>
                  <a:pt x="4840" y="327"/>
                </a:lnTo>
                <a:lnTo>
                  <a:pt x="4831" y="330"/>
                </a:lnTo>
                <a:lnTo>
                  <a:pt x="4802" y="334"/>
                </a:lnTo>
                <a:lnTo>
                  <a:pt x="4758" y="347"/>
                </a:lnTo>
                <a:lnTo>
                  <a:pt x="4728" y="365"/>
                </a:lnTo>
                <a:lnTo>
                  <a:pt x="4714" y="390"/>
                </a:lnTo>
                <a:lnTo>
                  <a:pt x="4713" y="404"/>
                </a:lnTo>
                <a:lnTo>
                  <a:pt x="4712" y="426"/>
                </a:lnTo>
                <a:lnTo>
                  <a:pt x="4705" y="461"/>
                </a:lnTo>
                <a:lnTo>
                  <a:pt x="4691" y="485"/>
                </a:lnTo>
                <a:lnTo>
                  <a:pt x="4671" y="496"/>
                </a:lnTo>
                <a:lnTo>
                  <a:pt x="4657" y="497"/>
                </a:lnTo>
                <a:lnTo>
                  <a:pt x="4640" y="498"/>
                </a:lnTo>
                <a:lnTo>
                  <a:pt x="4632" y="504"/>
                </a:lnTo>
                <a:lnTo>
                  <a:pt x="4636" y="511"/>
                </a:lnTo>
                <a:lnTo>
                  <a:pt x="4640" y="515"/>
                </a:lnTo>
                <a:lnTo>
                  <a:pt x="4645" y="521"/>
                </a:lnTo>
                <a:lnTo>
                  <a:pt x="4647" y="533"/>
                </a:lnTo>
                <a:lnTo>
                  <a:pt x="4634" y="556"/>
                </a:lnTo>
                <a:lnTo>
                  <a:pt x="4610" y="576"/>
                </a:lnTo>
                <a:lnTo>
                  <a:pt x="4559" y="618"/>
                </a:lnTo>
                <a:lnTo>
                  <a:pt x="4605" y="642"/>
                </a:lnTo>
                <a:lnTo>
                  <a:pt x="4623" y="651"/>
                </a:lnTo>
                <a:lnTo>
                  <a:pt x="4654" y="660"/>
                </a:lnTo>
                <a:lnTo>
                  <a:pt x="4662" y="657"/>
                </a:lnTo>
                <a:lnTo>
                  <a:pt x="4665" y="656"/>
                </a:lnTo>
                <a:lnTo>
                  <a:pt x="4667" y="661"/>
                </a:lnTo>
                <a:lnTo>
                  <a:pt x="4661" y="679"/>
                </a:lnTo>
                <a:lnTo>
                  <a:pt x="4652" y="699"/>
                </a:lnTo>
                <a:lnTo>
                  <a:pt x="4643" y="716"/>
                </a:lnTo>
                <a:lnTo>
                  <a:pt x="4619" y="745"/>
                </a:lnTo>
                <a:lnTo>
                  <a:pt x="4593" y="768"/>
                </a:lnTo>
                <a:lnTo>
                  <a:pt x="4566" y="782"/>
                </a:lnTo>
                <a:lnTo>
                  <a:pt x="4556" y="783"/>
                </a:lnTo>
                <a:lnTo>
                  <a:pt x="4551" y="781"/>
                </a:lnTo>
                <a:lnTo>
                  <a:pt x="4550" y="759"/>
                </a:lnTo>
                <a:lnTo>
                  <a:pt x="4554" y="729"/>
                </a:lnTo>
                <a:lnTo>
                  <a:pt x="4563" y="702"/>
                </a:lnTo>
                <a:lnTo>
                  <a:pt x="4569" y="696"/>
                </a:lnTo>
                <a:lnTo>
                  <a:pt x="4575" y="690"/>
                </a:lnTo>
                <a:lnTo>
                  <a:pt x="4568" y="683"/>
                </a:lnTo>
                <a:lnTo>
                  <a:pt x="4557" y="682"/>
                </a:lnTo>
                <a:lnTo>
                  <a:pt x="4544" y="684"/>
                </a:lnTo>
                <a:lnTo>
                  <a:pt x="4519" y="702"/>
                </a:lnTo>
                <a:lnTo>
                  <a:pt x="4510" y="717"/>
                </a:lnTo>
                <a:lnTo>
                  <a:pt x="4501" y="730"/>
                </a:lnTo>
                <a:lnTo>
                  <a:pt x="4479" y="748"/>
                </a:lnTo>
                <a:lnTo>
                  <a:pt x="4468" y="750"/>
                </a:lnTo>
                <a:lnTo>
                  <a:pt x="4458" y="751"/>
                </a:lnTo>
                <a:lnTo>
                  <a:pt x="4444" y="764"/>
                </a:lnTo>
                <a:lnTo>
                  <a:pt x="4443" y="773"/>
                </a:lnTo>
                <a:lnTo>
                  <a:pt x="4442" y="783"/>
                </a:lnTo>
                <a:lnTo>
                  <a:pt x="4427" y="802"/>
                </a:lnTo>
                <a:lnTo>
                  <a:pt x="4417" y="808"/>
                </a:lnTo>
                <a:lnTo>
                  <a:pt x="4412" y="810"/>
                </a:lnTo>
                <a:lnTo>
                  <a:pt x="4402" y="821"/>
                </a:lnTo>
                <a:lnTo>
                  <a:pt x="4393" y="846"/>
                </a:lnTo>
                <a:lnTo>
                  <a:pt x="4392" y="869"/>
                </a:lnTo>
                <a:lnTo>
                  <a:pt x="4392" y="883"/>
                </a:lnTo>
                <a:lnTo>
                  <a:pt x="4396" y="902"/>
                </a:lnTo>
                <a:lnTo>
                  <a:pt x="4404" y="914"/>
                </a:lnTo>
                <a:lnTo>
                  <a:pt x="4419" y="918"/>
                </a:lnTo>
                <a:lnTo>
                  <a:pt x="4430" y="919"/>
                </a:lnTo>
                <a:lnTo>
                  <a:pt x="4452" y="920"/>
                </a:lnTo>
                <a:lnTo>
                  <a:pt x="4455" y="927"/>
                </a:lnTo>
                <a:lnTo>
                  <a:pt x="4437" y="937"/>
                </a:lnTo>
                <a:lnTo>
                  <a:pt x="4425" y="943"/>
                </a:lnTo>
                <a:lnTo>
                  <a:pt x="4400" y="946"/>
                </a:lnTo>
                <a:lnTo>
                  <a:pt x="4392" y="944"/>
                </a:lnTo>
                <a:lnTo>
                  <a:pt x="4388" y="942"/>
                </a:lnTo>
                <a:lnTo>
                  <a:pt x="4374" y="946"/>
                </a:lnTo>
                <a:lnTo>
                  <a:pt x="4346" y="965"/>
                </a:lnTo>
                <a:lnTo>
                  <a:pt x="4326" y="985"/>
                </a:lnTo>
                <a:lnTo>
                  <a:pt x="4313" y="998"/>
                </a:lnTo>
                <a:lnTo>
                  <a:pt x="4289" y="1018"/>
                </a:lnTo>
                <a:lnTo>
                  <a:pt x="4266" y="1029"/>
                </a:lnTo>
                <a:lnTo>
                  <a:pt x="4242" y="1033"/>
                </a:lnTo>
                <a:lnTo>
                  <a:pt x="4228" y="1032"/>
                </a:lnTo>
                <a:lnTo>
                  <a:pt x="4207" y="1030"/>
                </a:lnTo>
                <a:lnTo>
                  <a:pt x="4187" y="1021"/>
                </a:lnTo>
                <a:lnTo>
                  <a:pt x="4182" y="1015"/>
                </a:lnTo>
                <a:lnTo>
                  <a:pt x="4182" y="1011"/>
                </a:lnTo>
                <a:lnTo>
                  <a:pt x="4184" y="1002"/>
                </a:lnTo>
                <a:lnTo>
                  <a:pt x="4176" y="980"/>
                </a:lnTo>
                <a:lnTo>
                  <a:pt x="4157" y="957"/>
                </a:lnTo>
                <a:lnTo>
                  <a:pt x="4131" y="936"/>
                </a:lnTo>
                <a:lnTo>
                  <a:pt x="4118" y="930"/>
                </a:lnTo>
                <a:lnTo>
                  <a:pt x="4111" y="929"/>
                </a:lnTo>
                <a:lnTo>
                  <a:pt x="4092" y="933"/>
                </a:lnTo>
                <a:lnTo>
                  <a:pt x="4053" y="958"/>
                </a:lnTo>
                <a:lnTo>
                  <a:pt x="4019" y="988"/>
                </a:lnTo>
                <a:lnTo>
                  <a:pt x="3992" y="1013"/>
                </a:lnTo>
                <a:lnTo>
                  <a:pt x="3953" y="1045"/>
                </a:lnTo>
                <a:lnTo>
                  <a:pt x="3936" y="1052"/>
                </a:lnTo>
                <a:lnTo>
                  <a:pt x="3928" y="1050"/>
                </a:lnTo>
                <a:lnTo>
                  <a:pt x="3919" y="1039"/>
                </a:lnTo>
                <a:lnTo>
                  <a:pt x="3915" y="1023"/>
                </a:lnTo>
                <a:lnTo>
                  <a:pt x="3913" y="1014"/>
                </a:lnTo>
                <a:lnTo>
                  <a:pt x="3909" y="1005"/>
                </a:lnTo>
                <a:lnTo>
                  <a:pt x="3896" y="1010"/>
                </a:lnTo>
                <a:lnTo>
                  <a:pt x="3878" y="1032"/>
                </a:lnTo>
                <a:lnTo>
                  <a:pt x="3864" y="1051"/>
                </a:lnTo>
                <a:lnTo>
                  <a:pt x="3832" y="1111"/>
                </a:lnTo>
                <a:lnTo>
                  <a:pt x="3821" y="1142"/>
                </a:lnTo>
                <a:lnTo>
                  <a:pt x="3809" y="1174"/>
                </a:lnTo>
                <a:lnTo>
                  <a:pt x="3774" y="1243"/>
                </a:lnTo>
                <a:lnTo>
                  <a:pt x="3755" y="1268"/>
                </a:lnTo>
                <a:lnTo>
                  <a:pt x="3738" y="1290"/>
                </a:lnTo>
                <a:lnTo>
                  <a:pt x="3705" y="1318"/>
                </a:lnTo>
                <a:lnTo>
                  <a:pt x="3685" y="1324"/>
                </a:lnTo>
                <a:lnTo>
                  <a:pt x="3676" y="1322"/>
                </a:lnTo>
                <a:lnTo>
                  <a:pt x="3671" y="1314"/>
                </a:lnTo>
                <a:lnTo>
                  <a:pt x="3671" y="1300"/>
                </a:lnTo>
                <a:lnTo>
                  <a:pt x="3674" y="1290"/>
                </a:lnTo>
                <a:lnTo>
                  <a:pt x="3677" y="1279"/>
                </a:lnTo>
                <a:lnTo>
                  <a:pt x="3678" y="1266"/>
                </a:lnTo>
                <a:lnTo>
                  <a:pt x="3659" y="1267"/>
                </a:lnTo>
                <a:lnTo>
                  <a:pt x="3620" y="1284"/>
                </a:lnTo>
                <a:lnTo>
                  <a:pt x="3565" y="1309"/>
                </a:lnTo>
                <a:lnTo>
                  <a:pt x="3535" y="1327"/>
                </a:lnTo>
                <a:lnTo>
                  <a:pt x="3529" y="1331"/>
                </a:lnTo>
                <a:lnTo>
                  <a:pt x="3521" y="1335"/>
                </a:lnTo>
                <a:lnTo>
                  <a:pt x="3513" y="1328"/>
                </a:lnTo>
                <a:lnTo>
                  <a:pt x="3512" y="1314"/>
                </a:lnTo>
                <a:lnTo>
                  <a:pt x="3511" y="1308"/>
                </a:lnTo>
                <a:lnTo>
                  <a:pt x="3505" y="1309"/>
                </a:lnTo>
                <a:lnTo>
                  <a:pt x="3489" y="1331"/>
                </a:lnTo>
                <a:lnTo>
                  <a:pt x="3473" y="1363"/>
                </a:lnTo>
                <a:lnTo>
                  <a:pt x="3458" y="1399"/>
                </a:lnTo>
                <a:lnTo>
                  <a:pt x="3444" y="1457"/>
                </a:lnTo>
                <a:lnTo>
                  <a:pt x="3440" y="1492"/>
                </a:lnTo>
                <a:lnTo>
                  <a:pt x="3441" y="1506"/>
                </a:lnTo>
                <a:lnTo>
                  <a:pt x="3441" y="1525"/>
                </a:lnTo>
                <a:lnTo>
                  <a:pt x="3438" y="1551"/>
                </a:lnTo>
                <a:lnTo>
                  <a:pt x="3429" y="1569"/>
                </a:lnTo>
                <a:lnTo>
                  <a:pt x="3412" y="1583"/>
                </a:lnTo>
                <a:lnTo>
                  <a:pt x="3399" y="1590"/>
                </a:lnTo>
                <a:lnTo>
                  <a:pt x="3379" y="1600"/>
                </a:lnTo>
                <a:lnTo>
                  <a:pt x="3349" y="1609"/>
                </a:lnTo>
                <a:lnTo>
                  <a:pt x="3321" y="1610"/>
                </a:lnTo>
                <a:lnTo>
                  <a:pt x="3289" y="1602"/>
                </a:lnTo>
                <a:lnTo>
                  <a:pt x="3269" y="1593"/>
                </a:lnTo>
                <a:lnTo>
                  <a:pt x="3246" y="1584"/>
                </a:lnTo>
                <a:lnTo>
                  <a:pt x="3233" y="1571"/>
                </a:lnTo>
                <a:lnTo>
                  <a:pt x="3236" y="1560"/>
                </a:lnTo>
                <a:lnTo>
                  <a:pt x="3241" y="1553"/>
                </a:lnTo>
                <a:lnTo>
                  <a:pt x="3249" y="1544"/>
                </a:lnTo>
                <a:lnTo>
                  <a:pt x="3252" y="1527"/>
                </a:lnTo>
                <a:lnTo>
                  <a:pt x="3249" y="1522"/>
                </a:lnTo>
                <a:lnTo>
                  <a:pt x="3241" y="1518"/>
                </a:lnTo>
                <a:lnTo>
                  <a:pt x="3224" y="1522"/>
                </a:lnTo>
                <a:lnTo>
                  <a:pt x="3206" y="1538"/>
                </a:lnTo>
                <a:lnTo>
                  <a:pt x="3194" y="1559"/>
                </a:lnTo>
                <a:lnTo>
                  <a:pt x="3193" y="1570"/>
                </a:lnTo>
                <a:lnTo>
                  <a:pt x="3192" y="1575"/>
                </a:lnTo>
                <a:lnTo>
                  <a:pt x="3185" y="1584"/>
                </a:lnTo>
                <a:lnTo>
                  <a:pt x="3163" y="1592"/>
                </a:lnTo>
                <a:lnTo>
                  <a:pt x="3140" y="1593"/>
                </a:lnTo>
                <a:lnTo>
                  <a:pt x="3122" y="1592"/>
                </a:lnTo>
                <a:lnTo>
                  <a:pt x="3100" y="1583"/>
                </a:lnTo>
                <a:lnTo>
                  <a:pt x="3095" y="1568"/>
                </a:lnTo>
                <a:lnTo>
                  <a:pt x="3109" y="1553"/>
                </a:lnTo>
                <a:lnTo>
                  <a:pt x="3125" y="1547"/>
                </a:lnTo>
                <a:lnTo>
                  <a:pt x="3133" y="1544"/>
                </a:lnTo>
                <a:lnTo>
                  <a:pt x="3139" y="1550"/>
                </a:lnTo>
                <a:lnTo>
                  <a:pt x="3135" y="1558"/>
                </a:lnTo>
                <a:lnTo>
                  <a:pt x="3131" y="1566"/>
                </a:lnTo>
                <a:lnTo>
                  <a:pt x="3135" y="1576"/>
                </a:lnTo>
                <a:lnTo>
                  <a:pt x="3142" y="1577"/>
                </a:lnTo>
                <a:lnTo>
                  <a:pt x="3150" y="1575"/>
                </a:lnTo>
                <a:lnTo>
                  <a:pt x="3156" y="1564"/>
                </a:lnTo>
                <a:lnTo>
                  <a:pt x="3155" y="1555"/>
                </a:lnTo>
                <a:lnTo>
                  <a:pt x="3147" y="1547"/>
                </a:lnTo>
                <a:lnTo>
                  <a:pt x="3103" y="1530"/>
                </a:lnTo>
                <a:lnTo>
                  <a:pt x="3072" y="1525"/>
                </a:lnTo>
                <a:lnTo>
                  <a:pt x="3052" y="1522"/>
                </a:lnTo>
                <a:lnTo>
                  <a:pt x="3020" y="1521"/>
                </a:lnTo>
                <a:lnTo>
                  <a:pt x="2995" y="1525"/>
                </a:lnTo>
                <a:lnTo>
                  <a:pt x="2975" y="1535"/>
                </a:lnTo>
                <a:lnTo>
                  <a:pt x="2965" y="1543"/>
                </a:lnTo>
                <a:lnTo>
                  <a:pt x="2955" y="1553"/>
                </a:lnTo>
                <a:lnTo>
                  <a:pt x="2938" y="1563"/>
                </a:lnTo>
                <a:lnTo>
                  <a:pt x="2924" y="1566"/>
                </a:lnTo>
                <a:lnTo>
                  <a:pt x="2909" y="1560"/>
                </a:lnTo>
                <a:lnTo>
                  <a:pt x="2900" y="1553"/>
                </a:lnTo>
                <a:lnTo>
                  <a:pt x="2891" y="1546"/>
                </a:lnTo>
                <a:lnTo>
                  <a:pt x="2882" y="1534"/>
                </a:lnTo>
                <a:lnTo>
                  <a:pt x="2885" y="1524"/>
                </a:lnTo>
                <a:lnTo>
                  <a:pt x="2901" y="1510"/>
                </a:lnTo>
                <a:lnTo>
                  <a:pt x="2915" y="1501"/>
                </a:lnTo>
                <a:lnTo>
                  <a:pt x="2935" y="1487"/>
                </a:lnTo>
                <a:lnTo>
                  <a:pt x="2948" y="1470"/>
                </a:lnTo>
                <a:lnTo>
                  <a:pt x="2947" y="1460"/>
                </a:lnTo>
                <a:lnTo>
                  <a:pt x="2942" y="1456"/>
                </a:lnTo>
                <a:lnTo>
                  <a:pt x="2937" y="1452"/>
                </a:lnTo>
                <a:lnTo>
                  <a:pt x="2924" y="1450"/>
                </a:lnTo>
                <a:lnTo>
                  <a:pt x="2896" y="1460"/>
                </a:lnTo>
                <a:lnTo>
                  <a:pt x="2868" y="1479"/>
                </a:lnTo>
                <a:lnTo>
                  <a:pt x="2843" y="1495"/>
                </a:lnTo>
                <a:lnTo>
                  <a:pt x="2785" y="1520"/>
                </a:lnTo>
                <a:lnTo>
                  <a:pt x="2762" y="1525"/>
                </a:lnTo>
                <a:lnTo>
                  <a:pt x="2722" y="1529"/>
                </a:lnTo>
                <a:lnTo>
                  <a:pt x="2702" y="1532"/>
                </a:lnTo>
                <a:lnTo>
                  <a:pt x="2687" y="1530"/>
                </a:lnTo>
                <a:lnTo>
                  <a:pt x="2659" y="1522"/>
                </a:lnTo>
                <a:lnTo>
                  <a:pt x="2650" y="1518"/>
                </a:lnTo>
                <a:lnTo>
                  <a:pt x="2636" y="1508"/>
                </a:lnTo>
                <a:lnTo>
                  <a:pt x="2629" y="1497"/>
                </a:lnTo>
                <a:lnTo>
                  <a:pt x="2628" y="1484"/>
                </a:lnTo>
                <a:lnTo>
                  <a:pt x="2630" y="1476"/>
                </a:lnTo>
                <a:lnTo>
                  <a:pt x="2634" y="1457"/>
                </a:lnTo>
                <a:lnTo>
                  <a:pt x="2632" y="1424"/>
                </a:lnTo>
                <a:lnTo>
                  <a:pt x="2622" y="1403"/>
                </a:lnTo>
                <a:lnTo>
                  <a:pt x="2611" y="1398"/>
                </a:lnTo>
                <a:lnTo>
                  <a:pt x="2602" y="1401"/>
                </a:lnTo>
                <a:lnTo>
                  <a:pt x="2598" y="1405"/>
                </a:lnTo>
                <a:lnTo>
                  <a:pt x="2587" y="1413"/>
                </a:lnTo>
                <a:lnTo>
                  <a:pt x="2557" y="1423"/>
                </a:lnTo>
                <a:lnTo>
                  <a:pt x="2525" y="1423"/>
                </a:lnTo>
                <a:lnTo>
                  <a:pt x="2502" y="1413"/>
                </a:lnTo>
                <a:lnTo>
                  <a:pt x="2497" y="1405"/>
                </a:lnTo>
                <a:lnTo>
                  <a:pt x="2493" y="1400"/>
                </a:lnTo>
                <a:lnTo>
                  <a:pt x="2481" y="1398"/>
                </a:lnTo>
                <a:lnTo>
                  <a:pt x="2449" y="1408"/>
                </a:lnTo>
                <a:lnTo>
                  <a:pt x="2413" y="1426"/>
                </a:lnTo>
                <a:lnTo>
                  <a:pt x="2384" y="1444"/>
                </a:lnTo>
                <a:lnTo>
                  <a:pt x="2340" y="1472"/>
                </a:lnTo>
                <a:lnTo>
                  <a:pt x="2334" y="1479"/>
                </a:lnTo>
                <a:lnTo>
                  <a:pt x="2330" y="1487"/>
                </a:lnTo>
                <a:lnTo>
                  <a:pt x="2316" y="1492"/>
                </a:lnTo>
                <a:lnTo>
                  <a:pt x="2297" y="1486"/>
                </a:lnTo>
                <a:lnTo>
                  <a:pt x="2275" y="1469"/>
                </a:lnTo>
                <a:lnTo>
                  <a:pt x="2263" y="1456"/>
                </a:lnTo>
                <a:lnTo>
                  <a:pt x="2254" y="1445"/>
                </a:lnTo>
                <a:lnTo>
                  <a:pt x="2240" y="1431"/>
                </a:lnTo>
                <a:lnTo>
                  <a:pt x="2228" y="1428"/>
                </a:lnTo>
                <a:lnTo>
                  <a:pt x="2215" y="1434"/>
                </a:lnTo>
                <a:lnTo>
                  <a:pt x="2206" y="1441"/>
                </a:lnTo>
                <a:lnTo>
                  <a:pt x="2201" y="1446"/>
                </a:lnTo>
                <a:lnTo>
                  <a:pt x="2192" y="1457"/>
                </a:lnTo>
                <a:lnTo>
                  <a:pt x="2191" y="1475"/>
                </a:lnTo>
                <a:lnTo>
                  <a:pt x="2205" y="1495"/>
                </a:lnTo>
                <a:lnTo>
                  <a:pt x="2234" y="1508"/>
                </a:lnTo>
                <a:lnTo>
                  <a:pt x="2253" y="1509"/>
                </a:lnTo>
                <a:lnTo>
                  <a:pt x="2262" y="1509"/>
                </a:lnTo>
                <a:lnTo>
                  <a:pt x="2277" y="1514"/>
                </a:lnTo>
                <a:lnTo>
                  <a:pt x="2286" y="1522"/>
                </a:lnTo>
                <a:lnTo>
                  <a:pt x="2290" y="1535"/>
                </a:lnTo>
                <a:lnTo>
                  <a:pt x="2291" y="1543"/>
                </a:lnTo>
                <a:lnTo>
                  <a:pt x="2289" y="1557"/>
                </a:lnTo>
                <a:lnTo>
                  <a:pt x="2278" y="1575"/>
                </a:lnTo>
                <a:lnTo>
                  <a:pt x="2268" y="1577"/>
                </a:lnTo>
                <a:lnTo>
                  <a:pt x="2259" y="1575"/>
                </a:lnTo>
                <a:lnTo>
                  <a:pt x="2248" y="1561"/>
                </a:lnTo>
                <a:lnTo>
                  <a:pt x="2246" y="1552"/>
                </a:lnTo>
                <a:lnTo>
                  <a:pt x="2245" y="1541"/>
                </a:lnTo>
                <a:lnTo>
                  <a:pt x="2231" y="1528"/>
                </a:lnTo>
                <a:lnTo>
                  <a:pt x="2210" y="1528"/>
                </a:lnTo>
                <a:lnTo>
                  <a:pt x="2191" y="1540"/>
                </a:lnTo>
                <a:lnTo>
                  <a:pt x="2185" y="1552"/>
                </a:lnTo>
                <a:lnTo>
                  <a:pt x="2182" y="1558"/>
                </a:lnTo>
                <a:lnTo>
                  <a:pt x="2171" y="1566"/>
                </a:lnTo>
                <a:lnTo>
                  <a:pt x="2143" y="1573"/>
                </a:lnTo>
                <a:lnTo>
                  <a:pt x="2114" y="1572"/>
                </a:lnTo>
                <a:lnTo>
                  <a:pt x="2096" y="1571"/>
                </a:lnTo>
                <a:lnTo>
                  <a:pt x="2071" y="1572"/>
                </a:lnTo>
                <a:lnTo>
                  <a:pt x="2057" y="1580"/>
                </a:lnTo>
                <a:lnTo>
                  <a:pt x="2052" y="1596"/>
                </a:lnTo>
                <a:lnTo>
                  <a:pt x="2051" y="1608"/>
                </a:lnTo>
                <a:lnTo>
                  <a:pt x="2048" y="1625"/>
                </a:lnTo>
                <a:lnTo>
                  <a:pt x="2029" y="1658"/>
                </a:lnTo>
                <a:lnTo>
                  <a:pt x="2017" y="1669"/>
                </a:lnTo>
                <a:lnTo>
                  <a:pt x="2001" y="1680"/>
                </a:lnTo>
                <a:lnTo>
                  <a:pt x="1961" y="1692"/>
                </a:lnTo>
                <a:lnTo>
                  <a:pt x="1921" y="1694"/>
                </a:lnTo>
                <a:lnTo>
                  <a:pt x="1900" y="1690"/>
                </a:lnTo>
                <a:lnTo>
                  <a:pt x="1892" y="1683"/>
                </a:lnTo>
                <a:lnTo>
                  <a:pt x="1891" y="1679"/>
                </a:lnTo>
                <a:lnTo>
                  <a:pt x="1892" y="1671"/>
                </a:lnTo>
                <a:lnTo>
                  <a:pt x="1900" y="1662"/>
                </a:lnTo>
                <a:lnTo>
                  <a:pt x="1906" y="1661"/>
                </a:lnTo>
                <a:lnTo>
                  <a:pt x="1912" y="1658"/>
                </a:lnTo>
                <a:lnTo>
                  <a:pt x="1935" y="1635"/>
                </a:lnTo>
                <a:lnTo>
                  <a:pt x="1947" y="1619"/>
                </a:lnTo>
                <a:lnTo>
                  <a:pt x="1978" y="1577"/>
                </a:lnTo>
                <a:lnTo>
                  <a:pt x="1896" y="1583"/>
                </a:lnTo>
                <a:lnTo>
                  <a:pt x="1859" y="1587"/>
                </a:lnTo>
                <a:lnTo>
                  <a:pt x="1803" y="1598"/>
                </a:lnTo>
                <a:lnTo>
                  <a:pt x="1767" y="1616"/>
                </a:lnTo>
                <a:lnTo>
                  <a:pt x="1739" y="1646"/>
                </a:lnTo>
                <a:lnTo>
                  <a:pt x="1728" y="1668"/>
                </a:lnTo>
                <a:lnTo>
                  <a:pt x="1697" y="1722"/>
                </a:lnTo>
                <a:lnTo>
                  <a:pt x="1657" y="1780"/>
                </a:lnTo>
                <a:lnTo>
                  <a:pt x="1637" y="1807"/>
                </a:lnTo>
                <a:lnTo>
                  <a:pt x="1602" y="1885"/>
                </a:lnTo>
                <a:lnTo>
                  <a:pt x="1591" y="1923"/>
                </a:lnTo>
                <a:lnTo>
                  <a:pt x="1580" y="1958"/>
                </a:lnTo>
                <a:lnTo>
                  <a:pt x="1552" y="2019"/>
                </a:lnTo>
                <a:lnTo>
                  <a:pt x="1537" y="2036"/>
                </a:lnTo>
                <a:lnTo>
                  <a:pt x="1524" y="2048"/>
                </a:lnTo>
                <a:lnTo>
                  <a:pt x="1505" y="2070"/>
                </a:lnTo>
                <a:lnTo>
                  <a:pt x="1503" y="2078"/>
                </a:lnTo>
                <a:lnTo>
                  <a:pt x="1502" y="2082"/>
                </a:lnTo>
                <a:lnTo>
                  <a:pt x="1495" y="2086"/>
                </a:lnTo>
                <a:lnTo>
                  <a:pt x="1475" y="2090"/>
                </a:lnTo>
                <a:lnTo>
                  <a:pt x="1456" y="2089"/>
                </a:lnTo>
                <a:lnTo>
                  <a:pt x="1444" y="2087"/>
                </a:lnTo>
                <a:lnTo>
                  <a:pt x="1422" y="2089"/>
                </a:lnTo>
                <a:lnTo>
                  <a:pt x="1402" y="2096"/>
                </a:lnTo>
                <a:lnTo>
                  <a:pt x="1383" y="2109"/>
                </a:lnTo>
                <a:lnTo>
                  <a:pt x="1373" y="2117"/>
                </a:lnTo>
                <a:lnTo>
                  <a:pt x="1357" y="2129"/>
                </a:lnTo>
                <a:lnTo>
                  <a:pt x="1341" y="2138"/>
                </a:lnTo>
                <a:lnTo>
                  <a:pt x="1335" y="2137"/>
                </a:lnTo>
                <a:lnTo>
                  <a:pt x="1334" y="2134"/>
                </a:lnTo>
                <a:lnTo>
                  <a:pt x="1332" y="2127"/>
                </a:lnTo>
                <a:lnTo>
                  <a:pt x="1312" y="2119"/>
                </a:lnTo>
                <a:lnTo>
                  <a:pt x="1297" y="2119"/>
                </a:lnTo>
                <a:lnTo>
                  <a:pt x="1275" y="2119"/>
                </a:lnTo>
                <a:lnTo>
                  <a:pt x="1272" y="2124"/>
                </a:lnTo>
                <a:lnTo>
                  <a:pt x="1290" y="2132"/>
                </a:lnTo>
                <a:lnTo>
                  <a:pt x="1310" y="2139"/>
                </a:lnTo>
                <a:lnTo>
                  <a:pt x="1311" y="2149"/>
                </a:lnTo>
                <a:lnTo>
                  <a:pt x="1293" y="2155"/>
                </a:lnTo>
                <a:lnTo>
                  <a:pt x="1277" y="2162"/>
                </a:lnTo>
                <a:lnTo>
                  <a:pt x="1254" y="2168"/>
                </a:lnTo>
                <a:lnTo>
                  <a:pt x="1240" y="2164"/>
                </a:lnTo>
                <a:lnTo>
                  <a:pt x="1234" y="2151"/>
                </a:lnTo>
                <a:lnTo>
                  <a:pt x="1233" y="2142"/>
                </a:lnTo>
                <a:lnTo>
                  <a:pt x="1232" y="2132"/>
                </a:lnTo>
                <a:lnTo>
                  <a:pt x="1221" y="2118"/>
                </a:lnTo>
                <a:lnTo>
                  <a:pt x="1214" y="2117"/>
                </a:lnTo>
                <a:lnTo>
                  <a:pt x="1207" y="2116"/>
                </a:lnTo>
                <a:lnTo>
                  <a:pt x="1201" y="2102"/>
                </a:lnTo>
                <a:lnTo>
                  <a:pt x="1204" y="2092"/>
                </a:lnTo>
                <a:lnTo>
                  <a:pt x="1208" y="2082"/>
                </a:lnTo>
                <a:lnTo>
                  <a:pt x="1205" y="2063"/>
                </a:lnTo>
                <a:lnTo>
                  <a:pt x="1199" y="2058"/>
                </a:lnTo>
                <a:lnTo>
                  <a:pt x="1196" y="2056"/>
                </a:lnTo>
                <a:lnTo>
                  <a:pt x="1190" y="2060"/>
                </a:lnTo>
                <a:lnTo>
                  <a:pt x="1182" y="2077"/>
                </a:lnTo>
                <a:lnTo>
                  <a:pt x="1179" y="2095"/>
                </a:lnTo>
                <a:lnTo>
                  <a:pt x="1178" y="2109"/>
                </a:lnTo>
                <a:lnTo>
                  <a:pt x="1172" y="2128"/>
                </a:lnTo>
                <a:lnTo>
                  <a:pt x="1161" y="2137"/>
                </a:lnTo>
                <a:lnTo>
                  <a:pt x="1141" y="2140"/>
                </a:lnTo>
                <a:lnTo>
                  <a:pt x="1128" y="2139"/>
                </a:lnTo>
                <a:lnTo>
                  <a:pt x="1115" y="2138"/>
                </a:lnTo>
                <a:lnTo>
                  <a:pt x="1097" y="2141"/>
                </a:lnTo>
                <a:lnTo>
                  <a:pt x="1086" y="2148"/>
                </a:lnTo>
                <a:lnTo>
                  <a:pt x="1082" y="2161"/>
                </a:lnTo>
                <a:lnTo>
                  <a:pt x="1081" y="2170"/>
                </a:lnTo>
                <a:lnTo>
                  <a:pt x="1081" y="2183"/>
                </a:lnTo>
                <a:lnTo>
                  <a:pt x="1075" y="2198"/>
                </a:lnTo>
                <a:lnTo>
                  <a:pt x="1063" y="2199"/>
                </a:lnTo>
                <a:lnTo>
                  <a:pt x="1047" y="2185"/>
                </a:lnTo>
                <a:lnTo>
                  <a:pt x="1037" y="2171"/>
                </a:lnTo>
                <a:lnTo>
                  <a:pt x="1024" y="2154"/>
                </a:lnTo>
                <a:lnTo>
                  <a:pt x="1012" y="2156"/>
                </a:lnTo>
                <a:lnTo>
                  <a:pt x="1005" y="2176"/>
                </a:lnTo>
                <a:lnTo>
                  <a:pt x="993" y="2208"/>
                </a:lnTo>
                <a:lnTo>
                  <a:pt x="979" y="2236"/>
                </a:lnTo>
                <a:lnTo>
                  <a:pt x="974" y="2250"/>
                </a:lnTo>
                <a:lnTo>
                  <a:pt x="970" y="2282"/>
                </a:lnTo>
                <a:lnTo>
                  <a:pt x="973" y="2296"/>
                </a:lnTo>
                <a:lnTo>
                  <a:pt x="975" y="2311"/>
                </a:lnTo>
                <a:lnTo>
                  <a:pt x="971" y="2351"/>
                </a:lnTo>
                <a:lnTo>
                  <a:pt x="964" y="2370"/>
                </a:lnTo>
                <a:lnTo>
                  <a:pt x="958" y="2386"/>
                </a:lnTo>
                <a:lnTo>
                  <a:pt x="951" y="2395"/>
                </a:lnTo>
                <a:lnTo>
                  <a:pt x="948" y="2394"/>
                </a:lnTo>
                <a:lnTo>
                  <a:pt x="948" y="2390"/>
                </a:lnTo>
                <a:lnTo>
                  <a:pt x="946" y="2378"/>
                </a:lnTo>
                <a:lnTo>
                  <a:pt x="933" y="2370"/>
                </a:lnTo>
                <a:lnTo>
                  <a:pt x="905" y="2380"/>
                </a:lnTo>
                <a:lnTo>
                  <a:pt x="866" y="2409"/>
                </a:lnTo>
                <a:lnTo>
                  <a:pt x="839" y="2431"/>
                </a:lnTo>
                <a:lnTo>
                  <a:pt x="803" y="2460"/>
                </a:lnTo>
                <a:lnTo>
                  <a:pt x="774" y="2475"/>
                </a:lnTo>
                <a:lnTo>
                  <a:pt x="765" y="2471"/>
                </a:lnTo>
                <a:lnTo>
                  <a:pt x="763" y="2464"/>
                </a:lnTo>
                <a:lnTo>
                  <a:pt x="759" y="2453"/>
                </a:lnTo>
                <a:lnTo>
                  <a:pt x="739" y="2440"/>
                </a:lnTo>
                <a:lnTo>
                  <a:pt x="714" y="2438"/>
                </a:lnTo>
                <a:lnTo>
                  <a:pt x="689" y="2448"/>
                </a:lnTo>
                <a:lnTo>
                  <a:pt x="682" y="2458"/>
                </a:lnTo>
                <a:lnTo>
                  <a:pt x="678" y="2467"/>
                </a:lnTo>
                <a:lnTo>
                  <a:pt x="685" y="2487"/>
                </a:lnTo>
                <a:lnTo>
                  <a:pt x="695" y="2495"/>
                </a:lnTo>
                <a:lnTo>
                  <a:pt x="704" y="2500"/>
                </a:lnTo>
                <a:lnTo>
                  <a:pt x="712" y="2509"/>
                </a:lnTo>
                <a:lnTo>
                  <a:pt x="706" y="2524"/>
                </a:lnTo>
                <a:lnTo>
                  <a:pt x="685" y="2540"/>
                </a:lnTo>
                <a:lnTo>
                  <a:pt x="650" y="2570"/>
                </a:lnTo>
                <a:lnTo>
                  <a:pt x="690" y="2605"/>
                </a:lnTo>
                <a:lnTo>
                  <a:pt x="704" y="2616"/>
                </a:lnTo>
                <a:lnTo>
                  <a:pt x="722" y="2628"/>
                </a:lnTo>
                <a:lnTo>
                  <a:pt x="734" y="2629"/>
                </a:lnTo>
                <a:lnTo>
                  <a:pt x="745" y="2620"/>
                </a:lnTo>
                <a:lnTo>
                  <a:pt x="751" y="2611"/>
                </a:lnTo>
                <a:lnTo>
                  <a:pt x="761" y="2599"/>
                </a:lnTo>
                <a:lnTo>
                  <a:pt x="773" y="2595"/>
                </a:lnTo>
                <a:lnTo>
                  <a:pt x="781" y="2599"/>
                </a:lnTo>
                <a:lnTo>
                  <a:pt x="784" y="2603"/>
                </a:lnTo>
                <a:lnTo>
                  <a:pt x="789" y="2612"/>
                </a:lnTo>
                <a:lnTo>
                  <a:pt x="789" y="2631"/>
                </a:lnTo>
                <a:lnTo>
                  <a:pt x="779" y="2647"/>
                </a:lnTo>
                <a:lnTo>
                  <a:pt x="761" y="2656"/>
                </a:lnTo>
                <a:lnTo>
                  <a:pt x="750" y="2657"/>
                </a:lnTo>
                <a:lnTo>
                  <a:pt x="745" y="2658"/>
                </a:lnTo>
                <a:lnTo>
                  <a:pt x="736" y="2663"/>
                </a:lnTo>
                <a:lnTo>
                  <a:pt x="728" y="2677"/>
                </a:lnTo>
                <a:lnTo>
                  <a:pt x="726" y="2691"/>
                </a:lnTo>
                <a:lnTo>
                  <a:pt x="725" y="2705"/>
                </a:lnTo>
                <a:lnTo>
                  <a:pt x="711" y="2729"/>
                </a:lnTo>
                <a:lnTo>
                  <a:pt x="701" y="2735"/>
                </a:lnTo>
                <a:lnTo>
                  <a:pt x="693" y="2739"/>
                </a:lnTo>
                <a:lnTo>
                  <a:pt x="684" y="2756"/>
                </a:lnTo>
                <a:lnTo>
                  <a:pt x="678" y="2796"/>
                </a:lnTo>
                <a:lnTo>
                  <a:pt x="688" y="2864"/>
                </a:lnTo>
                <a:lnTo>
                  <a:pt x="706" y="2913"/>
                </a:lnTo>
                <a:lnTo>
                  <a:pt x="722" y="2939"/>
                </a:lnTo>
                <a:lnTo>
                  <a:pt x="731" y="2949"/>
                </a:lnTo>
                <a:lnTo>
                  <a:pt x="747" y="2966"/>
                </a:lnTo>
                <a:lnTo>
                  <a:pt x="764" y="3004"/>
                </a:lnTo>
                <a:lnTo>
                  <a:pt x="763" y="3042"/>
                </a:lnTo>
                <a:lnTo>
                  <a:pt x="745" y="3076"/>
                </a:lnTo>
                <a:lnTo>
                  <a:pt x="728" y="3089"/>
                </a:lnTo>
                <a:lnTo>
                  <a:pt x="720" y="3096"/>
                </a:lnTo>
                <a:lnTo>
                  <a:pt x="707" y="3112"/>
                </a:lnTo>
                <a:lnTo>
                  <a:pt x="697" y="3132"/>
                </a:lnTo>
                <a:lnTo>
                  <a:pt x="691" y="3155"/>
                </a:lnTo>
                <a:lnTo>
                  <a:pt x="690" y="3168"/>
                </a:lnTo>
                <a:lnTo>
                  <a:pt x="690" y="3189"/>
                </a:lnTo>
                <a:lnTo>
                  <a:pt x="686" y="3203"/>
                </a:lnTo>
                <a:lnTo>
                  <a:pt x="682" y="3204"/>
                </a:lnTo>
                <a:lnTo>
                  <a:pt x="680" y="3200"/>
                </a:lnTo>
                <a:lnTo>
                  <a:pt x="675" y="3190"/>
                </a:lnTo>
                <a:lnTo>
                  <a:pt x="659" y="3181"/>
                </a:lnTo>
                <a:lnTo>
                  <a:pt x="639" y="3183"/>
                </a:lnTo>
                <a:lnTo>
                  <a:pt x="615" y="3198"/>
                </a:lnTo>
                <a:lnTo>
                  <a:pt x="603" y="3210"/>
                </a:lnTo>
                <a:lnTo>
                  <a:pt x="590" y="3226"/>
                </a:lnTo>
                <a:lnTo>
                  <a:pt x="576" y="3247"/>
                </a:lnTo>
                <a:lnTo>
                  <a:pt x="578" y="3257"/>
                </a:lnTo>
                <a:lnTo>
                  <a:pt x="594" y="3255"/>
                </a:lnTo>
                <a:lnTo>
                  <a:pt x="608" y="3248"/>
                </a:lnTo>
                <a:lnTo>
                  <a:pt x="627" y="3240"/>
                </a:lnTo>
                <a:lnTo>
                  <a:pt x="697" y="3227"/>
                </a:lnTo>
                <a:lnTo>
                  <a:pt x="738" y="3223"/>
                </a:lnTo>
                <a:lnTo>
                  <a:pt x="836" y="3216"/>
                </a:lnTo>
                <a:lnTo>
                  <a:pt x="781" y="3261"/>
                </a:lnTo>
                <a:lnTo>
                  <a:pt x="758" y="3280"/>
                </a:lnTo>
                <a:lnTo>
                  <a:pt x="729" y="3318"/>
                </a:lnTo>
                <a:lnTo>
                  <a:pt x="726" y="3329"/>
                </a:lnTo>
                <a:lnTo>
                  <a:pt x="723" y="3340"/>
                </a:lnTo>
                <a:lnTo>
                  <a:pt x="692" y="3384"/>
                </a:lnTo>
                <a:lnTo>
                  <a:pt x="669" y="3408"/>
                </a:lnTo>
                <a:lnTo>
                  <a:pt x="642" y="3435"/>
                </a:lnTo>
                <a:lnTo>
                  <a:pt x="625" y="3464"/>
                </a:lnTo>
                <a:lnTo>
                  <a:pt x="625" y="3477"/>
                </a:lnTo>
                <a:lnTo>
                  <a:pt x="630" y="3482"/>
                </a:lnTo>
                <a:lnTo>
                  <a:pt x="635" y="3487"/>
                </a:lnTo>
                <a:lnTo>
                  <a:pt x="638" y="3497"/>
                </a:lnTo>
                <a:lnTo>
                  <a:pt x="630" y="3513"/>
                </a:lnTo>
                <a:lnTo>
                  <a:pt x="613" y="3526"/>
                </a:lnTo>
                <a:lnTo>
                  <a:pt x="579" y="3552"/>
                </a:lnTo>
                <a:lnTo>
                  <a:pt x="554" y="3573"/>
                </a:lnTo>
                <a:lnTo>
                  <a:pt x="527" y="3596"/>
                </a:lnTo>
                <a:lnTo>
                  <a:pt x="487" y="3624"/>
                </a:lnTo>
                <a:lnTo>
                  <a:pt x="467" y="3638"/>
                </a:lnTo>
                <a:lnTo>
                  <a:pt x="442" y="3669"/>
                </a:lnTo>
                <a:lnTo>
                  <a:pt x="432" y="3690"/>
                </a:lnTo>
                <a:lnTo>
                  <a:pt x="429" y="3700"/>
                </a:lnTo>
                <a:lnTo>
                  <a:pt x="423" y="3720"/>
                </a:lnTo>
                <a:lnTo>
                  <a:pt x="408" y="3756"/>
                </a:lnTo>
                <a:lnTo>
                  <a:pt x="400" y="3767"/>
                </a:lnTo>
                <a:lnTo>
                  <a:pt x="392" y="3775"/>
                </a:lnTo>
                <a:lnTo>
                  <a:pt x="357" y="3798"/>
                </a:lnTo>
                <a:lnTo>
                  <a:pt x="310" y="3821"/>
                </a:lnTo>
                <a:lnTo>
                  <a:pt x="264" y="3840"/>
                </a:lnTo>
                <a:lnTo>
                  <a:pt x="244" y="3845"/>
                </a:lnTo>
                <a:lnTo>
                  <a:pt x="222" y="3854"/>
                </a:lnTo>
                <a:lnTo>
                  <a:pt x="183" y="3872"/>
                </a:lnTo>
                <a:lnTo>
                  <a:pt x="159" y="3884"/>
                </a:lnTo>
                <a:lnTo>
                  <a:pt x="147" y="3899"/>
                </a:lnTo>
                <a:lnTo>
                  <a:pt x="149" y="3910"/>
                </a:lnTo>
                <a:lnTo>
                  <a:pt x="153" y="3916"/>
                </a:lnTo>
                <a:lnTo>
                  <a:pt x="159" y="3925"/>
                </a:lnTo>
                <a:lnTo>
                  <a:pt x="163" y="3960"/>
                </a:lnTo>
                <a:lnTo>
                  <a:pt x="160" y="3978"/>
                </a:lnTo>
                <a:lnTo>
                  <a:pt x="157" y="3990"/>
                </a:lnTo>
                <a:lnTo>
                  <a:pt x="157" y="4007"/>
                </a:lnTo>
                <a:lnTo>
                  <a:pt x="163" y="4018"/>
                </a:lnTo>
                <a:lnTo>
                  <a:pt x="178" y="4027"/>
                </a:lnTo>
                <a:lnTo>
                  <a:pt x="189" y="4031"/>
                </a:lnTo>
                <a:lnTo>
                  <a:pt x="211" y="4036"/>
                </a:lnTo>
                <a:lnTo>
                  <a:pt x="251" y="4041"/>
                </a:lnTo>
                <a:lnTo>
                  <a:pt x="284" y="4039"/>
                </a:lnTo>
                <a:lnTo>
                  <a:pt x="302" y="4031"/>
                </a:lnTo>
                <a:lnTo>
                  <a:pt x="304" y="4024"/>
                </a:lnTo>
                <a:lnTo>
                  <a:pt x="305" y="4016"/>
                </a:lnTo>
                <a:lnTo>
                  <a:pt x="314" y="4007"/>
                </a:lnTo>
                <a:lnTo>
                  <a:pt x="320" y="4007"/>
                </a:lnTo>
                <a:lnTo>
                  <a:pt x="330" y="4008"/>
                </a:lnTo>
                <a:lnTo>
                  <a:pt x="337" y="4018"/>
                </a:lnTo>
                <a:lnTo>
                  <a:pt x="332" y="4039"/>
                </a:lnTo>
                <a:lnTo>
                  <a:pt x="315" y="4065"/>
                </a:lnTo>
                <a:lnTo>
                  <a:pt x="302" y="4079"/>
                </a:lnTo>
                <a:lnTo>
                  <a:pt x="289" y="4096"/>
                </a:lnTo>
                <a:lnTo>
                  <a:pt x="278" y="4124"/>
                </a:lnTo>
                <a:lnTo>
                  <a:pt x="276" y="4140"/>
                </a:lnTo>
                <a:lnTo>
                  <a:pt x="277" y="4147"/>
                </a:lnTo>
                <a:lnTo>
                  <a:pt x="280" y="4162"/>
                </a:lnTo>
                <a:lnTo>
                  <a:pt x="279" y="4191"/>
                </a:lnTo>
                <a:lnTo>
                  <a:pt x="270" y="4213"/>
                </a:lnTo>
                <a:lnTo>
                  <a:pt x="254" y="4225"/>
                </a:lnTo>
                <a:lnTo>
                  <a:pt x="243" y="4226"/>
                </a:lnTo>
                <a:lnTo>
                  <a:pt x="233" y="4227"/>
                </a:lnTo>
                <a:lnTo>
                  <a:pt x="221" y="4238"/>
                </a:lnTo>
                <a:lnTo>
                  <a:pt x="219" y="4246"/>
                </a:lnTo>
                <a:lnTo>
                  <a:pt x="220" y="4253"/>
                </a:lnTo>
                <a:lnTo>
                  <a:pt x="226" y="4258"/>
                </a:lnTo>
                <a:lnTo>
                  <a:pt x="229" y="4255"/>
                </a:lnTo>
                <a:lnTo>
                  <a:pt x="236" y="4252"/>
                </a:lnTo>
                <a:lnTo>
                  <a:pt x="269" y="4256"/>
                </a:lnTo>
                <a:lnTo>
                  <a:pt x="289" y="4264"/>
                </a:lnTo>
                <a:lnTo>
                  <a:pt x="303" y="4269"/>
                </a:lnTo>
                <a:lnTo>
                  <a:pt x="323" y="4281"/>
                </a:lnTo>
                <a:lnTo>
                  <a:pt x="334" y="4298"/>
                </a:lnTo>
                <a:lnTo>
                  <a:pt x="338" y="4326"/>
                </a:lnTo>
                <a:lnTo>
                  <a:pt x="338" y="4347"/>
                </a:lnTo>
                <a:lnTo>
                  <a:pt x="339" y="4375"/>
                </a:lnTo>
                <a:lnTo>
                  <a:pt x="347" y="4402"/>
                </a:lnTo>
                <a:lnTo>
                  <a:pt x="355" y="4411"/>
                </a:lnTo>
                <a:lnTo>
                  <a:pt x="360" y="4412"/>
                </a:lnTo>
                <a:lnTo>
                  <a:pt x="368" y="4412"/>
                </a:lnTo>
                <a:lnTo>
                  <a:pt x="365" y="4420"/>
                </a:lnTo>
                <a:lnTo>
                  <a:pt x="355" y="4429"/>
                </a:lnTo>
                <a:lnTo>
                  <a:pt x="342" y="4438"/>
                </a:lnTo>
                <a:lnTo>
                  <a:pt x="337" y="4448"/>
                </a:lnTo>
                <a:lnTo>
                  <a:pt x="340" y="4453"/>
                </a:lnTo>
                <a:lnTo>
                  <a:pt x="355" y="4457"/>
                </a:lnTo>
                <a:lnTo>
                  <a:pt x="393" y="4456"/>
                </a:lnTo>
                <a:lnTo>
                  <a:pt x="421" y="4453"/>
                </a:lnTo>
                <a:lnTo>
                  <a:pt x="443" y="4449"/>
                </a:lnTo>
                <a:lnTo>
                  <a:pt x="471" y="4442"/>
                </a:lnTo>
                <a:lnTo>
                  <a:pt x="485" y="4431"/>
                </a:lnTo>
                <a:lnTo>
                  <a:pt x="486" y="4414"/>
                </a:lnTo>
                <a:lnTo>
                  <a:pt x="483" y="4402"/>
                </a:lnTo>
                <a:lnTo>
                  <a:pt x="479" y="4383"/>
                </a:lnTo>
                <a:lnTo>
                  <a:pt x="482" y="4370"/>
                </a:lnTo>
                <a:lnTo>
                  <a:pt x="490" y="4370"/>
                </a:lnTo>
                <a:lnTo>
                  <a:pt x="497" y="4372"/>
                </a:lnTo>
                <a:lnTo>
                  <a:pt x="502" y="4374"/>
                </a:lnTo>
                <a:lnTo>
                  <a:pt x="510" y="4384"/>
                </a:lnTo>
                <a:lnTo>
                  <a:pt x="518" y="4405"/>
                </a:lnTo>
                <a:lnTo>
                  <a:pt x="518" y="4438"/>
                </a:lnTo>
                <a:lnTo>
                  <a:pt x="510" y="4456"/>
                </a:lnTo>
                <a:lnTo>
                  <a:pt x="502" y="4462"/>
                </a:lnTo>
                <a:lnTo>
                  <a:pt x="497" y="4463"/>
                </a:lnTo>
                <a:lnTo>
                  <a:pt x="491" y="4463"/>
                </a:lnTo>
                <a:lnTo>
                  <a:pt x="483" y="4468"/>
                </a:lnTo>
                <a:lnTo>
                  <a:pt x="479" y="4483"/>
                </a:lnTo>
                <a:lnTo>
                  <a:pt x="483" y="4503"/>
                </a:lnTo>
                <a:lnTo>
                  <a:pt x="487" y="4522"/>
                </a:lnTo>
                <a:lnTo>
                  <a:pt x="482" y="4541"/>
                </a:lnTo>
                <a:lnTo>
                  <a:pt x="472" y="4549"/>
                </a:lnTo>
                <a:lnTo>
                  <a:pt x="466" y="4552"/>
                </a:lnTo>
                <a:lnTo>
                  <a:pt x="451" y="4559"/>
                </a:lnTo>
                <a:lnTo>
                  <a:pt x="439" y="4574"/>
                </a:lnTo>
                <a:lnTo>
                  <a:pt x="444" y="4587"/>
                </a:lnTo>
                <a:lnTo>
                  <a:pt x="465" y="4591"/>
                </a:lnTo>
                <a:lnTo>
                  <a:pt x="482" y="4588"/>
                </a:lnTo>
                <a:lnTo>
                  <a:pt x="501" y="4583"/>
                </a:lnTo>
                <a:lnTo>
                  <a:pt x="517" y="4583"/>
                </a:lnTo>
                <a:lnTo>
                  <a:pt x="521" y="4585"/>
                </a:lnTo>
                <a:lnTo>
                  <a:pt x="518" y="4594"/>
                </a:lnTo>
                <a:lnTo>
                  <a:pt x="494" y="4612"/>
                </a:lnTo>
                <a:lnTo>
                  <a:pt x="472" y="4623"/>
                </a:lnTo>
                <a:lnTo>
                  <a:pt x="453" y="4635"/>
                </a:lnTo>
                <a:lnTo>
                  <a:pt x="431" y="4655"/>
                </a:lnTo>
                <a:lnTo>
                  <a:pt x="423" y="4669"/>
                </a:lnTo>
                <a:lnTo>
                  <a:pt x="422" y="4674"/>
                </a:lnTo>
                <a:lnTo>
                  <a:pt x="419" y="4686"/>
                </a:lnTo>
                <a:lnTo>
                  <a:pt x="390" y="4720"/>
                </a:lnTo>
                <a:lnTo>
                  <a:pt x="370" y="4736"/>
                </a:lnTo>
                <a:lnTo>
                  <a:pt x="339" y="4762"/>
                </a:lnTo>
                <a:lnTo>
                  <a:pt x="279" y="4827"/>
                </a:lnTo>
                <a:lnTo>
                  <a:pt x="232" y="4896"/>
                </a:lnTo>
                <a:lnTo>
                  <a:pt x="212" y="4941"/>
                </a:lnTo>
                <a:lnTo>
                  <a:pt x="208" y="4965"/>
                </a:lnTo>
                <a:lnTo>
                  <a:pt x="209" y="4974"/>
                </a:lnTo>
                <a:lnTo>
                  <a:pt x="212" y="4993"/>
                </a:lnTo>
                <a:lnTo>
                  <a:pt x="203" y="5034"/>
                </a:lnTo>
                <a:lnTo>
                  <a:pt x="193" y="5051"/>
                </a:lnTo>
                <a:lnTo>
                  <a:pt x="181" y="5068"/>
                </a:lnTo>
                <a:lnTo>
                  <a:pt x="174" y="5088"/>
                </a:lnTo>
                <a:lnTo>
                  <a:pt x="178" y="5097"/>
                </a:lnTo>
                <a:lnTo>
                  <a:pt x="191" y="5106"/>
                </a:lnTo>
                <a:lnTo>
                  <a:pt x="233" y="5112"/>
                </a:lnTo>
                <a:lnTo>
                  <a:pt x="267" y="5112"/>
                </a:lnTo>
                <a:lnTo>
                  <a:pt x="291" y="5112"/>
                </a:lnTo>
                <a:lnTo>
                  <a:pt x="323" y="5115"/>
                </a:lnTo>
                <a:lnTo>
                  <a:pt x="341" y="5123"/>
                </a:lnTo>
                <a:lnTo>
                  <a:pt x="349" y="5138"/>
                </a:lnTo>
                <a:lnTo>
                  <a:pt x="351" y="5149"/>
                </a:lnTo>
                <a:lnTo>
                  <a:pt x="353" y="5167"/>
                </a:lnTo>
                <a:lnTo>
                  <a:pt x="346" y="5183"/>
                </a:lnTo>
                <a:lnTo>
                  <a:pt x="337" y="5188"/>
                </a:lnTo>
                <a:lnTo>
                  <a:pt x="331" y="5188"/>
                </a:lnTo>
                <a:lnTo>
                  <a:pt x="319" y="5191"/>
                </a:lnTo>
                <a:lnTo>
                  <a:pt x="286" y="5218"/>
                </a:lnTo>
                <a:lnTo>
                  <a:pt x="270" y="5239"/>
                </a:lnTo>
                <a:lnTo>
                  <a:pt x="253" y="5260"/>
                </a:lnTo>
                <a:lnTo>
                  <a:pt x="221" y="5285"/>
                </a:lnTo>
                <a:lnTo>
                  <a:pt x="200" y="5297"/>
                </a:lnTo>
                <a:lnTo>
                  <a:pt x="191" y="5299"/>
                </a:lnTo>
                <a:lnTo>
                  <a:pt x="179" y="5303"/>
                </a:lnTo>
                <a:lnTo>
                  <a:pt x="163" y="5311"/>
                </a:lnTo>
                <a:lnTo>
                  <a:pt x="155" y="5324"/>
                </a:lnTo>
                <a:lnTo>
                  <a:pt x="155" y="5342"/>
                </a:lnTo>
                <a:lnTo>
                  <a:pt x="157" y="5355"/>
                </a:lnTo>
                <a:lnTo>
                  <a:pt x="162" y="5379"/>
                </a:lnTo>
                <a:lnTo>
                  <a:pt x="156" y="5385"/>
                </a:lnTo>
                <a:lnTo>
                  <a:pt x="143" y="5369"/>
                </a:lnTo>
                <a:lnTo>
                  <a:pt x="134" y="5356"/>
                </a:lnTo>
                <a:lnTo>
                  <a:pt x="119" y="5343"/>
                </a:lnTo>
                <a:lnTo>
                  <a:pt x="101" y="5346"/>
                </a:lnTo>
                <a:lnTo>
                  <a:pt x="77" y="5366"/>
                </a:lnTo>
                <a:lnTo>
                  <a:pt x="59" y="5384"/>
                </a:lnTo>
                <a:lnTo>
                  <a:pt x="39" y="5406"/>
                </a:lnTo>
                <a:lnTo>
                  <a:pt x="26" y="5428"/>
                </a:lnTo>
                <a:lnTo>
                  <a:pt x="29" y="5438"/>
                </a:lnTo>
                <a:lnTo>
                  <a:pt x="32" y="5441"/>
                </a:lnTo>
                <a:lnTo>
                  <a:pt x="40" y="5448"/>
                </a:lnTo>
                <a:lnTo>
                  <a:pt x="44" y="5470"/>
                </a:lnTo>
                <a:lnTo>
                  <a:pt x="41" y="5484"/>
                </a:lnTo>
                <a:lnTo>
                  <a:pt x="36" y="5497"/>
                </a:lnTo>
                <a:lnTo>
                  <a:pt x="37" y="5506"/>
                </a:lnTo>
                <a:lnTo>
                  <a:pt x="43" y="5505"/>
                </a:lnTo>
                <a:lnTo>
                  <a:pt x="47" y="5502"/>
                </a:lnTo>
                <a:lnTo>
                  <a:pt x="57" y="5499"/>
                </a:lnTo>
                <a:lnTo>
                  <a:pt x="86" y="5502"/>
                </a:lnTo>
                <a:lnTo>
                  <a:pt x="101" y="5509"/>
                </a:lnTo>
                <a:lnTo>
                  <a:pt x="111" y="5514"/>
                </a:lnTo>
                <a:lnTo>
                  <a:pt x="123" y="5525"/>
                </a:lnTo>
                <a:lnTo>
                  <a:pt x="126" y="5536"/>
                </a:lnTo>
                <a:lnTo>
                  <a:pt x="120" y="5553"/>
                </a:lnTo>
                <a:lnTo>
                  <a:pt x="113" y="5565"/>
                </a:lnTo>
                <a:lnTo>
                  <a:pt x="91" y="5601"/>
                </a:lnTo>
                <a:lnTo>
                  <a:pt x="62" y="5638"/>
                </a:lnTo>
                <a:lnTo>
                  <a:pt x="53" y="5649"/>
                </a:lnTo>
                <a:lnTo>
                  <a:pt x="43" y="5663"/>
                </a:lnTo>
                <a:lnTo>
                  <a:pt x="47" y="5669"/>
                </a:lnTo>
                <a:lnTo>
                  <a:pt x="68" y="5667"/>
                </a:lnTo>
                <a:lnTo>
                  <a:pt x="86" y="5664"/>
                </a:lnTo>
                <a:lnTo>
                  <a:pt x="112" y="5662"/>
                </a:lnTo>
                <a:lnTo>
                  <a:pt x="129" y="5665"/>
                </a:lnTo>
                <a:lnTo>
                  <a:pt x="131" y="5671"/>
                </a:lnTo>
                <a:lnTo>
                  <a:pt x="128" y="5676"/>
                </a:lnTo>
                <a:lnTo>
                  <a:pt x="122" y="5683"/>
                </a:lnTo>
                <a:lnTo>
                  <a:pt x="99" y="5691"/>
                </a:lnTo>
                <a:lnTo>
                  <a:pt x="87" y="5691"/>
                </a:lnTo>
                <a:lnTo>
                  <a:pt x="81" y="5690"/>
                </a:lnTo>
                <a:lnTo>
                  <a:pt x="71" y="5694"/>
                </a:lnTo>
                <a:lnTo>
                  <a:pt x="62" y="5710"/>
                </a:lnTo>
                <a:lnTo>
                  <a:pt x="61" y="5734"/>
                </a:lnTo>
                <a:lnTo>
                  <a:pt x="59" y="5753"/>
                </a:lnTo>
                <a:lnTo>
                  <a:pt x="48" y="5784"/>
                </a:lnTo>
                <a:lnTo>
                  <a:pt x="41" y="5792"/>
                </a:lnTo>
                <a:lnTo>
                  <a:pt x="32" y="5800"/>
                </a:lnTo>
                <a:lnTo>
                  <a:pt x="16" y="5822"/>
                </a:lnTo>
                <a:lnTo>
                  <a:pt x="8" y="5849"/>
                </a:lnTo>
                <a:lnTo>
                  <a:pt x="7" y="5876"/>
                </a:lnTo>
                <a:lnTo>
                  <a:pt x="10" y="5889"/>
                </a:lnTo>
                <a:lnTo>
                  <a:pt x="12" y="5895"/>
                </a:lnTo>
                <a:lnTo>
                  <a:pt x="21" y="5903"/>
                </a:lnTo>
                <a:lnTo>
                  <a:pt x="43" y="5908"/>
                </a:lnTo>
                <a:lnTo>
                  <a:pt x="62" y="5904"/>
                </a:lnTo>
                <a:lnTo>
                  <a:pt x="77" y="5900"/>
                </a:lnTo>
                <a:lnTo>
                  <a:pt x="93" y="5897"/>
                </a:lnTo>
                <a:lnTo>
                  <a:pt x="93" y="5909"/>
                </a:lnTo>
                <a:lnTo>
                  <a:pt x="76" y="5937"/>
                </a:lnTo>
                <a:lnTo>
                  <a:pt x="64" y="5956"/>
                </a:lnTo>
                <a:lnTo>
                  <a:pt x="54" y="5999"/>
                </a:lnTo>
                <a:lnTo>
                  <a:pt x="56" y="6015"/>
                </a:lnTo>
                <a:lnTo>
                  <a:pt x="57" y="6023"/>
                </a:lnTo>
                <a:lnTo>
                  <a:pt x="56" y="6036"/>
                </a:lnTo>
                <a:lnTo>
                  <a:pt x="51" y="6047"/>
                </a:lnTo>
                <a:lnTo>
                  <a:pt x="40" y="6055"/>
                </a:lnTo>
                <a:lnTo>
                  <a:pt x="32" y="6058"/>
                </a:lnTo>
                <a:lnTo>
                  <a:pt x="19" y="6063"/>
                </a:lnTo>
                <a:lnTo>
                  <a:pt x="4" y="6079"/>
                </a:lnTo>
                <a:lnTo>
                  <a:pt x="0" y="6099"/>
                </a:lnTo>
                <a:lnTo>
                  <a:pt x="8" y="6117"/>
                </a:lnTo>
                <a:lnTo>
                  <a:pt x="18" y="6125"/>
                </a:lnTo>
                <a:lnTo>
                  <a:pt x="23" y="6128"/>
                </a:lnTo>
                <a:lnTo>
                  <a:pt x="37" y="6126"/>
                </a:lnTo>
                <a:lnTo>
                  <a:pt x="61" y="6112"/>
                </a:lnTo>
                <a:lnTo>
                  <a:pt x="93" y="6080"/>
                </a:lnTo>
                <a:lnTo>
                  <a:pt x="110" y="6053"/>
                </a:lnTo>
                <a:lnTo>
                  <a:pt x="115" y="6036"/>
                </a:lnTo>
                <a:lnTo>
                  <a:pt x="115" y="6028"/>
                </a:lnTo>
                <a:lnTo>
                  <a:pt x="113" y="6017"/>
                </a:lnTo>
                <a:lnTo>
                  <a:pt x="116" y="6004"/>
                </a:lnTo>
                <a:lnTo>
                  <a:pt x="129" y="6000"/>
                </a:lnTo>
                <a:lnTo>
                  <a:pt x="160" y="6004"/>
                </a:lnTo>
                <a:lnTo>
                  <a:pt x="186" y="6008"/>
                </a:lnTo>
                <a:lnTo>
                  <a:pt x="210" y="6015"/>
                </a:lnTo>
                <a:lnTo>
                  <a:pt x="230" y="6030"/>
                </a:lnTo>
                <a:lnTo>
                  <a:pt x="236" y="6044"/>
                </a:lnTo>
                <a:lnTo>
                  <a:pt x="236" y="6053"/>
                </a:lnTo>
                <a:lnTo>
                  <a:pt x="235" y="6064"/>
                </a:lnTo>
                <a:lnTo>
                  <a:pt x="229" y="6074"/>
                </a:lnTo>
                <a:lnTo>
                  <a:pt x="223" y="6076"/>
                </a:lnTo>
                <a:lnTo>
                  <a:pt x="219" y="6074"/>
                </a:lnTo>
                <a:lnTo>
                  <a:pt x="213" y="6071"/>
                </a:lnTo>
                <a:lnTo>
                  <a:pt x="204" y="6074"/>
                </a:lnTo>
                <a:lnTo>
                  <a:pt x="203" y="6079"/>
                </a:lnTo>
                <a:lnTo>
                  <a:pt x="200" y="6086"/>
                </a:lnTo>
                <a:lnTo>
                  <a:pt x="178" y="6106"/>
                </a:lnTo>
                <a:lnTo>
                  <a:pt x="162" y="6116"/>
                </a:lnTo>
                <a:lnTo>
                  <a:pt x="145" y="6127"/>
                </a:lnTo>
                <a:lnTo>
                  <a:pt x="132" y="6142"/>
                </a:lnTo>
                <a:lnTo>
                  <a:pt x="129" y="6153"/>
                </a:lnTo>
                <a:lnTo>
                  <a:pt x="134" y="6166"/>
                </a:lnTo>
                <a:lnTo>
                  <a:pt x="157" y="6178"/>
                </a:lnTo>
                <a:lnTo>
                  <a:pt x="178" y="6179"/>
                </a:lnTo>
                <a:lnTo>
                  <a:pt x="196" y="6177"/>
                </a:lnTo>
                <a:lnTo>
                  <a:pt x="216" y="6166"/>
                </a:lnTo>
                <a:lnTo>
                  <a:pt x="225" y="6155"/>
                </a:lnTo>
                <a:lnTo>
                  <a:pt x="228" y="6149"/>
                </a:lnTo>
                <a:lnTo>
                  <a:pt x="234" y="6136"/>
                </a:lnTo>
                <a:lnTo>
                  <a:pt x="253" y="6118"/>
                </a:lnTo>
                <a:lnTo>
                  <a:pt x="264" y="6116"/>
                </a:lnTo>
                <a:lnTo>
                  <a:pt x="274" y="6117"/>
                </a:lnTo>
                <a:lnTo>
                  <a:pt x="285" y="6126"/>
                </a:lnTo>
                <a:lnTo>
                  <a:pt x="285" y="6139"/>
                </a:lnTo>
                <a:lnTo>
                  <a:pt x="273" y="6157"/>
                </a:lnTo>
                <a:lnTo>
                  <a:pt x="262" y="6167"/>
                </a:lnTo>
                <a:lnTo>
                  <a:pt x="251" y="6177"/>
                </a:lnTo>
                <a:lnTo>
                  <a:pt x="238" y="6201"/>
                </a:lnTo>
                <a:lnTo>
                  <a:pt x="236" y="6222"/>
                </a:lnTo>
                <a:lnTo>
                  <a:pt x="243" y="6229"/>
                </a:lnTo>
                <a:lnTo>
                  <a:pt x="251" y="6228"/>
                </a:lnTo>
                <a:lnTo>
                  <a:pt x="257" y="6225"/>
                </a:lnTo>
                <a:lnTo>
                  <a:pt x="271" y="6219"/>
                </a:lnTo>
                <a:lnTo>
                  <a:pt x="328" y="6213"/>
                </a:lnTo>
                <a:lnTo>
                  <a:pt x="395" y="6212"/>
                </a:lnTo>
                <a:lnTo>
                  <a:pt x="435" y="6216"/>
                </a:lnTo>
                <a:lnTo>
                  <a:pt x="450" y="6220"/>
                </a:lnTo>
                <a:lnTo>
                  <a:pt x="452" y="6223"/>
                </a:lnTo>
                <a:lnTo>
                  <a:pt x="452" y="6232"/>
                </a:lnTo>
                <a:lnTo>
                  <a:pt x="436" y="6256"/>
                </a:lnTo>
                <a:lnTo>
                  <a:pt x="409" y="6278"/>
                </a:lnTo>
                <a:lnTo>
                  <a:pt x="390" y="6286"/>
                </a:lnTo>
                <a:lnTo>
                  <a:pt x="381" y="6285"/>
                </a:lnTo>
                <a:lnTo>
                  <a:pt x="378" y="6281"/>
                </a:lnTo>
                <a:lnTo>
                  <a:pt x="374" y="6275"/>
                </a:lnTo>
                <a:lnTo>
                  <a:pt x="366" y="6270"/>
                </a:lnTo>
                <a:lnTo>
                  <a:pt x="356" y="6276"/>
                </a:lnTo>
                <a:lnTo>
                  <a:pt x="350" y="6305"/>
                </a:lnTo>
                <a:lnTo>
                  <a:pt x="354" y="6342"/>
                </a:lnTo>
                <a:lnTo>
                  <a:pt x="361" y="6359"/>
                </a:lnTo>
                <a:lnTo>
                  <a:pt x="368" y="6374"/>
                </a:lnTo>
                <a:lnTo>
                  <a:pt x="379" y="6390"/>
                </a:lnTo>
                <a:lnTo>
                  <a:pt x="389" y="6394"/>
                </a:lnTo>
                <a:lnTo>
                  <a:pt x="402" y="6387"/>
                </a:lnTo>
                <a:lnTo>
                  <a:pt x="411" y="6380"/>
                </a:lnTo>
                <a:lnTo>
                  <a:pt x="431" y="6355"/>
                </a:lnTo>
                <a:lnTo>
                  <a:pt x="442" y="6337"/>
                </a:lnTo>
                <a:lnTo>
                  <a:pt x="446" y="6331"/>
                </a:lnTo>
                <a:lnTo>
                  <a:pt x="467" y="6319"/>
                </a:lnTo>
                <a:lnTo>
                  <a:pt x="482" y="6316"/>
                </a:lnTo>
                <a:lnTo>
                  <a:pt x="493" y="6314"/>
                </a:lnTo>
                <a:lnTo>
                  <a:pt x="506" y="6316"/>
                </a:lnTo>
                <a:lnTo>
                  <a:pt x="507" y="6342"/>
                </a:lnTo>
                <a:lnTo>
                  <a:pt x="495" y="6390"/>
                </a:lnTo>
                <a:lnTo>
                  <a:pt x="492" y="6402"/>
                </a:lnTo>
                <a:lnTo>
                  <a:pt x="498" y="6418"/>
                </a:lnTo>
                <a:lnTo>
                  <a:pt x="505" y="6420"/>
                </a:lnTo>
                <a:lnTo>
                  <a:pt x="512" y="6419"/>
                </a:lnTo>
                <a:lnTo>
                  <a:pt x="522" y="6407"/>
                </a:lnTo>
                <a:lnTo>
                  <a:pt x="523" y="6398"/>
                </a:lnTo>
                <a:lnTo>
                  <a:pt x="524" y="6390"/>
                </a:lnTo>
                <a:lnTo>
                  <a:pt x="533" y="6393"/>
                </a:lnTo>
                <a:lnTo>
                  <a:pt x="540" y="6403"/>
                </a:lnTo>
                <a:lnTo>
                  <a:pt x="544" y="6410"/>
                </a:lnTo>
                <a:lnTo>
                  <a:pt x="554" y="6418"/>
                </a:lnTo>
                <a:lnTo>
                  <a:pt x="565" y="6420"/>
                </a:lnTo>
                <a:lnTo>
                  <a:pt x="579" y="6414"/>
                </a:lnTo>
                <a:lnTo>
                  <a:pt x="588" y="6408"/>
                </a:lnTo>
                <a:lnTo>
                  <a:pt x="602" y="6401"/>
                </a:lnTo>
                <a:lnTo>
                  <a:pt x="629" y="6398"/>
                </a:lnTo>
                <a:lnTo>
                  <a:pt x="647" y="6408"/>
                </a:lnTo>
                <a:lnTo>
                  <a:pt x="653" y="6428"/>
                </a:lnTo>
                <a:lnTo>
                  <a:pt x="649" y="6442"/>
                </a:lnTo>
                <a:lnTo>
                  <a:pt x="645" y="6456"/>
                </a:lnTo>
                <a:lnTo>
                  <a:pt x="649" y="6469"/>
                </a:lnTo>
                <a:lnTo>
                  <a:pt x="656" y="6473"/>
                </a:lnTo>
                <a:lnTo>
                  <a:pt x="660" y="6474"/>
                </a:lnTo>
                <a:lnTo>
                  <a:pt x="693" y="6478"/>
                </a:lnTo>
                <a:lnTo>
                  <a:pt x="728" y="6486"/>
                </a:lnTo>
                <a:lnTo>
                  <a:pt x="745" y="6496"/>
                </a:lnTo>
                <a:lnTo>
                  <a:pt x="757" y="6505"/>
                </a:lnTo>
                <a:lnTo>
                  <a:pt x="786" y="6542"/>
                </a:lnTo>
                <a:lnTo>
                  <a:pt x="810" y="6588"/>
                </a:lnTo>
                <a:lnTo>
                  <a:pt x="826" y="6632"/>
                </a:lnTo>
                <a:lnTo>
                  <a:pt x="827" y="6648"/>
                </a:lnTo>
                <a:lnTo>
                  <a:pt x="828" y="6658"/>
                </a:lnTo>
                <a:lnTo>
                  <a:pt x="837" y="6672"/>
                </a:lnTo>
                <a:lnTo>
                  <a:pt x="844" y="6673"/>
                </a:lnTo>
                <a:lnTo>
                  <a:pt x="846" y="6674"/>
                </a:lnTo>
                <a:lnTo>
                  <a:pt x="848" y="6680"/>
                </a:lnTo>
                <a:lnTo>
                  <a:pt x="846" y="6702"/>
                </a:lnTo>
                <a:lnTo>
                  <a:pt x="824" y="6784"/>
                </a:lnTo>
                <a:lnTo>
                  <a:pt x="792" y="6871"/>
                </a:lnTo>
                <a:lnTo>
                  <a:pt x="789" y="6878"/>
                </a:lnTo>
                <a:lnTo>
                  <a:pt x="779" y="6892"/>
                </a:lnTo>
                <a:lnTo>
                  <a:pt x="756" y="6908"/>
                </a:lnTo>
                <a:lnTo>
                  <a:pt x="740" y="6913"/>
                </a:lnTo>
                <a:lnTo>
                  <a:pt x="729" y="6914"/>
                </a:lnTo>
                <a:lnTo>
                  <a:pt x="713" y="6921"/>
                </a:lnTo>
                <a:lnTo>
                  <a:pt x="705" y="6936"/>
                </a:lnTo>
                <a:lnTo>
                  <a:pt x="702" y="6960"/>
                </a:lnTo>
                <a:lnTo>
                  <a:pt x="701" y="6977"/>
                </a:lnTo>
                <a:lnTo>
                  <a:pt x="702" y="7002"/>
                </a:lnTo>
                <a:lnTo>
                  <a:pt x="708" y="7041"/>
                </a:lnTo>
                <a:lnTo>
                  <a:pt x="722" y="7062"/>
                </a:lnTo>
                <a:lnTo>
                  <a:pt x="743" y="7069"/>
                </a:lnTo>
                <a:lnTo>
                  <a:pt x="756" y="7066"/>
                </a:lnTo>
                <a:lnTo>
                  <a:pt x="765" y="7065"/>
                </a:lnTo>
                <a:lnTo>
                  <a:pt x="777" y="7068"/>
                </a:lnTo>
                <a:lnTo>
                  <a:pt x="785" y="7089"/>
                </a:lnTo>
                <a:lnTo>
                  <a:pt x="786" y="7124"/>
                </a:lnTo>
                <a:lnTo>
                  <a:pt x="784" y="7151"/>
                </a:lnTo>
                <a:lnTo>
                  <a:pt x="772" y="7198"/>
                </a:lnTo>
                <a:lnTo>
                  <a:pt x="765" y="7210"/>
                </a:lnTo>
                <a:lnTo>
                  <a:pt x="754" y="7223"/>
                </a:lnTo>
                <a:lnTo>
                  <a:pt x="744" y="7247"/>
                </a:lnTo>
                <a:lnTo>
                  <a:pt x="746" y="7268"/>
                </a:lnTo>
                <a:lnTo>
                  <a:pt x="761" y="7280"/>
                </a:lnTo>
                <a:lnTo>
                  <a:pt x="773" y="7281"/>
                </a:lnTo>
                <a:lnTo>
                  <a:pt x="783" y="7280"/>
                </a:lnTo>
                <a:lnTo>
                  <a:pt x="799" y="7274"/>
                </a:lnTo>
                <a:lnTo>
                  <a:pt x="819" y="7255"/>
                </a:lnTo>
                <a:lnTo>
                  <a:pt x="837" y="7218"/>
                </a:lnTo>
                <a:lnTo>
                  <a:pt x="839" y="7188"/>
                </a:lnTo>
                <a:lnTo>
                  <a:pt x="835" y="7169"/>
                </a:lnTo>
                <a:lnTo>
                  <a:pt x="831" y="7161"/>
                </a:lnTo>
                <a:lnTo>
                  <a:pt x="820" y="7144"/>
                </a:lnTo>
                <a:lnTo>
                  <a:pt x="819" y="7131"/>
                </a:lnTo>
                <a:lnTo>
                  <a:pt x="825" y="7127"/>
                </a:lnTo>
                <a:lnTo>
                  <a:pt x="831" y="7126"/>
                </a:lnTo>
                <a:lnTo>
                  <a:pt x="852" y="7124"/>
                </a:lnTo>
                <a:lnTo>
                  <a:pt x="870" y="7122"/>
                </a:lnTo>
                <a:lnTo>
                  <a:pt x="879" y="7119"/>
                </a:lnTo>
                <a:lnTo>
                  <a:pt x="908" y="7101"/>
                </a:lnTo>
                <a:lnTo>
                  <a:pt x="923" y="7086"/>
                </a:lnTo>
                <a:lnTo>
                  <a:pt x="940" y="7074"/>
                </a:lnTo>
                <a:lnTo>
                  <a:pt x="970" y="7057"/>
                </a:lnTo>
                <a:lnTo>
                  <a:pt x="996" y="7050"/>
                </a:lnTo>
                <a:lnTo>
                  <a:pt x="1009" y="7053"/>
                </a:lnTo>
                <a:lnTo>
                  <a:pt x="1013" y="7059"/>
                </a:lnTo>
                <a:lnTo>
                  <a:pt x="1014" y="7063"/>
                </a:lnTo>
                <a:lnTo>
                  <a:pt x="1013" y="7069"/>
                </a:lnTo>
                <a:lnTo>
                  <a:pt x="1005" y="7077"/>
                </a:lnTo>
                <a:lnTo>
                  <a:pt x="998" y="7078"/>
                </a:lnTo>
                <a:lnTo>
                  <a:pt x="989" y="7080"/>
                </a:lnTo>
                <a:lnTo>
                  <a:pt x="976" y="7099"/>
                </a:lnTo>
                <a:lnTo>
                  <a:pt x="969" y="7129"/>
                </a:lnTo>
                <a:lnTo>
                  <a:pt x="971" y="7163"/>
                </a:lnTo>
                <a:lnTo>
                  <a:pt x="976" y="7180"/>
                </a:lnTo>
                <a:lnTo>
                  <a:pt x="983" y="7196"/>
                </a:lnTo>
                <a:lnTo>
                  <a:pt x="993" y="7206"/>
                </a:lnTo>
                <a:lnTo>
                  <a:pt x="1001" y="7204"/>
                </a:lnTo>
                <a:lnTo>
                  <a:pt x="1004" y="7200"/>
                </a:lnTo>
                <a:lnTo>
                  <a:pt x="1009" y="7192"/>
                </a:lnTo>
                <a:lnTo>
                  <a:pt x="1024" y="7181"/>
                </a:lnTo>
                <a:lnTo>
                  <a:pt x="1032" y="7180"/>
                </a:lnTo>
                <a:lnTo>
                  <a:pt x="1036" y="7180"/>
                </a:lnTo>
                <a:lnTo>
                  <a:pt x="1042" y="7185"/>
                </a:lnTo>
                <a:lnTo>
                  <a:pt x="1047" y="7199"/>
                </a:lnTo>
                <a:lnTo>
                  <a:pt x="1044" y="7228"/>
                </a:lnTo>
                <a:lnTo>
                  <a:pt x="1031" y="7262"/>
                </a:lnTo>
                <a:lnTo>
                  <a:pt x="1020" y="7278"/>
                </a:lnTo>
                <a:lnTo>
                  <a:pt x="1009" y="7295"/>
                </a:lnTo>
                <a:lnTo>
                  <a:pt x="1002" y="7313"/>
                </a:lnTo>
                <a:lnTo>
                  <a:pt x="1003" y="7321"/>
                </a:lnTo>
                <a:lnTo>
                  <a:pt x="1014" y="7330"/>
                </a:lnTo>
                <a:lnTo>
                  <a:pt x="1051" y="7336"/>
                </a:lnTo>
                <a:lnTo>
                  <a:pt x="1081" y="7334"/>
                </a:lnTo>
                <a:lnTo>
                  <a:pt x="1119" y="7334"/>
                </a:lnTo>
                <a:lnTo>
                  <a:pt x="1142" y="7343"/>
                </a:lnTo>
                <a:lnTo>
                  <a:pt x="1144" y="7354"/>
                </a:lnTo>
                <a:lnTo>
                  <a:pt x="1141" y="7362"/>
                </a:lnTo>
                <a:lnTo>
                  <a:pt x="1139" y="7367"/>
                </a:lnTo>
                <a:lnTo>
                  <a:pt x="1141" y="7371"/>
                </a:lnTo>
                <a:lnTo>
                  <a:pt x="1153" y="7364"/>
                </a:lnTo>
                <a:lnTo>
                  <a:pt x="1166" y="7349"/>
                </a:lnTo>
                <a:lnTo>
                  <a:pt x="1181" y="7328"/>
                </a:lnTo>
                <a:lnTo>
                  <a:pt x="1195" y="7320"/>
                </a:lnTo>
                <a:lnTo>
                  <a:pt x="1199" y="7326"/>
                </a:lnTo>
                <a:lnTo>
                  <a:pt x="1199" y="7333"/>
                </a:lnTo>
                <a:lnTo>
                  <a:pt x="1198" y="7345"/>
                </a:lnTo>
                <a:lnTo>
                  <a:pt x="1192" y="7366"/>
                </a:lnTo>
                <a:lnTo>
                  <a:pt x="1187" y="7372"/>
                </a:lnTo>
                <a:lnTo>
                  <a:pt x="1181" y="7379"/>
                </a:lnTo>
                <a:lnTo>
                  <a:pt x="1173" y="7405"/>
                </a:lnTo>
                <a:lnTo>
                  <a:pt x="1171" y="7421"/>
                </a:lnTo>
                <a:lnTo>
                  <a:pt x="1166" y="7460"/>
                </a:lnTo>
                <a:lnTo>
                  <a:pt x="1156" y="7506"/>
                </a:lnTo>
                <a:lnTo>
                  <a:pt x="1152" y="7524"/>
                </a:lnTo>
                <a:lnTo>
                  <a:pt x="1154" y="7542"/>
                </a:lnTo>
                <a:lnTo>
                  <a:pt x="1159" y="7548"/>
                </a:lnTo>
                <a:lnTo>
                  <a:pt x="1172" y="7551"/>
                </a:lnTo>
                <a:lnTo>
                  <a:pt x="1203" y="7538"/>
                </a:lnTo>
                <a:lnTo>
                  <a:pt x="1225" y="7524"/>
                </a:lnTo>
                <a:lnTo>
                  <a:pt x="1242" y="7514"/>
                </a:lnTo>
                <a:lnTo>
                  <a:pt x="1260" y="7508"/>
                </a:lnTo>
                <a:lnTo>
                  <a:pt x="1266" y="7509"/>
                </a:lnTo>
                <a:lnTo>
                  <a:pt x="1267" y="7511"/>
                </a:lnTo>
                <a:lnTo>
                  <a:pt x="1267" y="7515"/>
                </a:lnTo>
                <a:lnTo>
                  <a:pt x="1276" y="7511"/>
                </a:lnTo>
                <a:lnTo>
                  <a:pt x="1282" y="7502"/>
                </a:lnTo>
                <a:lnTo>
                  <a:pt x="1288" y="7493"/>
                </a:lnTo>
                <a:lnTo>
                  <a:pt x="1302" y="7490"/>
                </a:lnTo>
                <a:lnTo>
                  <a:pt x="1308" y="7496"/>
                </a:lnTo>
                <a:lnTo>
                  <a:pt x="1310" y="7506"/>
                </a:lnTo>
                <a:lnTo>
                  <a:pt x="1304" y="7527"/>
                </a:lnTo>
                <a:lnTo>
                  <a:pt x="1295" y="7537"/>
                </a:lnTo>
                <a:lnTo>
                  <a:pt x="1286" y="7547"/>
                </a:lnTo>
                <a:lnTo>
                  <a:pt x="1278" y="7571"/>
                </a:lnTo>
                <a:lnTo>
                  <a:pt x="1280" y="7582"/>
                </a:lnTo>
                <a:lnTo>
                  <a:pt x="1282" y="7587"/>
                </a:lnTo>
                <a:lnTo>
                  <a:pt x="1292" y="7594"/>
                </a:lnTo>
                <a:lnTo>
                  <a:pt x="1315" y="7595"/>
                </a:lnTo>
                <a:lnTo>
                  <a:pt x="1353" y="7582"/>
                </a:lnTo>
                <a:lnTo>
                  <a:pt x="1395" y="7554"/>
                </a:lnTo>
                <a:lnTo>
                  <a:pt x="1412" y="7536"/>
                </a:lnTo>
                <a:lnTo>
                  <a:pt x="1428" y="7520"/>
                </a:lnTo>
                <a:lnTo>
                  <a:pt x="1445" y="7509"/>
                </a:lnTo>
                <a:lnTo>
                  <a:pt x="1452" y="7510"/>
                </a:lnTo>
                <a:lnTo>
                  <a:pt x="1453" y="7514"/>
                </a:lnTo>
                <a:lnTo>
                  <a:pt x="1451" y="7524"/>
                </a:lnTo>
                <a:lnTo>
                  <a:pt x="1432" y="7555"/>
                </a:lnTo>
                <a:lnTo>
                  <a:pt x="1419" y="7571"/>
                </a:lnTo>
                <a:lnTo>
                  <a:pt x="1406" y="7587"/>
                </a:lnTo>
                <a:lnTo>
                  <a:pt x="1393" y="7622"/>
                </a:lnTo>
                <a:lnTo>
                  <a:pt x="1394" y="7655"/>
                </a:lnTo>
                <a:lnTo>
                  <a:pt x="1405" y="7674"/>
                </a:lnTo>
                <a:lnTo>
                  <a:pt x="1416" y="7681"/>
                </a:lnTo>
                <a:lnTo>
                  <a:pt x="1424" y="7683"/>
                </a:lnTo>
                <a:lnTo>
                  <a:pt x="1436" y="7684"/>
                </a:lnTo>
                <a:lnTo>
                  <a:pt x="1452" y="7678"/>
                </a:lnTo>
                <a:lnTo>
                  <a:pt x="1453" y="7671"/>
                </a:lnTo>
                <a:lnTo>
                  <a:pt x="1452" y="7664"/>
                </a:lnTo>
                <a:lnTo>
                  <a:pt x="1437" y="7660"/>
                </a:lnTo>
                <a:lnTo>
                  <a:pt x="1427" y="7663"/>
                </a:lnTo>
                <a:lnTo>
                  <a:pt x="1415" y="7667"/>
                </a:lnTo>
                <a:lnTo>
                  <a:pt x="1408" y="7659"/>
                </a:lnTo>
                <a:lnTo>
                  <a:pt x="1412" y="7645"/>
                </a:lnTo>
                <a:lnTo>
                  <a:pt x="1415" y="7639"/>
                </a:lnTo>
                <a:lnTo>
                  <a:pt x="1423" y="7630"/>
                </a:lnTo>
                <a:lnTo>
                  <a:pt x="1442" y="7625"/>
                </a:lnTo>
                <a:lnTo>
                  <a:pt x="1463" y="7628"/>
                </a:lnTo>
                <a:lnTo>
                  <a:pt x="1483" y="7632"/>
                </a:lnTo>
                <a:lnTo>
                  <a:pt x="1502" y="7627"/>
                </a:lnTo>
                <a:lnTo>
                  <a:pt x="1510" y="7618"/>
                </a:lnTo>
                <a:lnTo>
                  <a:pt x="1513" y="7612"/>
                </a:lnTo>
                <a:lnTo>
                  <a:pt x="1519" y="7600"/>
                </a:lnTo>
                <a:lnTo>
                  <a:pt x="1538" y="7587"/>
                </a:lnTo>
                <a:lnTo>
                  <a:pt x="1556" y="7587"/>
                </a:lnTo>
                <a:lnTo>
                  <a:pt x="1569" y="7599"/>
                </a:lnTo>
                <a:lnTo>
                  <a:pt x="1571" y="7610"/>
                </a:lnTo>
                <a:lnTo>
                  <a:pt x="1572" y="7620"/>
                </a:lnTo>
                <a:lnTo>
                  <a:pt x="1581" y="7634"/>
                </a:lnTo>
                <a:lnTo>
                  <a:pt x="1587" y="7635"/>
                </a:lnTo>
                <a:lnTo>
                  <a:pt x="1594" y="7634"/>
                </a:lnTo>
                <a:lnTo>
                  <a:pt x="1604" y="7621"/>
                </a:lnTo>
                <a:lnTo>
                  <a:pt x="1605" y="7612"/>
                </a:lnTo>
                <a:lnTo>
                  <a:pt x="1608" y="7599"/>
                </a:lnTo>
                <a:lnTo>
                  <a:pt x="1635" y="7557"/>
                </a:lnTo>
                <a:lnTo>
                  <a:pt x="1655" y="7534"/>
                </a:lnTo>
                <a:lnTo>
                  <a:pt x="1674" y="7515"/>
                </a:lnTo>
                <a:lnTo>
                  <a:pt x="1699" y="7496"/>
                </a:lnTo>
                <a:lnTo>
                  <a:pt x="1707" y="7500"/>
                </a:lnTo>
                <a:lnTo>
                  <a:pt x="1696" y="7524"/>
                </a:lnTo>
                <a:lnTo>
                  <a:pt x="1681" y="7544"/>
                </a:lnTo>
                <a:lnTo>
                  <a:pt x="1670" y="7558"/>
                </a:lnTo>
                <a:lnTo>
                  <a:pt x="1656" y="7588"/>
                </a:lnTo>
                <a:lnTo>
                  <a:pt x="1655" y="7598"/>
                </a:lnTo>
                <a:lnTo>
                  <a:pt x="1652" y="7609"/>
                </a:lnTo>
                <a:lnTo>
                  <a:pt x="1627" y="7646"/>
                </a:lnTo>
                <a:lnTo>
                  <a:pt x="1608" y="7668"/>
                </a:lnTo>
                <a:lnTo>
                  <a:pt x="1589" y="7690"/>
                </a:lnTo>
                <a:lnTo>
                  <a:pt x="1567" y="7728"/>
                </a:lnTo>
                <a:lnTo>
                  <a:pt x="1559" y="7752"/>
                </a:lnTo>
                <a:lnTo>
                  <a:pt x="1557" y="7762"/>
                </a:lnTo>
                <a:lnTo>
                  <a:pt x="1556" y="7777"/>
                </a:lnTo>
                <a:lnTo>
                  <a:pt x="1557" y="7795"/>
                </a:lnTo>
                <a:lnTo>
                  <a:pt x="1564" y="7799"/>
                </a:lnTo>
                <a:lnTo>
                  <a:pt x="1579" y="7792"/>
                </a:lnTo>
                <a:lnTo>
                  <a:pt x="1591" y="7784"/>
                </a:lnTo>
                <a:lnTo>
                  <a:pt x="1607" y="7772"/>
                </a:lnTo>
                <a:lnTo>
                  <a:pt x="1637" y="7742"/>
                </a:lnTo>
                <a:lnTo>
                  <a:pt x="1645" y="7726"/>
                </a:lnTo>
                <a:lnTo>
                  <a:pt x="1662" y="7699"/>
                </a:lnTo>
                <a:lnTo>
                  <a:pt x="1679" y="7684"/>
                </a:lnTo>
                <a:lnTo>
                  <a:pt x="1685" y="7679"/>
                </a:lnTo>
                <a:lnTo>
                  <a:pt x="1687" y="7664"/>
                </a:lnTo>
                <a:lnTo>
                  <a:pt x="1683" y="7655"/>
                </a:lnTo>
                <a:lnTo>
                  <a:pt x="1681" y="7652"/>
                </a:lnTo>
                <a:lnTo>
                  <a:pt x="1684" y="7642"/>
                </a:lnTo>
                <a:lnTo>
                  <a:pt x="1698" y="7624"/>
                </a:lnTo>
                <a:lnTo>
                  <a:pt x="1714" y="7612"/>
                </a:lnTo>
                <a:lnTo>
                  <a:pt x="1739" y="7596"/>
                </a:lnTo>
                <a:lnTo>
                  <a:pt x="1757" y="7593"/>
                </a:lnTo>
                <a:lnTo>
                  <a:pt x="1764" y="7602"/>
                </a:lnTo>
                <a:lnTo>
                  <a:pt x="1767" y="7610"/>
                </a:lnTo>
                <a:lnTo>
                  <a:pt x="1772" y="7620"/>
                </a:lnTo>
                <a:lnTo>
                  <a:pt x="1790" y="7634"/>
                </a:lnTo>
                <a:lnTo>
                  <a:pt x="1800" y="7635"/>
                </a:lnTo>
                <a:lnTo>
                  <a:pt x="1810" y="7636"/>
                </a:lnTo>
                <a:lnTo>
                  <a:pt x="1823" y="7645"/>
                </a:lnTo>
                <a:lnTo>
                  <a:pt x="1825" y="7652"/>
                </a:lnTo>
                <a:lnTo>
                  <a:pt x="1823" y="7657"/>
                </a:lnTo>
                <a:lnTo>
                  <a:pt x="1810" y="7662"/>
                </a:lnTo>
                <a:lnTo>
                  <a:pt x="1800" y="7659"/>
                </a:lnTo>
                <a:lnTo>
                  <a:pt x="1792" y="7657"/>
                </a:lnTo>
                <a:lnTo>
                  <a:pt x="1776" y="7667"/>
                </a:lnTo>
                <a:lnTo>
                  <a:pt x="1761" y="7690"/>
                </a:lnTo>
                <a:lnTo>
                  <a:pt x="1746" y="7724"/>
                </a:lnTo>
                <a:lnTo>
                  <a:pt x="1741" y="7747"/>
                </a:lnTo>
                <a:lnTo>
                  <a:pt x="1740" y="7751"/>
                </a:lnTo>
                <a:lnTo>
                  <a:pt x="1726" y="7746"/>
                </a:lnTo>
                <a:lnTo>
                  <a:pt x="1718" y="7738"/>
                </a:lnTo>
                <a:lnTo>
                  <a:pt x="1707" y="7730"/>
                </a:lnTo>
                <a:lnTo>
                  <a:pt x="1690" y="7728"/>
                </a:lnTo>
                <a:lnTo>
                  <a:pt x="1679" y="7740"/>
                </a:lnTo>
                <a:lnTo>
                  <a:pt x="1672" y="7766"/>
                </a:lnTo>
                <a:lnTo>
                  <a:pt x="1672" y="7785"/>
                </a:lnTo>
                <a:lnTo>
                  <a:pt x="1672" y="7807"/>
                </a:lnTo>
                <a:lnTo>
                  <a:pt x="1678" y="7816"/>
                </a:lnTo>
                <a:lnTo>
                  <a:pt x="1685" y="7810"/>
                </a:lnTo>
                <a:lnTo>
                  <a:pt x="1689" y="7804"/>
                </a:lnTo>
                <a:lnTo>
                  <a:pt x="1697" y="7794"/>
                </a:lnTo>
                <a:lnTo>
                  <a:pt x="1721" y="7780"/>
                </a:lnTo>
                <a:lnTo>
                  <a:pt x="1734" y="7779"/>
                </a:lnTo>
                <a:lnTo>
                  <a:pt x="1742" y="7778"/>
                </a:lnTo>
                <a:lnTo>
                  <a:pt x="1754" y="7772"/>
                </a:lnTo>
                <a:lnTo>
                  <a:pt x="1763" y="7761"/>
                </a:lnTo>
                <a:lnTo>
                  <a:pt x="1769" y="7743"/>
                </a:lnTo>
                <a:lnTo>
                  <a:pt x="1770" y="7731"/>
                </a:lnTo>
                <a:lnTo>
                  <a:pt x="1772" y="7720"/>
                </a:lnTo>
                <a:lnTo>
                  <a:pt x="1778" y="7703"/>
                </a:lnTo>
                <a:lnTo>
                  <a:pt x="1787" y="7692"/>
                </a:lnTo>
                <a:lnTo>
                  <a:pt x="1800" y="7686"/>
                </a:lnTo>
                <a:lnTo>
                  <a:pt x="1809" y="7686"/>
                </a:lnTo>
                <a:lnTo>
                  <a:pt x="1823" y="7685"/>
                </a:lnTo>
                <a:lnTo>
                  <a:pt x="1836" y="7674"/>
                </a:lnTo>
                <a:lnTo>
                  <a:pt x="1841" y="7663"/>
                </a:lnTo>
                <a:lnTo>
                  <a:pt x="1841" y="7655"/>
                </a:lnTo>
                <a:lnTo>
                  <a:pt x="1844" y="7641"/>
                </a:lnTo>
                <a:lnTo>
                  <a:pt x="1867" y="7611"/>
                </a:lnTo>
                <a:lnTo>
                  <a:pt x="1901" y="7585"/>
                </a:lnTo>
                <a:lnTo>
                  <a:pt x="1926" y="7575"/>
                </a:lnTo>
                <a:lnTo>
                  <a:pt x="1939" y="7575"/>
                </a:lnTo>
                <a:lnTo>
                  <a:pt x="1944" y="7577"/>
                </a:lnTo>
                <a:lnTo>
                  <a:pt x="1948" y="7581"/>
                </a:lnTo>
                <a:lnTo>
                  <a:pt x="1949" y="7591"/>
                </a:lnTo>
                <a:lnTo>
                  <a:pt x="1937" y="7613"/>
                </a:lnTo>
                <a:lnTo>
                  <a:pt x="1919" y="7633"/>
                </a:lnTo>
                <a:lnTo>
                  <a:pt x="1902" y="7652"/>
                </a:lnTo>
                <a:lnTo>
                  <a:pt x="1886" y="7677"/>
                </a:lnTo>
                <a:lnTo>
                  <a:pt x="1883" y="7688"/>
                </a:lnTo>
                <a:lnTo>
                  <a:pt x="1885" y="7691"/>
                </a:lnTo>
                <a:lnTo>
                  <a:pt x="1888" y="7697"/>
                </a:lnTo>
                <a:lnTo>
                  <a:pt x="1880" y="7719"/>
                </a:lnTo>
                <a:lnTo>
                  <a:pt x="1871" y="7731"/>
                </a:lnTo>
                <a:lnTo>
                  <a:pt x="1860" y="7747"/>
                </a:lnTo>
                <a:lnTo>
                  <a:pt x="1842" y="7793"/>
                </a:lnTo>
                <a:lnTo>
                  <a:pt x="1838" y="7817"/>
                </a:lnTo>
                <a:lnTo>
                  <a:pt x="1836" y="7835"/>
                </a:lnTo>
                <a:lnTo>
                  <a:pt x="1835" y="7856"/>
                </a:lnTo>
                <a:lnTo>
                  <a:pt x="1841" y="7865"/>
                </a:lnTo>
                <a:lnTo>
                  <a:pt x="1854" y="7865"/>
                </a:lnTo>
                <a:lnTo>
                  <a:pt x="1865" y="7861"/>
                </a:lnTo>
                <a:lnTo>
                  <a:pt x="1879" y="7856"/>
                </a:lnTo>
                <a:lnTo>
                  <a:pt x="1907" y="7838"/>
                </a:lnTo>
                <a:lnTo>
                  <a:pt x="1929" y="7814"/>
                </a:lnTo>
                <a:lnTo>
                  <a:pt x="1941" y="7789"/>
                </a:lnTo>
                <a:lnTo>
                  <a:pt x="1942" y="7777"/>
                </a:lnTo>
                <a:lnTo>
                  <a:pt x="1944" y="7769"/>
                </a:lnTo>
                <a:lnTo>
                  <a:pt x="1961" y="7754"/>
                </a:lnTo>
                <a:lnTo>
                  <a:pt x="1991" y="7741"/>
                </a:lnTo>
                <a:lnTo>
                  <a:pt x="2026" y="7731"/>
                </a:lnTo>
                <a:lnTo>
                  <a:pt x="2045" y="7729"/>
                </a:lnTo>
                <a:lnTo>
                  <a:pt x="2060" y="7727"/>
                </a:lnTo>
                <a:lnTo>
                  <a:pt x="2090" y="7712"/>
                </a:lnTo>
                <a:lnTo>
                  <a:pt x="2124" y="7685"/>
                </a:lnTo>
                <a:lnTo>
                  <a:pt x="2157" y="7649"/>
                </a:lnTo>
                <a:lnTo>
                  <a:pt x="2187" y="7609"/>
                </a:lnTo>
                <a:lnTo>
                  <a:pt x="2215" y="7566"/>
                </a:lnTo>
                <a:lnTo>
                  <a:pt x="2234" y="7524"/>
                </a:lnTo>
                <a:lnTo>
                  <a:pt x="2245" y="7484"/>
                </a:lnTo>
                <a:lnTo>
                  <a:pt x="2246" y="7466"/>
                </a:lnTo>
                <a:lnTo>
                  <a:pt x="2248" y="7454"/>
                </a:lnTo>
                <a:lnTo>
                  <a:pt x="2264" y="7424"/>
                </a:lnTo>
                <a:lnTo>
                  <a:pt x="2277" y="7412"/>
                </a:lnTo>
                <a:lnTo>
                  <a:pt x="2290" y="7403"/>
                </a:lnTo>
                <a:lnTo>
                  <a:pt x="2327" y="7390"/>
                </a:lnTo>
                <a:lnTo>
                  <a:pt x="2368" y="7386"/>
                </a:lnTo>
                <a:lnTo>
                  <a:pt x="2393" y="7389"/>
                </a:lnTo>
                <a:lnTo>
                  <a:pt x="2404" y="7395"/>
                </a:lnTo>
                <a:lnTo>
                  <a:pt x="2407" y="7399"/>
                </a:lnTo>
                <a:lnTo>
                  <a:pt x="2413" y="7405"/>
                </a:lnTo>
                <a:lnTo>
                  <a:pt x="2437" y="7406"/>
                </a:lnTo>
                <a:lnTo>
                  <a:pt x="2467" y="7396"/>
                </a:lnTo>
                <a:lnTo>
                  <a:pt x="2498" y="7376"/>
                </a:lnTo>
                <a:lnTo>
                  <a:pt x="2510" y="7364"/>
                </a:lnTo>
                <a:lnTo>
                  <a:pt x="2523" y="7349"/>
                </a:lnTo>
                <a:lnTo>
                  <a:pt x="2543" y="7333"/>
                </a:lnTo>
                <a:lnTo>
                  <a:pt x="2555" y="7334"/>
                </a:lnTo>
                <a:lnTo>
                  <a:pt x="2560" y="7352"/>
                </a:lnTo>
                <a:lnTo>
                  <a:pt x="2560" y="7367"/>
                </a:lnTo>
                <a:lnTo>
                  <a:pt x="2561" y="7382"/>
                </a:lnTo>
                <a:lnTo>
                  <a:pt x="2577" y="7411"/>
                </a:lnTo>
                <a:lnTo>
                  <a:pt x="2588" y="7421"/>
                </a:lnTo>
                <a:lnTo>
                  <a:pt x="2596" y="7426"/>
                </a:lnTo>
                <a:lnTo>
                  <a:pt x="2611" y="7430"/>
                </a:lnTo>
                <a:lnTo>
                  <a:pt x="2628" y="7424"/>
                </a:lnTo>
                <a:lnTo>
                  <a:pt x="2649" y="7406"/>
                </a:lnTo>
                <a:lnTo>
                  <a:pt x="2662" y="7394"/>
                </a:lnTo>
                <a:lnTo>
                  <a:pt x="2681" y="7376"/>
                </a:lnTo>
                <a:lnTo>
                  <a:pt x="2711" y="7351"/>
                </a:lnTo>
                <a:lnTo>
                  <a:pt x="2717" y="7349"/>
                </a:lnTo>
                <a:lnTo>
                  <a:pt x="2723" y="7352"/>
                </a:lnTo>
                <a:lnTo>
                  <a:pt x="2739" y="7384"/>
                </a:lnTo>
                <a:lnTo>
                  <a:pt x="2747" y="7407"/>
                </a:lnTo>
                <a:lnTo>
                  <a:pt x="2753" y="7430"/>
                </a:lnTo>
                <a:lnTo>
                  <a:pt x="2755" y="7452"/>
                </a:lnTo>
                <a:lnTo>
                  <a:pt x="2753" y="7457"/>
                </a:lnTo>
                <a:lnTo>
                  <a:pt x="2750" y="7456"/>
                </a:lnTo>
                <a:lnTo>
                  <a:pt x="2744" y="7454"/>
                </a:lnTo>
                <a:lnTo>
                  <a:pt x="2737" y="7460"/>
                </a:lnTo>
                <a:lnTo>
                  <a:pt x="2738" y="7468"/>
                </a:lnTo>
                <a:lnTo>
                  <a:pt x="2740" y="7486"/>
                </a:lnTo>
                <a:lnTo>
                  <a:pt x="2738" y="7512"/>
                </a:lnTo>
                <a:lnTo>
                  <a:pt x="2725" y="7529"/>
                </a:lnTo>
                <a:lnTo>
                  <a:pt x="2699" y="7540"/>
                </a:lnTo>
                <a:lnTo>
                  <a:pt x="2681" y="7544"/>
                </a:lnTo>
                <a:lnTo>
                  <a:pt x="2648" y="7551"/>
                </a:lnTo>
                <a:lnTo>
                  <a:pt x="2599" y="7558"/>
                </a:lnTo>
                <a:lnTo>
                  <a:pt x="2565" y="7554"/>
                </a:lnTo>
                <a:lnTo>
                  <a:pt x="2541" y="7539"/>
                </a:lnTo>
                <a:lnTo>
                  <a:pt x="2530" y="7527"/>
                </a:lnTo>
                <a:lnTo>
                  <a:pt x="2519" y="7514"/>
                </a:lnTo>
                <a:lnTo>
                  <a:pt x="2506" y="7505"/>
                </a:lnTo>
                <a:lnTo>
                  <a:pt x="2501" y="7506"/>
                </a:lnTo>
                <a:lnTo>
                  <a:pt x="2500" y="7509"/>
                </a:lnTo>
                <a:lnTo>
                  <a:pt x="2497" y="7533"/>
                </a:lnTo>
                <a:lnTo>
                  <a:pt x="2491" y="7577"/>
                </a:lnTo>
                <a:lnTo>
                  <a:pt x="2489" y="7593"/>
                </a:lnTo>
                <a:lnTo>
                  <a:pt x="2490" y="7615"/>
                </a:lnTo>
                <a:lnTo>
                  <a:pt x="2498" y="7631"/>
                </a:lnTo>
                <a:lnTo>
                  <a:pt x="2515" y="7643"/>
                </a:lnTo>
                <a:lnTo>
                  <a:pt x="2527" y="7648"/>
                </a:lnTo>
                <a:lnTo>
                  <a:pt x="2539" y="7654"/>
                </a:lnTo>
                <a:lnTo>
                  <a:pt x="2554" y="7666"/>
                </a:lnTo>
                <a:lnTo>
                  <a:pt x="2559" y="7677"/>
                </a:lnTo>
                <a:lnTo>
                  <a:pt x="2555" y="7692"/>
                </a:lnTo>
                <a:lnTo>
                  <a:pt x="2550" y="7701"/>
                </a:lnTo>
                <a:lnTo>
                  <a:pt x="2541" y="7719"/>
                </a:lnTo>
                <a:lnTo>
                  <a:pt x="2534" y="7746"/>
                </a:lnTo>
                <a:lnTo>
                  <a:pt x="2540" y="7762"/>
                </a:lnTo>
                <a:lnTo>
                  <a:pt x="2559" y="7770"/>
                </a:lnTo>
                <a:lnTo>
                  <a:pt x="2575" y="7770"/>
                </a:lnTo>
                <a:lnTo>
                  <a:pt x="2595" y="7770"/>
                </a:lnTo>
                <a:lnTo>
                  <a:pt x="2629" y="7764"/>
                </a:lnTo>
                <a:lnTo>
                  <a:pt x="2653" y="7755"/>
                </a:lnTo>
                <a:lnTo>
                  <a:pt x="2662" y="7742"/>
                </a:lnTo>
                <a:lnTo>
                  <a:pt x="2659" y="7734"/>
                </a:lnTo>
                <a:lnTo>
                  <a:pt x="2657" y="7728"/>
                </a:lnTo>
                <a:lnTo>
                  <a:pt x="2666" y="7720"/>
                </a:lnTo>
                <a:lnTo>
                  <a:pt x="2676" y="7719"/>
                </a:lnTo>
                <a:lnTo>
                  <a:pt x="2687" y="7721"/>
                </a:lnTo>
                <a:lnTo>
                  <a:pt x="2700" y="7733"/>
                </a:lnTo>
                <a:lnTo>
                  <a:pt x="2701" y="7754"/>
                </a:lnTo>
                <a:lnTo>
                  <a:pt x="2689" y="7777"/>
                </a:lnTo>
                <a:lnTo>
                  <a:pt x="2677" y="7787"/>
                </a:lnTo>
                <a:lnTo>
                  <a:pt x="2668" y="7796"/>
                </a:lnTo>
                <a:lnTo>
                  <a:pt x="2660" y="7815"/>
                </a:lnTo>
                <a:lnTo>
                  <a:pt x="2662" y="7823"/>
                </a:lnTo>
                <a:lnTo>
                  <a:pt x="2664" y="7828"/>
                </a:lnTo>
                <a:lnTo>
                  <a:pt x="2656" y="7836"/>
                </a:lnTo>
                <a:lnTo>
                  <a:pt x="2635" y="7841"/>
                </a:lnTo>
                <a:lnTo>
                  <a:pt x="2610" y="7842"/>
                </a:lnTo>
                <a:lnTo>
                  <a:pt x="2596" y="7840"/>
                </a:lnTo>
                <a:lnTo>
                  <a:pt x="2590" y="7841"/>
                </a:lnTo>
                <a:lnTo>
                  <a:pt x="2575" y="7863"/>
                </a:lnTo>
                <a:lnTo>
                  <a:pt x="2567" y="7881"/>
                </a:lnTo>
                <a:lnTo>
                  <a:pt x="2563" y="7893"/>
                </a:lnTo>
                <a:lnTo>
                  <a:pt x="2559" y="7913"/>
                </a:lnTo>
                <a:lnTo>
                  <a:pt x="2561" y="7928"/>
                </a:lnTo>
                <a:lnTo>
                  <a:pt x="2569" y="7942"/>
                </a:lnTo>
                <a:lnTo>
                  <a:pt x="2576" y="7949"/>
                </a:lnTo>
                <a:lnTo>
                  <a:pt x="2586" y="7960"/>
                </a:lnTo>
                <a:lnTo>
                  <a:pt x="2600" y="7983"/>
                </a:lnTo>
                <a:lnTo>
                  <a:pt x="2601" y="7990"/>
                </a:lnTo>
                <a:lnTo>
                  <a:pt x="2602" y="7993"/>
                </a:lnTo>
                <a:lnTo>
                  <a:pt x="2609" y="7997"/>
                </a:lnTo>
                <a:lnTo>
                  <a:pt x="2630" y="7999"/>
                </a:lnTo>
                <a:lnTo>
                  <a:pt x="2649" y="7997"/>
                </a:lnTo>
                <a:lnTo>
                  <a:pt x="2671" y="7993"/>
                </a:lnTo>
                <a:lnTo>
                  <a:pt x="2698" y="7998"/>
                </a:lnTo>
                <a:lnTo>
                  <a:pt x="2711" y="8007"/>
                </a:lnTo>
                <a:lnTo>
                  <a:pt x="2717" y="8013"/>
                </a:lnTo>
                <a:lnTo>
                  <a:pt x="2730" y="8027"/>
                </a:lnTo>
                <a:lnTo>
                  <a:pt x="2731" y="8037"/>
                </a:lnTo>
                <a:lnTo>
                  <a:pt x="2724" y="8040"/>
                </a:lnTo>
                <a:lnTo>
                  <a:pt x="2716" y="8040"/>
                </a:lnTo>
                <a:lnTo>
                  <a:pt x="2701" y="8041"/>
                </a:lnTo>
                <a:lnTo>
                  <a:pt x="2679" y="8053"/>
                </a:lnTo>
                <a:lnTo>
                  <a:pt x="2666" y="8074"/>
                </a:lnTo>
                <a:lnTo>
                  <a:pt x="2665" y="8101"/>
                </a:lnTo>
                <a:lnTo>
                  <a:pt x="2669" y="8116"/>
                </a:lnTo>
                <a:lnTo>
                  <a:pt x="2674" y="8133"/>
                </a:lnTo>
                <a:lnTo>
                  <a:pt x="2671" y="8164"/>
                </a:lnTo>
                <a:lnTo>
                  <a:pt x="2664" y="8174"/>
                </a:lnTo>
                <a:lnTo>
                  <a:pt x="2656" y="8183"/>
                </a:lnTo>
                <a:lnTo>
                  <a:pt x="2656" y="8191"/>
                </a:lnTo>
                <a:lnTo>
                  <a:pt x="2664" y="8192"/>
                </a:lnTo>
                <a:lnTo>
                  <a:pt x="2673" y="8191"/>
                </a:lnTo>
                <a:lnTo>
                  <a:pt x="2689" y="8182"/>
                </a:lnTo>
                <a:lnTo>
                  <a:pt x="2694" y="8175"/>
                </a:lnTo>
                <a:lnTo>
                  <a:pt x="2699" y="8168"/>
                </a:lnTo>
                <a:lnTo>
                  <a:pt x="2722" y="8159"/>
                </a:lnTo>
                <a:lnTo>
                  <a:pt x="2733" y="8159"/>
                </a:lnTo>
                <a:lnTo>
                  <a:pt x="2749" y="8160"/>
                </a:lnTo>
                <a:lnTo>
                  <a:pt x="2748" y="8167"/>
                </a:lnTo>
                <a:lnTo>
                  <a:pt x="2732" y="8177"/>
                </a:lnTo>
                <a:lnTo>
                  <a:pt x="2721" y="8185"/>
                </a:lnTo>
                <a:lnTo>
                  <a:pt x="2711" y="8199"/>
                </a:lnTo>
                <a:lnTo>
                  <a:pt x="2710" y="8207"/>
                </a:lnTo>
                <a:lnTo>
                  <a:pt x="2712" y="8210"/>
                </a:lnTo>
                <a:lnTo>
                  <a:pt x="2721" y="8227"/>
                </a:lnTo>
                <a:lnTo>
                  <a:pt x="2730" y="8266"/>
                </a:lnTo>
                <a:lnTo>
                  <a:pt x="2729" y="8304"/>
                </a:lnTo>
                <a:lnTo>
                  <a:pt x="2722" y="8327"/>
                </a:lnTo>
                <a:lnTo>
                  <a:pt x="2714" y="8337"/>
                </a:lnTo>
                <a:lnTo>
                  <a:pt x="2709" y="8339"/>
                </a:lnTo>
                <a:lnTo>
                  <a:pt x="2704" y="8341"/>
                </a:lnTo>
                <a:lnTo>
                  <a:pt x="2696" y="8349"/>
                </a:lnTo>
                <a:lnTo>
                  <a:pt x="2691" y="8365"/>
                </a:lnTo>
                <a:lnTo>
                  <a:pt x="2694" y="8377"/>
                </a:lnTo>
                <a:lnTo>
                  <a:pt x="2696" y="8385"/>
                </a:lnTo>
                <a:lnTo>
                  <a:pt x="2694" y="8398"/>
                </a:lnTo>
                <a:lnTo>
                  <a:pt x="2684" y="8407"/>
                </a:lnTo>
                <a:lnTo>
                  <a:pt x="2666" y="8414"/>
                </a:lnTo>
                <a:lnTo>
                  <a:pt x="2652" y="8417"/>
                </a:lnTo>
                <a:lnTo>
                  <a:pt x="2628" y="8423"/>
                </a:lnTo>
                <a:lnTo>
                  <a:pt x="2608" y="8438"/>
                </a:lnTo>
                <a:lnTo>
                  <a:pt x="2602" y="8451"/>
                </a:lnTo>
                <a:lnTo>
                  <a:pt x="2601" y="8458"/>
                </a:lnTo>
                <a:lnTo>
                  <a:pt x="2600" y="8472"/>
                </a:lnTo>
                <a:lnTo>
                  <a:pt x="2590" y="8499"/>
                </a:lnTo>
                <a:lnTo>
                  <a:pt x="2581" y="8509"/>
                </a:lnTo>
                <a:lnTo>
                  <a:pt x="2572" y="8519"/>
                </a:lnTo>
                <a:lnTo>
                  <a:pt x="2572" y="8529"/>
                </a:lnTo>
                <a:lnTo>
                  <a:pt x="2581" y="8529"/>
                </a:lnTo>
                <a:lnTo>
                  <a:pt x="2600" y="8528"/>
                </a:lnTo>
                <a:lnTo>
                  <a:pt x="2646" y="8512"/>
                </a:lnTo>
                <a:lnTo>
                  <a:pt x="2690" y="8487"/>
                </a:lnTo>
                <a:lnTo>
                  <a:pt x="2725" y="8455"/>
                </a:lnTo>
                <a:lnTo>
                  <a:pt x="2735" y="8440"/>
                </a:lnTo>
                <a:lnTo>
                  <a:pt x="2746" y="8423"/>
                </a:lnTo>
                <a:lnTo>
                  <a:pt x="2764" y="8408"/>
                </a:lnTo>
                <a:lnTo>
                  <a:pt x="2776" y="8405"/>
                </a:lnTo>
                <a:lnTo>
                  <a:pt x="2782" y="8407"/>
                </a:lnTo>
                <a:lnTo>
                  <a:pt x="2792" y="8412"/>
                </a:lnTo>
                <a:lnTo>
                  <a:pt x="2794" y="8426"/>
                </a:lnTo>
                <a:lnTo>
                  <a:pt x="2785" y="8438"/>
                </a:lnTo>
                <a:lnTo>
                  <a:pt x="2780" y="8446"/>
                </a:lnTo>
                <a:lnTo>
                  <a:pt x="2776" y="8459"/>
                </a:lnTo>
                <a:lnTo>
                  <a:pt x="2780" y="8475"/>
                </a:lnTo>
                <a:lnTo>
                  <a:pt x="2793" y="8493"/>
                </a:lnTo>
                <a:lnTo>
                  <a:pt x="2804" y="8504"/>
                </a:lnTo>
                <a:lnTo>
                  <a:pt x="2813" y="8515"/>
                </a:lnTo>
                <a:lnTo>
                  <a:pt x="2827" y="8538"/>
                </a:lnTo>
                <a:lnTo>
                  <a:pt x="2834" y="8563"/>
                </a:lnTo>
                <a:lnTo>
                  <a:pt x="2835" y="8588"/>
                </a:lnTo>
                <a:lnTo>
                  <a:pt x="2830" y="8613"/>
                </a:lnTo>
                <a:lnTo>
                  <a:pt x="2820" y="8638"/>
                </a:lnTo>
                <a:lnTo>
                  <a:pt x="2804" y="8660"/>
                </a:lnTo>
                <a:lnTo>
                  <a:pt x="2781" y="8681"/>
                </a:lnTo>
                <a:lnTo>
                  <a:pt x="2768" y="8690"/>
                </a:lnTo>
                <a:lnTo>
                  <a:pt x="2749" y="8703"/>
                </a:lnTo>
                <a:lnTo>
                  <a:pt x="2715" y="8735"/>
                </a:lnTo>
                <a:lnTo>
                  <a:pt x="2694" y="8763"/>
                </a:lnTo>
                <a:lnTo>
                  <a:pt x="2691" y="8777"/>
                </a:lnTo>
                <a:lnTo>
                  <a:pt x="2696" y="8782"/>
                </a:lnTo>
                <a:lnTo>
                  <a:pt x="2701" y="8782"/>
                </a:lnTo>
                <a:lnTo>
                  <a:pt x="2708" y="8781"/>
                </a:lnTo>
                <a:lnTo>
                  <a:pt x="2724" y="8772"/>
                </a:lnTo>
                <a:lnTo>
                  <a:pt x="2728" y="8766"/>
                </a:lnTo>
                <a:lnTo>
                  <a:pt x="2734" y="8759"/>
                </a:lnTo>
                <a:lnTo>
                  <a:pt x="2747" y="8755"/>
                </a:lnTo>
                <a:lnTo>
                  <a:pt x="2753" y="8757"/>
                </a:lnTo>
                <a:lnTo>
                  <a:pt x="2757" y="8759"/>
                </a:lnTo>
                <a:lnTo>
                  <a:pt x="2766" y="8756"/>
                </a:lnTo>
                <a:lnTo>
                  <a:pt x="2783" y="8743"/>
                </a:lnTo>
                <a:lnTo>
                  <a:pt x="2793" y="8727"/>
                </a:lnTo>
                <a:lnTo>
                  <a:pt x="2808" y="8710"/>
                </a:lnTo>
                <a:lnTo>
                  <a:pt x="2848" y="8670"/>
                </a:lnTo>
                <a:lnTo>
                  <a:pt x="2890" y="8637"/>
                </a:lnTo>
                <a:lnTo>
                  <a:pt x="2913" y="8624"/>
                </a:lnTo>
                <a:lnTo>
                  <a:pt x="2921" y="8624"/>
                </a:lnTo>
                <a:lnTo>
                  <a:pt x="2922" y="8627"/>
                </a:lnTo>
                <a:lnTo>
                  <a:pt x="2920" y="8635"/>
                </a:lnTo>
                <a:lnTo>
                  <a:pt x="2902" y="8663"/>
                </a:lnTo>
                <a:lnTo>
                  <a:pt x="2889" y="8678"/>
                </a:lnTo>
                <a:lnTo>
                  <a:pt x="2875" y="8693"/>
                </a:lnTo>
                <a:lnTo>
                  <a:pt x="2858" y="8716"/>
                </a:lnTo>
                <a:lnTo>
                  <a:pt x="2855" y="8728"/>
                </a:lnTo>
                <a:lnTo>
                  <a:pt x="2867" y="8730"/>
                </a:lnTo>
                <a:lnTo>
                  <a:pt x="2880" y="8726"/>
                </a:lnTo>
                <a:lnTo>
                  <a:pt x="2890" y="8723"/>
                </a:lnTo>
                <a:lnTo>
                  <a:pt x="2902" y="8724"/>
                </a:lnTo>
                <a:lnTo>
                  <a:pt x="2904" y="8734"/>
                </a:lnTo>
                <a:lnTo>
                  <a:pt x="2897" y="8753"/>
                </a:lnTo>
                <a:lnTo>
                  <a:pt x="2889" y="8766"/>
                </a:lnTo>
                <a:lnTo>
                  <a:pt x="2883" y="8776"/>
                </a:lnTo>
                <a:lnTo>
                  <a:pt x="2883" y="8795"/>
                </a:lnTo>
                <a:lnTo>
                  <a:pt x="2887" y="8800"/>
                </a:lnTo>
                <a:lnTo>
                  <a:pt x="2892" y="8806"/>
                </a:lnTo>
                <a:lnTo>
                  <a:pt x="2891" y="8833"/>
                </a:lnTo>
                <a:lnTo>
                  <a:pt x="2885" y="8850"/>
                </a:lnTo>
                <a:lnTo>
                  <a:pt x="2878" y="8867"/>
                </a:lnTo>
                <a:lnTo>
                  <a:pt x="2867" y="8877"/>
                </a:lnTo>
                <a:lnTo>
                  <a:pt x="2861" y="8875"/>
                </a:lnTo>
                <a:lnTo>
                  <a:pt x="2859" y="8870"/>
                </a:lnTo>
                <a:lnTo>
                  <a:pt x="2855" y="8861"/>
                </a:lnTo>
                <a:lnTo>
                  <a:pt x="2843" y="8851"/>
                </a:lnTo>
                <a:lnTo>
                  <a:pt x="2830" y="8851"/>
                </a:lnTo>
                <a:lnTo>
                  <a:pt x="2822" y="8862"/>
                </a:lnTo>
                <a:lnTo>
                  <a:pt x="2821" y="8873"/>
                </a:lnTo>
                <a:lnTo>
                  <a:pt x="2822" y="8877"/>
                </a:lnTo>
                <a:lnTo>
                  <a:pt x="2828" y="8885"/>
                </a:lnTo>
                <a:lnTo>
                  <a:pt x="2848" y="8895"/>
                </a:lnTo>
                <a:lnTo>
                  <a:pt x="2866" y="8898"/>
                </a:lnTo>
                <a:lnTo>
                  <a:pt x="2885" y="8900"/>
                </a:lnTo>
                <a:lnTo>
                  <a:pt x="2912" y="8910"/>
                </a:lnTo>
                <a:lnTo>
                  <a:pt x="2928" y="8927"/>
                </a:lnTo>
                <a:lnTo>
                  <a:pt x="2931" y="8950"/>
                </a:lnTo>
                <a:lnTo>
                  <a:pt x="2927" y="8964"/>
                </a:lnTo>
                <a:lnTo>
                  <a:pt x="2924" y="8971"/>
                </a:lnTo>
                <a:lnTo>
                  <a:pt x="2924" y="8981"/>
                </a:lnTo>
                <a:lnTo>
                  <a:pt x="2930" y="8986"/>
                </a:lnTo>
                <a:lnTo>
                  <a:pt x="2940" y="8985"/>
                </a:lnTo>
                <a:lnTo>
                  <a:pt x="2962" y="8976"/>
                </a:lnTo>
                <a:lnTo>
                  <a:pt x="3000" y="8947"/>
                </a:lnTo>
                <a:lnTo>
                  <a:pt x="3022" y="8926"/>
                </a:lnTo>
                <a:lnTo>
                  <a:pt x="3045" y="8903"/>
                </a:lnTo>
                <a:lnTo>
                  <a:pt x="3077" y="8876"/>
                </a:lnTo>
                <a:lnTo>
                  <a:pt x="3095" y="8868"/>
                </a:lnTo>
                <a:lnTo>
                  <a:pt x="3104" y="8870"/>
                </a:lnTo>
                <a:lnTo>
                  <a:pt x="3114" y="8881"/>
                </a:lnTo>
                <a:lnTo>
                  <a:pt x="3120" y="8894"/>
                </a:lnTo>
                <a:lnTo>
                  <a:pt x="3122" y="8901"/>
                </a:lnTo>
                <a:lnTo>
                  <a:pt x="3116" y="8920"/>
                </a:lnTo>
                <a:lnTo>
                  <a:pt x="3089" y="8960"/>
                </a:lnTo>
                <a:lnTo>
                  <a:pt x="3057" y="8994"/>
                </a:lnTo>
                <a:lnTo>
                  <a:pt x="3034" y="9018"/>
                </a:lnTo>
                <a:lnTo>
                  <a:pt x="3005" y="9059"/>
                </a:lnTo>
                <a:lnTo>
                  <a:pt x="2998" y="9081"/>
                </a:lnTo>
                <a:lnTo>
                  <a:pt x="3001" y="9092"/>
                </a:lnTo>
                <a:lnTo>
                  <a:pt x="3009" y="9099"/>
                </a:lnTo>
                <a:lnTo>
                  <a:pt x="3023" y="9103"/>
                </a:lnTo>
                <a:lnTo>
                  <a:pt x="3032" y="9103"/>
                </a:lnTo>
                <a:lnTo>
                  <a:pt x="3041" y="9101"/>
                </a:lnTo>
                <a:lnTo>
                  <a:pt x="3059" y="9085"/>
                </a:lnTo>
                <a:lnTo>
                  <a:pt x="3064" y="9073"/>
                </a:lnTo>
                <a:lnTo>
                  <a:pt x="3067" y="9067"/>
                </a:lnTo>
                <a:lnTo>
                  <a:pt x="3077" y="9056"/>
                </a:lnTo>
                <a:lnTo>
                  <a:pt x="3101" y="9044"/>
                </a:lnTo>
                <a:lnTo>
                  <a:pt x="3120" y="9041"/>
                </a:lnTo>
                <a:lnTo>
                  <a:pt x="3139" y="9040"/>
                </a:lnTo>
                <a:lnTo>
                  <a:pt x="3167" y="9028"/>
                </a:lnTo>
                <a:lnTo>
                  <a:pt x="3173" y="9020"/>
                </a:lnTo>
                <a:lnTo>
                  <a:pt x="3177" y="9009"/>
                </a:lnTo>
                <a:lnTo>
                  <a:pt x="3189" y="9001"/>
                </a:lnTo>
                <a:lnTo>
                  <a:pt x="3200" y="9007"/>
                </a:lnTo>
                <a:lnTo>
                  <a:pt x="3205" y="9026"/>
                </a:lnTo>
                <a:lnTo>
                  <a:pt x="3204" y="9040"/>
                </a:lnTo>
                <a:lnTo>
                  <a:pt x="3203" y="9051"/>
                </a:lnTo>
                <a:lnTo>
                  <a:pt x="3207" y="9067"/>
                </a:lnTo>
                <a:lnTo>
                  <a:pt x="3218" y="9076"/>
                </a:lnTo>
                <a:lnTo>
                  <a:pt x="3239" y="9082"/>
                </a:lnTo>
                <a:lnTo>
                  <a:pt x="3255" y="9083"/>
                </a:lnTo>
                <a:lnTo>
                  <a:pt x="3270" y="9084"/>
                </a:lnTo>
                <a:lnTo>
                  <a:pt x="3293" y="9083"/>
                </a:lnTo>
                <a:lnTo>
                  <a:pt x="3312" y="9074"/>
                </a:lnTo>
                <a:lnTo>
                  <a:pt x="3328" y="9058"/>
                </a:lnTo>
                <a:lnTo>
                  <a:pt x="3336" y="9046"/>
                </a:lnTo>
                <a:lnTo>
                  <a:pt x="3347" y="9028"/>
                </a:lnTo>
                <a:lnTo>
                  <a:pt x="3357" y="8997"/>
                </a:lnTo>
                <a:lnTo>
                  <a:pt x="3355" y="8989"/>
                </a:lnTo>
                <a:lnTo>
                  <a:pt x="3353" y="8985"/>
                </a:lnTo>
                <a:lnTo>
                  <a:pt x="3356" y="8975"/>
                </a:lnTo>
                <a:lnTo>
                  <a:pt x="3369" y="8954"/>
                </a:lnTo>
                <a:lnTo>
                  <a:pt x="3383" y="8939"/>
                </a:lnTo>
                <a:lnTo>
                  <a:pt x="3402" y="8924"/>
                </a:lnTo>
                <a:lnTo>
                  <a:pt x="3439" y="8901"/>
                </a:lnTo>
                <a:lnTo>
                  <a:pt x="3474" y="8889"/>
                </a:lnTo>
                <a:lnTo>
                  <a:pt x="3490" y="8890"/>
                </a:lnTo>
                <a:lnTo>
                  <a:pt x="3496" y="8895"/>
                </a:lnTo>
                <a:lnTo>
                  <a:pt x="3497" y="8899"/>
                </a:lnTo>
                <a:lnTo>
                  <a:pt x="3497" y="8907"/>
                </a:lnTo>
                <a:lnTo>
                  <a:pt x="3506" y="8917"/>
                </a:lnTo>
                <a:lnTo>
                  <a:pt x="3513" y="8918"/>
                </a:lnTo>
                <a:lnTo>
                  <a:pt x="3519" y="8917"/>
                </a:lnTo>
                <a:lnTo>
                  <a:pt x="3527" y="8910"/>
                </a:lnTo>
                <a:lnTo>
                  <a:pt x="3527" y="8904"/>
                </a:lnTo>
                <a:lnTo>
                  <a:pt x="3528" y="8891"/>
                </a:lnTo>
                <a:lnTo>
                  <a:pt x="3555" y="8817"/>
                </a:lnTo>
                <a:lnTo>
                  <a:pt x="3576" y="8766"/>
                </a:lnTo>
                <a:lnTo>
                  <a:pt x="3585" y="8742"/>
                </a:lnTo>
                <a:lnTo>
                  <a:pt x="3589" y="8724"/>
                </a:lnTo>
                <a:lnTo>
                  <a:pt x="3592" y="8705"/>
                </a:lnTo>
                <a:lnTo>
                  <a:pt x="3609" y="8678"/>
                </a:lnTo>
                <a:lnTo>
                  <a:pt x="3626" y="8667"/>
                </a:lnTo>
                <a:lnTo>
                  <a:pt x="3636" y="8666"/>
                </a:lnTo>
                <a:lnTo>
                  <a:pt x="3644" y="8671"/>
                </a:lnTo>
                <a:lnTo>
                  <a:pt x="3648" y="8682"/>
                </a:lnTo>
                <a:lnTo>
                  <a:pt x="3649" y="8690"/>
                </a:lnTo>
                <a:lnTo>
                  <a:pt x="3649" y="8700"/>
                </a:lnTo>
                <a:lnTo>
                  <a:pt x="3656" y="8713"/>
                </a:lnTo>
                <a:lnTo>
                  <a:pt x="3669" y="8714"/>
                </a:lnTo>
                <a:lnTo>
                  <a:pt x="3686" y="8704"/>
                </a:lnTo>
                <a:lnTo>
                  <a:pt x="3696" y="8695"/>
                </a:lnTo>
                <a:lnTo>
                  <a:pt x="3705" y="8687"/>
                </a:lnTo>
                <a:lnTo>
                  <a:pt x="3715" y="8685"/>
                </a:lnTo>
                <a:lnTo>
                  <a:pt x="3716" y="8690"/>
                </a:lnTo>
                <a:lnTo>
                  <a:pt x="3717" y="8692"/>
                </a:lnTo>
                <a:lnTo>
                  <a:pt x="3720" y="8693"/>
                </a:lnTo>
                <a:lnTo>
                  <a:pt x="3730" y="8684"/>
                </a:lnTo>
                <a:lnTo>
                  <a:pt x="3740" y="8671"/>
                </a:lnTo>
                <a:lnTo>
                  <a:pt x="3747" y="8663"/>
                </a:lnTo>
                <a:lnTo>
                  <a:pt x="3761" y="8652"/>
                </a:lnTo>
                <a:lnTo>
                  <a:pt x="3777" y="8649"/>
                </a:lnTo>
                <a:lnTo>
                  <a:pt x="3791" y="8652"/>
                </a:lnTo>
                <a:lnTo>
                  <a:pt x="3803" y="8661"/>
                </a:lnTo>
                <a:lnTo>
                  <a:pt x="3813" y="8675"/>
                </a:lnTo>
                <a:lnTo>
                  <a:pt x="3819" y="8694"/>
                </a:lnTo>
                <a:lnTo>
                  <a:pt x="3821" y="8718"/>
                </a:lnTo>
                <a:lnTo>
                  <a:pt x="3821" y="8731"/>
                </a:lnTo>
                <a:lnTo>
                  <a:pt x="3819" y="8746"/>
                </a:lnTo>
                <a:lnTo>
                  <a:pt x="3820" y="8766"/>
                </a:lnTo>
                <a:lnTo>
                  <a:pt x="3826" y="8778"/>
                </a:lnTo>
                <a:lnTo>
                  <a:pt x="3840" y="8782"/>
                </a:lnTo>
                <a:lnTo>
                  <a:pt x="3852" y="8782"/>
                </a:lnTo>
                <a:lnTo>
                  <a:pt x="3868" y="8781"/>
                </a:lnTo>
                <a:lnTo>
                  <a:pt x="3904" y="8772"/>
                </a:lnTo>
                <a:lnTo>
                  <a:pt x="3919" y="8766"/>
                </a:lnTo>
                <a:lnTo>
                  <a:pt x="3934" y="8759"/>
                </a:lnTo>
                <a:lnTo>
                  <a:pt x="3950" y="8758"/>
                </a:lnTo>
                <a:lnTo>
                  <a:pt x="3958" y="8762"/>
                </a:lnTo>
                <a:lnTo>
                  <a:pt x="3961" y="8766"/>
                </a:lnTo>
                <a:lnTo>
                  <a:pt x="3966" y="8771"/>
                </a:lnTo>
                <a:lnTo>
                  <a:pt x="3984" y="8773"/>
                </a:lnTo>
                <a:lnTo>
                  <a:pt x="4005" y="8768"/>
                </a:lnTo>
                <a:lnTo>
                  <a:pt x="4019" y="8756"/>
                </a:lnTo>
                <a:lnTo>
                  <a:pt x="4020" y="8749"/>
                </a:lnTo>
                <a:lnTo>
                  <a:pt x="4019" y="8745"/>
                </a:lnTo>
                <a:lnTo>
                  <a:pt x="4011" y="8737"/>
                </a:lnTo>
                <a:lnTo>
                  <a:pt x="3986" y="8727"/>
                </a:lnTo>
                <a:lnTo>
                  <a:pt x="3944" y="8720"/>
                </a:lnTo>
                <a:lnTo>
                  <a:pt x="3919" y="8722"/>
                </a:lnTo>
                <a:lnTo>
                  <a:pt x="3907" y="8727"/>
                </a:lnTo>
                <a:lnTo>
                  <a:pt x="3905" y="8731"/>
                </a:lnTo>
                <a:lnTo>
                  <a:pt x="3901" y="8738"/>
                </a:lnTo>
                <a:lnTo>
                  <a:pt x="3880" y="8748"/>
                </a:lnTo>
                <a:lnTo>
                  <a:pt x="3867" y="8749"/>
                </a:lnTo>
                <a:lnTo>
                  <a:pt x="3853" y="8748"/>
                </a:lnTo>
                <a:lnTo>
                  <a:pt x="3844" y="8739"/>
                </a:lnTo>
                <a:lnTo>
                  <a:pt x="3843" y="8731"/>
                </a:lnTo>
                <a:lnTo>
                  <a:pt x="3851" y="8716"/>
                </a:lnTo>
                <a:lnTo>
                  <a:pt x="3876" y="8693"/>
                </a:lnTo>
                <a:lnTo>
                  <a:pt x="3895" y="8683"/>
                </a:lnTo>
                <a:lnTo>
                  <a:pt x="3915" y="8676"/>
                </a:lnTo>
                <a:lnTo>
                  <a:pt x="3969" y="8666"/>
                </a:lnTo>
                <a:lnTo>
                  <a:pt x="3995" y="8665"/>
                </a:lnTo>
                <a:lnTo>
                  <a:pt x="4024" y="8664"/>
                </a:lnTo>
                <a:lnTo>
                  <a:pt x="4043" y="8657"/>
                </a:lnTo>
                <a:lnTo>
                  <a:pt x="4046" y="8647"/>
                </a:lnTo>
                <a:lnTo>
                  <a:pt x="4044" y="8640"/>
                </a:lnTo>
                <a:lnTo>
                  <a:pt x="4042" y="8634"/>
                </a:lnTo>
                <a:lnTo>
                  <a:pt x="4042" y="8623"/>
                </a:lnTo>
                <a:lnTo>
                  <a:pt x="4052" y="8615"/>
                </a:lnTo>
                <a:lnTo>
                  <a:pt x="4070" y="8614"/>
                </a:lnTo>
                <a:lnTo>
                  <a:pt x="4084" y="8612"/>
                </a:lnTo>
                <a:lnTo>
                  <a:pt x="4099" y="8603"/>
                </a:lnTo>
                <a:lnTo>
                  <a:pt x="4104" y="8594"/>
                </a:lnTo>
                <a:lnTo>
                  <a:pt x="4105" y="8589"/>
                </a:lnTo>
                <a:lnTo>
                  <a:pt x="4104" y="8579"/>
                </a:lnTo>
                <a:lnTo>
                  <a:pt x="4094" y="8565"/>
                </a:lnTo>
                <a:lnTo>
                  <a:pt x="4086" y="8564"/>
                </a:lnTo>
                <a:lnTo>
                  <a:pt x="4082" y="8563"/>
                </a:lnTo>
                <a:lnTo>
                  <a:pt x="4077" y="8560"/>
                </a:lnTo>
                <a:lnTo>
                  <a:pt x="4080" y="8547"/>
                </a:lnTo>
                <a:lnTo>
                  <a:pt x="4090" y="8534"/>
                </a:lnTo>
                <a:lnTo>
                  <a:pt x="4099" y="8521"/>
                </a:lnTo>
                <a:lnTo>
                  <a:pt x="4112" y="8480"/>
                </a:lnTo>
                <a:lnTo>
                  <a:pt x="4115" y="8458"/>
                </a:lnTo>
                <a:lnTo>
                  <a:pt x="4116" y="8438"/>
                </a:lnTo>
                <a:lnTo>
                  <a:pt x="4126" y="8405"/>
                </a:lnTo>
                <a:lnTo>
                  <a:pt x="4133" y="8398"/>
                </a:lnTo>
                <a:lnTo>
                  <a:pt x="4140" y="8392"/>
                </a:lnTo>
                <a:lnTo>
                  <a:pt x="4155" y="8366"/>
                </a:lnTo>
                <a:lnTo>
                  <a:pt x="4159" y="8352"/>
                </a:lnTo>
                <a:lnTo>
                  <a:pt x="4163" y="8339"/>
                </a:lnTo>
                <a:lnTo>
                  <a:pt x="4184" y="8320"/>
                </a:lnTo>
                <a:lnTo>
                  <a:pt x="4197" y="8317"/>
                </a:lnTo>
                <a:lnTo>
                  <a:pt x="4241" y="8315"/>
                </a:lnTo>
                <a:lnTo>
                  <a:pt x="4266" y="8308"/>
                </a:lnTo>
                <a:lnTo>
                  <a:pt x="4268" y="8299"/>
                </a:lnTo>
                <a:lnTo>
                  <a:pt x="4265" y="8293"/>
                </a:lnTo>
                <a:lnTo>
                  <a:pt x="4263" y="8287"/>
                </a:lnTo>
                <a:lnTo>
                  <a:pt x="4271" y="8283"/>
                </a:lnTo>
                <a:lnTo>
                  <a:pt x="4280" y="8286"/>
                </a:lnTo>
                <a:lnTo>
                  <a:pt x="4292" y="8291"/>
                </a:lnTo>
                <a:lnTo>
                  <a:pt x="4306" y="8307"/>
                </a:lnTo>
                <a:lnTo>
                  <a:pt x="4308" y="8314"/>
                </a:lnTo>
                <a:lnTo>
                  <a:pt x="4308" y="8321"/>
                </a:lnTo>
                <a:lnTo>
                  <a:pt x="4319" y="8321"/>
                </a:lnTo>
                <a:lnTo>
                  <a:pt x="4329" y="8314"/>
                </a:lnTo>
                <a:lnTo>
                  <a:pt x="4339" y="8309"/>
                </a:lnTo>
                <a:lnTo>
                  <a:pt x="4369" y="8307"/>
                </a:lnTo>
                <a:lnTo>
                  <a:pt x="4384" y="8311"/>
                </a:lnTo>
                <a:lnTo>
                  <a:pt x="4394" y="8315"/>
                </a:lnTo>
                <a:lnTo>
                  <a:pt x="4404" y="8321"/>
                </a:lnTo>
                <a:lnTo>
                  <a:pt x="4394" y="8332"/>
                </a:lnTo>
                <a:lnTo>
                  <a:pt x="4363" y="8344"/>
                </a:lnTo>
                <a:lnTo>
                  <a:pt x="4342" y="8352"/>
                </a:lnTo>
                <a:lnTo>
                  <a:pt x="4315" y="8369"/>
                </a:lnTo>
                <a:lnTo>
                  <a:pt x="4308" y="8381"/>
                </a:lnTo>
                <a:lnTo>
                  <a:pt x="4309" y="8388"/>
                </a:lnTo>
                <a:lnTo>
                  <a:pt x="4319" y="8394"/>
                </a:lnTo>
                <a:lnTo>
                  <a:pt x="4334" y="8395"/>
                </a:lnTo>
                <a:lnTo>
                  <a:pt x="4339" y="8396"/>
                </a:lnTo>
                <a:lnTo>
                  <a:pt x="4338" y="8406"/>
                </a:lnTo>
                <a:lnTo>
                  <a:pt x="4315" y="8436"/>
                </a:lnTo>
                <a:lnTo>
                  <a:pt x="4282" y="8468"/>
                </a:lnTo>
                <a:lnTo>
                  <a:pt x="4257" y="8490"/>
                </a:lnTo>
                <a:lnTo>
                  <a:pt x="4226" y="8522"/>
                </a:lnTo>
                <a:lnTo>
                  <a:pt x="4212" y="8544"/>
                </a:lnTo>
                <a:lnTo>
                  <a:pt x="4215" y="8565"/>
                </a:lnTo>
                <a:lnTo>
                  <a:pt x="4222" y="8577"/>
                </a:lnTo>
                <a:lnTo>
                  <a:pt x="4231" y="8592"/>
                </a:lnTo>
                <a:lnTo>
                  <a:pt x="4256" y="8612"/>
                </a:lnTo>
                <a:lnTo>
                  <a:pt x="4267" y="8614"/>
                </a:lnTo>
                <a:lnTo>
                  <a:pt x="4277" y="8615"/>
                </a:lnTo>
                <a:lnTo>
                  <a:pt x="4287" y="8626"/>
                </a:lnTo>
                <a:lnTo>
                  <a:pt x="4285" y="8635"/>
                </a:lnTo>
                <a:lnTo>
                  <a:pt x="4284" y="8643"/>
                </a:lnTo>
                <a:lnTo>
                  <a:pt x="4295" y="8664"/>
                </a:lnTo>
                <a:lnTo>
                  <a:pt x="4314" y="8683"/>
                </a:lnTo>
                <a:lnTo>
                  <a:pt x="4338" y="8695"/>
                </a:lnTo>
                <a:lnTo>
                  <a:pt x="4349" y="8696"/>
                </a:lnTo>
                <a:lnTo>
                  <a:pt x="4353" y="8696"/>
                </a:lnTo>
                <a:lnTo>
                  <a:pt x="4354" y="8693"/>
                </a:lnTo>
                <a:lnTo>
                  <a:pt x="4346" y="8683"/>
                </a:lnTo>
                <a:lnTo>
                  <a:pt x="4334" y="8673"/>
                </a:lnTo>
                <a:lnTo>
                  <a:pt x="4321" y="8662"/>
                </a:lnTo>
                <a:lnTo>
                  <a:pt x="4310" y="8646"/>
                </a:lnTo>
                <a:lnTo>
                  <a:pt x="4315" y="8638"/>
                </a:lnTo>
                <a:lnTo>
                  <a:pt x="4336" y="8638"/>
                </a:lnTo>
                <a:lnTo>
                  <a:pt x="4353" y="8641"/>
                </a:lnTo>
                <a:lnTo>
                  <a:pt x="4370" y="8648"/>
                </a:lnTo>
                <a:lnTo>
                  <a:pt x="4392" y="8669"/>
                </a:lnTo>
                <a:lnTo>
                  <a:pt x="4399" y="8695"/>
                </a:lnTo>
                <a:lnTo>
                  <a:pt x="4392" y="8713"/>
                </a:lnTo>
                <a:lnTo>
                  <a:pt x="4382" y="8721"/>
                </a:lnTo>
                <a:lnTo>
                  <a:pt x="4375" y="8724"/>
                </a:lnTo>
                <a:lnTo>
                  <a:pt x="4364" y="8728"/>
                </a:lnTo>
                <a:lnTo>
                  <a:pt x="4349" y="8738"/>
                </a:lnTo>
                <a:lnTo>
                  <a:pt x="4339" y="8750"/>
                </a:lnTo>
                <a:lnTo>
                  <a:pt x="4334" y="8763"/>
                </a:lnTo>
                <a:lnTo>
                  <a:pt x="4335" y="8776"/>
                </a:lnTo>
                <a:lnTo>
                  <a:pt x="4341" y="8789"/>
                </a:lnTo>
                <a:lnTo>
                  <a:pt x="4352" y="8800"/>
                </a:lnTo>
                <a:lnTo>
                  <a:pt x="4370" y="8808"/>
                </a:lnTo>
                <a:lnTo>
                  <a:pt x="4380" y="8810"/>
                </a:lnTo>
                <a:lnTo>
                  <a:pt x="4391" y="8812"/>
                </a:lnTo>
                <a:lnTo>
                  <a:pt x="4400" y="8815"/>
                </a:lnTo>
                <a:lnTo>
                  <a:pt x="4403" y="8817"/>
                </a:lnTo>
                <a:lnTo>
                  <a:pt x="4399" y="8836"/>
                </a:lnTo>
                <a:lnTo>
                  <a:pt x="4392" y="8848"/>
                </a:lnTo>
                <a:lnTo>
                  <a:pt x="4385" y="8865"/>
                </a:lnTo>
                <a:lnTo>
                  <a:pt x="4384" y="8882"/>
                </a:lnTo>
                <a:lnTo>
                  <a:pt x="4388" y="8890"/>
                </a:lnTo>
                <a:lnTo>
                  <a:pt x="4392" y="8893"/>
                </a:lnTo>
                <a:lnTo>
                  <a:pt x="4399" y="8898"/>
                </a:lnTo>
                <a:lnTo>
                  <a:pt x="4402" y="8913"/>
                </a:lnTo>
                <a:lnTo>
                  <a:pt x="4399" y="8919"/>
                </a:lnTo>
                <a:lnTo>
                  <a:pt x="4397" y="8928"/>
                </a:lnTo>
                <a:lnTo>
                  <a:pt x="4407" y="8950"/>
                </a:lnTo>
                <a:lnTo>
                  <a:pt x="4419" y="8960"/>
                </a:lnTo>
                <a:lnTo>
                  <a:pt x="4434" y="8971"/>
                </a:lnTo>
                <a:lnTo>
                  <a:pt x="4456" y="8983"/>
                </a:lnTo>
                <a:lnTo>
                  <a:pt x="4468" y="8983"/>
                </a:lnTo>
                <a:lnTo>
                  <a:pt x="4470" y="8971"/>
                </a:lnTo>
                <a:lnTo>
                  <a:pt x="4466" y="8960"/>
                </a:lnTo>
                <a:lnTo>
                  <a:pt x="4463" y="8950"/>
                </a:lnTo>
                <a:lnTo>
                  <a:pt x="4465" y="8938"/>
                </a:lnTo>
                <a:lnTo>
                  <a:pt x="4475" y="8935"/>
                </a:lnTo>
                <a:lnTo>
                  <a:pt x="4492" y="8941"/>
                </a:lnTo>
                <a:lnTo>
                  <a:pt x="4503" y="8948"/>
                </a:lnTo>
                <a:lnTo>
                  <a:pt x="4513" y="8957"/>
                </a:lnTo>
                <a:lnTo>
                  <a:pt x="4528" y="8979"/>
                </a:lnTo>
                <a:lnTo>
                  <a:pt x="4534" y="9003"/>
                </a:lnTo>
                <a:lnTo>
                  <a:pt x="4532" y="9023"/>
                </a:lnTo>
                <a:lnTo>
                  <a:pt x="4526" y="9029"/>
                </a:lnTo>
                <a:lnTo>
                  <a:pt x="4522" y="9031"/>
                </a:lnTo>
                <a:lnTo>
                  <a:pt x="4519" y="9040"/>
                </a:lnTo>
                <a:lnTo>
                  <a:pt x="4522" y="9054"/>
                </a:lnTo>
                <a:lnTo>
                  <a:pt x="4531" y="9066"/>
                </a:lnTo>
                <a:lnTo>
                  <a:pt x="4538" y="9077"/>
                </a:lnTo>
                <a:lnTo>
                  <a:pt x="4541" y="9085"/>
                </a:lnTo>
                <a:lnTo>
                  <a:pt x="4536" y="9083"/>
                </a:lnTo>
                <a:lnTo>
                  <a:pt x="4527" y="9079"/>
                </a:lnTo>
                <a:lnTo>
                  <a:pt x="4504" y="9082"/>
                </a:lnTo>
                <a:lnTo>
                  <a:pt x="4493" y="9088"/>
                </a:lnTo>
                <a:lnTo>
                  <a:pt x="4482" y="9096"/>
                </a:lnTo>
                <a:lnTo>
                  <a:pt x="4485" y="9104"/>
                </a:lnTo>
                <a:lnTo>
                  <a:pt x="4510" y="9102"/>
                </a:lnTo>
                <a:lnTo>
                  <a:pt x="4549" y="9092"/>
                </a:lnTo>
                <a:lnTo>
                  <a:pt x="4569" y="9083"/>
                </a:lnTo>
                <a:lnTo>
                  <a:pt x="4587" y="9075"/>
                </a:lnTo>
                <a:lnTo>
                  <a:pt x="4614" y="9072"/>
                </a:lnTo>
                <a:lnTo>
                  <a:pt x="4625" y="9081"/>
                </a:lnTo>
                <a:lnTo>
                  <a:pt x="4619" y="9101"/>
                </a:lnTo>
                <a:lnTo>
                  <a:pt x="4608" y="9116"/>
                </a:lnTo>
                <a:lnTo>
                  <a:pt x="4592" y="9136"/>
                </a:lnTo>
                <a:lnTo>
                  <a:pt x="4572" y="9172"/>
                </a:lnTo>
                <a:lnTo>
                  <a:pt x="4568" y="9203"/>
                </a:lnTo>
                <a:lnTo>
                  <a:pt x="4577" y="9220"/>
                </a:lnTo>
                <a:lnTo>
                  <a:pt x="4587" y="9228"/>
                </a:lnTo>
                <a:lnTo>
                  <a:pt x="4595" y="9230"/>
                </a:lnTo>
                <a:lnTo>
                  <a:pt x="4610" y="9234"/>
                </a:lnTo>
                <a:lnTo>
                  <a:pt x="4634" y="9235"/>
                </a:lnTo>
                <a:lnTo>
                  <a:pt x="4640" y="9232"/>
                </a:lnTo>
                <a:lnTo>
                  <a:pt x="4646" y="9229"/>
                </a:lnTo>
                <a:lnTo>
                  <a:pt x="4663" y="9233"/>
                </a:lnTo>
                <a:lnTo>
                  <a:pt x="4673" y="9240"/>
                </a:lnTo>
                <a:lnTo>
                  <a:pt x="4681" y="9245"/>
                </a:lnTo>
                <a:lnTo>
                  <a:pt x="4705" y="9246"/>
                </a:lnTo>
                <a:lnTo>
                  <a:pt x="4735" y="9236"/>
                </a:lnTo>
                <a:lnTo>
                  <a:pt x="4770" y="9217"/>
                </a:lnTo>
                <a:lnTo>
                  <a:pt x="4826" y="9176"/>
                </a:lnTo>
                <a:lnTo>
                  <a:pt x="4875" y="9124"/>
                </a:lnTo>
                <a:lnTo>
                  <a:pt x="4904" y="9086"/>
                </a:lnTo>
                <a:lnTo>
                  <a:pt x="4914" y="9068"/>
                </a:lnTo>
                <a:lnTo>
                  <a:pt x="4929" y="9041"/>
                </a:lnTo>
                <a:lnTo>
                  <a:pt x="4958" y="9003"/>
                </a:lnTo>
                <a:lnTo>
                  <a:pt x="4980" y="8991"/>
                </a:lnTo>
                <a:lnTo>
                  <a:pt x="4994" y="8989"/>
                </a:lnTo>
                <a:lnTo>
                  <a:pt x="5015" y="8995"/>
                </a:lnTo>
                <a:lnTo>
                  <a:pt x="5030" y="9007"/>
                </a:lnTo>
                <a:lnTo>
                  <a:pt x="5047" y="9021"/>
                </a:lnTo>
                <a:lnTo>
                  <a:pt x="5077" y="9034"/>
                </a:lnTo>
                <a:lnTo>
                  <a:pt x="5110" y="9029"/>
                </a:lnTo>
                <a:lnTo>
                  <a:pt x="5153" y="9006"/>
                </a:lnTo>
                <a:lnTo>
                  <a:pt x="5180" y="8987"/>
                </a:lnTo>
                <a:lnTo>
                  <a:pt x="5207" y="8969"/>
                </a:lnTo>
                <a:lnTo>
                  <a:pt x="5245" y="8950"/>
                </a:lnTo>
                <a:lnTo>
                  <a:pt x="5264" y="8951"/>
                </a:lnTo>
                <a:lnTo>
                  <a:pt x="5272" y="8959"/>
                </a:lnTo>
                <a:lnTo>
                  <a:pt x="5278" y="8980"/>
                </a:lnTo>
                <a:lnTo>
                  <a:pt x="5277" y="9002"/>
                </a:lnTo>
                <a:lnTo>
                  <a:pt x="5277" y="9016"/>
                </a:lnTo>
                <a:lnTo>
                  <a:pt x="5278" y="9030"/>
                </a:lnTo>
                <a:lnTo>
                  <a:pt x="5291" y="9024"/>
                </a:lnTo>
                <a:lnTo>
                  <a:pt x="5316" y="8994"/>
                </a:lnTo>
                <a:lnTo>
                  <a:pt x="5358" y="8943"/>
                </a:lnTo>
                <a:lnTo>
                  <a:pt x="5348" y="8989"/>
                </a:lnTo>
                <a:lnTo>
                  <a:pt x="5346" y="9007"/>
                </a:lnTo>
                <a:lnTo>
                  <a:pt x="5348" y="9031"/>
                </a:lnTo>
                <a:lnTo>
                  <a:pt x="5353" y="9042"/>
                </a:lnTo>
                <a:lnTo>
                  <a:pt x="5357" y="9045"/>
                </a:lnTo>
                <a:lnTo>
                  <a:pt x="5363" y="9051"/>
                </a:lnTo>
                <a:lnTo>
                  <a:pt x="5368" y="9069"/>
                </a:lnTo>
                <a:lnTo>
                  <a:pt x="5365" y="9078"/>
                </a:lnTo>
                <a:lnTo>
                  <a:pt x="5364" y="9083"/>
                </a:lnTo>
                <a:lnTo>
                  <a:pt x="5366" y="9092"/>
                </a:lnTo>
                <a:lnTo>
                  <a:pt x="5377" y="9104"/>
                </a:lnTo>
                <a:lnTo>
                  <a:pt x="5400" y="9116"/>
                </a:lnTo>
                <a:lnTo>
                  <a:pt x="5427" y="9118"/>
                </a:lnTo>
                <a:lnTo>
                  <a:pt x="5438" y="9113"/>
                </a:lnTo>
                <a:lnTo>
                  <a:pt x="5445" y="9111"/>
                </a:lnTo>
                <a:lnTo>
                  <a:pt x="5463" y="9120"/>
                </a:lnTo>
                <a:lnTo>
                  <a:pt x="5473" y="9129"/>
                </a:lnTo>
                <a:lnTo>
                  <a:pt x="5480" y="9139"/>
                </a:lnTo>
                <a:lnTo>
                  <a:pt x="5485" y="9153"/>
                </a:lnTo>
                <a:lnTo>
                  <a:pt x="5483" y="9154"/>
                </a:lnTo>
                <a:lnTo>
                  <a:pt x="5480" y="9155"/>
                </a:lnTo>
                <a:lnTo>
                  <a:pt x="5480" y="9163"/>
                </a:lnTo>
                <a:lnTo>
                  <a:pt x="5491" y="9187"/>
                </a:lnTo>
                <a:lnTo>
                  <a:pt x="5516" y="9232"/>
                </a:lnTo>
                <a:lnTo>
                  <a:pt x="5545" y="9272"/>
                </a:lnTo>
                <a:lnTo>
                  <a:pt x="5557" y="9284"/>
                </a:lnTo>
                <a:lnTo>
                  <a:pt x="5571" y="9294"/>
                </a:lnTo>
                <a:lnTo>
                  <a:pt x="5597" y="9304"/>
                </a:lnTo>
                <a:lnTo>
                  <a:pt x="5625" y="9302"/>
                </a:lnTo>
                <a:lnTo>
                  <a:pt x="5657" y="9287"/>
                </a:lnTo>
                <a:lnTo>
                  <a:pt x="5674" y="9273"/>
                </a:lnTo>
                <a:lnTo>
                  <a:pt x="5692" y="9262"/>
                </a:lnTo>
                <a:lnTo>
                  <a:pt x="5728" y="9249"/>
                </a:lnTo>
                <a:lnTo>
                  <a:pt x="5740" y="9250"/>
                </a:lnTo>
                <a:lnTo>
                  <a:pt x="5750" y="9252"/>
                </a:lnTo>
                <a:lnTo>
                  <a:pt x="5771" y="9246"/>
                </a:lnTo>
                <a:lnTo>
                  <a:pt x="5778" y="9237"/>
                </a:lnTo>
                <a:lnTo>
                  <a:pt x="5785" y="9227"/>
                </a:lnTo>
                <a:lnTo>
                  <a:pt x="5805" y="9215"/>
                </a:lnTo>
                <a:lnTo>
                  <a:pt x="5814" y="9213"/>
                </a:lnTo>
                <a:lnTo>
                  <a:pt x="5823" y="9212"/>
                </a:lnTo>
                <a:lnTo>
                  <a:pt x="5835" y="9200"/>
                </a:lnTo>
                <a:lnTo>
                  <a:pt x="5836" y="9191"/>
                </a:lnTo>
                <a:lnTo>
                  <a:pt x="5837" y="9185"/>
                </a:lnTo>
                <a:lnTo>
                  <a:pt x="5844" y="9174"/>
                </a:lnTo>
                <a:lnTo>
                  <a:pt x="5867" y="9155"/>
                </a:lnTo>
                <a:lnTo>
                  <a:pt x="5910" y="9132"/>
                </a:lnTo>
                <a:lnTo>
                  <a:pt x="5957" y="9118"/>
                </a:lnTo>
                <a:lnTo>
                  <a:pt x="5976" y="9117"/>
                </a:lnTo>
                <a:lnTo>
                  <a:pt x="5986" y="9118"/>
                </a:lnTo>
                <a:lnTo>
                  <a:pt x="6001" y="9115"/>
                </a:lnTo>
                <a:lnTo>
                  <a:pt x="6009" y="9106"/>
                </a:lnTo>
                <a:lnTo>
                  <a:pt x="6014" y="9091"/>
                </a:lnTo>
                <a:lnTo>
                  <a:pt x="6014" y="9081"/>
                </a:lnTo>
                <a:lnTo>
                  <a:pt x="6015" y="9065"/>
                </a:lnTo>
                <a:lnTo>
                  <a:pt x="6029" y="9026"/>
                </a:lnTo>
                <a:lnTo>
                  <a:pt x="6051" y="8988"/>
                </a:lnTo>
                <a:lnTo>
                  <a:pt x="6078" y="8957"/>
                </a:lnTo>
                <a:lnTo>
                  <a:pt x="6093" y="8946"/>
                </a:lnTo>
                <a:lnTo>
                  <a:pt x="6101" y="8939"/>
                </a:lnTo>
                <a:lnTo>
                  <a:pt x="6108" y="8923"/>
                </a:lnTo>
                <a:lnTo>
                  <a:pt x="6105" y="8916"/>
                </a:lnTo>
                <a:lnTo>
                  <a:pt x="6103" y="8911"/>
                </a:lnTo>
                <a:lnTo>
                  <a:pt x="6102" y="8900"/>
                </a:lnTo>
                <a:lnTo>
                  <a:pt x="6109" y="8884"/>
                </a:lnTo>
                <a:lnTo>
                  <a:pt x="6128" y="8864"/>
                </a:lnTo>
                <a:lnTo>
                  <a:pt x="6154" y="8856"/>
                </a:lnTo>
                <a:lnTo>
                  <a:pt x="6168" y="8858"/>
                </a:lnTo>
                <a:lnTo>
                  <a:pt x="6174" y="8860"/>
                </a:lnTo>
                <a:lnTo>
                  <a:pt x="6187" y="8860"/>
                </a:lnTo>
                <a:lnTo>
                  <a:pt x="6205" y="8851"/>
                </a:lnTo>
                <a:lnTo>
                  <a:pt x="6214" y="8838"/>
                </a:lnTo>
                <a:lnTo>
                  <a:pt x="6221" y="8827"/>
                </a:lnTo>
                <a:lnTo>
                  <a:pt x="6236" y="8816"/>
                </a:lnTo>
                <a:lnTo>
                  <a:pt x="6240" y="8818"/>
                </a:lnTo>
                <a:lnTo>
                  <a:pt x="6242" y="8827"/>
                </a:lnTo>
                <a:lnTo>
                  <a:pt x="6228" y="8875"/>
                </a:lnTo>
                <a:lnTo>
                  <a:pt x="6203" y="8934"/>
                </a:lnTo>
                <a:lnTo>
                  <a:pt x="6177" y="8983"/>
                </a:lnTo>
                <a:lnTo>
                  <a:pt x="6168" y="8992"/>
                </a:lnTo>
                <a:lnTo>
                  <a:pt x="6164" y="8996"/>
                </a:lnTo>
                <a:lnTo>
                  <a:pt x="6157" y="9011"/>
                </a:lnTo>
                <a:lnTo>
                  <a:pt x="6153" y="9045"/>
                </a:lnTo>
                <a:lnTo>
                  <a:pt x="6155" y="9096"/>
                </a:lnTo>
                <a:lnTo>
                  <a:pt x="6163" y="9126"/>
                </a:lnTo>
                <a:lnTo>
                  <a:pt x="6170" y="9136"/>
                </a:lnTo>
                <a:lnTo>
                  <a:pt x="6174" y="9137"/>
                </a:lnTo>
                <a:lnTo>
                  <a:pt x="6189" y="9135"/>
                </a:lnTo>
                <a:lnTo>
                  <a:pt x="6221" y="9116"/>
                </a:lnTo>
                <a:lnTo>
                  <a:pt x="6250" y="9083"/>
                </a:lnTo>
                <a:lnTo>
                  <a:pt x="6266" y="9049"/>
                </a:lnTo>
                <a:lnTo>
                  <a:pt x="6267" y="9032"/>
                </a:lnTo>
                <a:lnTo>
                  <a:pt x="6264" y="8993"/>
                </a:lnTo>
                <a:lnTo>
                  <a:pt x="6270" y="8972"/>
                </a:lnTo>
                <a:lnTo>
                  <a:pt x="6278" y="8977"/>
                </a:lnTo>
                <a:lnTo>
                  <a:pt x="6284" y="8985"/>
                </a:lnTo>
                <a:lnTo>
                  <a:pt x="6288" y="8992"/>
                </a:lnTo>
                <a:lnTo>
                  <a:pt x="6295" y="8997"/>
                </a:lnTo>
                <a:lnTo>
                  <a:pt x="6306" y="8987"/>
                </a:lnTo>
                <a:lnTo>
                  <a:pt x="6316" y="8964"/>
                </a:lnTo>
                <a:lnTo>
                  <a:pt x="6325" y="8942"/>
                </a:lnTo>
                <a:lnTo>
                  <a:pt x="6341" y="8928"/>
                </a:lnTo>
                <a:lnTo>
                  <a:pt x="6353" y="8926"/>
                </a:lnTo>
                <a:lnTo>
                  <a:pt x="6360" y="8928"/>
                </a:lnTo>
                <a:lnTo>
                  <a:pt x="6369" y="8932"/>
                </a:lnTo>
                <a:lnTo>
                  <a:pt x="6383" y="8945"/>
                </a:lnTo>
                <a:lnTo>
                  <a:pt x="6386" y="8951"/>
                </a:lnTo>
                <a:lnTo>
                  <a:pt x="6388" y="8958"/>
                </a:lnTo>
                <a:lnTo>
                  <a:pt x="6405" y="8972"/>
                </a:lnTo>
                <a:lnTo>
                  <a:pt x="6417" y="8977"/>
                </a:lnTo>
                <a:lnTo>
                  <a:pt x="6430" y="8983"/>
                </a:lnTo>
                <a:lnTo>
                  <a:pt x="6453" y="9011"/>
                </a:lnTo>
                <a:lnTo>
                  <a:pt x="6460" y="9027"/>
                </a:lnTo>
                <a:lnTo>
                  <a:pt x="6465" y="9044"/>
                </a:lnTo>
                <a:lnTo>
                  <a:pt x="6483" y="9065"/>
                </a:lnTo>
                <a:lnTo>
                  <a:pt x="6504" y="9070"/>
                </a:lnTo>
                <a:lnTo>
                  <a:pt x="6523" y="9058"/>
                </a:lnTo>
                <a:lnTo>
                  <a:pt x="6530" y="9045"/>
                </a:lnTo>
                <a:lnTo>
                  <a:pt x="6537" y="9031"/>
                </a:lnTo>
                <a:lnTo>
                  <a:pt x="6553" y="9020"/>
                </a:lnTo>
                <a:lnTo>
                  <a:pt x="6575" y="9027"/>
                </a:lnTo>
                <a:lnTo>
                  <a:pt x="6605" y="9052"/>
                </a:lnTo>
                <a:lnTo>
                  <a:pt x="6625" y="9071"/>
                </a:lnTo>
                <a:lnTo>
                  <a:pt x="6646" y="9092"/>
                </a:lnTo>
                <a:lnTo>
                  <a:pt x="6671" y="9109"/>
                </a:lnTo>
                <a:lnTo>
                  <a:pt x="6686" y="9113"/>
                </a:lnTo>
                <a:lnTo>
                  <a:pt x="6699" y="9111"/>
                </a:lnTo>
                <a:lnTo>
                  <a:pt x="6713" y="9102"/>
                </a:lnTo>
                <a:lnTo>
                  <a:pt x="6734" y="9078"/>
                </a:lnTo>
                <a:lnTo>
                  <a:pt x="6751" y="9051"/>
                </a:lnTo>
                <a:lnTo>
                  <a:pt x="6791" y="8994"/>
                </a:lnTo>
                <a:lnTo>
                  <a:pt x="6837" y="8936"/>
                </a:lnTo>
                <a:lnTo>
                  <a:pt x="6855" y="8912"/>
                </a:lnTo>
                <a:lnTo>
                  <a:pt x="6881" y="8866"/>
                </a:lnTo>
                <a:lnTo>
                  <a:pt x="6883" y="8853"/>
                </a:lnTo>
                <a:lnTo>
                  <a:pt x="6885" y="8842"/>
                </a:lnTo>
                <a:lnTo>
                  <a:pt x="6896" y="8825"/>
                </a:lnTo>
                <a:lnTo>
                  <a:pt x="6905" y="8820"/>
                </a:lnTo>
                <a:lnTo>
                  <a:pt x="6916" y="8818"/>
                </a:lnTo>
                <a:lnTo>
                  <a:pt x="6925" y="8827"/>
                </a:lnTo>
                <a:lnTo>
                  <a:pt x="6923" y="8847"/>
                </a:lnTo>
                <a:lnTo>
                  <a:pt x="6909" y="8874"/>
                </a:lnTo>
                <a:lnTo>
                  <a:pt x="6897" y="8888"/>
                </a:lnTo>
                <a:lnTo>
                  <a:pt x="6887" y="8900"/>
                </a:lnTo>
                <a:lnTo>
                  <a:pt x="6882" y="8913"/>
                </a:lnTo>
                <a:lnTo>
                  <a:pt x="6884" y="8917"/>
                </a:lnTo>
                <a:lnTo>
                  <a:pt x="6887" y="8918"/>
                </a:lnTo>
                <a:lnTo>
                  <a:pt x="6895" y="8916"/>
                </a:lnTo>
                <a:lnTo>
                  <a:pt x="6919" y="8896"/>
                </a:lnTo>
                <a:lnTo>
                  <a:pt x="6929" y="8881"/>
                </a:lnTo>
                <a:lnTo>
                  <a:pt x="6940" y="8866"/>
                </a:lnTo>
                <a:lnTo>
                  <a:pt x="6957" y="8856"/>
                </a:lnTo>
                <a:lnTo>
                  <a:pt x="6968" y="8855"/>
                </a:lnTo>
                <a:lnTo>
                  <a:pt x="6973" y="8857"/>
                </a:lnTo>
                <a:lnTo>
                  <a:pt x="6984" y="8865"/>
                </a:lnTo>
                <a:lnTo>
                  <a:pt x="6994" y="8885"/>
                </a:lnTo>
                <a:lnTo>
                  <a:pt x="6990" y="8904"/>
                </a:lnTo>
                <a:lnTo>
                  <a:pt x="6972" y="8916"/>
                </a:lnTo>
                <a:lnTo>
                  <a:pt x="6959" y="8918"/>
                </a:lnTo>
                <a:lnTo>
                  <a:pt x="6951" y="8918"/>
                </a:lnTo>
                <a:lnTo>
                  <a:pt x="6938" y="8922"/>
                </a:lnTo>
                <a:lnTo>
                  <a:pt x="6930" y="8931"/>
                </a:lnTo>
                <a:lnTo>
                  <a:pt x="6926" y="8944"/>
                </a:lnTo>
                <a:lnTo>
                  <a:pt x="6926" y="8954"/>
                </a:lnTo>
                <a:lnTo>
                  <a:pt x="6925" y="8967"/>
                </a:lnTo>
                <a:lnTo>
                  <a:pt x="6920" y="8978"/>
                </a:lnTo>
                <a:lnTo>
                  <a:pt x="6915" y="8980"/>
                </a:lnTo>
                <a:lnTo>
                  <a:pt x="6913" y="8979"/>
                </a:lnTo>
                <a:lnTo>
                  <a:pt x="6909" y="8978"/>
                </a:lnTo>
                <a:lnTo>
                  <a:pt x="6893" y="8985"/>
                </a:lnTo>
                <a:lnTo>
                  <a:pt x="6860" y="9010"/>
                </a:lnTo>
                <a:lnTo>
                  <a:pt x="6835" y="9036"/>
                </a:lnTo>
                <a:lnTo>
                  <a:pt x="6808" y="9063"/>
                </a:lnTo>
                <a:lnTo>
                  <a:pt x="6766" y="9099"/>
                </a:lnTo>
                <a:lnTo>
                  <a:pt x="6756" y="9103"/>
                </a:lnTo>
                <a:lnTo>
                  <a:pt x="6747" y="9107"/>
                </a:lnTo>
                <a:lnTo>
                  <a:pt x="6716" y="9142"/>
                </a:lnTo>
                <a:lnTo>
                  <a:pt x="6681" y="9192"/>
                </a:lnTo>
                <a:lnTo>
                  <a:pt x="6658" y="9237"/>
                </a:lnTo>
                <a:lnTo>
                  <a:pt x="6655" y="9250"/>
                </a:lnTo>
                <a:lnTo>
                  <a:pt x="6656" y="9256"/>
                </a:lnTo>
                <a:lnTo>
                  <a:pt x="6668" y="9263"/>
                </a:lnTo>
                <a:lnTo>
                  <a:pt x="6703" y="9268"/>
                </a:lnTo>
                <a:lnTo>
                  <a:pt x="6765" y="9261"/>
                </a:lnTo>
                <a:lnTo>
                  <a:pt x="6809" y="9248"/>
                </a:lnTo>
                <a:lnTo>
                  <a:pt x="6832" y="9237"/>
                </a:lnTo>
                <a:lnTo>
                  <a:pt x="6842" y="9230"/>
                </a:lnTo>
                <a:lnTo>
                  <a:pt x="6857" y="9214"/>
                </a:lnTo>
                <a:lnTo>
                  <a:pt x="6896" y="9153"/>
                </a:lnTo>
                <a:lnTo>
                  <a:pt x="6916" y="9119"/>
                </a:lnTo>
                <a:lnTo>
                  <a:pt x="6933" y="9087"/>
                </a:lnTo>
                <a:lnTo>
                  <a:pt x="6955" y="9056"/>
                </a:lnTo>
                <a:lnTo>
                  <a:pt x="6966" y="9048"/>
                </a:lnTo>
                <a:lnTo>
                  <a:pt x="6969" y="9050"/>
                </a:lnTo>
                <a:lnTo>
                  <a:pt x="6975" y="9054"/>
                </a:lnTo>
                <a:lnTo>
                  <a:pt x="6977" y="9052"/>
                </a:lnTo>
                <a:lnTo>
                  <a:pt x="6973" y="9046"/>
                </a:lnTo>
                <a:lnTo>
                  <a:pt x="6968" y="9039"/>
                </a:lnTo>
                <a:lnTo>
                  <a:pt x="6972" y="9014"/>
                </a:lnTo>
                <a:lnTo>
                  <a:pt x="6985" y="8988"/>
                </a:lnTo>
                <a:lnTo>
                  <a:pt x="7002" y="8971"/>
                </a:lnTo>
                <a:lnTo>
                  <a:pt x="7010" y="8969"/>
                </a:lnTo>
                <a:lnTo>
                  <a:pt x="7017" y="8970"/>
                </a:lnTo>
                <a:lnTo>
                  <a:pt x="7026" y="8982"/>
                </a:lnTo>
                <a:lnTo>
                  <a:pt x="7027" y="8992"/>
                </a:lnTo>
                <a:lnTo>
                  <a:pt x="7028" y="8997"/>
                </a:lnTo>
                <a:lnTo>
                  <a:pt x="7034" y="9004"/>
                </a:lnTo>
                <a:lnTo>
                  <a:pt x="7053" y="9008"/>
                </a:lnTo>
                <a:lnTo>
                  <a:pt x="7094" y="8998"/>
                </a:lnTo>
                <a:lnTo>
                  <a:pt x="7145" y="8975"/>
                </a:lnTo>
                <a:lnTo>
                  <a:pt x="7172" y="8959"/>
                </a:lnTo>
                <a:lnTo>
                  <a:pt x="7201" y="8938"/>
                </a:lnTo>
                <a:lnTo>
                  <a:pt x="7215" y="8936"/>
                </a:lnTo>
                <a:lnTo>
                  <a:pt x="7213" y="8951"/>
                </a:lnTo>
                <a:lnTo>
                  <a:pt x="7210" y="8965"/>
                </a:lnTo>
                <a:lnTo>
                  <a:pt x="7205" y="8980"/>
                </a:lnTo>
                <a:lnTo>
                  <a:pt x="7209" y="9000"/>
                </a:lnTo>
                <a:lnTo>
                  <a:pt x="7213" y="9002"/>
                </a:lnTo>
                <a:lnTo>
                  <a:pt x="7230" y="9004"/>
                </a:lnTo>
                <a:lnTo>
                  <a:pt x="7253" y="9012"/>
                </a:lnTo>
                <a:lnTo>
                  <a:pt x="7260" y="9015"/>
                </a:lnTo>
                <a:lnTo>
                  <a:pt x="7271" y="9014"/>
                </a:lnTo>
                <a:lnTo>
                  <a:pt x="7279" y="9001"/>
                </a:lnTo>
                <a:lnTo>
                  <a:pt x="7280" y="8979"/>
                </a:lnTo>
                <a:lnTo>
                  <a:pt x="7280" y="8967"/>
                </a:lnTo>
                <a:lnTo>
                  <a:pt x="7285" y="8949"/>
                </a:lnTo>
                <a:lnTo>
                  <a:pt x="7294" y="8939"/>
                </a:lnTo>
                <a:lnTo>
                  <a:pt x="7309" y="8935"/>
                </a:lnTo>
                <a:lnTo>
                  <a:pt x="7319" y="8934"/>
                </a:lnTo>
                <a:lnTo>
                  <a:pt x="7340" y="8933"/>
                </a:lnTo>
                <a:lnTo>
                  <a:pt x="7402" y="8921"/>
                </a:lnTo>
                <a:lnTo>
                  <a:pt x="7468" y="8904"/>
                </a:lnTo>
                <a:lnTo>
                  <a:pt x="7518" y="8886"/>
                </a:lnTo>
                <a:lnTo>
                  <a:pt x="7527" y="8879"/>
                </a:lnTo>
                <a:lnTo>
                  <a:pt x="7537" y="8874"/>
                </a:lnTo>
                <a:lnTo>
                  <a:pt x="7589" y="8868"/>
                </a:lnTo>
                <a:lnTo>
                  <a:pt x="7651" y="8868"/>
                </a:lnTo>
                <a:lnTo>
                  <a:pt x="7688" y="8872"/>
                </a:lnTo>
                <a:lnTo>
                  <a:pt x="7701" y="8877"/>
                </a:lnTo>
                <a:lnTo>
                  <a:pt x="7703" y="8879"/>
                </a:lnTo>
                <a:lnTo>
                  <a:pt x="7701" y="8886"/>
                </a:lnTo>
                <a:lnTo>
                  <a:pt x="7681" y="8915"/>
                </a:lnTo>
                <a:lnTo>
                  <a:pt x="7666" y="8931"/>
                </a:lnTo>
                <a:lnTo>
                  <a:pt x="7627" y="8974"/>
                </a:lnTo>
                <a:lnTo>
                  <a:pt x="7714" y="8964"/>
                </a:lnTo>
                <a:lnTo>
                  <a:pt x="7753" y="8958"/>
                </a:lnTo>
                <a:lnTo>
                  <a:pt x="7829" y="8937"/>
                </a:lnTo>
                <a:lnTo>
                  <a:pt x="7853" y="8926"/>
                </a:lnTo>
                <a:lnTo>
                  <a:pt x="7896" y="8907"/>
                </a:lnTo>
                <a:lnTo>
                  <a:pt x="7916" y="8903"/>
                </a:lnTo>
                <a:lnTo>
                  <a:pt x="7921" y="8901"/>
                </a:lnTo>
                <a:lnTo>
                  <a:pt x="7936" y="8888"/>
                </a:lnTo>
                <a:lnTo>
                  <a:pt x="7942" y="8878"/>
                </a:lnTo>
                <a:lnTo>
                  <a:pt x="7950" y="8866"/>
                </a:lnTo>
                <a:lnTo>
                  <a:pt x="7973" y="8851"/>
                </a:lnTo>
                <a:lnTo>
                  <a:pt x="7983" y="8850"/>
                </a:lnTo>
                <a:lnTo>
                  <a:pt x="7991" y="8850"/>
                </a:lnTo>
                <a:lnTo>
                  <a:pt x="8002" y="8845"/>
                </a:lnTo>
                <a:lnTo>
                  <a:pt x="8007" y="8836"/>
                </a:lnTo>
                <a:lnTo>
                  <a:pt x="8006" y="8826"/>
                </a:lnTo>
                <a:lnTo>
                  <a:pt x="7997" y="8809"/>
                </a:lnTo>
                <a:lnTo>
                  <a:pt x="7970" y="8789"/>
                </a:lnTo>
                <a:lnTo>
                  <a:pt x="7951" y="8786"/>
                </a:lnTo>
                <a:lnTo>
                  <a:pt x="7933" y="8782"/>
                </a:lnTo>
                <a:lnTo>
                  <a:pt x="7913" y="8773"/>
                </a:lnTo>
                <a:lnTo>
                  <a:pt x="7906" y="8766"/>
                </a:lnTo>
                <a:lnTo>
                  <a:pt x="7906" y="8762"/>
                </a:lnTo>
                <a:lnTo>
                  <a:pt x="7905" y="8760"/>
                </a:lnTo>
                <a:lnTo>
                  <a:pt x="7893" y="8761"/>
                </a:lnTo>
                <a:lnTo>
                  <a:pt x="7858" y="8773"/>
                </a:lnTo>
                <a:lnTo>
                  <a:pt x="7826" y="8789"/>
                </a:lnTo>
                <a:lnTo>
                  <a:pt x="7794" y="8807"/>
                </a:lnTo>
                <a:lnTo>
                  <a:pt x="7749" y="8827"/>
                </a:lnTo>
                <a:lnTo>
                  <a:pt x="7742" y="8827"/>
                </a:lnTo>
                <a:lnTo>
                  <a:pt x="7742" y="8821"/>
                </a:lnTo>
                <a:lnTo>
                  <a:pt x="7766" y="8784"/>
                </a:lnTo>
                <a:lnTo>
                  <a:pt x="7785" y="8761"/>
                </a:lnTo>
                <a:lnTo>
                  <a:pt x="7807" y="8736"/>
                </a:lnTo>
                <a:lnTo>
                  <a:pt x="7835" y="8694"/>
                </a:lnTo>
                <a:lnTo>
                  <a:pt x="7838" y="8683"/>
                </a:lnTo>
                <a:lnTo>
                  <a:pt x="7839" y="8676"/>
                </a:lnTo>
                <a:lnTo>
                  <a:pt x="7853" y="8666"/>
                </a:lnTo>
                <a:lnTo>
                  <a:pt x="7863" y="8665"/>
                </a:lnTo>
                <a:lnTo>
                  <a:pt x="7874" y="8664"/>
                </a:lnTo>
                <a:lnTo>
                  <a:pt x="7905" y="8656"/>
                </a:lnTo>
                <a:lnTo>
                  <a:pt x="7919" y="8650"/>
                </a:lnTo>
                <a:lnTo>
                  <a:pt x="7933" y="8642"/>
                </a:lnTo>
                <a:lnTo>
                  <a:pt x="7977" y="8626"/>
                </a:lnTo>
                <a:lnTo>
                  <a:pt x="7998" y="8620"/>
                </a:lnTo>
                <a:lnTo>
                  <a:pt x="8028" y="8614"/>
                </a:lnTo>
                <a:lnTo>
                  <a:pt x="8078" y="8613"/>
                </a:lnTo>
                <a:lnTo>
                  <a:pt x="8100" y="8619"/>
                </a:lnTo>
                <a:lnTo>
                  <a:pt x="8107" y="8625"/>
                </a:lnTo>
                <a:lnTo>
                  <a:pt x="8106" y="8635"/>
                </a:lnTo>
                <a:lnTo>
                  <a:pt x="8095" y="8644"/>
                </a:lnTo>
                <a:lnTo>
                  <a:pt x="8086" y="8650"/>
                </a:lnTo>
                <a:lnTo>
                  <a:pt x="8075" y="8658"/>
                </a:lnTo>
                <a:lnTo>
                  <a:pt x="8064" y="8675"/>
                </a:lnTo>
                <a:lnTo>
                  <a:pt x="8066" y="8683"/>
                </a:lnTo>
                <a:lnTo>
                  <a:pt x="8073" y="8691"/>
                </a:lnTo>
                <a:lnTo>
                  <a:pt x="8091" y="8698"/>
                </a:lnTo>
                <a:lnTo>
                  <a:pt x="8111" y="8696"/>
                </a:lnTo>
                <a:lnTo>
                  <a:pt x="8124" y="8685"/>
                </a:lnTo>
                <a:lnTo>
                  <a:pt x="8125" y="8676"/>
                </a:lnTo>
                <a:lnTo>
                  <a:pt x="8126" y="8666"/>
                </a:lnTo>
                <a:lnTo>
                  <a:pt x="8135" y="8647"/>
                </a:lnTo>
                <a:lnTo>
                  <a:pt x="8159" y="8620"/>
                </a:lnTo>
                <a:lnTo>
                  <a:pt x="8191" y="8604"/>
                </a:lnTo>
                <a:lnTo>
                  <a:pt x="8212" y="8598"/>
                </a:lnTo>
                <a:lnTo>
                  <a:pt x="8230" y="8599"/>
                </a:lnTo>
                <a:lnTo>
                  <a:pt x="8243" y="8608"/>
                </a:lnTo>
                <a:lnTo>
                  <a:pt x="8246" y="8615"/>
                </a:lnTo>
                <a:lnTo>
                  <a:pt x="8249" y="8620"/>
                </a:lnTo>
                <a:lnTo>
                  <a:pt x="8261" y="8626"/>
                </a:lnTo>
                <a:lnTo>
                  <a:pt x="8296" y="8624"/>
                </a:lnTo>
                <a:lnTo>
                  <a:pt x="8340" y="8614"/>
                </a:lnTo>
                <a:lnTo>
                  <a:pt x="8364" y="8607"/>
                </a:lnTo>
                <a:lnTo>
                  <a:pt x="8396" y="8596"/>
                </a:lnTo>
                <a:lnTo>
                  <a:pt x="8414" y="8584"/>
                </a:lnTo>
                <a:lnTo>
                  <a:pt x="8418" y="8570"/>
                </a:lnTo>
                <a:lnTo>
                  <a:pt x="8416" y="8560"/>
                </a:lnTo>
                <a:lnTo>
                  <a:pt x="8415" y="8547"/>
                </a:lnTo>
                <a:lnTo>
                  <a:pt x="8419" y="8534"/>
                </a:lnTo>
                <a:lnTo>
                  <a:pt x="8425" y="8530"/>
                </a:lnTo>
                <a:lnTo>
                  <a:pt x="8429" y="8529"/>
                </a:lnTo>
                <a:lnTo>
                  <a:pt x="8439" y="8528"/>
                </a:lnTo>
                <a:lnTo>
                  <a:pt x="8461" y="8516"/>
                </a:lnTo>
                <a:lnTo>
                  <a:pt x="8469" y="8506"/>
                </a:lnTo>
                <a:lnTo>
                  <a:pt x="8475" y="8500"/>
                </a:lnTo>
                <a:lnTo>
                  <a:pt x="8493" y="8489"/>
                </a:lnTo>
                <a:lnTo>
                  <a:pt x="8526" y="8476"/>
                </a:lnTo>
                <a:lnTo>
                  <a:pt x="8576" y="8470"/>
                </a:lnTo>
                <a:lnTo>
                  <a:pt x="8605" y="8474"/>
                </a:lnTo>
                <a:lnTo>
                  <a:pt x="8617" y="8481"/>
                </a:lnTo>
                <a:lnTo>
                  <a:pt x="8620" y="8486"/>
                </a:lnTo>
                <a:lnTo>
                  <a:pt x="8622" y="8496"/>
                </a:lnTo>
                <a:lnTo>
                  <a:pt x="8617" y="8519"/>
                </a:lnTo>
                <a:lnTo>
                  <a:pt x="8610" y="8528"/>
                </a:lnTo>
                <a:lnTo>
                  <a:pt x="8599" y="8539"/>
                </a:lnTo>
                <a:lnTo>
                  <a:pt x="8597" y="8552"/>
                </a:lnTo>
                <a:lnTo>
                  <a:pt x="8601" y="8556"/>
                </a:lnTo>
                <a:lnTo>
                  <a:pt x="8614" y="8558"/>
                </a:lnTo>
                <a:lnTo>
                  <a:pt x="8643" y="8549"/>
                </a:lnTo>
                <a:lnTo>
                  <a:pt x="8661" y="8538"/>
                </a:lnTo>
                <a:lnTo>
                  <a:pt x="8705" y="8508"/>
                </a:lnTo>
                <a:lnTo>
                  <a:pt x="8735" y="8478"/>
                </a:lnTo>
                <a:lnTo>
                  <a:pt x="8740" y="8460"/>
                </a:lnTo>
                <a:lnTo>
                  <a:pt x="8738" y="8452"/>
                </a:lnTo>
                <a:lnTo>
                  <a:pt x="8737" y="8447"/>
                </a:lnTo>
                <a:lnTo>
                  <a:pt x="8742" y="8439"/>
                </a:lnTo>
                <a:lnTo>
                  <a:pt x="8758" y="8428"/>
                </a:lnTo>
                <a:lnTo>
                  <a:pt x="8795" y="8418"/>
                </a:lnTo>
                <a:lnTo>
                  <a:pt x="8834" y="8416"/>
                </a:lnTo>
                <a:lnTo>
                  <a:pt x="8851" y="8420"/>
                </a:lnTo>
                <a:lnTo>
                  <a:pt x="8867" y="8423"/>
                </a:lnTo>
                <a:lnTo>
                  <a:pt x="8901" y="8418"/>
                </a:lnTo>
                <a:lnTo>
                  <a:pt x="8932" y="8403"/>
                </a:lnTo>
                <a:lnTo>
                  <a:pt x="8951" y="8382"/>
                </a:lnTo>
                <a:lnTo>
                  <a:pt x="8953" y="8371"/>
                </a:lnTo>
                <a:lnTo>
                  <a:pt x="8954" y="8366"/>
                </a:lnTo>
                <a:lnTo>
                  <a:pt x="8964" y="8357"/>
                </a:lnTo>
                <a:lnTo>
                  <a:pt x="8992" y="8344"/>
                </a:lnTo>
                <a:lnTo>
                  <a:pt x="9044" y="8332"/>
                </a:lnTo>
                <a:lnTo>
                  <a:pt x="9091" y="8330"/>
                </a:lnTo>
                <a:lnTo>
                  <a:pt x="9105" y="8336"/>
                </a:lnTo>
                <a:lnTo>
                  <a:pt x="9111" y="8339"/>
                </a:lnTo>
                <a:lnTo>
                  <a:pt x="9121" y="8340"/>
                </a:lnTo>
                <a:lnTo>
                  <a:pt x="9122" y="8337"/>
                </a:lnTo>
                <a:lnTo>
                  <a:pt x="9119" y="8332"/>
                </a:lnTo>
                <a:lnTo>
                  <a:pt x="9095" y="8314"/>
                </a:lnTo>
                <a:lnTo>
                  <a:pt x="9076" y="8303"/>
                </a:lnTo>
                <a:lnTo>
                  <a:pt x="9050" y="8290"/>
                </a:lnTo>
                <a:lnTo>
                  <a:pt x="9041" y="8278"/>
                </a:lnTo>
                <a:lnTo>
                  <a:pt x="9050" y="8272"/>
                </a:lnTo>
                <a:lnTo>
                  <a:pt x="9059" y="8268"/>
                </a:lnTo>
                <a:lnTo>
                  <a:pt x="9071" y="8264"/>
                </a:lnTo>
                <a:lnTo>
                  <a:pt x="9102" y="8262"/>
                </a:lnTo>
                <a:lnTo>
                  <a:pt x="9113" y="8266"/>
                </a:lnTo>
                <a:lnTo>
                  <a:pt x="9119" y="8268"/>
                </a:lnTo>
                <a:lnTo>
                  <a:pt x="9130" y="8266"/>
                </a:lnTo>
                <a:lnTo>
                  <a:pt x="9147" y="8256"/>
                </a:lnTo>
                <a:lnTo>
                  <a:pt x="9156" y="8243"/>
                </a:lnTo>
                <a:lnTo>
                  <a:pt x="9160" y="8234"/>
                </a:lnTo>
                <a:lnTo>
                  <a:pt x="9164" y="8219"/>
                </a:lnTo>
                <a:lnTo>
                  <a:pt x="9160" y="8207"/>
                </a:lnTo>
                <a:lnTo>
                  <a:pt x="9147" y="8196"/>
                </a:lnTo>
                <a:lnTo>
                  <a:pt x="9137" y="8190"/>
                </a:lnTo>
                <a:lnTo>
                  <a:pt x="9120" y="8181"/>
                </a:lnTo>
                <a:lnTo>
                  <a:pt x="9112" y="8170"/>
                </a:lnTo>
                <a:lnTo>
                  <a:pt x="9117" y="8162"/>
                </a:lnTo>
                <a:lnTo>
                  <a:pt x="9122" y="8159"/>
                </a:lnTo>
                <a:lnTo>
                  <a:pt x="9130" y="8153"/>
                </a:lnTo>
                <a:lnTo>
                  <a:pt x="9135" y="8136"/>
                </a:lnTo>
                <a:lnTo>
                  <a:pt x="9132" y="8128"/>
                </a:lnTo>
                <a:lnTo>
                  <a:pt x="9129" y="8120"/>
                </a:lnTo>
                <a:lnTo>
                  <a:pt x="9133" y="8103"/>
                </a:lnTo>
                <a:lnTo>
                  <a:pt x="9140" y="8098"/>
                </a:lnTo>
                <a:lnTo>
                  <a:pt x="9148" y="8095"/>
                </a:lnTo>
                <a:lnTo>
                  <a:pt x="9167" y="8101"/>
                </a:lnTo>
                <a:lnTo>
                  <a:pt x="9174" y="8109"/>
                </a:lnTo>
                <a:lnTo>
                  <a:pt x="9180" y="8118"/>
                </a:lnTo>
                <a:lnTo>
                  <a:pt x="9188" y="8121"/>
                </a:lnTo>
                <a:lnTo>
                  <a:pt x="9189" y="8116"/>
                </a:lnTo>
                <a:lnTo>
                  <a:pt x="9190" y="8110"/>
                </a:lnTo>
                <a:lnTo>
                  <a:pt x="9198" y="8114"/>
                </a:lnTo>
                <a:lnTo>
                  <a:pt x="9204" y="8123"/>
                </a:lnTo>
                <a:lnTo>
                  <a:pt x="9209" y="8130"/>
                </a:lnTo>
                <a:lnTo>
                  <a:pt x="9219" y="8137"/>
                </a:lnTo>
                <a:lnTo>
                  <a:pt x="9239" y="8138"/>
                </a:lnTo>
                <a:lnTo>
                  <a:pt x="9260" y="8129"/>
                </a:lnTo>
                <a:lnTo>
                  <a:pt x="9275" y="8121"/>
                </a:lnTo>
                <a:lnTo>
                  <a:pt x="9283" y="8112"/>
                </a:lnTo>
                <a:lnTo>
                  <a:pt x="9282" y="8110"/>
                </a:lnTo>
                <a:lnTo>
                  <a:pt x="9279" y="8109"/>
                </a:lnTo>
                <a:lnTo>
                  <a:pt x="9270" y="8107"/>
                </a:lnTo>
                <a:lnTo>
                  <a:pt x="9258" y="8094"/>
                </a:lnTo>
                <a:lnTo>
                  <a:pt x="9257" y="8084"/>
                </a:lnTo>
                <a:lnTo>
                  <a:pt x="9258" y="8079"/>
                </a:lnTo>
                <a:lnTo>
                  <a:pt x="9265" y="8070"/>
                </a:lnTo>
                <a:lnTo>
                  <a:pt x="9288" y="8061"/>
                </a:lnTo>
                <a:lnTo>
                  <a:pt x="9315" y="8060"/>
                </a:lnTo>
                <a:lnTo>
                  <a:pt x="9365" y="8058"/>
                </a:lnTo>
                <a:lnTo>
                  <a:pt x="9447" y="8043"/>
                </a:lnTo>
                <a:lnTo>
                  <a:pt x="9489" y="8031"/>
                </a:lnTo>
                <a:lnTo>
                  <a:pt x="9502" y="8025"/>
                </a:lnTo>
                <a:lnTo>
                  <a:pt x="9513" y="8020"/>
                </a:lnTo>
                <a:lnTo>
                  <a:pt x="9550" y="8015"/>
                </a:lnTo>
                <a:lnTo>
                  <a:pt x="9591" y="8016"/>
                </a:lnTo>
                <a:lnTo>
                  <a:pt x="9624" y="8023"/>
                </a:lnTo>
                <a:lnTo>
                  <a:pt x="9630" y="8028"/>
                </a:lnTo>
                <a:lnTo>
                  <a:pt x="9639" y="8034"/>
                </a:lnTo>
                <a:lnTo>
                  <a:pt x="9692" y="8045"/>
                </a:lnTo>
                <a:lnTo>
                  <a:pt x="9726" y="8048"/>
                </a:lnTo>
                <a:lnTo>
                  <a:pt x="9763" y="8051"/>
                </a:lnTo>
                <a:lnTo>
                  <a:pt x="9818" y="8060"/>
                </a:lnTo>
                <a:lnTo>
                  <a:pt x="9830" y="8066"/>
                </a:lnTo>
                <a:lnTo>
                  <a:pt x="9837" y="8069"/>
                </a:lnTo>
                <a:lnTo>
                  <a:pt x="9851" y="8064"/>
                </a:lnTo>
                <a:lnTo>
                  <a:pt x="9857" y="8057"/>
                </a:lnTo>
                <a:lnTo>
                  <a:pt x="9863" y="8048"/>
                </a:lnTo>
                <a:lnTo>
                  <a:pt x="9877" y="8040"/>
                </a:lnTo>
                <a:lnTo>
                  <a:pt x="9889" y="8043"/>
                </a:lnTo>
                <a:lnTo>
                  <a:pt x="9899" y="8057"/>
                </a:lnTo>
                <a:lnTo>
                  <a:pt x="9903" y="8069"/>
                </a:lnTo>
                <a:lnTo>
                  <a:pt x="9905" y="8076"/>
                </a:lnTo>
                <a:lnTo>
                  <a:pt x="9916" y="8087"/>
                </a:lnTo>
                <a:lnTo>
                  <a:pt x="9942" y="8098"/>
                </a:lnTo>
                <a:lnTo>
                  <a:pt x="9990" y="8100"/>
                </a:lnTo>
                <a:lnTo>
                  <a:pt x="10022" y="8091"/>
                </a:lnTo>
                <a:lnTo>
                  <a:pt x="10039" y="8081"/>
                </a:lnTo>
                <a:lnTo>
                  <a:pt x="10045" y="8074"/>
                </a:lnTo>
                <a:lnTo>
                  <a:pt x="10056" y="8062"/>
                </a:lnTo>
                <a:lnTo>
                  <a:pt x="10064" y="8059"/>
                </a:lnTo>
                <a:lnTo>
                  <a:pt x="10067" y="8065"/>
                </a:lnTo>
                <a:lnTo>
                  <a:pt x="10068" y="8071"/>
                </a:lnTo>
                <a:lnTo>
                  <a:pt x="10069" y="8079"/>
                </a:lnTo>
                <a:lnTo>
                  <a:pt x="10077" y="8086"/>
                </a:lnTo>
                <a:lnTo>
                  <a:pt x="10083" y="8083"/>
                </a:lnTo>
                <a:lnTo>
                  <a:pt x="10090" y="8080"/>
                </a:lnTo>
                <a:lnTo>
                  <a:pt x="10104" y="8084"/>
                </a:lnTo>
                <a:lnTo>
                  <a:pt x="10110" y="8091"/>
                </a:lnTo>
                <a:lnTo>
                  <a:pt x="10115" y="8097"/>
                </a:lnTo>
                <a:lnTo>
                  <a:pt x="10142" y="8107"/>
                </a:lnTo>
                <a:lnTo>
                  <a:pt x="10157" y="8108"/>
                </a:lnTo>
                <a:lnTo>
                  <a:pt x="10180" y="8107"/>
                </a:lnTo>
                <a:lnTo>
                  <a:pt x="10181" y="8097"/>
                </a:lnTo>
                <a:lnTo>
                  <a:pt x="10161" y="8083"/>
                </a:lnTo>
                <a:lnTo>
                  <a:pt x="10138" y="8066"/>
                </a:lnTo>
                <a:lnTo>
                  <a:pt x="10107" y="8040"/>
                </a:lnTo>
                <a:lnTo>
                  <a:pt x="10091" y="8019"/>
                </a:lnTo>
                <a:lnTo>
                  <a:pt x="10086" y="7998"/>
                </a:lnTo>
                <a:lnTo>
                  <a:pt x="10086" y="7985"/>
                </a:lnTo>
                <a:lnTo>
                  <a:pt x="10088" y="7966"/>
                </a:lnTo>
                <a:lnTo>
                  <a:pt x="10092" y="7963"/>
                </a:lnTo>
                <a:lnTo>
                  <a:pt x="10096" y="7977"/>
                </a:lnTo>
                <a:lnTo>
                  <a:pt x="10100" y="7989"/>
                </a:lnTo>
                <a:lnTo>
                  <a:pt x="10116" y="8005"/>
                </a:lnTo>
                <a:lnTo>
                  <a:pt x="10127" y="8007"/>
                </a:lnTo>
                <a:lnTo>
                  <a:pt x="10132" y="8006"/>
                </a:lnTo>
                <a:lnTo>
                  <a:pt x="10139" y="8002"/>
                </a:lnTo>
                <a:lnTo>
                  <a:pt x="10143" y="7988"/>
                </a:lnTo>
                <a:lnTo>
                  <a:pt x="10141" y="7972"/>
                </a:lnTo>
                <a:lnTo>
                  <a:pt x="10136" y="7959"/>
                </a:lnTo>
                <a:lnTo>
                  <a:pt x="10117" y="7941"/>
                </a:lnTo>
                <a:lnTo>
                  <a:pt x="10108" y="7939"/>
                </a:lnTo>
                <a:lnTo>
                  <a:pt x="10098" y="7938"/>
                </a:lnTo>
                <a:lnTo>
                  <a:pt x="10086" y="7924"/>
                </a:lnTo>
                <a:lnTo>
                  <a:pt x="10085" y="7914"/>
                </a:lnTo>
                <a:lnTo>
                  <a:pt x="10085" y="7903"/>
                </a:lnTo>
                <a:lnTo>
                  <a:pt x="10093" y="7890"/>
                </a:lnTo>
                <a:lnTo>
                  <a:pt x="10107" y="7890"/>
                </a:lnTo>
                <a:lnTo>
                  <a:pt x="10126" y="7903"/>
                </a:lnTo>
                <a:lnTo>
                  <a:pt x="10136" y="7914"/>
                </a:lnTo>
                <a:lnTo>
                  <a:pt x="10141" y="7920"/>
                </a:lnTo>
                <a:lnTo>
                  <a:pt x="10154" y="7929"/>
                </a:lnTo>
                <a:lnTo>
                  <a:pt x="10177" y="7935"/>
                </a:lnTo>
                <a:lnTo>
                  <a:pt x="10208" y="7928"/>
                </a:lnTo>
                <a:lnTo>
                  <a:pt x="10225" y="7914"/>
                </a:lnTo>
                <a:lnTo>
                  <a:pt x="10232" y="7899"/>
                </a:lnTo>
                <a:lnTo>
                  <a:pt x="10233" y="7891"/>
                </a:lnTo>
                <a:lnTo>
                  <a:pt x="10235" y="7881"/>
                </a:lnTo>
                <a:lnTo>
                  <a:pt x="10243" y="7866"/>
                </a:lnTo>
                <a:lnTo>
                  <a:pt x="10257" y="7858"/>
                </a:lnTo>
                <a:lnTo>
                  <a:pt x="10280" y="7855"/>
                </a:lnTo>
                <a:lnTo>
                  <a:pt x="10296" y="7855"/>
                </a:lnTo>
                <a:lnTo>
                  <a:pt x="10313" y="7854"/>
                </a:lnTo>
                <a:lnTo>
                  <a:pt x="10336" y="7851"/>
                </a:lnTo>
                <a:lnTo>
                  <a:pt x="10350" y="7841"/>
                </a:lnTo>
                <a:lnTo>
                  <a:pt x="10357" y="7822"/>
                </a:lnTo>
                <a:lnTo>
                  <a:pt x="10359" y="7807"/>
                </a:lnTo>
                <a:lnTo>
                  <a:pt x="10361" y="7793"/>
                </a:lnTo>
                <a:lnTo>
                  <a:pt x="10367" y="7775"/>
                </a:lnTo>
                <a:lnTo>
                  <a:pt x="10380" y="7767"/>
                </a:lnTo>
                <a:lnTo>
                  <a:pt x="10403" y="7765"/>
                </a:lnTo>
                <a:lnTo>
                  <a:pt x="10420" y="7767"/>
                </a:lnTo>
                <a:lnTo>
                  <a:pt x="10448" y="7767"/>
                </a:lnTo>
                <a:lnTo>
                  <a:pt x="10477" y="7760"/>
                </a:lnTo>
                <a:lnTo>
                  <a:pt x="10491" y="7750"/>
                </a:lnTo>
                <a:lnTo>
                  <a:pt x="10496" y="7744"/>
                </a:lnTo>
                <a:lnTo>
                  <a:pt x="10503" y="7737"/>
                </a:lnTo>
                <a:lnTo>
                  <a:pt x="10521" y="7726"/>
                </a:lnTo>
                <a:lnTo>
                  <a:pt x="10562" y="7713"/>
                </a:lnTo>
                <a:lnTo>
                  <a:pt x="10597" y="7708"/>
                </a:lnTo>
                <a:lnTo>
                  <a:pt x="10619" y="7706"/>
                </a:lnTo>
                <a:lnTo>
                  <a:pt x="10658" y="7706"/>
                </a:lnTo>
                <a:lnTo>
                  <a:pt x="10694" y="7714"/>
                </a:lnTo>
                <a:lnTo>
                  <a:pt x="10735" y="7730"/>
                </a:lnTo>
                <a:lnTo>
                  <a:pt x="10759" y="7744"/>
                </a:lnTo>
                <a:lnTo>
                  <a:pt x="10793" y="7761"/>
                </a:lnTo>
                <a:lnTo>
                  <a:pt x="10849" y="7784"/>
                </a:lnTo>
                <a:lnTo>
                  <a:pt x="10861" y="7787"/>
                </a:lnTo>
                <a:lnTo>
                  <a:pt x="10870" y="7785"/>
                </a:lnTo>
                <a:lnTo>
                  <a:pt x="10879" y="7771"/>
                </a:lnTo>
                <a:lnTo>
                  <a:pt x="10877" y="7750"/>
                </a:lnTo>
                <a:lnTo>
                  <a:pt x="10863" y="7730"/>
                </a:lnTo>
                <a:lnTo>
                  <a:pt x="10853" y="7724"/>
                </a:lnTo>
                <a:lnTo>
                  <a:pt x="10846" y="7721"/>
                </a:lnTo>
                <a:lnTo>
                  <a:pt x="10840" y="7713"/>
                </a:lnTo>
                <a:lnTo>
                  <a:pt x="10847" y="7699"/>
                </a:lnTo>
                <a:lnTo>
                  <a:pt x="10880" y="7681"/>
                </a:lnTo>
                <a:lnTo>
                  <a:pt x="10925" y="7671"/>
                </a:lnTo>
                <a:lnTo>
                  <a:pt x="10948" y="7673"/>
                </a:lnTo>
                <a:lnTo>
                  <a:pt x="10961" y="7674"/>
                </a:lnTo>
                <a:lnTo>
                  <a:pt x="10980" y="7673"/>
                </a:lnTo>
                <a:lnTo>
                  <a:pt x="10992" y="7667"/>
                </a:lnTo>
                <a:lnTo>
                  <a:pt x="10998" y="7656"/>
                </a:lnTo>
                <a:lnTo>
                  <a:pt x="10996" y="7643"/>
                </a:lnTo>
                <a:lnTo>
                  <a:pt x="10988" y="7628"/>
                </a:lnTo>
                <a:lnTo>
                  <a:pt x="10964" y="7603"/>
                </a:lnTo>
                <a:lnTo>
                  <a:pt x="10937" y="7585"/>
                </a:lnTo>
                <a:lnTo>
                  <a:pt x="10914" y="7569"/>
                </a:lnTo>
                <a:lnTo>
                  <a:pt x="10886" y="7549"/>
                </a:lnTo>
                <a:lnTo>
                  <a:pt x="10881" y="7540"/>
                </a:lnTo>
                <a:lnTo>
                  <a:pt x="10885" y="7538"/>
                </a:lnTo>
                <a:lnTo>
                  <a:pt x="10900" y="7539"/>
                </a:lnTo>
                <a:lnTo>
                  <a:pt x="10919" y="7544"/>
                </a:lnTo>
                <a:lnTo>
                  <a:pt x="10941" y="7548"/>
                </a:lnTo>
                <a:lnTo>
                  <a:pt x="11010" y="7555"/>
                </a:lnTo>
                <a:lnTo>
                  <a:pt x="11046" y="7556"/>
                </a:lnTo>
                <a:lnTo>
                  <a:pt x="11071" y="7557"/>
                </a:lnTo>
                <a:lnTo>
                  <a:pt x="11106" y="7555"/>
                </a:lnTo>
                <a:lnTo>
                  <a:pt x="11126" y="7548"/>
                </a:lnTo>
                <a:lnTo>
                  <a:pt x="11136" y="7534"/>
                </a:lnTo>
                <a:lnTo>
                  <a:pt x="11139" y="7524"/>
                </a:lnTo>
                <a:lnTo>
                  <a:pt x="11144" y="7509"/>
                </a:lnTo>
                <a:lnTo>
                  <a:pt x="11168" y="7486"/>
                </a:lnTo>
                <a:lnTo>
                  <a:pt x="11200" y="7474"/>
                </a:lnTo>
                <a:lnTo>
                  <a:pt x="11222" y="7474"/>
                </a:lnTo>
                <a:lnTo>
                  <a:pt x="11235" y="7479"/>
                </a:lnTo>
                <a:lnTo>
                  <a:pt x="11240" y="7483"/>
                </a:lnTo>
                <a:lnTo>
                  <a:pt x="11251" y="7490"/>
                </a:lnTo>
                <a:lnTo>
                  <a:pt x="11285" y="7500"/>
                </a:lnTo>
                <a:lnTo>
                  <a:pt x="11323" y="7500"/>
                </a:lnTo>
                <a:lnTo>
                  <a:pt x="11344" y="7493"/>
                </a:lnTo>
                <a:lnTo>
                  <a:pt x="11351" y="7487"/>
                </a:lnTo>
                <a:lnTo>
                  <a:pt x="11352" y="7483"/>
                </a:lnTo>
                <a:lnTo>
                  <a:pt x="11351" y="7476"/>
                </a:lnTo>
                <a:lnTo>
                  <a:pt x="11341" y="7467"/>
                </a:lnTo>
                <a:lnTo>
                  <a:pt x="11335" y="7466"/>
                </a:lnTo>
                <a:lnTo>
                  <a:pt x="11327" y="7465"/>
                </a:lnTo>
                <a:lnTo>
                  <a:pt x="11311" y="7451"/>
                </a:lnTo>
                <a:lnTo>
                  <a:pt x="11306" y="7441"/>
                </a:lnTo>
                <a:lnTo>
                  <a:pt x="11304" y="7434"/>
                </a:lnTo>
                <a:lnTo>
                  <a:pt x="11305" y="7419"/>
                </a:lnTo>
                <a:lnTo>
                  <a:pt x="11316" y="7394"/>
                </a:lnTo>
                <a:lnTo>
                  <a:pt x="11345" y="7367"/>
                </a:lnTo>
                <a:lnTo>
                  <a:pt x="11382" y="7350"/>
                </a:lnTo>
                <a:lnTo>
                  <a:pt x="11403" y="7349"/>
                </a:lnTo>
                <a:lnTo>
                  <a:pt x="11422" y="7347"/>
                </a:lnTo>
                <a:lnTo>
                  <a:pt x="11458" y="7334"/>
                </a:lnTo>
                <a:lnTo>
                  <a:pt x="11468" y="7324"/>
                </a:lnTo>
                <a:lnTo>
                  <a:pt x="11474" y="7318"/>
                </a:lnTo>
                <a:lnTo>
                  <a:pt x="11478" y="7308"/>
                </a:lnTo>
                <a:lnTo>
                  <a:pt x="11468" y="7297"/>
                </a:lnTo>
                <a:lnTo>
                  <a:pt x="11449" y="7291"/>
                </a:lnTo>
                <a:lnTo>
                  <a:pt x="11436" y="7288"/>
                </a:lnTo>
                <a:lnTo>
                  <a:pt x="11423" y="7282"/>
                </a:lnTo>
                <a:lnTo>
                  <a:pt x="11431" y="7270"/>
                </a:lnTo>
                <a:lnTo>
                  <a:pt x="11461" y="7252"/>
                </a:lnTo>
                <a:lnTo>
                  <a:pt x="11479" y="7243"/>
                </a:lnTo>
                <a:lnTo>
                  <a:pt x="11517" y="7229"/>
                </a:lnTo>
                <a:lnTo>
                  <a:pt x="11584" y="7213"/>
                </a:lnTo>
                <a:lnTo>
                  <a:pt x="11636" y="7208"/>
                </a:lnTo>
                <a:lnTo>
                  <a:pt x="11643" y="7207"/>
                </a:lnTo>
                <a:lnTo>
                  <a:pt x="11654" y="7193"/>
                </a:lnTo>
                <a:lnTo>
                  <a:pt x="11656" y="7183"/>
                </a:lnTo>
                <a:lnTo>
                  <a:pt x="11655" y="7177"/>
                </a:lnTo>
                <a:lnTo>
                  <a:pt x="11647" y="7167"/>
                </a:lnTo>
                <a:lnTo>
                  <a:pt x="11616" y="7162"/>
                </a:lnTo>
                <a:lnTo>
                  <a:pt x="11575" y="7166"/>
                </a:lnTo>
                <a:lnTo>
                  <a:pt x="11537" y="7168"/>
                </a:lnTo>
                <a:lnTo>
                  <a:pt x="11498" y="7164"/>
                </a:lnTo>
                <a:lnTo>
                  <a:pt x="11480" y="7157"/>
                </a:lnTo>
                <a:lnTo>
                  <a:pt x="11475" y="7152"/>
                </a:lnTo>
                <a:lnTo>
                  <a:pt x="11467" y="7143"/>
                </a:lnTo>
                <a:lnTo>
                  <a:pt x="11469" y="7128"/>
                </a:lnTo>
                <a:lnTo>
                  <a:pt x="11488" y="7119"/>
                </a:lnTo>
                <a:lnTo>
                  <a:pt x="11515" y="7119"/>
                </a:lnTo>
                <a:lnTo>
                  <a:pt x="11530" y="7124"/>
                </a:lnTo>
                <a:lnTo>
                  <a:pt x="11540" y="7126"/>
                </a:lnTo>
                <a:lnTo>
                  <a:pt x="11565" y="7124"/>
                </a:lnTo>
                <a:lnTo>
                  <a:pt x="11608" y="7109"/>
                </a:lnTo>
                <a:lnTo>
                  <a:pt x="11664" y="7074"/>
                </a:lnTo>
                <a:lnTo>
                  <a:pt x="11691" y="7045"/>
                </a:lnTo>
                <a:lnTo>
                  <a:pt x="11698" y="7027"/>
                </a:lnTo>
                <a:lnTo>
                  <a:pt x="11697" y="7020"/>
                </a:lnTo>
                <a:lnTo>
                  <a:pt x="11694" y="7015"/>
                </a:lnTo>
                <a:lnTo>
                  <a:pt x="11697" y="7005"/>
                </a:lnTo>
                <a:lnTo>
                  <a:pt x="11709" y="6993"/>
                </a:lnTo>
                <a:lnTo>
                  <a:pt x="11723" y="6989"/>
                </a:lnTo>
                <a:lnTo>
                  <a:pt x="11733" y="6986"/>
                </a:lnTo>
                <a:lnTo>
                  <a:pt x="11746" y="6978"/>
                </a:lnTo>
                <a:lnTo>
                  <a:pt x="11752" y="6966"/>
                </a:lnTo>
                <a:lnTo>
                  <a:pt x="11752" y="6948"/>
                </a:lnTo>
                <a:lnTo>
                  <a:pt x="11750" y="6935"/>
                </a:lnTo>
                <a:lnTo>
                  <a:pt x="11746" y="6909"/>
                </a:lnTo>
                <a:lnTo>
                  <a:pt x="11751" y="6900"/>
                </a:lnTo>
                <a:lnTo>
                  <a:pt x="11761" y="6906"/>
                </a:lnTo>
                <a:lnTo>
                  <a:pt x="11771" y="6913"/>
                </a:lnTo>
                <a:lnTo>
                  <a:pt x="11799" y="6938"/>
                </a:lnTo>
                <a:lnTo>
                  <a:pt x="11828" y="6969"/>
                </a:lnTo>
                <a:lnTo>
                  <a:pt x="11841" y="6984"/>
                </a:lnTo>
                <a:lnTo>
                  <a:pt x="11854" y="6989"/>
                </a:lnTo>
                <a:lnTo>
                  <a:pt x="11858" y="6984"/>
                </a:lnTo>
                <a:lnTo>
                  <a:pt x="11859" y="6979"/>
                </a:lnTo>
                <a:lnTo>
                  <a:pt x="11861" y="6973"/>
                </a:lnTo>
                <a:lnTo>
                  <a:pt x="11882" y="6965"/>
                </a:lnTo>
                <a:lnTo>
                  <a:pt x="11943" y="6962"/>
                </a:lnTo>
                <a:lnTo>
                  <a:pt x="12050" y="6970"/>
                </a:lnTo>
                <a:lnTo>
                  <a:pt x="12121" y="6985"/>
                </a:lnTo>
                <a:lnTo>
                  <a:pt x="12155" y="6997"/>
                </a:lnTo>
                <a:lnTo>
                  <a:pt x="12164" y="7004"/>
                </a:lnTo>
                <a:lnTo>
                  <a:pt x="12172" y="7010"/>
                </a:lnTo>
                <a:lnTo>
                  <a:pt x="12188" y="7019"/>
                </a:lnTo>
                <a:lnTo>
                  <a:pt x="12213" y="7023"/>
                </a:lnTo>
                <a:lnTo>
                  <a:pt x="12232" y="7020"/>
                </a:lnTo>
                <a:lnTo>
                  <a:pt x="12270" y="7005"/>
                </a:lnTo>
                <a:lnTo>
                  <a:pt x="12232" y="6975"/>
                </a:lnTo>
                <a:lnTo>
                  <a:pt x="12213" y="6962"/>
                </a:lnTo>
                <a:lnTo>
                  <a:pt x="12175" y="6945"/>
                </a:lnTo>
                <a:lnTo>
                  <a:pt x="12159" y="6944"/>
                </a:lnTo>
                <a:lnTo>
                  <a:pt x="12148" y="6944"/>
                </a:lnTo>
                <a:lnTo>
                  <a:pt x="12134" y="6939"/>
                </a:lnTo>
                <a:lnTo>
                  <a:pt x="12137" y="6912"/>
                </a:lnTo>
                <a:lnTo>
                  <a:pt x="12158" y="6863"/>
                </a:lnTo>
                <a:lnTo>
                  <a:pt x="12159" y="6858"/>
                </a:lnTo>
                <a:lnTo>
                  <a:pt x="12156" y="6849"/>
                </a:lnTo>
                <a:lnTo>
                  <a:pt x="12137" y="6842"/>
                </a:lnTo>
                <a:lnTo>
                  <a:pt x="12115" y="6842"/>
                </a:lnTo>
                <a:lnTo>
                  <a:pt x="12094" y="6840"/>
                </a:lnTo>
                <a:lnTo>
                  <a:pt x="12070" y="6831"/>
                </a:lnTo>
                <a:lnTo>
                  <a:pt x="12058" y="6822"/>
                </a:lnTo>
                <a:lnTo>
                  <a:pt x="12056" y="6817"/>
                </a:lnTo>
                <a:lnTo>
                  <a:pt x="12052" y="6804"/>
                </a:lnTo>
                <a:lnTo>
                  <a:pt x="12057" y="6786"/>
                </a:lnTo>
                <a:lnTo>
                  <a:pt x="12074" y="6779"/>
                </a:lnTo>
                <a:lnTo>
                  <a:pt x="12094" y="6786"/>
                </a:lnTo>
                <a:lnTo>
                  <a:pt x="12103" y="6797"/>
                </a:lnTo>
                <a:lnTo>
                  <a:pt x="12109" y="6804"/>
                </a:lnTo>
                <a:lnTo>
                  <a:pt x="12123" y="6814"/>
                </a:lnTo>
                <a:lnTo>
                  <a:pt x="12151" y="6819"/>
                </a:lnTo>
                <a:lnTo>
                  <a:pt x="12178" y="6815"/>
                </a:lnTo>
                <a:lnTo>
                  <a:pt x="12198" y="6810"/>
                </a:lnTo>
                <a:lnTo>
                  <a:pt x="12224" y="6792"/>
                </a:lnTo>
                <a:lnTo>
                  <a:pt x="12230" y="6778"/>
                </a:lnTo>
                <a:lnTo>
                  <a:pt x="12227" y="6768"/>
                </a:lnTo>
                <a:lnTo>
                  <a:pt x="12219" y="6761"/>
                </a:lnTo>
                <a:lnTo>
                  <a:pt x="12204" y="6758"/>
                </a:lnTo>
                <a:lnTo>
                  <a:pt x="12194" y="6757"/>
                </a:lnTo>
                <a:lnTo>
                  <a:pt x="12181" y="6756"/>
                </a:lnTo>
                <a:lnTo>
                  <a:pt x="12170" y="6751"/>
                </a:lnTo>
                <a:lnTo>
                  <a:pt x="12169" y="6745"/>
                </a:lnTo>
                <a:lnTo>
                  <a:pt x="12171" y="6742"/>
                </a:lnTo>
                <a:lnTo>
                  <a:pt x="12173" y="6734"/>
                </a:lnTo>
                <a:lnTo>
                  <a:pt x="12163" y="6718"/>
                </a:lnTo>
                <a:lnTo>
                  <a:pt x="12153" y="6711"/>
                </a:lnTo>
                <a:lnTo>
                  <a:pt x="12138" y="6703"/>
                </a:lnTo>
                <a:lnTo>
                  <a:pt x="12134" y="6693"/>
                </a:lnTo>
                <a:lnTo>
                  <a:pt x="12139" y="6685"/>
                </a:lnTo>
                <a:lnTo>
                  <a:pt x="12146" y="6681"/>
                </a:lnTo>
                <a:lnTo>
                  <a:pt x="12151" y="6679"/>
                </a:lnTo>
                <a:lnTo>
                  <a:pt x="12162" y="6677"/>
                </a:lnTo>
                <a:lnTo>
                  <a:pt x="12178" y="6684"/>
                </a:lnTo>
                <a:lnTo>
                  <a:pt x="12188" y="6696"/>
                </a:lnTo>
                <a:lnTo>
                  <a:pt x="12197" y="6708"/>
                </a:lnTo>
                <a:lnTo>
                  <a:pt x="12214" y="6721"/>
                </a:lnTo>
                <a:lnTo>
                  <a:pt x="12234" y="6719"/>
                </a:lnTo>
                <a:lnTo>
                  <a:pt x="12261" y="6700"/>
                </a:lnTo>
                <a:lnTo>
                  <a:pt x="12280" y="6683"/>
                </a:lnTo>
                <a:lnTo>
                  <a:pt x="12302" y="6664"/>
                </a:lnTo>
                <a:lnTo>
                  <a:pt x="12316" y="6642"/>
                </a:lnTo>
                <a:lnTo>
                  <a:pt x="12316" y="6630"/>
                </a:lnTo>
                <a:lnTo>
                  <a:pt x="12313" y="6625"/>
                </a:lnTo>
                <a:lnTo>
                  <a:pt x="12308" y="6618"/>
                </a:lnTo>
                <a:lnTo>
                  <a:pt x="12306" y="6612"/>
                </a:lnTo>
                <a:lnTo>
                  <a:pt x="12310" y="6615"/>
                </a:lnTo>
                <a:lnTo>
                  <a:pt x="12316" y="6617"/>
                </a:lnTo>
                <a:lnTo>
                  <a:pt x="12343" y="6606"/>
                </a:lnTo>
                <a:lnTo>
                  <a:pt x="12360" y="6597"/>
                </a:lnTo>
                <a:lnTo>
                  <a:pt x="12382" y="6583"/>
                </a:lnTo>
                <a:lnTo>
                  <a:pt x="12396" y="6580"/>
                </a:lnTo>
                <a:lnTo>
                  <a:pt x="12399" y="6588"/>
                </a:lnTo>
                <a:lnTo>
                  <a:pt x="12399" y="6595"/>
                </a:lnTo>
                <a:lnTo>
                  <a:pt x="12397" y="6606"/>
                </a:lnTo>
                <a:lnTo>
                  <a:pt x="12382" y="6630"/>
                </a:lnTo>
                <a:lnTo>
                  <a:pt x="12371" y="6638"/>
                </a:lnTo>
                <a:lnTo>
                  <a:pt x="12358" y="6645"/>
                </a:lnTo>
                <a:lnTo>
                  <a:pt x="12346" y="6655"/>
                </a:lnTo>
                <a:lnTo>
                  <a:pt x="12348" y="6656"/>
                </a:lnTo>
                <a:lnTo>
                  <a:pt x="12384" y="6664"/>
                </a:lnTo>
                <a:lnTo>
                  <a:pt x="12409" y="6664"/>
                </a:lnTo>
                <a:lnTo>
                  <a:pt x="12415" y="6658"/>
                </a:lnTo>
                <a:lnTo>
                  <a:pt x="12416" y="6653"/>
                </a:lnTo>
                <a:lnTo>
                  <a:pt x="12417" y="6644"/>
                </a:lnTo>
                <a:lnTo>
                  <a:pt x="12433" y="6623"/>
                </a:lnTo>
                <a:lnTo>
                  <a:pt x="12445" y="6613"/>
                </a:lnTo>
                <a:lnTo>
                  <a:pt x="12458" y="6602"/>
                </a:lnTo>
                <a:lnTo>
                  <a:pt x="12465" y="6589"/>
                </a:lnTo>
                <a:lnTo>
                  <a:pt x="12463" y="6582"/>
                </a:lnTo>
                <a:lnTo>
                  <a:pt x="12451" y="6574"/>
                </a:lnTo>
                <a:lnTo>
                  <a:pt x="12413" y="6567"/>
                </a:lnTo>
                <a:lnTo>
                  <a:pt x="12386" y="6565"/>
                </a:lnTo>
                <a:lnTo>
                  <a:pt x="12353" y="6564"/>
                </a:lnTo>
                <a:lnTo>
                  <a:pt x="12330" y="6557"/>
                </a:lnTo>
                <a:lnTo>
                  <a:pt x="12325" y="6548"/>
                </a:lnTo>
                <a:lnTo>
                  <a:pt x="12326" y="6542"/>
                </a:lnTo>
                <a:lnTo>
                  <a:pt x="12332" y="6534"/>
                </a:lnTo>
                <a:lnTo>
                  <a:pt x="12353" y="6528"/>
                </a:lnTo>
                <a:lnTo>
                  <a:pt x="12366" y="6530"/>
                </a:lnTo>
                <a:lnTo>
                  <a:pt x="12380" y="6534"/>
                </a:lnTo>
                <a:lnTo>
                  <a:pt x="12394" y="6532"/>
                </a:lnTo>
                <a:lnTo>
                  <a:pt x="12399" y="6525"/>
                </a:lnTo>
                <a:lnTo>
                  <a:pt x="12399" y="6521"/>
                </a:lnTo>
                <a:lnTo>
                  <a:pt x="12400" y="6516"/>
                </a:lnTo>
                <a:lnTo>
                  <a:pt x="12405" y="6510"/>
                </a:lnTo>
                <a:lnTo>
                  <a:pt x="12423" y="6506"/>
                </a:lnTo>
                <a:lnTo>
                  <a:pt x="12441" y="6508"/>
                </a:lnTo>
                <a:lnTo>
                  <a:pt x="12460" y="6510"/>
                </a:lnTo>
                <a:lnTo>
                  <a:pt x="12492" y="6502"/>
                </a:lnTo>
                <a:lnTo>
                  <a:pt x="12502" y="6494"/>
                </a:lnTo>
                <a:lnTo>
                  <a:pt x="12508" y="6485"/>
                </a:lnTo>
                <a:lnTo>
                  <a:pt x="12512" y="6474"/>
                </a:lnTo>
                <a:lnTo>
                  <a:pt x="12509" y="6470"/>
                </a:lnTo>
                <a:lnTo>
                  <a:pt x="12507" y="6469"/>
                </a:lnTo>
                <a:lnTo>
                  <a:pt x="12504" y="6469"/>
                </a:lnTo>
                <a:lnTo>
                  <a:pt x="12505" y="6466"/>
                </a:lnTo>
                <a:lnTo>
                  <a:pt x="12518" y="6459"/>
                </a:lnTo>
                <a:lnTo>
                  <a:pt x="12533" y="6453"/>
                </a:lnTo>
                <a:lnTo>
                  <a:pt x="12573" y="6437"/>
                </a:lnTo>
                <a:lnTo>
                  <a:pt x="12531" y="6397"/>
                </a:lnTo>
                <a:lnTo>
                  <a:pt x="12505" y="6374"/>
                </a:lnTo>
                <a:lnTo>
                  <a:pt x="12498" y="6355"/>
                </a:lnTo>
                <a:lnTo>
                  <a:pt x="12508" y="6345"/>
                </a:lnTo>
                <a:lnTo>
                  <a:pt x="12519" y="6339"/>
                </a:lnTo>
                <a:lnTo>
                  <a:pt x="12532" y="6329"/>
                </a:lnTo>
                <a:lnTo>
                  <a:pt x="12549" y="6306"/>
                </a:lnTo>
                <a:lnTo>
                  <a:pt x="12551" y="6296"/>
                </a:lnTo>
                <a:lnTo>
                  <a:pt x="12551" y="6290"/>
                </a:lnTo>
                <a:lnTo>
                  <a:pt x="12556" y="6282"/>
                </a:lnTo>
                <a:lnTo>
                  <a:pt x="12569" y="6277"/>
                </a:lnTo>
                <a:lnTo>
                  <a:pt x="12584" y="6280"/>
                </a:lnTo>
                <a:lnTo>
                  <a:pt x="12601" y="6282"/>
                </a:lnTo>
                <a:lnTo>
                  <a:pt x="12618" y="6276"/>
                </a:lnTo>
                <a:lnTo>
                  <a:pt x="12626" y="6267"/>
                </a:lnTo>
                <a:lnTo>
                  <a:pt x="12629" y="6261"/>
                </a:lnTo>
                <a:lnTo>
                  <a:pt x="12634" y="6246"/>
                </a:lnTo>
                <a:lnTo>
                  <a:pt x="12633" y="6231"/>
                </a:lnTo>
                <a:lnTo>
                  <a:pt x="12628" y="6225"/>
                </a:lnTo>
                <a:lnTo>
                  <a:pt x="12614" y="6221"/>
                </a:lnTo>
                <a:lnTo>
                  <a:pt x="12577" y="6226"/>
                </a:lnTo>
                <a:lnTo>
                  <a:pt x="12551" y="6233"/>
                </a:lnTo>
                <a:lnTo>
                  <a:pt x="12520" y="6243"/>
                </a:lnTo>
                <a:lnTo>
                  <a:pt x="12496" y="6259"/>
                </a:lnTo>
                <a:lnTo>
                  <a:pt x="12492" y="6270"/>
                </a:lnTo>
                <a:lnTo>
                  <a:pt x="12493" y="6276"/>
                </a:lnTo>
                <a:lnTo>
                  <a:pt x="12497" y="6287"/>
                </a:lnTo>
                <a:lnTo>
                  <a:pt x="12491" y="6301"/>
                </a:lnTo>
                <a:lnTo>
                  <a:pt x="12483" y="6302"/>
                </a:lnTo>
                <a:lnTo>
                  <a:pt x="12475" y="6300"/>
                </a:lnTo>
                <a:lnTo>
                  <a:pt x="12460" y="6281"/>
                </a:lnTo>
                <a:lnTo>
                  <a:pt x="12455" y="6268"/>
                </a:lnTo>
                <a:lnTo>
                  <a:pt x="12450" y="6255"/>
                </a:lnTo>
                <a:lnTo>
                  <a:pt x="12429" y="6237"/>
                </a:lnTo>
                <a:lnTo>
                  <a:pt x="12417" y="6235"/>
                </a:lnTo>
                <a:lnTo>
                  <a:pt x="12403" y="6234"/>
                </a:lnTo>
                <a:lnTo>
                  <a:pt x="12402" y="6227"/>
                </a:lnTo>
                <a:lnTo>
                  <a:pt x="12416" y="6218"/>
                </a:lnTo>
                <a:lnTo>
                  <a:pt x="12429" y="6210"/>
                </a:lnTo>
                <a:lnTo>
                  <a:pt x="12478" y="6191"/>
                </a:lnTo>
                <a:lnTo>
                  <a:pt x="12505" y="6184"/>
                </a:lnTo>
                <a:lnTo>
                  <a:pt x="12528" y="6176"/>
                </a:lnTo>
                <a:lnTo>
                  <a:pt x="12558" y="6155"/>
                </a:lnTo>
                <a:lnTo>
                  <a:pt x="12569" y="6138"/>
                </a:lnTo>
                <a:lnTo>
                  <a:pt x="12569" y="6129"/>
                </a:lnTo>
                <a:lnTo>
                  <a:pt x="12564" y="6120"/>
                </a:lnTo>
                <a:lnTo>
                  <a:pt x="12552" y="6116"/>
                </a:lnTo>
                <a:lnTo>
                  <a:pt x="12543" y="6116"/>
                </a:lnTo>
                <a:lnTo>
                  <a:pt x="12536" y="6116"/>
                </a:lnTo>
                <a:lnTo>
                  <a:pt x="12527" y="6111"/>
                </a:lnTo>
                <a:lnTo>
                  <a:pt x="12523" y="6095"/>
                </a:lnTo>
                <a:lnTo>
                  <a:pt x="12528" y="6076"/>
                </a:lnTo>
                <a:lnTo>
                  <a:pt x="12530" y="6063"/>
                </a:lnTo>
                <a:lnTo>
                  <a:pt x="12529" y="6045"/>
                </a:lnTo>
                <a:lnTo>
                  <a:pt x="12515" y="6034"/>
                </a:lnTo>
                <a:lnTo>
                  <a:pt x="12484" y="6027"/>
                </a:lnTo>
                <a:lnTo>
                  <a:pt x="12460" y="6023"/>
                </a:lnTo>
                <a:lnTo>
                  <a:pt x="12431" y="6019"/>
                </a:lnTo>
                <a:lnTo>
                  <a:pt x="12395" y="6008"/>
                </a:lnTo>
                <a:lnTo>
                  <a:pt x="12384" y="5999"/>
                </a:lnTo>
                <a:lnTo>
                  <a:pt x="12383" y="5992"/>
                </a:lnTo>
                <a:lnTo>
                  <a:pt x="12392" y="5982"/>
                </a:lnTo>
                <a:lnTo>
                  <a:pt x="12407" y="5975"/>
                </a:lnTo>
                <a:lnTo>
                  <a:pt x="12423" y="5968"/>
                </a:lnTo>
                <a:lnTo>
                  <a:pt x="12433" y="5958"/>
                </a:lnTo>
                <a:lnTo>
                  <a:pt x="12433" y="5952"/>
                </a:lnTo>
                <a:lnTo>
                  <a:pt x="12423" y="5945"/>
                </a:lnTo>
                <a:lnTo>
                  <a:pt x="12393" y="5942"/>
                </a:lnTo>
                <a:lnTo>
                  <a:pt x="12371" y="5944"/>
                </a:lnTo>
                <a:lnTo>
                  <a:pt x="12306" y="5952"/>
                </a:lnTo>
                <a:lnTo>
                  <a:pt x="12338" y="5916"/>
                </a:lnTo>
                <a:lnTo>
                  <a:pt x="12356" y="5895"/>
                </a:lnTo>
                <a:lnTo>
                  <a:pt x="12360" y="5883"/>
                </a:lnTo>
                <a:lnTo>
                  <a:pt x="12351" y="5881"/>
                </a:lnTo>
                <a:lnTo>
                  <a:pt x="12343" y="5881"/>
                </a:lnTo>
                <a:lnTo>
                  <a:pt x="12331" y="5879"/>
                </a:lnTo>
                <a:lnTo>
                  <a:pt x="12316" y="5869"/>
                </a:lnTo>
                <a:lnTo>
                  <a:pt x="12315" y="5861"/>
                </a:lnTo>
                <a:lnTo>
                  <a:pt x="12314" y="5858"/>
                </a:lnTo>
                <a:lnTo>
                  <a:pt x="12310" y="5857"/>
                </a:lnTo>
                <a:lnTo>
                  <a:pt x="12297" y="5864"/>
                </a:lnTo>
                <a:lnTo>
                  <a:pt x="12285" y="5876"/>
                </a:lnTo>
                <a:lnTo>
                  <a:pt x="12271" y="5891"/>
                </a:lnTo>
                <a:lnTo>
                  <a:pt x="12232" y="5916"/>
                </a:lnTo>
                <a:lnTo>
                  <a:pt x="12213" y="5922"/>
                </a:lnTo>
                <a:lnTo>
                  <a:pt x="12171" y="5936"/>
                </a:lnTo>
                <a:lnTo>
                  <a:pt x="12204" y="5897"/>
                </a:lnTo>
                <a:lnTo>
                  <a:pt x="12239" y="5858"/>
                </a:lnTo>
                <a:lnTo>
                  <a:pt x="12199" y="5878"/>
                </a:lnTo>
                <a:lnTo>
                  <a:pt x="12184" y="5887"/>
                </a:lnTo>
                <a:lnTo>
                  <a:pt x="12154" y="5892"/>
                </a:lnTo>
                <a:lnTo>
                  <a:pt x="12146" y="5889"/>
                </a:lnTo>
                <a:lnTo>
                  <a:pt x="12138" y="5887"/>
                </a:lnTo>
                <a:lnTo>
                  <a:pt x="12120" y="5898"/>
                </a:lnTo>
                <a:lnTo>
                  <a:pt x="12112" y="5909"/>
                </a:lnTo>
                <a:lnTo>
                  <a:pt x="12101" y="5926"/>
                </a:lnTo>
                <a:lnTo>
                  <a:pt x="12098" y="5924"/>
                </a:lnTo>
                <a:lnTo>
                  <a:pt x="12103" y="5904"/>
                </a:lnTo>
                <a:lnTo>
                  <a:pt x="12106" y="5893"/>
                </a:lnTo>
                <a:lnTo>
                  <a:pt x="12105" y="5877"/>
                </a:lnTo>
                <a:lnTo>
                  <a:pt x="12095" y="5867"/>
                </a:lnTo>
                <a:lnTo>
                  <a:pt x="12075" y="5860"/>
                </a:lnTo>
                <a:lnTo>
                  <a:pt x="12059" y="5856"/>
                </a:lnTo>
                <a:lnTo>
                  <a:pt x="12006" y="5846"/>
                </a:lnTo>
                <a:lnTo>
                  <a:pt x="12054" y="5805"/>
                </a:lnTo>
                <a:lnTo>
                  <a:pt x="12075" y="5787"/>
                </a:lnTo>
                <a:lnTo>
                  <a:pt x="12111" y="5764"/>
                </a:lnTo>
                <a:lnTo>
                  <a:pt x="12120" y="5762"/>
                </a:lnTo>
                <a:lnTo>
                  <a:pt x="12137" y="5761"/>
                </a:lnTo>
                <a:lnTo>
                  <a:pt x="12184" y="5750"/>
                </a:lnTo>
                <a:lnTo>
                  <a:pt x="12230" y="5733"/>
                </a:lnTo>
                <a:lnTo>
                  <a:pt x="12261" y="5716"/>
                </a:lnTo>
                <a:lnTo>
                  <a:pt x="12264" y="5709"/>
                </a:lnTo>
                <a:lnTo>
                  <a:pt x="12262" y="5705"/>
                </a:lnTo>
                <a:lnTo>
                  <a:pt x="12245" y="5699"/>
                </a:lnTo>
                <a:lnTo>
                  <a:pt x="12198" y="5696"/>
                </a:lnTo>
                <a:lnTo>
                  <a:pt x="12114" y="5700"/>
                </a:lnTo>
                <a:lnTo>
                  <a:pt x="12059" y="5709"/>
                </a:lnTo>
                <a:lnTo>
                  <a:pt x="12033" y="5719"/>
                </a:lnTo>
                <a:lnTo>
                  <a:pt x="12026" y="5724"/>
                </a:lnTo>
                <a:lnTo>
                  <a:pt x="12018" y="5730"/>
                </a:lnTo>
                <a:lnTo>
                  <a:pt x="12001" y="5737"/>
                </a:lnTo>
                <a:lnTo>
                  <a:pt x="11966" y="5734"/>
                </a:lnTo>
                <a:lnTo>
                  <a:pt x="11926" y="5720"/>
                </a:lnTo>
                <a:lnTo>
                  <a:pt x="11895" y="5708"/>
                </a:lnTo>
                <a:lnTo>
                  <a:pt x="11843" y="5685"/>
                </a:lnTo>
                <a:lnTo>
                  <a:pt x="11831" y="5676"/>
                </a:lnTo>
                <a:lnTo>
                  <a:pt x="11821" y="5669"/>
                </a:lnTo>
                <a:lnTo>
                  <a:pt x="11801" y="5666"/>
                </a:lnTo>
                <a:lnTo>
                  <a:pt x="11785" y="5674"/>
                </a:lnTo>
                <a:lnTo>
                  <a:pt x="11775" y="5692"/>
                </a:lnTo>
                <a:lnTo>
                  <a:pt x="11774" y="5704"/>
                </a:lnTo>
                <a:lnTo>
                  <a:pt x="11773" y="5714"/>
                </a:lnTo>
                <a:lnTo>
                  <a:pt x="11764" y="5727"/>
                </a:lnTo>
                <a:lnTo>
                  <a:pt x="11758" y="5729"/>
                </a:lnTo>
                <a:lnTo>
                  <a:pt x="11755" y="5728"/>
                </a:lnTo>
                <a:lnTo>
                  <a:pt x="11751" y="5719"/>
                </a:lnTo>
                <a:lnTo>
                  <a:pt x="11747" y="5692"/>
                </a:lnTo>
                <a:lnTo>
                  <a:pt x="11750" y="5669"/>
                </a:lnTo>
                <a:lnTo>
                  <a:pt x="11752" y="5645"/>
                </a:lnTo>
                <a:lnTo>
                  <a:pt x="11749" y="5619"/>
                </a:lnTo>
                <a:lnTo>
                  <a:pt x="11744" y="5611"/>
                </a:lnTo>
                <a:lnTo>
                  <a:pt x="11740" y="5610"/>
                </a:lnTo>
                <a:lnTo>
                  <a:pt x="11734" y="5609"/>
                </a:lnTo>
                <a:lnTo>
                  <a:pt x="11724" y="5594"/>
                </a:lnTo>
                <a:lnTo>
                  <a:pt x="11723" y="5583"/>
                </a:lnTo>
                <a:lnTo>
                  <a:pt x="11723" y="5576"/>
                </a:lnTo>
                <a:lnTo>
                  <a:pt x="11720" y="5568"/>
                </a:lnTo>
                <a:lnTo>
                  <a:pt x="11703" y="5571"/>
                </a:lnTo>
                <a:lnTo>
                  <a:pt x="11674" y="5587"/>
                </a:lnTo>
                <a:lnTo>
                  <a:pt x="11658" y="5596"/>
                </a:lnTo>
                <a:lnTo>
                  <a:pt x="11636" y="5606"/>
                </a:lnTo>
                <a:lnTo>
                  <a:pt x="11621" y="5606"/>
                </a:lnTo>
                <a:lnTo>
                  <a:pt x="11606" y="5597"/>
                </a:lnTo>
                <a:lnTo>
                  <a:pt x="11598" y="5588"/>
                </a:lnTo>
                <a:lnTo>
                  <a:pt x="11586" y="5576"/>
                </a:lnTo>
                <a:lnTo>
                  <a:pt x="11581" y="5563"/>
                </a:lnTo>
                <a:lnTo>
                  <a:pt x="11585" y="5557"/>
                </a:lnTo>
                <a:lnTo>
                  <a:pt x="11603" y="5551"/>
                </a:lnTo>
                <a:lnTo>
                  <a:pt x="11658" y="5549"/>
                </a:lnTo>
                <a:lnTo>
                  <a:pt x="11702" y="5551"/>
                </a:lnTo>
                <a:lnTo>
                  <a:pt x="11759" y="5553"/>
                </a:lnTo>
                <a:lnTo>
                  <a:pt x="11794" y="5548"/>
                </a:lnTo>
                <a:lnTo>
                  <a:pt x="11798" y="5538"/>
                </a:lnTo>
                <a:lnTo>
                  <a:pt x="11796" y="5531"/>
                </a:lnTo>
                <a:lnTo>
                  <a:pt x="11792" y="5519"/>
                </a:lnTo>
                <a:lnTo>
                  <a:pt x="11797" y="5511"/>
                </a:lnTo>
                <a:lnTo>
                  <a:pt x="11804" y="5516"/>
                </a:lnTo>
                <a:lnTo>
                  <a:pt x="11813" y="5519"/>
                </a:lnTo>
                <a:lnTo>
                  <a:pt x="11823" y="5512"/>
                </a:lnTo>
                <a:lnTo>
                  <a:pt x="11824" y="5502"/>
                </a:lnTo>
                <a:lnTo>
                  <a:pt x="11824" y="5496"/>
                </a:lnTo>
                <a:lnTo>
                  <a:pt x="11817" y="5486"/>
                </a:lnTo>
                <a:lnTo>
                  <a:pt x="11797" y="5477"/>
                </a:lnTo>
                <a:lnTo>
                  <a:pt x="11752" y="5477"/>
                </a:lnTo>
                <a:lnTo>
                  <a:pt x="11698" y="5489"/>
                </a:lnTo>
                <a:lnTo>
                  <a:pt x="11667" y="5501"/>
                </a:lnTo>
                <a:lnTo>
                  <a:pt x="11641" y="5512"/>
                </a:lnTo>
                <a:lnTo>
                  <a:pt x="11604" y="5523"/>
                </a:lnTo>
                <a:lnTo>
                  <a:pt x="11586" y="5522"/>
                </a:lnTo>
                <a:lnTo>
                  <a:pt x="11578" y="5508"/>
                </a:lnTo>
                <a:lnTo>
                  <a:pt x="11576" y="5496"/>
                </a:lnTo>
                <a:lnTo>
                  <a:pt x="11577" y="5488"/>
                </a:lnTo>
                <a:lnTo>
                  <a:pt x="11586" y="5471"/>
                </a:lnTo>
                <a:lnTo>
                  <a:pt x="11618" y="5446"/>
                </a:lnTo>
                <a:lnTo>
                  <a:pt x="11657" y="5426"/>
                </a:lnTo>
                <a:lnTo>
                  <a:pt x="11694" y="5407"/>
                </a:lnTo>
                <a:lnTo>
                  <a:pt x="11729" y="5379"/>
                </a:lnTo>
                <a:lnTo>
                  <a:pt x="11739" y="5363"/>
                </a:lnTo>
                <a:lnTo>
                  <a:pt x="11740" y="5355"/>
                </a:lnTo>
                <a:lnTo>
                  <a:pt x="11741" y="5343"/>
                </a:lnTo>
                <a:lnTo>
                  <a:pt x="11750" y="5321"/>
                </a:lnTo>
                <a:lnTo>
                  <a:pt x="11757" y="5315"/>
                </a:lnTo>
                <a:lnTo>
                  <a:pt x="11766" y="5308"/>
                </a:lnTo>
                <a:lnTo>
                  <a:pt x="11775" y="5293"/>
                </a:lnTo>
                <a:lnTo>
                  <a:pt x="11772" y="5281"/>
                </a:lnTo>
                <a:lnTo>
                  <a:pt x="11758" y="5276"/>
                </a:lnTo>
                <a:lnTo>
                  <a:pt x="11748" y="5279"/>
                </a:lnTo>
                <a:lnTo>
                  <a:pt x="11736" y="5283"/>
                </a:lnTo>
                <a:lnTo>
                  <a:pt x="11725" y="5283"/>
                </a:lnTo>
                <a:lnTo>
                  <a:pt x="11732" y="5266"/>
                </a:lnTo>
                <a:lnTo>
                  <a:pt x="11760" y="5239"/>
                </a:lnTo>
                <a:lnTo>
                  <a:pt x="11774" y="5225"/>
                </a:lnTo>
                <a:lnTo>
                  <a:pt x="11782" y="5211"/>
                </a:lnTo>
                <a:lnTo>
                  <a:pt x="11781" y="5205"/>
                </a:lnTo>
                <a:lnTo>
                  <a:pt x="11778" y="5205"/>
                </a:lnTo>
                <a:lnTo>
                  <a:pt x="11773" y="5205"/>
                </a:lnTo>
                <a:lnTo>
                  <a:pt x="11767" y="5199"/>
                </a:lnTo>
                <a:lnTo>
                  <a:pt x="11771" y="5180"/>
                </a:lnTo>
                <a:lnTo>
                  <a:pt x="11783" y="5155"/>
                </a:lnTo>
                <a:lnTo>
                  <a:pt x="11794" y="5130"/>
                </a:lnTo>
                <a:lnTo>
                  <a:pt x="11800" y="5099"/>
                </a:lnTo>
                <a:lnTo>
                  <a:pt x="11798" y="5082"/>
                </a:lnTo>
                <a:lnTo>
                  <a:pt x="11794" y="5074"/>
                </a:lnTo>
                <a:lnTo>
                  <a:pt x="11789" y="5061"/>
                </a:lnTo>
                <a:lnTo>
                  <a:pt x="11784" y="5033"/>
                </a:lnTo>
                <a:lnTo>
                  <a:pt x="11786" y="5023"/>
                </a:lnTo>
                <a:lnTo>
                  <a:pt x="11788" y="5014"/>
                </a:lnTo>
                <a:lnTo>
                  <a:pt x="11781" y="5004"/>
                </a:lnTo>
                <a:lnTo>
                  <a:pt x="11773" y="5005"/>
                </a:lnTo>
                <a:lnTo>
                  <a:pt x="11759" y="5006"/>
                </a:lnTo>
                <a:lnTo>
                  <a:pt x="11727" y="4995"/>
                </a:lnTo>
                <a:lnTo>
                  <a:pt x="11696" y="4973"/>
                </a:lnTo>
                <a:lnTo>
                  <a:pt x="11674" y="4950"/>
                </a:lnTo>
                <a:lnTo>
                  <a:pt x="11672" y="4940"/>
                </a:lnTo>
                <a:lnTo>
                  <a:pt x="11674" y="4932"/>
                </a:lnTo>
                <a:lnTo>
                  <a:pt x="11686" y="4920"/>
                </a:lnTo>
                <a:lnTo>
                  <a:pt x="11697" y="4919"/>
                </a:lnTo>
                <a:lnTo>
                  <a:pt x="11706" y="4917"/>
                </a:lnTo>
                <a:lnTo>
                  <a:pt x="11730" y="4902"/>
                </a:lnTo>
                <a:lnTo>
                  <a:pt x="11740" y="4893"/>
                </a:lnTo>
                <a:lnTo>
                  <a:pt x="11749" y="4881"/>
                </a:lnTo>
                <a:lnTo>
                  <a:pt x="11751" y="4871"/>
                </a:lnTo>
                <a:lnTo>
                  <a:pt x="11746" y="4868"/>
                </a:lnTo>
                <a:lnTo>
                  <a:pt x="11742" y="4868"/>
                </a:lnTo>
                <a:lnTo>
                  <a:pt x="11734" y="4866"/>
                </a:lnTo>
                <a:lnTo>
                  <a:pt x="11724" y="4854"/>
                </a:lnTo>
                <a:lnTo>
                  <a:pt x="11723" y="4844"/>
                </a:lnTo>
                <a:lnTo>
                  <a:pt x="11722" y="4835"/>
                </a:lnTo>
                <a:lnTo>
                  <a:pt x="11708" y="4810"/>
                </a:lnTo>
                <a:lnTo>
                  <a:pt x="11698" y="4800"/>
                </a:lnTo>
                <a:lnTo>
                  <a:pt x="11687" y="4790"/>
                </a:lnTo>
                <a:lnTo>
                  <a:pt x="11682" y="4777"/>
                </a:lnTo>
                <a:lnTo>
                  <a:pt x="11683" y="4770"/>
                </a:lnTo>
                <a:lnTo>
                  <a:pt x="11686" y="4768"/>
                </a:lnTo>
                <a:lnTo>
                  <a:pt x="11693" y="4762"/>
                </a:lnTo>
                <a:lnTo>
                  <a:pt x="11706" y="4734"/>
                </a:lnTo>
                <a:lnTo>
                  <a:pt x="11708" y="4717"/>
                </a:lnTo>
                <a:lnTo>
                  <a:pt x="11710" y="4706"/>
                </a:lnTo>
                <a:lnTo>
                  <a:pt x="11708" y="4688"/>
                </a:lnTo>
                <a:lnTo>
                  <a:pt x="11698" y="4676"/>
                </a:lnTo>
                <a:lnTo>
                  <a:pt x="11677" y="4666"/>
                </a:lnTo>
                <a:lnTo>
                  <a:pt x="11662" y="4661"/>
                </a:lnTo>
                <a:lnTo>
                  <a:pt x="11640" y="4655"/>
                </a:lnTo>
                <a:lnTo>
                  <a:pt x="11598" y="4633"/>
                </a:lnTo>
                <a:lnTo>
                  <a:pt x="11586" y="4621"/>
                </a:lnTo>
                <a:lnTo>
                  <a:pt x="11580" y="4613"/>
                </a:lnTo>
                <a:lnTo>
                  <a:pt x="11574" y="4602"/>
                </a:lnTo>
                <a:lnTo>
                  <a:pt x="11586" y="4599"/>
                </a:lnTo>
                <a:lnTo>
                  <a:pt x="11615" y="4605"/>
                </a:lnTo>
                <a:lnTo>
                  <a:pt x="11632" y="4608"/>
                </a:lnTo>
                <a:lnTo>
                  <a:pt x="11654" y="4610"/>
                </a:lnTo>
                <a:lnTo>
                  <a:pt x="11666" y="4603"/>
                </a:lnTo>
                <a:lnTo>
                  <a:pt x="11673" y="4587"/>
                </a:lnTo>
                <a:lnTo>
                  <a:pt x="11676" y="4574"/>
                </a:lnTo>
                <a:lnTo>
                  <a:pt x="11679" y="4549"/>
                </a:lnTo>
                <a:lnTo>
                  <a:pt x="11675" y="4520"/>
                </a:lnTo>
                <a:lnTo>
                  <a:pt x="11666" y="4504"/>
                </a:lnTo>
                <a:lnTo>
                  <a:pt x="11654" y="4493"/>
                </a:lnTo>
                <a:lnTo>
                  <a:pt x="11637" y="4486"/>
                </a:lnTo>
                <a:lnTo>
                  <a:pt x="11602" y="4482"/>
                </a:lnTo>
                <a:lnTo>
                  <a:pt x="11573" y="4484"/>
                </a:lnTo>
                <a:lnTo>
                  <a:pt x="11553" y="4486"/>
                </a:lnTo>
                <a:lnTo>
                  <a:pt x="11521" y="4487"/>
                </a:lnTo>
                <a:lnTo>
                  <a:pt x="11498" y="4481"/>
                </a:lnTo>
                <a:lnTo>
                  <a:pt x="11481" y="4470"/>
                </a:lnTo>
                <a:lnTo>
                  <a:pt x="11474" y="4461"/>
                </a:lnTo>
                <a:lnTo>
                  <a:pt x="11461" y="4448"/>
                </a:lnTo>
                <a:lnTo>
                  <a:pt x="11434" y="4431"/>
                </a:lnTo>
                <a:lnTo>
                  <a:pt x="11424" y="4429"/>
                </a:lnTo>
                <a:lnTo>
                  <a:pt x="11415" y="4428"/>
                </a:lnTo>
                <a:lnTo>
                  <a:pt x="11404" y="4414"/>
                </a:lnTo>
                <a:lnTo>
                  <a:pt x="11404" y="4395"/>
                </a:lnTo>
                <a:lnTo>
                  <a:pt x="11415" y="4378"/>
                </a:lnTo>
                <a:lnTo>
                  <a:pt x="11424" y="4373"/>
                </a:lnTo>
                <a:lnTo>
                  <a:pt x="11428" y="4371"/>
                </a:lnTo>
                <a:lnTo>
                  <a:pt x="11429" y="4368"/>
                </a:lnTo>
                <a:lnTo>
                  <a:pt x="11421" y="4364"/>
                </a:lnTo>
                <a:lnTo>
                  <a:pt x="11408" y="4363"/>
                </a:lnTo>
                <a:lnTo>
                  <a:pt x="11394" y="4362"/>
                </a:lnTo>
                <a:lnTo>
                  <a:pt x="11377" y="4355"/>
                </a:lnTo>
                <a:lnTo>
                  <a:pt x="11367" y="4341"/>
                </a:lnTo>
                <a:lnTo>
                  <a:pt x="11365" y="4320"/>
                </a:lnTo>
                <a:lnTo>
                  <a:pt x="11367" y="4307"/>
                </a:lnTo>
                <a:lnTo>
                  <a:pt x="11365" y="4301"/>
                </a:lnTo>
                <a:lnTo>
                  <a:pt x="11348" y="4285"/>
                </a:lnTo>
                <a:lnTo>
                  <a:pt x="11335" y="4277"/>
                </a:lnTo>
                <a:lnTo>
                  <a:pt x="11322" y="4269"/>
                </a:lnTo>
                <a:lnTo>
                  <a:pt x="11309" y="4251"/>
                </a:lnTo>
                <a:lnTo>
                  <a:pt x="11315" y="4236"/>
                </a:lnTo>
                <a:lnTo>
                  <a:pt x="11337" y="4227"/>
                </a:lnTo>
                <a:lnTo>
                  <a:pt x="11353" y="4226"/>
                </a:lnTo>
                <a:lnTo>
                  <a:pt x="11371" y="4225"/>
                </a:lnTo>
                <a:lnTo>
                  <a:pt x="11387" y="4215"/>
                </a:lnTo>
                <a:lnTo>
                  <a:pt x="11394" y="4205"/>
                </a:lnTo>
                <a:lnTo>
                  <a:pt x="11395" y="4187"/>
                </a:lnTo>
                <a:lnTo>
                  <a:pt x="11381" y="4158"/>
                </a:lnTo>
                <a:lnTo>
                  <a:pt x="11367" y="4144"/>
                </a:lnTo>
                <a:lnTo>
                  <a:pt x="11355" y="4134"/>
                </a:lnTo>
                <a:lnTo>
                  <a:pt x="11340" y="4118"/>
                </a:lnTo>
                <a:lnTo>
                  <a:pt x="11337" y="4103"/>
                </a:lnTo>
                <a:lnTo>
                  <a:pt x="11343" y="4083"/>
                </a:lnTo>
                <a:lnTo>
                  <a:pt x="11350" y="4069"/>
                </a:lnTo>
                <a:lnTo>
                  <a:pt x="11360" y="4049"/>
                </a:lnTo>
                <a:lnTo>
                  <a:pt x="11365" y="4025"/>
                </a:lnTo>
                <a:lnTo>
                  <a:pt x="11364" y="4013"/>
                </a:lnTo>
                <a:lnTo>
                  <a:pt x="11358" y="4006"/>
                </a:lnTo>
                <a:lnTo>
                  <a:pt x="11348" y="4003"/>
                </a:lnTo>
                <a:lnTo>
                  <a:pt x="11327" y="4006"/>
                </a:lnTo>
                <a:lnTo>
                  <a:pt x="11307" y="4015"/>
                </a:lnTo>
                <a:lnTo>
                  <a:pt x="11288" y="4025"/>
                </a:lnTo>
                <a:lnTo>
                  <a:pt x="11256" y="4031"/>
                </a:lnTo>
                <a:lnTo>
                  <a:pt x="11231" y="4024"/>
                </a:lnTo>
                <a:lnTo>
                  <a:pt x="11219" y="4005"/>
                </a:lnTo>
                <a:lnTo>
                  <a:pt x="11220" y="3992"/>
                </a:lnTo>
                <a:lnTo>
                  <a:pt x="11221" y="3981"/>
                </a:lnTo>
                <a:lnTo>
                  <a:pt x="11211" y="3969"/>
                </a:lnTo>
                <a:lnTo>
                  <a:pt x="11203" y="3970"/>
                </a:lnTo>
                <a:lnTo>
                  <a:pt x="11197" y="3971"/>
                </a:lnTo>
                <a:lnTo>
                  <a:pt x="11191" y="3969"/>
                </a:lnTo>
                <a:lnTo>
                  <a:pt x="11191" y="3957"/>
                </a:lnTo>
                <a:lnTo>
                  <a:pt x="11200" y="3940"/>
                </a:lnTo>
                <a:lnTo>
                  <a:pt x="11207" y="3927"/>
                </a:lnTo>
                <a:lnTo>
                  <a:pt x="11229" y="3910"/>
                </a:lnTo>
                <a:lnTo>
                  <a:pt x="11251" y="3905"/>
                </a:lnTo>
                <a:lnTo>
                  <a:pt x="11263" y="3910"/>
                </a:lnTo>
                <a:lnTo>
                  <a:pt x="11267" y="3917"/>
                </a:lnTo>
                <a:lnTo>
                  <a:pt x="11267" y="3922"/>
                </a:lnTo>
                <a:lnTo>
                  <a:pt x="11268" y="3925"/>
                </a:lnTo>
                <a:lnTo>
                  <a:pt x="11277" y="3931"/>
                </a:lnTo>
                <a:lnTo>
                  <a:pt x="11303" y="3938"/>
                </a:lnTo>
                <a:lnTo>
                  <a:pt x="11327" y="3940"/>
                </a:lnTo>
                <a:lnTo>
                  <a:pt x="11344" y="3940"/>
                </a:lnTo>
                <a:lnTo>
                  <a:pt x="11367" y="3936"/>
                </a:lnTo>
                <a:lnTo>
                  <a:pt x="11380" y="3928"/>
                </a:lnTo>
                <a:lnTo>
                  <a:pt x="11385" y="3915"/>
                </a:lnTo>
                <a:lnTo>
                  <a:pt x="11385" y="3906"/>
                </a:lnTo>
                <a:lnTo>
                  <a:pt x="11383" y="3890"/>
                </a:lnTo>
                <a:lnTo>
                  <a:pt x="11368" y="3867"/>
                </a:lnTo>
                <a:lnTo>
                  <a:pt x="11346" y="3857"/>
                </a:lnTo>
                <a:lnTo>
                  <a:pt x="11328" y="3862"/>
                </a:lnTo>
                <a:lnTo>
                  <a:pt x="11317" y="3870"/>
                </a:lnTo>
                <a:lnTo>
                  <a:pt x="11312" y="3876"/>
                </a:lnTo>
                <a:lnTo>
                  <a:pt x="11307" y="3883"/>
                </a:lnTo>
                <a:lnTo>
                  <a:pt x="11298" y="3891"/>
                </a:lnTo>
                <a:lnTo>
                  <a:pt x="11282" y="3887"/>
                </a:lnTo>
                <a:lnTo>
                  <a:pt x="11264" y="3869"/>
                </a:lnTo>
                <a:lnTo>
                  <a:pt x="11249" y="3856"/>
                </a:lnTo>
                <a:lnTo>
                  <a:pt x="11202" y="3839"/>
                </a:lnTo>
                <a:lnTo>
                  <a:pt x="11180" y="3836"/>
                </a:lnTo>
                <a:lnTo>
                  <a:pt x="11146" y="3836"/>
                </a:lnTo>
                <a:lnTo>
                  <a:pt x="11139" y="3829"/>
                </a:lnTo>
                <a:lnTo>
                  <a:pt x="11162" y="3818"/>
                </a:lnTo>
                <a:lnTo>
                  <a:pt x="11178" y="3809"/>
                </a:lnTo>
                <a:lnTo>
                  <a:pt x="11192" y="3794"/>
                </a:lnTo>
                <a:lnTo>
                  <a:pt x="11194" y="3784"/>
                </a:lnTo>
                <a:lnTo>
                  <a:pt x="11193" y="3780"/>
                </a:lnTo>
                <a:lnTo>
                  <a:pt x="11191" y="3769"/>
                </a:lnTo>
                <a:lnTo>
                  <a:pt x="11196" y="3749"/>
                </a:lnTo>
                <a:lnTo>
                  <a:pt x="11201" y="3742"/>
                </a:lnTo>
                <a:lnTo>
                  <a:pt x="11204" y="3739"/>
                </a:lnTo>
                <a:lnTo>
                  <a:pt x="11199" y="3734"/>
                </a:lnTo>
                <a:lnTo>
                  <a:pt x="11177" y="3732"/>
                </a:lnTo>
                <a:lnTo>
                  <a:pt x="11128" y="3737"/>
                </a:lnTo>
                <a:lnTo>
                  <a:pt x="11082" y="3749"/>
                </a:lnTo>
                <a:lnTo>
                  <a:pt x="11069" y="3757"/>
                </a:lnTo>
                <a:lnTo>
                  <a:pt x="11059" y="3764"/>
                </a:lnTo>
                <a:lnTo>
                  <a:pt x="11048" y="3763"/>
                </a:lnTo>
                <a:lnTo>
                  <a:pt x="11048" y="3754"/>
                </a:lnTo>
                <a:lnTo>
                  <a:pt x="11047" y="3749"/>
                </a:lnTo>
                <a:lnTo>
                  <a:pt x="11043" y="3743"/>
                </a:lnTo>
                <a:lnTo>
                  <a:pt x="11028" y="3741"/>
                </a:lnTo>
                <a:lnTo>
                  <a:pt x="11010" y="3745"/>
                </a:lnTo>
                <a:lnTo>
                  <a:pt x="10969" y="3755"/>
                </a:lnTo>
                <a:lnTo>
                  <a:pt x="10924" y="3762"/>
                </a:lnTo>
                <a:lnTo>
                  <a:pt x="10874" y="3769"/>
                </a:lnTo>
                <a:lnTo>
                  <a:pt x="10818" y="3780"/>
                </a:lnTo>
                <a:lnTo>
                  <a:pt x="10790" y="3783"/>
                </a:lnTo>
                <a:lnTo>
                  <a:pt x="10767" y="3780"/>
                </a:lnTo>
                <a:lnTo>
                  <a:pt x="10761" y="3772"/>
                </a:lnTo>
                <a:lnTo>
                  <a:pt x="10760" y="3767"/>
                </a:lnTo>
                <a:lnTo>
                  <a:pt x="10760" y="3763"/>
                </a:lnTo>
                <a:lnTo>
                  <a:pt x="10757" y="3759"/>
                </a:lnTo>
                <a:lnTo>
                  <a:pt x="10749" y="3763"/>
                </a:lnTo>
                <a:lnTo>
                  <a:pt x="10742" y="3774"/>
                </a:lnTo>
                <a:lnTo>
                  <a:pt x="10734" y="3787"/>
                </a:lnTo>
                <a:lnTo>
                  <a:pt x="10710" y="3803"/>
                </a:lnTo>
                <a:lnTo>
                  <a:pt x="10698" y="3805"/>
                </a:lnTo>
                <a:lnTo>
                  <a:pt x="10686" y="3806"/>
                </a:lnTo>
                <a:lnTo>
                  <a:pt x="10661" y="3822"/>
                </a:lnTo>
                <a:lnTo>
                  <a:pt x="10642" y="3845"/>
                </a:lnTo>
                <a:lnTo>
                  <a:pt x="10634" y="3872"/>
                </a:lnTo>
                <a:lnTo>
                  <a:pt x="10637" y="3882"/>
                </a:lnTo>
                <a:lnTo>
                  <a:pt x="10638" y="3886"/>
                </a:lnTo>
                <a:lnTo>
                  <a:pt x="10646" y="3892"/>
                </a:lnTo>
                <a:lnTo>
                  <a:pt x="10665" y="3895"/>
                </a:lnTo>
                <a:lnTo>
                  <a:pt x="10679" y="3892"/>
                </a:lnTo>
                <a:lnTo>
                  <a:pt x="10698" y="3889"/>
                </a:lnTo>
                <a:lnTo>
                  <a:pt x="10708" y="3893"/>
                </a:lnTo>
                <a:lnTo>
                  <a:pt x="10707" y="3903"/>
                </a:lnTo>
                <a:lnTo>
                  <a:pt x="10704" y="3911"/>
                </a:lnTo>
                <a:lnTo>
                  <a:pt x="10702" y="3922"/>
                </a:lnTo>
                <a:lnTo>
                  <a:pt x="10709" y="3942"/>
                </a:lnTo>
                <a:lnTo>
                  <a:pt x="10719" y="3947"/>
                </a:lnTo>
                <a:lnTo>
                  <a:pt x="10730" y="3952"/>
                </a:lnTo>
                <a:lnTo>
                  <a:pt x="10742" y="3970"/>
                </a:lnTo>
                <a:lnTo>
                  <a:pt x="10744" y="3982"/>
                </a:lnTo>
                <a:lnTo>
                  <a:pt x="10743" y="3988"/>
                </a:lnTo>
                <a:lnTo>
                  <a:pt x="10736" y="3998"/>
                </a:lnTo>
                <a:lnTo>
                  <a:pt x="10709" y="4006"/>
                </a:lnTo>
                <a:lnTo>
                  <a:pt x="10678" y="4007"/>
                </a:lnTo>
                <a:lnTo>
                  <a:pt x="10650" y="4006"/>
                </a:lnTo>
                <a:lnTo>
                  <a:pt x="10607" y="3996"/>
                </a:lnTo>
                <a:lnTo>
                  <a:pt x="10600" y="3990"/>
                </a:lnTo>
                <a:lnTo>
                  <a:pt x="10594" y="3983"/>
                </a:lnTo>
                <a:lnTo>
                  <a:pt x="10580" y="3979"/>
                </a:lnTo>
                <a:lnTo>
                  <a:pt x="10572" y="3982"/>
                </a:lnTo>
                <a:lnTo>
                  <a:pt x="10562" y="3988"/>
                </a:lnTo>
                <a:lnTo>
                  <a:pt x="10555" y="3983"/>
                </a:lnTo>
                <a:lnTo>
                  <a:pt x="10563" y="3965"/>
                </a:lnTo>
                <a:lnTo>
                  <a:pt x="10582" y="3943"/>
                </a:lnTo>
                <a:lnTo>
                  <a:pt x="10595" y="3932"/>
                </a:lnTo>
                <a:lnTo>
                  <a:pt x="10614" y="3918"/>
                </a:lnTo>
                <a:lnTo>
                  <a:pt x="10620" y="3906"/>
                </a:lnTo>
                <a:lnTo>
                  <a:pt x="10612" y="3900"/>
                </a:lnTo>
                <a:lnTo>
                  <a:pt x="10605" y="3897"/>
                </a:lnTo>
                <a:lnTo>
                  <a:pt x="10594" y="3891"/>
                </a:lnTo>
                <a:lnTo>
                  <a:pt x="10575" y="3868"/>
                </a:lnTo>
                <a:lnTo>
                  <a:pt x="10569" y="3853"/>
                </a:lnTo>
                <a:lnTo>
                  <a:pt x="10566" y="3842"/>
                </a:lnTo>
                <a:lnTo>
                  <a:pt x="10560" y="3829"/>
                </a:lnTo>
                <a:lnTo>
                  <a:pt x="10549" y="3828"/>
                </a:lnTo>
                <a:lnTo>
                  <a:pt x="10531" y="3837"/>
                </a:lnTo>
                <a:lnTo>
                  <a:pt x="10517" y="3846"/>
                </a:lnTo>
                <a:lnTo>
                  <a:pt x="10501" y="3860"/>
                </a:lnTo>
                <a:lnTo>
                  <a:pt x="10485" y="3880"/>
                </a:lnTo>
                <a:lnTo>
                  <a:pt x="10483" y="3893"/>
                </a:lnTo>
                <a:lnTo>
                  <a:pt x="10485" y="3899"/>
                </a:lnTo>
                <a:lnTo>
                  <a:pt x="10487" y="3909"/>
                </a:lnTo>
                <a:lnTo>
                  <a:pt x="10482" y="3921"/>
                </a:lnTo>
                <a:lnTo>
                  <a:pt x="10475" y="3922"/>
                </a:lnTo>
                <a:lnTo>
                  <a:pt x="10467" y="3921"/>
                </a:lnTo>
                <a:lnTo>
                  <a:pt x="10457" y="3904"/>
                </a:lnTo>
                <a:lnTo>
                  <a:pt x="10456" y="3892"/>
                </a:lnTo>
                <a:lnTo>
                  <a:pt x="10456" y="3886"/>
                </a:lnTo>
                <a:lnTo>
                  <a:pt x="10450" y="3873"/>
                </a:lnTo>
                <a:lnTo>
                  <a:pt x="10434" y="3854"/>
                </a:lnTo>
                <a:lnTo>
                  <a:pt x="10399" y="3834"/>
                </a:lnTo>
                <a:lnTo>
                  <a:pt x="10359" y="3822"/>
                </a:lnTo>
                <a:lnTo>
                  <a:pt x="10338" y="3821"/>
                </a:lnTo>
                <a:lnTo>
                  <a:pt x="10319" y="3820"/>
                </a:lnTo>
                <a:lnTo>
                  <a:pt x="10306" y="3814"/>
                </a:lnTo>
                <a:lnTo>
                  <a:pt x="10305" y="3809"/>
                </a:lnTo>
                <a:lnTo>
                  <a:pt x="10312" y="3799"/>
                </a:lnTo>
                <a:lnTo>
                  <a:pt x="10341" y="3786"/>
                </a:lnTo>
                <a:lnTo>
                  <a:pt x="10364" y="3781"/>
                </a:lnTo>
                <a:lnTo>
                  <a:pt x="10388" y="3774"/>
                </a:lnTo>
                <a:lnTo>
                  <a:pt x="10430" y="3749"/>
                </a:lnTo>
                <a:lnTo>
                  <a:pt x="10441" y="3735"/>
                </a:lnTo>
                <a:lnTo>
                  <a:pt x="10446" y="3727"/>
                </a:lnTo>
                <a:lnTo>
                  <a:pt x="10457" y="3714"/>
                </a:lnTo>
                <a:lnTo>
                  <a:pt x="10470" y="3708"/>
                </a:lnTo>
                <a:lnTo>
                  <a:pt x="10487" y="3708"/>
                </a:lnTo>
                <a:lnTo>
                  <a:pt x="10496" y="3710"/>
                </a:lnTo>
                <a:lnTo>
                  <a:pt x="10507" y="3712"/>
                </a:lnTo>
                <a:lnTo>
                  <a:pt x="10524" y="3712"/>
                </a:lnTo>
                <a:lnTo>
                  <a:pt x="10541" y="3705"/>
                </a:lnTo>
                <a:lnTo>
                  <a:pt x="10558" y="3690"/>
                </a:lnTo>
                <a:lnTo>
                  <a:pt x="10566" y="3681"/>
                </a:lnTo>
                <a:lnTo>
                  <a:pt x="10580" y="3665"/>
                </a:lnTo>
                <a:lnTo>
                  <a:pt x="10595" y="3644"/>
                </a:lnTo>
                <a:lnTo>
                  <a:pt x="10595" y="3633"/>
                </a:lnTo>
                <a:lnTo>
                  <a:pt x="10578" y="3623"/>
                </a:lnTo>
                <a:lnTo>
                  <a:pt x="10562" y="3618"/>
                </a:lnTo>
                <a:lnTo>
                  <a:pt x="10544" y="3609"/>
                </a:lnTo>
                <a:lnTo>
                  <a:pt x="10529" y="3597"/>
                </a:lnTo>
                <a:lnTo>
                  <a:pt x="10526" y="3589"/>
                </a:lnTo>
                <a:lnTo>
                  <a:pt x="10531" y="3576"/>
                </a:lnTo>
                <a:lnTo>
                  <a:pt x="10558" y="3560"/>
                </a:lnTo>
                <a:lnTo>
                  <a:pt x="10582" y="3552"/>
                </a:lnTo>
                <a:lnTo>
                  <a:pt x="10605" y="3543"/>
                </a:lnTo>
                <a:lnTo>
                  <a:pt x="10641" y="3520"/>
                </a:lnTo>
                <a:lnTo>
                  <a:pt x="10649" y="3509"/>
                </a:lnTo>
                <a:lnTo>
                  <a:pt x="10654" y="3500"/>
                </a:lnTo>
                <a:lnTo>
                  <a:pt x="10682" y="3484"/>
                </a:lnTo>
                <a:lnTo>
                  <a:pt x="10701" y="3481"/>
                </a:lnTo>
                <a:lnTo>
                  <a:pt x="10717" y="3478"/>
                </a:lnTo>
                <a:lnTo>
                  <a:pt x="10739" y="3467"/>
                </a:lnTo>
                <a:lnTo>
                  <a:pt x="10745" y="3452"/>
                </a:lnTo>
                <a:lnTo>
                  <a:pt x="10733" y="3440"/>
                </a:lnTo>
                <a:lnTo>
                  <a:pt x="10718" y="3436"/>
                </a:lnTo>
                <a:lnTo>
                  <a:pt x="10701" y="3434"/>
                </a:lnTo>
                <a:lnTo>
                  <a:pt x="10664" y="3437"/>
                </a:lnTo>
                <a:lnTo>
                  <a:pt x="10632" y="3447"/>
                </a:lnTo>
                <a:lnTo>
                  <a:pt x="10617" y="3460"/>
                </a:lnTo>
                <a:lnTo>
                  <a:pt x="10613" y="3468"/>
                </a:lnTo>
                <a:lnTo>
                  <a:pt x="10613" y="3472"/>
                </a:lnTo>
                <a:lnTo>
                  <a:pt x="10613" y="3476"/>
                </a:lnTo>
                <a:lnTo>
                  <a:pt x="10610" y="3481"/>
                </a:lnTo>
                <a:lnTo>
                  <a:pt x="10597" y="3486"/>
                </a:lnTo>
                <a:lnTo>
                  <a:pt x="10571" y="3485"/>
                </a:lnTo>
                <a:lnTo>
                  <a:pt x="10548" y="3476"/>
                </a:lnTo>
                <a:lnTo>
                  <a:pt x="10541" y="3469"/>
                </a:lnTo>
                <a:lnTo>
                  <a:pt x="10523" y="3456"/>
                </a:lnTo>
                <a:lnTo>
                  <a:pt x="10483" y="3436"/>
                </a:lnTo>
                <a:lnTo>
                  <a:pt x="10457" y="3424"/>
                </a:lnTo>
                <a:lnTo>
                  <a:pt x="10446" y="3411"/>
                </a:lnTo>
                <a:lnTo>
                  <a:pt x="10451" y="3403"/>
                </a:lnTo>
                <a:lnTo>
                  <a:pt x="10458" y="3398"/>
                </a:lnTo>
                <a:lnTo>
                  <a:pt x="10468" y="3392"/>
                </a:lnTo>
                <a:lnTo>
                  <a:pt x="10499" y="3384"/>
                </a:lnTo>
                <a:lnTo>
                  <a:pt x="10512" y="3383"/>
                </a:lnTo>
                <a:lnTo>
                  <a:pt x="10522" y="3383"/>
                </a:lnTo>
                <a:lnTo>
                  <a:pt x="10534" y="3375"/>
                </a:lnTo>
                <a:lnTo>
                  <a:pt x="10542" y="3354"/>
                </a:lnTo>
                <a:lnTo>
                  <a:pt x="10546" y="3318"/>
                </a:lnTo>
                <a:lnTo>
                  <a:pt x="10547" y="3289"/>
                </a:lnTo>
                <a:lnTo>
                  <a:pt x="10548" y="3281"/>
                </a:lnTo>
                <a:lnTo>
                  <a:pt x="10555" y="3268"/>
                </a:lnTo>
                <a:lnTo>
                  <a:pt x="10566" y="3257"/>
                </a:lnTo>
                <a:lnTo>
                  <a:pt x="10583" y="3250"/>
                </a:lnTo>
                <a:lnTo>
                  <a:pt x="10593" y="3248"/>
                </a:lnTo>
                <a:lnTo>
                  <a:pt x="10613" y="3242"/>
                </a:lnTo>
                <a:lnTo>
                  <a:pt x="10663" y="3218"/>
                </a:lnTo>
                <a:lnTo>
                  <a:pt x="10686" y="3202"/>
                </a:lnTo>
                <a:lnTo>
                  <a:pt x="10702" y="3189"/>
                </a:lnTo>
                <a:lnTo>
                  <a:pt x="10719" y="3173"/>
                </a:lnTo>
                <a:lnTo>
                  <a:pt x="10714" y="3166"/>
                </a:lnTo>
                <a:lnTo>
                  <a:pt x="10688" y="3163"/>
                </a:lnTo>
                <a:lnTo>
                  <a:pt x="10664" y="3163"/>
                </a:lnTo>
                <a:lnTo>
                  <a:pt x="10658" y="3164"/>
                </a:lnTo>
                <a:lnTo>
                  <a:pt x="10650" y="3173"/>
                </a:lnTo>
                <a:lnTo>
                  <a:pt x="10649" y="3180"/>
                </a:lnTo>
                <a:lnTo>
                  <a:pt x="10645" y="3202"/>
                </a:lnTo>
                <a:lnTo>
                  <a:pt x="10637" y="3210"/>
                </a:lnTo>
                <a:lnTo>
                  <a:pt x="10627" y="3205"/>
                </a:lnTo>
                <a:lnTo>
                  <a:pt x="10620" y="3198"/>
                </a:lnTo>
                <a:lnTo>
                  <a:pt x="10610" y="3191"/>
                </a:lnTo>
                <a:lnTo>
                  <a:pt x="10594" y="3185"/>
                </a:lnTo>
                <a:lnTo>
                  <a:pt x="10590" y="3187"/>
                </a:lnTo>
                <a:lnTo>
                  <a:pt x="10585" y="3189"/>
                </a:lnTo>
                <a:lnTo>
                  <a:pt x="10559" y="3177"/>
                </a:lnTo>
                <a:lnTo>
                  <a:pt x="10544" y="3165"/>
                </a:lnTo>
                <a:lnTo>
                  <a:pt x="10532" y="3156"/>
                </a:lnTo>
                <a:lnTo>
                  <a:pt x="10518" y="3141"/>
                </a:lnTo>
                <a:lnTo>
                  <a:pt x="10514" y="3125"/>
                </a:lnTo>
                <a:lnTo>
                  <a:pt x="10519" y="3105"/>
                </a:lnTo>
                <a:lnTo>
                  <a:pt x="10526" y="3091"/>
                </a:lnTo>
                <a:lnTo>
                  <a:pt x="10535" y="3073"/>
                </a:lnTo>
                <a:lnTo>
                  <a:pt x="10554" y="3053"/>
                </a:lnTo>
                <a:lnTo>
                  <a:pt x="10567" y="3045"/>
                </a:lnTo>
                <a:lnTo>
                  <a:pt x="10572" y="3045"/>
                </a:lnTo>
                <a:lnTo>
                  <a:pt x="10586" y="3043"/>
                </a:lnTo>
                <a:lnTo>
                  <a:pt x="10623" y="3025"/>
                </a:lnTo>
                <a:lnTo>
                  <a:pt x="10640" y="3013"/>
                </a:lnTo>
                <a:lnTo>
                  <a:pt x="10663" y="2996"/>
                </a:lnTo>
                <a:lnTo>
                  <a:pt x="10668" y="2982"/>
                </a:lnTo>
                <a:lnTo>
                  <a:pt x="10660" y="2976"/>
                </a:lnTo>
                <a:lnTo>
                  <a:pt x="10651" y="2973"/>
                </a:lnTo>
                <a:lnTo>
                  <a:pt x="10637" y="2968"/>
                </a:lnTo>
                <a:lnTo>
                  <a:pt x="10607" y="2971"/>
                </a:lnTo>
                <a:lnTo>
                  <a:pt x="10593" y="2976"/>
                </a:lnTo>
                <a:lnTo>
                  <a:pt x="10578" y="2983"/>
                </a:lnTo>
                <a:lnTo>
                  <a:pt x="10525" y="2990"/>
                </a:lnTo>
                <a:lnTo>
                  <a:pt x="10467" y="2991"/>
                </a:lnTo>
                <a:lnTo>
                  <a:pt x="10435" y="2986"/>
                </a:lnTo>
                <a:lnTo>
                  <a:pt x="10424" y="2981"/>
                </a:lnTo>
                <a:lnTo>
                  <a:pt x="10422" y="2978"/>
                </a:lnTo>
                <a:lnTo>
                  <a:pt x="10420" y="2974"/>
                </a:lnTo>
                <a:lnTo>
                  <a:pt x="10397" y="2972"/>
                </a:lnTo>
                <a:lnTo>
                  <a:pt x="10380" y="2975"/>
                </a:lnTo>
                <a:lnTo>
                  <a:pt x="10366" y="2976"/>
                </a:lnTo>
                <a:lnTo>
                  <a:pt x="10345" y="2973"/>
                </a:lnTo>
                <a:lnTo>
                  <a:pt x="10337" y="2962"/>
                </a:lnTo>
                <a:lnTo>
                  <a:pt x="10342" y="2946"/>
                </a:lnTo>
                <a:lnTo>
                  <a:pt x="10352" y="2937"/>
                </a:lnTo>
                <a:lnTo>
                  <a:pt x="10357" y="2931"/>
                </a:lnTo>
                <a:lnTo>
                  <a:pt x="10364" y="2916"/>
                </a:lnTo>
                <a:lnTo>
                  <a:pt x="10365" y="2909"/>
                </a:lnTo>
                <a:lnTo>
                  <a:pt x="10368" y="2893"/>
                </a:lnTo>
                <a:lnTo>
                  <a:pt x="10370" y="2876"/>
                </a:lnTo>
                <a:lnTo>
                  <a:pt x="10372" y="2869"/>
                </a:lnTo>
                <a:lnTo>
                  <a:pt x="10387" y="2860"/>
                </a:lnTo>
                <a:lnTo>
                  <a:pt x="10397" y="2859"/>
                </a:lnTo>
                <a:lnTo>
                  <a:pt x="10407" y="2861"/>
                </a:lnTo>
                <a:lnTo>
                  <a:pt x="10414" y="2874"/>
                </a:lnTo>
                <a:lnTo>
                  <a:pt x="10412" y="2884"/>
                </a:lnTo>
                <a:lnTo>
                  <a:pt x="10408" y="2895"/>
                </a:lnTo>
                <a:lnTo>
                  <a:pt x="10413" y="2909"/>
                </a:lnTo>
                <a:lnTo>
                  <a:pt x="10420" y="2910"/>
                </a:lnTo>
                <a:lnTo>
                  <a:pt x="10429" y="2908"/>
                </a:lnTo>
                <a:lnTo>
                  <a:pt x="10439" y="2890"/>
                </a:lnTo>
                <a:lnTo>
                  <a:pt x="10440" y="2876"/>
                </a:lnTo>
                <a:lnTo>
                  <a:pt x="10438" y="2863"/>
                </a:lnTo>
                <a:lnTo>
                  <a:pt x="10429" y="2848"/>
                </a:lnTo>
                <a:lnTo>
                  <a:pt x="10419" y="2843"/>
                </a:lnTo>
                <a:lnTo>
                  <a:pt x="10414" y="2843"/>
                </a:lnTo>
                <a:lnTo>
                  <a:pt x="10400" y="2842"/>
                </a:lnTo>
                <a:lnTo>
                  <a:pt x="10389" y="2833"/>
                </a:lnTo>
                <a:lnTo>
                  <a:pt x="10394" y="2820"/>
                </a:lnTo>
                <a:lnTo>
                  <a:pt x="10414" y="2808"/>
                </a:lnTo>
                <a:lnTo>
                  <a:pt x="10431" y="2802"/>
                </a:lnTo>
                <a:lnTo>
                  <a:pt x="10448" y="2796"/>
                </a:lnTo>
                <a:lnTo>
                  <a:pt x="10471" y="2782"/>
                </a:lnTo>
                <a:lnTo>
                  <a:pt x="10473" y="2775"/>
                </a:lnTo>
                <a:lnTo>
                  <a:pt x="10474" y="2768"/>
                </a:lnTo>
                <a:lnTo>
                  <a:pt x="10488" y="2759"/>
                </a:lnTo>
                <a:lnTo>
                  <a:pt x="10499" y="2758"/>
                </a:lnTo>
                <a:lnTo>
                  <a:pt x="10509" y="2757"/>
                </a:lnTo>
                <a:lnTo>
                  <a:pt x="10523" y="2749"/>
                </a:lnTo>
                <a:lnTo>
                  <a:pt x="10524" y="2743"/>
                </a:lnTo>
                <a:lnTo>
                  <a:pt x="10523" y="2738"/>
                </a:lnTo>
                <a:lnTo>
                  <a:pt x="10516" y="2730"/>
                </a:lnTo>
                <a:lnTo>
                  <a:pt x="10491" y="2720"/>
                </a:lnTo>
                <a:lnTo>
                  <a:pt x="10440" y="2714"/>
                </a:lnTo>
                <a:lnTo>
                  <a:pt x="10375" y="2718"/>
                </a:lnTo>
                <a:lnTo>
                  <a:pt x="10339" y="2724"/>
                </a:lnTo>
                <a:lnTo>
                  <a:pt x="10299" y="2732"/>
                </a:lnTo>
                <a:lnTo>
                  <a:pt x="10251" y="2740"/>
                </a:lnTo>
                <a:lnTo>
                  <a:pt x="10235" y="2737"/>
                </a:lnTo>
                <a:lnTo>
                  <a:pt x="10230" y="2731"/>
                </a:lnTo>
                <a:lnTo>
                  <a:pt x="10227" y="2714"/>
                </a:lnTo>
                <a:lnTo>
                  <a:pt x="10227" y="2697"/>
                </a:lnTo>
                <a:lnTo>
                  <a:pt x="10225" y="2676"/>
                </a:lnTo>
                <a:lnTo>
                  <a:pt x="10232" y="2663"/>
                </a:lnTo>
                <a:lnTo>
                  <a:pt x="10242" y="2662"/>
                </a:lnTo>
                <a:lnTo>
                  <a:pt x="10248" y="2664"/>
                </a:lnTo>
                <a:lnTo>
                  <a:pt x="10263" y="2668"/>
                </a:lnTo>
                <a:lnTo>
                  <a:pt x="10299" y="2667"/>
                </a:lnTo>
                <a:lnTo>
                  <a:pt x="10331" y="2657"/>
                </a:lnTo>
                <a:lnTo>
                  <a:pt x="10349" y="2644"/>
                </a:lnTo>
                <a:lnTo>
                  <a:pt x="10355" y="2635"/>
                </a:lnTo>
                <a:lnTo>
                  <a:pt x="10355" y="2630"/>
                </a:lnTo>
                <a:lnTo>
                  <a:pt x="10354" y="2621"/>
                </a:lnTo>
                <a:lnTo>
                  <a:pt x="10340" y="2610"/>
                </a:lnTo>
                <a:lnTo>
                  <a:pt x="10321" y="2607"/>
                </a:lnTo>
                <a:lnTo>
                  <a:pt x="10304" y="2614"/>
                </a:lnTo>
                <a:lnTo>
                  <a:pt x="10298" y="2621"/>
                </a:lnTo>
                <a:lnTo>
                  <a:pt x="10291" y="2627"/>
                </a:lnTo>
                <a:lnTo>
                  <a:pt x="10256" y="2632"/>
                </a:lnTo>
                <a:lnTo>
                  <a:pt x="10233" y="2631"/>
                </a:lnTo>
                <a:lnTo>
                  <a:pt x="10185" y="2627"/>
                </a:lnTo>
                <a:lnTo>
                  <a:pt x="10154" y="2625"/>
                </a:lnTo>
                <a:lnTo>
                  <a:pt x="10143" y="2623"/>
                </a:lnTo>
                <a:lnTo>
                  <a:pt x="10141" y="2612"/>
                </a:lnTo>
                <a:lnTo>
                  <a:pt x="10151" y="2600"/>
                </a:lnTo>
                <a:lnTo>
                  <a:pt x="10158" y="2589"/>
                </a:lnTo>
                <a:lnTo>
                  <a:pt x="10162" y="2563"/>
                </a:lnTo>
                <a:lnTo>
                  <a:pt x="10155" y="2539"/>
                </a:lnTo>
                <a:lnTo>
                  <a:pt x="10140" y="2524"/>
                </a:lnTo>
                <a:lnTo>
                  <a:pt x="10129" y="2522"/>
                </a:lnTo>
                <a:lnTo>
                  <a:pt x="10105" y="2529"/>
                </a:lnTo>
                <a:lnTo>
                  <a:pt x="10068" y="2547"/>
                </a:lnTo>
                <a:lnTo>
                  <a:pt x="10048" y="2557"/>
                </a:lnTo>
                <a:lnTo>
                  <a:pt x="10017" y="2570"/>
                </a:lnTo>
                <a:lnTo>
                  <a:pt x="9996" y="2571"/>
                </a:lnTo>
                <a:lnTo>
                  <a:pt x="9985" y="2559"/>
                </a:lnTo>
                <a:lnTo>
                  <a:pt x="9984" y="2549"/>
                </a:lnTo>
                <a:lnTo>
                  <a:pt x="9983" y="2543"/>
                </a:lnTo>
                <a:lnTo>
                  <a:pt x="9979" y="2536"/>
                </a:lnTo>
                <a:lnTo>
                  <a:pt x="9964" y="2531"/>
                </a:lnTo>
                <a:lnTo>
                  <a:pt x="9948" y="2534"/>
                </a:lnTo>
                <a:lnTo>
                  <a:pt x="9937" y="2536"/>
                </a:lnTo>
                <a:lnTo>
                  <a:pt x="9923" y="2537"/>
                </a:lnTo>
                <a:lnTo>
                  <a:pt x="9919" y="2531"/>
                </a:lnTo>
                <a:lnTo>
                  <a:pt x="9921" y="2516"/>
                </a:lnTo>
                <a:lnTo>
                  <a:pt x="9924" y="2504"/>
                </a:lnTo>
                <a:lnTo>
                  <a:pt x="9933" y="2478"/>
                </a:lnTo>
                <a:lnTo>
                  <a:pt x="9924" y="2475"/>
                </a:lnTo>
                <a:lnTo>
                  <a:pt x="9901" y="2495"/>
                </a:lnTo>
                <a:lnTo>
                  <a:pt x="9886" y="2507"/>
                </a:lnTo>
                <a:lnTo>
                  <a:pt x="9871" y="2514"/>
                </a:lnTo>
                <a:lnTo>
                  <a:pt x="9866" y="2512"/>
                </a:lnTo>
                <a:lnTo>
                  <a:pt x="9865" y="2509"/>
                </a:lnTo>
                <a:lnTo>
                  <a:pt x="9866" y="2501"/>
                </a:lnTo>
                <a:lnTo>
                  <a:pt x="9878" y="2488"/>
                </a:lnTo>
                <a:lnTo>
                  <a:pt x="9887" y="2483"/>
                </a:lnTo>
                <a:lnTo>
                  <a:pt x="9891" y="2481"/>
                </a:lnTo>
                <a:lnTo>
                  <a:pt x="9893" y="2472"/>
                </a:lnTo>
                <a:lnTo>
                  <a:pt x="9886" y="2454"/>
                </a:lnTo>
                <a:lnTo>
                  <a:pt x="9863" y="2427"/>
                </a:lnTo>
                <a:lnTo>
                  <a:pt x="9834" y="2407"/>
                </a:lnTo>
                <a:lnTo>
                  <a:pt x="9819" y="2404"/>
                </a:lnTo>
                <a:lnTo>
                  <a:pt x="9810" y="2402"/>
                </a:lnTo>
                <a:lnTo>
                  <a:pt x="9799" y="2393"/>
                </a:lnTo>
                <a:lnTo>
                  <a:pt x="9797" y="2387"/>
                </a:lnTo>
                <a:lnTo>
                  <a:pt x="9799" y="2380"/>
                </a:lnTo>
                <a:lnTo>
                  <a:pt x="9811" y="2371"/>
                </a:lnTo>
                <a:lnTo>
                  <a:pt x="9821" y="2370"/>
                </a:lnTo>
                <a:lnTo>
                  <a:pt x="9832" y="2369"/>
                </a:lnTo>
                <a:lnTo>
                  <a:pt x="9850" y="2354"/>
                </a:lnTo>
                <a:lnTo>
                  <a:pt x="9855" y="2343"/>
                </a:lnTo>
                <a:lnTo>
                  <a:pt x="9860" y="2334"/>
                </a:lnTo>
                <a:lnTo>
                  <a:pt x="9875" y="2326"/>
                </a:lnTo>
                <a:lnTo>
                  <a:pt x="9882" y="2328"/>
                </a:lnTo>
                <a:lnTo>
                  <a:pt x="9886" y="2330"/>
                </a:lnTo>
                <a:lnTo>
                  <a:pt x="9903" y="2327"/>
                </a:lnTo>
                <a:lnTo>
                  <a:pt x="9936" y="2310"/>
                </a:lnTo>
                <a:lnTo>
                  <a:pt x="9963" y="2292"/>
                </a:lnTo>
                <a:lnTo>
                  <a:pt x="10024" y="2246"/>
                </a:lnTo>
                <a:lnTo>
                  <a:pt x="9961" y="2231"/>
                </a:lnTo>
                <a:lnTo>
                  <a:pt x="9944" y="2228"/>
                </a:lnTo>
                <a:lnTo>
                  <a:pt x="9914" y="2226"/>
                </a:lnTo>
                <a:lnTo>
                  <a:pt x="9886" y="2229"/>
                </a:lnTo>
                <a:lnTo>
                  <a:pt x="9860" y="2238"/>
                </a:lnTo>
                <a:lnTo>
                  <a:pt x="9847" y="2246"/>
                </a:lnTo>
                <a:lnTo>
                  <a:pt x="9823" y="2256"/>
                </a:lnTo>
                <a:lnTo>
                  <a:pt x="9785" y="2260"/>
                </a:lnTo>
                <a:lnTo>
                  <a:pt x="9766" y="2251"/>
                </a:lnTo>
                <a:lnTo>
                  <a:pt x="9758" y="2240"/>
                </a:lnTo>
                <a:lnTo>
                  <a:pt x="9756" y="2227"/>
                </a:lnTo>
                <a:lnTo>
                  <a:pt x="9760" y="2211"/>
                </a:lnTo>
                <a:lnTo>
                  <a:pt x="9764" y="2201"/>
                </a:lnTo>
                <a:lnTo>
                  <a:pt x="9768" y="2193"/>
                </a:lnTo>
                <a:lnTo>
                  <a:pt x="9772" y="2180"/>
                </a:lnTo>
                <a:lnTo>
                  <a:pt x="9767" y="2171"/>
                </a:lnTo>
                <a:lnTo>
                  <a:pt x="9753" y="2165"/>
                </a:lnTo>
                <a:lnTo>
                  <a:pt x="9741" y="2163"/>
                </a:lnTo>
                <a:lnTo>
                  <a:pt x="9705" y="2155"/>
                </a:lnTo>
                <a:lnTo>
                  <a:pt x="9741" y="2142"/>
                </a:lnTo>
                <a:lnTo>
                  <a:pt x="9758" y="2136"/>
                </a:lnTo>
                <a:lnTo>
                  <a:pt x="9779" y="2120"/>
                </a:lnTo>
                <a:lnTo>
                  <a:pt x="9790" y="2093"/>
                </a:lnTo>
                <a:lnTo>
                  <a:pt x="9792" y="2049"/>
                </a:lnTo>
                <a:lnTo>
                  <a:pt x="9791" y="2019"/>
                </a:lnTo>
                <a:lnTo>
                  <a:pt x="9789" y="1997"/>
                </a:lnTo>
                <a:lnTo>
                  <a:pt x="9791" y="1968"/>
                </a:lnTo>
                <a:lnTo>
                  <a:pt x="9802" y="1946"/>
                </a:lnTo>
                <a:lnTo>
                  <a:pt x="9828" y="1927"/>
                </a:lnTo>
                <a:lnTo>
                  <a:pt x="9847" y="1914"/>
                </a:lnTo>
                <a:lnTo>
                  <a:pt x="9869" y="1900"/>
                </a:lnTo>
                <a:lnTo>
                  <a:pt x="9882" y="1889"/>
                </a:lnTo>
                <a:lnTo>
                  <a:pt x="9879" y="1888"/>
                </a:lnTo>
                <a:lnTo>
                  <a:pt x="9873" y="1889"/>
                </a:lnTo>
                <a:lnTo>
                  <a:pt x="9845" y="1899"/>
                </a:lnTo>
                <a:lnTo>
                  <a:pt x="9803" y="1910"/>
                </a:lnTo>
                <a:lnTo>
                  <a:pt x="9779" y="1911"/>
                </a:lnTo>
                <a:lnTo>
                  <a:pt x="9771" y="1901"/>
                </a:lnTo>
                <a:lnTo>
                  <a:pt x="9774" y="1892"/>
                </a:lnTo>
                <a:lnTo>
                  <a:pt x="9779" y="1881"/>
                </a:lnTo>
                <a:lnTo>
                  <a:pt x="9797" y="1862"/>
                </a:lnTo>
                <a:lnTo>
                  <a:pt x="9807" y="1857"/>
                </a:lnTo>
                <a:lnTo>
                  <a:pt x="9812" y="1855"/>
                </a:lnTo>
                <a:lnTo>
                  <a:pt x="9821" y="1845"/>
                </a:lnTo>
                <a:lnTo>
                  <a:pt x="9830" y="1822"/>
                </a:lnTo>
                <a:lnTo>
                  <a:pt x="9832" y="1805"/>
                </a:lnTo>
                <a:lnTo>
                  <a:pt x="9833" y="1787"/>
                </a:lnTo>
                <a:lnTo>
                  <a:pt x="9842" y="1769"/>
                </a:lnTo>
                <a:lnTo>
                  <a:pt x="9851" y="1764"/>
                </a:lnTo>
                <a:lnTo>
                  <a:pt x="9857" y="1763"/>
                </a:lnTo>
                <a:lnTo>
                  <a:pt x="9867" y="1764"/>
                </a:lnTo>
                <a:lnTo>
                  <a:pt x="9874" y="1777"/>
                </a:lnTo>
                <a:lnTo>
                  <a:pt x="9872" y="1788"/>
                </a:lnTo>
                <a:lnTo>
                  <a:pt x="9868" y="1798"/>
                </a:lnTo>
                <a:lnTo>
                  <a:pt x="9872" y="1812"/>
                </a:lnTo>
                <a:lnTo>
                  <a:pt x="9878" y="1813"/>
                </a:lnTo>
                <a:lnTo>
                  <a:pt x="9890" y="1812"/>
                </a:lnTo>
                <a:lnTo>
                  <a:pt x="9903" y="1799"/>
                </a:lnTo>
                <a:lnTo>
                  <a:pt x="9902" y="1780"/>
                </a:lnTo>
                <a:lnTo>
                  <a:pt x="9887" y="1760"/>
                </a:lnTo>
                <a:lnTo>
                  <a:pt x="9875" y="1750"/>
                </a:lnTo>
                <a:lnTo>
                  <a:pt x="9865" y="1745"/>
                </a:lnTo>
                <a:lnTo>
                  <a:pt x="9847" y="1740"/>
                </a:lnTo>
                <a:lnTo>
                  <a:pt x="9818" y="1744"/>
                </a:lnTo>
                <a:lnTo>
                  <a:pt x="9794" y="1755"/>
                </a:lnTo>
                <a:lnTo>
                  <a:pt x="9774" y="1766"/>
                </a:lnTo>
                <a:lnTo>
                  <a:pt x="9752" y="1769"/>
                </a:lnTo>
                <a:lnTo>
                  <a:pt x="9741" y="1766"/>
                </a:lnTo>
                <a:lnTo>
                  <a:pt x="9738" y="1763"/>
                </a:lnTo>
                <a:lnTo>
                  <a:pt x="9734" y="1754"/>
                </a:lnTo>
                <a:lnTo>
                  <a:pt x="9735" y="1736"/>
                </a:lnTo>
                <a:lnTo>
                  <a:pt x="9743" y="1722"/>
                </a:lnTo>
                <a:lnTo>
                  <a:pt x="9757" y="1717"/>
                </a:lnTo>
                <a:lnTo>
                  <a:pt x="9764" y="1720"/>
                </a:lnTo>
                <a:lnTo>
                  <a:pt x="9770" y="1722"/>
                </a:lnTo>
                <a:lnTo>
                  <a:pt x="9784" y="1716"/>
                </a:lnTo>
                <a:lnTo>
                  <a:pt x="9799" y="1699"/>
                </a:lnTo>
                <a:lnTo>
                  <a:pt x="9813" y="1672"/>
                </a:lnTo>
                <a:lnTo>
                  <a:pt x="9819" y="1656"/>
                </a:lnTo>
                <a:lnTo>
                  <a:pt x="9822" y="1648"/>
                </a:lnTo>
                <a:lnTo>
                  <a:pt x="9822" y="1635"/>
                </a:lnTo>
                <a:lnTo>
                  <a:pt x="9818" y="1625"/>
                </a:lnTo>
                <a:lnTo>
                  <a:pt x="9809" y="1619"/>
                </a:lnTo>
                <a:lnTo>
                  <a:pt x="9791" y="1615"/>
                </a:lnTo>
                <a:lnTo>
                  <a:pt x="9760" y="1625"/>
                </a:lnTo>
                <a:lnTo>
                  <a:pt x="9743" y="1638"/>
                </a:lnTo>
                <a:lnTo>
                  <a:pt x="9721" y="1657"/>
                </a:lnTo>
                <a:lnTo>
                  <a:pt x="9712" y="1651"/>
                </a:lnTo>
                <a:lnTo>
                  <a:pt x="9720" y="1619"/>
                </a:lnTo>
                <a:lnTo>
                  <a:pt x="9726" y="1598"/>
                </a:lnTo>
                <a:lnTo>
                  <a:pt x="9743" y="1564"/>
                </a:lnTo>
                <a:lnTo>
                  <a:pt x="9752" y="1557"/>
                </a:lnTo>
                <a:lnTo>
                  <a:pt x="9795" y="1530"/>
                </a:lnTo>
                <a:lnTo>
                  <a:pt x="9814" y="1509"/>
                </a:lnTo>
                <a:lnTo>
                  <a:pt x="9808" y="1497"/>
                </a:lnTo>
                <a:lnTo>
                  <a:pt x="9801" y="1489"/>
                </a:lnTo>
                <a:lnTo>
                  <a:pt x="9795" y="1483"/>
                </a:lnTo>
                <a:lnTo>
                  <a:pt x="9783" y="1477"/>
                </a:lnTo>
                <a:lnTo>
                  <a:pt x="9765" y="1479"/>
                </a:lnTo>
                <a:lnTo>
                  <a:pt x="9745" y="1489"/>
                </a:lnTo>
                <a:lnTo>
                  <a:pt x="9730" y="1497"/>
                </a:lnTo>
                <a:lnTo>
                  <a:pt x="9702" y="1503"/>
                </a:lnTo>
                <a:lnTo>
                  <a:pt x="9693" y="1499"/>
                </a:lnTo>
                <a:lnTo>
                  <a:pt x="9683" y="1494"/>
                </a:lnTo>
                <a:lnTo>
                  <a:pt x="9646" y="1482"/>
                </a:lnTo>
                <a:lnTo>
                  <a:pt x="9625" y="1477"/>
                </a:lnTo>
                <a:lnTo>
                  <a:pt x="9576" y="1467"/>
                </a:lnTo>
                <a:lnTo>
                  <a:pt x="9614" y="1426"/>
                </a:lnTo>
                <a:lnTo>
                  <a:pt x="9650" y="1388"/>
                </a:lnTo>
                <a:lnTo>
                  <a:pt x="9610" y="1400"/>
                </a:lnTo>
                <a:lnTo>
                  <a:pt x="9569" y="1413"/>
                </a:lnTo>
                <a:lnTo>
                  <a:pt x="9612" y="1376"/>
                </a:lnTo>
                <a:lnTo>
                  <a:pt x="9654" y="1340"/>
                </a:lnTo>
                <a:lnTo>
                  <a:pt x="9598" y="1360"/>
                </a:lnTo>
                <a:lnTo>
                  <a:pt x="9576" y="1368"/>
                </a:lnTo>
                <a:lnTo>
                  <a:pt x="9543" y="1385"/>
                </a:lnTo>
                <a:lnTo>
                  <a:pt x="9536" y="1391"/>
                </a:lnTo>
                <a:lnTo>
                  <a:pt x="9529" y="1395"/>
                </a:lnTo>
                <a:lnTo>
                  <a:pt x="9491" y="1391"/>
                </a:lnTo>
                <a:lnTo>
                  <a:pt x="9465" y="1383"/>
                </a:lnTo>
                <a:lnTo>
                  <a:pt x="9434" y="1374"/>
                </a:lnTo>
                <a:lnTo>
                  <a:pt x="9392" y="1370"/>
                </a:lnTo>
                <a:lnTo>
                  <a:pt x="9365" y="1373"/>
                </a:lnTo>
                <a:lnTo>
                  <a:pt x="9353" y="1376"/>
                </a:lnTo>
                <a:lnTo>
                  <a:pt x="9333" y="1382"/>
                </a:lnTo>
                <a:lnTo>
                  <a:pt x="9297" y="1385"/>
                </a:lnTo>
                <a:lnTo>
                  <a:pt x="9289" y="1383"/>
                </a:lnTo>
                <a:lnTo>
                  <a:pt x="9283" y="1380"/>
                </a:lnTo>
                <a:lnTo>
                  <a:pt x="9271" y="1385"/>
                </a:lnTo>
                <a:lnTo>
                  <a:pt x="9265" y="1391"/>
                </a:lnTo>
                <a:lnTo>
                  <a:pt x="9262" y="1395"/>
                </a:lnTo>
                <a:lnTo>
                  <a:pt x="9250" y="1397"/>
                </a:lnTo>
                <a:lnTo>
                  <a:pt x="9219" y="1392"/>
                </a:lnTo>
                <a:lnTo>
                  <a:pt x="9189" y="1381"/>
                </a:lnTo>
                <a:lnTo>
                  <a:pt x="9168" y="1373"/>
                </a:lnTo>
                <a:lnTo>
                  <a:pt x="9137" y="1365"/>
                </a:lnTo>
                <a:lnTo>
                  <a:pt x="9116" y="1369"/>
                </a:lnTo>
                <a:lnTo>
                  <a:pt x="9092" y="1389"/>
                </a:lnTo>
                <a:lnTo>
                  <a:pt x="9074" y="1406"/>
                </a:lnTo>
                <a:lnTo>
                  <a:pt x="9059" y="1422"/>
                </a:lnTo>
                <a:lnTo>
                  <a:pt x="9035" y="1443"/>
                </a:lnTo>
                <a:lnTo>
                  <a:pt x="9015" y="1451"/>
                </a:lnTo>
                <a:lnTo>
                  <a:pt x="8992" y="1447"/>
                </a:lnTo>
                <a:lnTo>
                  <a:pt x="8978" y="1442"/>
                </a:lnTo>
                <a:lnTo>
                  <a:pt x="8954" y="1433"/>
                </a:lnTo>
                <a:lnTo>
                  <a:pt x="8943" y="1419"/>
                </a:lnTo>
                <a:lnTo>
                  <a:pt x="8945" y="1410"/>
                </a:lnTo>
                <a:lnTo>
                  <a:pt x="8950" y="1405"/>
                </a:lnTo>
                <a:lnTo>
                  <a:pt x="8960" y="1395"/>
                </a:lnTo>
                <a:lnTo>
                  <a:pt x="8979" y="1395"/>
                </a:lnTo>
                <a:lnTo>
                  <a:pt x="8990" y="1405"/>
                </a:lnTo>
                <a:lnTo>
                  <a:pt x="8999" y="1413"/>
                </a:lnTo>
                <a:lnTo>
                  <a:pt x="9017" y="1424"/>
                </a:lnTo>
                <a:lnTo>
                  <a:pt x="9024" y="1425"/>
                </a:lnTo>
                <a:lnTo>
                  <a:pt x="9030" y="1422"/>
                </a:lnTo>
                <a:lnTo>
                  <a:pt x="9051" y="1393"/>
                </a:lnTo>
                <a:lnTo>
                  <a:pt x="9073" y="1354"/>
                </a:lnTo>
                <a:lnTo>
                  <a:pt x="9087" y="1322"/>
                </a:lnTo>
                <a:lnTo>
                  <a:pt x="9085" y="1317"/>
                </a:lnTo>
                <a:lnTo>
                  <a:pt x="9038" y="1288"/>
                </a:lnTo>
                <a:lnTo>
                  <a:pt x="8992" y="1263"/>
                </a:lnTo>
                <a:lnTo>
                  <a:pt x="8971" y="1257"/>
                </a:lnTo>
                <a:lnTo>
                  <a:pt x="8963" y="1256"/>
                </a:lnTo>
                <a:lnTo>
                  <a:pt x="8956" y="1257"/>
                </a:lnTo>
                <a:lnTo>
                  <a:pt x="8942" y="1269"/>
                </a:lnTo>
                <a:lnTo>
                  <a:pt x="8920" y="1303"/>
                </a:lnTo>
                <a:lnTo>
                  <a:pt x="8898" y="1368"/>
                </a:lnTo>
                <a:lnTo>
                  <a:pt x="8890" y="1420"/>
                </a:lnTo>
                <a:lnTo>
                  <a:pt x="8890" y="1452"/>
                </a:lnTo>
                <a:lnTo>
                  <a:pt x="8892" y="1466"/>
                </a:lnTo>
                <a:lnTo>
                  <a:pt x="8895" y="1484"/>
                </a:lnTo>
                <a:lnTo>
                  <a:pt x="8897" y="1509"/>
                </a:lnTo>
                <a:lnTo>
                  <a:pt x="8887" y="1525"/>
                </a:lnTo>
                <a:lnTo>
                  <a:pt x="8864" y="1537"/>
                </a:lnTo>
                <a:lnTo>
                  <a:pt x="8844" y="1543"/>
                </a:lnTo>
                <a:lnTo>
                  <a:pt x="8821" y="1552"/>
                </a:lnTo>
                <a:lnTo>
                  <a:pt x="8792" y="1570"/>
                </a:lnTo>
                <a:lnTo>
                  <a:pt x="8780" y="1583"/>
                </a:lnTo>
                <a:lnTo>
                  <a:pt x="8777" y="1588"/>
                </a:lnTo>
                <a:lnTo>
                  <a:pt x="8771" y="1600"/>
                </a:lnTo>
                <a:lnTo>
                  <a:pt x="8751" y="1608"/>
                </a:lnTo>
                <a:lnTo>
                  <a:pt x="8740" y="1604"/>
                </a:lnTo>
                <a:lnTo>
                  <a:pt x="8733" y="1602"/>
                </a:lnTo>
                <a:lnTo>
                  <a:pt x="8716" y="1602"/>
                </a:lnTo>
                <a:lnTo>
                  <a:pt x="8688" y="1610"/>
                </a:lnTo>
                <a:lnTo>
                  <a:pt x="8655" y="1633"/>
                </a:lnTo>
                <a:lnTo>
                  <a:pt x="8639" y="1654"/>
                </a:lnTo>
                <a:lnTo>
                  <a:pt x="8635" y="1669"/>
                </a:lnTo>
                <a:lnTo>
                  <a:pt x="8636" y="1677"/>
                </a:lnTo>
                <a:lnTo>
                  <a:pt x="8636" y="1683"/>
                </a:lnTo>
                <a:lnTo>
                  <a:pt x="8630" y="1700"/>
                </a:lnTo>
                <a:lnTo>
                  <a:pt x="8611" y="1728"/>
                </a:lnTo>
                <a:lnTo>
                  <a:pt x="8575" y="1768"/>
                </a:lnTo>
                <a:lnTo>
                  <a:pt x="8546" y="1788"/>
                </a:lnTo>
                <a:lnTo>
                  <a:pt x="8529" y="1796"/>
                </a:lnTo>
                <a:lnTo>
                  <a:pt x="8522" y="1796"/>
                </a:lnTo>
                <a:lnTo>
                  <a:pt x="8513" y="1798"/>
                </a:lnTo>
                <a:lnTo>
                  <a:pt x="8496" y="1812"/>
                </a:lnTo>
                <a:lnTo>
                  <a:pt x="8490" y="1821"/>
                </a:lnTo>
                <a:lnTo>
                  <a:pt x="8488" y="1828"/>
                </a:lnTo>
                <a:lnTo>
                  <a:pt x="8480" y="1839"/>
                </a:lnTo>
                <a:lnTo>
                  <a:pt x="8461" y="1846"/>
                </a:lnTo>
                <a:lnTo>
                  <a:pt x="8428" y="1842"/>
                </a:lnTo>
                <a:lnTo>
                  <a:pt x="8384" y="1821"/>
                </a:lnTo>
                <a:lnTo>
                  <a:pt x="8358" y="1805"/>
                </a:lnTo>
                <a:lnTo>
                  <a:pt x="8336" y="1790"/>
                </a:lnTo>
                <a:lnTo>
                  <a:pt x="8298" y="1771"/>
                </a:lnTo>
                <a:lnTo>
                  <a:pt x="8269" y="1763"/>
                </a:lnTo>
                <a:lnTo>
                  <a:pt x="8246" y="1768"/>
                </a:lnTo>
                <a:lnTo>
                  <a:pt x="8238" y="1775"/>
                </a:lnTo>
                <a:lnTo>
                  <a:pt x="8230" y="1779"/>
                </a:lnTo>
                <a:lnTo>
                  <a:pt x="8196" y="1788"/>
                </a:lnTo>
                <a:lnTo>
                  <a:pt x="8174" y="1791"/>
                </a:lnTo>
                <a:lnTo>
                  <a:pt x="8158" y="1793"/>
                </a:lnTo>
                <a:lnTo>
                  <a:pt x="8138" y="1792"/>
                </a:lnTo>
                <a:lnTo>
                  <a:pt x="8130" y="1786"/>
                </a:lnTo>
                <a:lnTo>
                  <a:pt x="8131" y="1770"/>
                </a:lnTo>
                <a:lnTo>
                  <a:pt x="8135" y="1758"/>
                </a:lnTo>
                <a:lnTo>
                  <a:pt x="8147" y="1720"/>
                </a:lnTo>
                <a:lnTo>
                  <a:pt x="8107" y="1754"/>
                </a:lnTo>
                <a:lnTo>
                  <a:pt x="8072" y="1785"/>
                </a:lnTo>
                <a:lnTo>
                  <a:pt x="8053" y="1808"/>
                </a:lnTo>
                <a:lnTo>
                  <a:pt x="8046" y="1817"/>
                </a:lnTo>
                <a:lnTo>
                  <a:pt x="8019" y="1828"/>
                </a:lnTo>
                <a:lnTo>
                  <a:pt x="8005" y="1830"/>
                </a:lnTo>
                <a:lnTo>
                  <a:pt x="7994" y="1830"/>
                </a:lnTo>
                <a:lnTo>
                  <a:pt x="7982" y="1827"/>
                </a:lnTo>
                <a:lnTo>
                  <a:pt x="7987" y="1810"/>
                </a:lnTo>
                <a:lnTo>
                  <a:pt x="8010" y="1780"/>
                </a:lnTo>
                <a:lnTo>
                  <a:pt x="8026" y="1760"/>
                </a:lnTo>
                <a:lnTo>
                  <a:pt x="8063" y="1726"/>
                </a:lnTo>
                <a:lnTo>
                  <a:pt x="8078" y="1719"/>
                </a:lnTo>
                <a:lnTo>
                  <a:pt x="8089" y="1714"/>
                </a:lnTo>
                <a:lnTo>
                  <a:pt x="8099" y="1705"/>
                </a:lnTo>
                <a:lnTo>
                  <a:pt x="8101" y="1699"/>
                </a:lnTo>
                <a:lnTo>
                  <a:pt x="8099" y="1695"/>
                </a:lnTo>
                <a:lnTo>
                  <a:pt x="8097" y="1689"/>
                </a:lnTo>
                <a:lnTo>
                  <a:pt x="8101" y="1674"/>
                </a:lnTo>
                <a:lnTo>
                  <a:pt x="8109" y="1669"/>
                </a:lnTo>
                <a:lnTo>
                  <a:pt x="8113" y="1666"/>
                </a:lnTo>
                <a:lnTo>
                  <a:pt x="8117" y="1658"/>
                </a:lnTo>
                <a:lnTo>
                  <a:pt x="8115" y="1644"/>
                </a:lnTo>
                <a:lnTo>
                  <a:pt x="8097" y="1625"/>
                </a:lnTo>
                <a:lnTo>
                  <a:pt x="8072" y="1612"/>
                </a:lnTo>
                <a:lnTo>
                  <a:pt x="8058" y="1611"/>
                </a:lnTo>
                <a:lnTo>
                  <a:pt x="8043" y="1610"/>
                </a:lnTo>
                <a:lnTo>
                  <a:pt x="8018" y="1598"/>
                </a:lnTo>
                <a:lnTo>
                  <a:pt x="8003" y="1578"/>
                </a:lnTo>
                <a:lnTo>
                  <a:pt x="8001" y="1555"/>
                </a:lnTo>
                <a:lnTo>
                  <a:pt x="8007" y="1543"/>
                </a:lnTo>
                <a:lnTo>
                  <a:pt x="8010" y="1537"/>
                </a:lnTo>
                <a:lnTo>
                  <a:pt x="8009" y="1525"/>
                </a:lnTo>
                <a:lnTo>
                  <a:pt x="7994" y="1504"/>
                </a:lnTo>
                <a:lnTo>
                  <a:pt x="7970" y="1487"/>
                </a:lnTo>
                <a:lnTo>
                  <a:pt x="7947" y="1476"/>
                </a:lnTo>
                <a:lnTo>
                  <a:pt x="7908" y="1464"/>
                </a:lnTo>
                <a:lnTo>
                  <a:pt x="7896" y="1466"/>
                </a:lnTo>
                <a:lnTo>
                  <a:pt x="7890" y="1468"/>
                </a:lnTo>
                <a:lnTo>
                  <a:pt x="7882" y="1464"/>
                </a:lnTo>
                <a:lnTo>
                  <a:pt x="7878" y="1444"/>
                </a:lnTo>
                <a:lnTo>
                  <a:pt x="7882" y="1413"/>
                </a:lnTo>
                <a:lnTo>
                  <a:pt x="7886" y="1388"/>
                </a:lnTo>
                <a:lnTo>
                  <a:pt x="7899" y="1343"/>
                </a:lnTo>
                <a:lnTo>
                  <a:pt x="7906" y="1332"/>
                </a:lnTo>
                <a:lnTo>
                  <a:pt x="7912" y="1323"/>
                </a:lnTo>
                <a:lnTo>
                  <a:pt x="7911" y="1304"/>
                </a:lnTo>
                <a:lnTo>
                  <a:pt x="7902" y="1294"/>
                </a:lnTo>
                <a:lnTo>
                  <a:pt x="7898" y="1289"/>
                </a:lnTo>
                <a:lnTo>
                  <a:pt x="7893" y="1279"/>
                </a:lnTo>
                <a:lnTo>
                  <a:pt x="7895" y="1262"/>
                </a:lnTo>
                <a:lnTo>
                  <a:pt x="7906" y="1248"/>
                </a:lnTo>
                <a:lnTo>
                  <a:pt x="7915" y="1235"/>
                </a:lnTo>
                <a:lnTo>
                  <a:pt x="7917" y="1226"/>
                </a:lnTo>
                <a:lnTo>
                  <a:pt x="7911" y="1223"/>
                </a:lnTo>
                <a:lnTo>
                  <a:pt x="7906" y="1223"/>
                </a:lnTo>
                <a:lnTo>
                  <a:pt x="7896" y="1225"/>
                </a:lnTo>
                <a:lnTo>
                  <a:pt x="7867" y="1245"/>
                </a:lnTo>
                <a:lnTo>
                  <a:pt x="7853" y="1259"/>
                </a:lnTo>
                <a:lnTo>
                  <a:pt x="7835" y="1281"/>
                </a:lnTo>
                <a:lnTo>
                  <a:pt x="7819" y="1288"/>
                </a:lnTo>
                <a:lnTo>
                  <a:pt x="7810" y="1281"/>
                </a:lnTo>
                <a:lnTo>
                  <a:pt x="7804" y="1274"/>
                </a:lnTo>
                <a:lnTo>
                  <a:pt x="7800" y="1266"/>
                </a:lnTo>
                <a:lnTo>
                  <a:pt x="7797" y="1256"/>
                </a:lnTo>
                <a:lnTo>
                  <a:pt x="7800" y="1249"/>
                </a:lnTo>
                <a:lnTo>
                  <a:pt x="7812" y="1244"/>
                </a:lnTo>
                <a:lnTo>
                  <a:pt x="7820" y="1243"/>
                </a:lnTo>
                <a:lnTo>
                  <a:pt x="7827" y="1241"/>
                </a:lnTo>
                <a:lnTo>
                  <a:pt x="7839" y="1232"/>
                </a:lnTo>
                <a:lnTo>
                  <a:pt x="7853" y="1210"/>
                </a:lnTo>
                <a:lnTo>
                  <a:pt x="7858" y="1187"/>
                </a:lnTo>
                <a:lnTo>
                  <a:pt x="7860" y="1171"/>
                </a:lnTo>
                <a:lnTo>
                  <a:pt x="7861" y="1151"/>
                </a:lnTo>
                <a:lnTo>
                  <a:pt x="7855" y="1142"/>
                </a:lnTo>
                <a:lnTo>
                  <a:pt x="7842" y="1141"/>
                </a:lnTo>
                <a:lnTo>
                  <a:pt x="7831" y="1143"/>
                </a:lnTo>
                <a:lnTo>
                  <a:pt x="7796" y="1152"/>
                </a:lnTo>
                <a:lnTo>
                  <a:pt x="7765" y="1163"/>
                </a:lnTo>
                <a:lnTo>
                  <a:pt x="7750" y="1169"/>
                </a:lnTo>
                <a:lnTo>
                  <a:pt x="7742" y="1161"/>
                </a:lnTo>
                <a:lnTo>
                  <a:pt x="7747" y="1145"/>
                </a:lnTo>
                <a:lnTo>
                  <a:pt x="7753" y="1130"/>
                </a:lnTo>
                <a:lnTo>
                  <a:pt x="7772" y="1097"/>
                </a:lnTo>
                <a:lnTo>
                  <a:pt x="7782" y="1084"/>
                </a:lnTo>
                <a:lnTo>
                  <a:pt x="7789" y="1076"/>
                </a:lnTo>
                <a:lnTo>
                  <a:pt x="7797" y="1063"/>
                </a:lnTo>
                <a:lnTo>
                  <a:pt x="7794" y="1053"/>
                </a:lnTo>
                <a:lnTo>
                  <a:pt x="7782" y="1043"/>
                </a:lnTo>
                <a:lnTo>
                  <a:pt x="7772" y="1037"/>
                </a:lnTo>
                <a:lnTo>
                  <a:pt x="7753" y="1027"/>
                </a:lnTo>
                <a:lnTo>
                  <a:pt x="7740" y="1029"/>
                </a:lnTo>
                <a:lnTo>
                  <a:pt x="7737" y="1037"/>
                </a:lnTo>
                <a:lnTo>
                  <a:pt x="7737" y="1044"/>
                </a:lnTo>
                <a:lnTo>
                  <a:pt x="7736" y="1054"/>
                </a:lnTo>
                <a:lnTo>
                  <a:pt x="7727" y="1072"/>
                </a:lnTo>
                <a:lnTo>
                  <a:pt x="7721" y="1077"/>
                </a:lnTo>
                <a:lnTo>
                  <a:pt x="7711" y="1082"/>
                </a:lnTo>
                <a:lnTo>
                  <a:pt x="7688" y="1080"/>
                </a:lnTo>
                <a:lnTo>
                  <a:pt x="7667" y="1070"/>
                </a:lnTo>
                <a:lnTo>
                  <a:pt x="7657" y="1054"/>
                </a:lnTo>
                <a:lnTo>
                  <a:pt x="7659" y="1046"/>
                </a:lnTo>
                <a:lnTo>
                  <a:pt x="7660" y="1041"/>
                </a:lnTo>
                <a:lnTo>
                  <a:pt x="7659" y="1033"/>
                </a:lnTo>
                <a:lnTo>
                  <a:pt x="7647" y="1021"/>
                </a:lnTo>
                <a:lnTo>
                  <a:pt x="7617" y="1010"/>
                </a:lnTo>
                <a:lnTo>
                  <a:pt x="7571" y="1004"/>
                </a:lnTo>
                <a:lnTo>
                  <a:pt x="7544" y="1003"/>
                </a:lnTo>
                <a:lnTo>
                  <a:pt x="7518" y="1003"/>
                </a:lnTo>
                <a:lnTo>
                  <a:pt x="7507" y="996"/>
                </a:lnTo>
                <a:lnTo>
                  <a:pt x="7511" y="986"/>
                </a:lnTo>
                <a:lnTo>
                  <a:pt x="7517" y="978"/>
                </a:lnTo>
                <a:lnTo>
                  <a:pt x="7526" y="967"/>
                </a:lnTo>
                <a:lnTo>
                  <a:pt x="7528" y="957"/>
                </a:lnTo>
                <a:lnTo>
                  <a:pt x="7525" y="953"/>
                </a:lnTo>
                <a:lnTo>
                  <a:pt x="7521" y="953"/>
                </a:lnTo>
                <a:lnTo>
                  <a:pt x="7513" y="954"/>
                </a:lnTo>
                <a:lnTo>
                  <a:pt x="7496" y="963"/>
                </a:lnTo>
                <a:lnTo>
                  <a:pt x="7491" y="970"/>
                </a:lnTo>
                <a:lnTo>
                  <a:pt x="7485" y="979"/>
                </a:lnTo>
                <a:lnTo>
                  <a:pt x="7471" y="986"/>
                </a:lnTo>
                <a:lnTo>
                  <a:pt x="7458" y="982"/>
                </a:lnTo>
                <a:lnTo>
                  <a:pt x="7450" y="966"/>
                </a:lnTo>
                <a:lnTo>
                  <a:pt x="7450" y="955"/>
                </a:lnTo>
                <a:lnTo>
                  <a:pt x="7449" y="949"/>
                </a:lnTo>
                <a:lnTo>
                  <a:pt x="7444" y="936"/>
                </a:lnTo>
                <a:lnTo>
                  <a:pt x="7426" y="922"/>
                </a:lnTo>
                <a:lnTo>
                  <a:pt x="7384" y="909"/>
                </a:lnTo>
                <a:lnTo>
                  <a:pt x="7319" y="903"/>
                </a:lnTo>
                <a:lnTo>
                  <a:pt x="7278" y="902"/>
                </a:lnTo>
                <a:lnTo>
                  <a:pt x="7246" y="903"/>
                </a:lnTo>
                <a:lnTo>
                  <a:pt x="7177" y="914"/>
                </a:lnTo>
                <a:lnTo>
                  <a:pt x="7117" y="932"/>
                </a:lnTo>
                <a:lnTo>
                  <a:pt x="7089" y="949"/>
                </a:lnTo>
                <a:lnTo>
                  <a:pt x="7079" y="960"/>
                </a:lnTo>
                <a:lnTo>
                  <a:pt x="7078" y="965"/>
                </a:lnTo>
                <a:lnTo>
                  <a:pt x="7077" y="976"/>
                </a:lnTo>
                <a:lnTo>
                  <a:pt x="7065" y="986"/>
                </a:lnTo>
                <a:lnTo>
                  <a:pt x="7044" y="980"/>
                </a:lnTo>
                <a:lnTo>
                  <a:pt x="7017" y="959"/>
                </a:lnTo>
                <a:lnTo>
                  <a:pt x="7002" y="942"/>
                </a:lnTo>
                <a:lnTo>
                  <a:pt x="6991" y="930"/>
                </a:lnTo>
                <a:lnTo>
                  <a:pt x="6970" y="914"/>
                </a:lnTo>
                <a:lnTo>
                  <a:pt x="6950" y="905"/>
                </a:lnTo>
                <a:lnTo>
                  <a:pt x="6928" y="903"/>
                </a:lnTo>
                <a:lnTo>
                  <a:pt x="6914" y="905"/>
                </a:lnTo>
                <a:lnTo>
                  <a:pt x="6895" y="907"/>
                </a:lnTo>
                <a:lnTo>
                  <a:pt x="6865" y="903"/>
                </a:lnTo>
                <a:lnTo>
                  <a:pt x="6845" y="890"/>
                </a:lnTo>
                <a:lnTo>
                  <a:pt x="6834" y="868"/>
                </a:lnTo>
                <a:lnTo>
                  <a:pt x="6832" y="853"/>
                </a:lnTo>
                <a:lnTo>
                  <a:pt x="6831" y="839"/>
                </a:lnTo>
                <a:lnTo>
                  <a:pt x="6820" y="824"/>
                </a:lnTo>
                <a:lnTo>
                  <a:pt x="6804" y="824"/>
                </a:lnTo>
                <a:lnTo>
                  <a:pt x="6791" y="839"/>
                </a:lnTo>
                <a:lnTo>
                  <a:pt x="6787" y="853"/>
                </a:lnTo>
                <a:lnTo>
                  <a:pt x="6785" y="869"/>
                </a:lnTo>
                <a:lnTo>
                  <a:pt x="6775" y="884"/>
                </a:lnTo>
                <a:lnTo>
                  <a:pt x="6761" y="892"/>
                </a:lnTo>
                <a:lnTo>
                  <a:pt x="6727" y="900"/>
                </a:lnTo>
                <a:lnTo>
                  <a:pt x="6644" y="908"/>
                </a:lnTo>
                <a:lnTo>
                  <a:pt x="6579" y="912"/>
                </a:lnTo>
                <a:lnTo>
                  <a:pt x="6415" y="921"/>
                </a:lnTo>
                <a:lnTo>
                  <a:pt x="6338" y="920"/>
                </a:lnTo>
                <a:lnTo>
                  <a:pt x="6326" y="917"/>
                </a:lnTo>
                <a:lnTo>
                  <a:pt x="6325" y="907"/>
                </a:lnTo>
                <a:lnTo>
                  <a:pt x="6333" y="897"/>
                </a:lnTo>
                <a:lnTo>
                  <a:pt x="6341" y="885"/>
                </a:lnTo>
                <a:lnTo>
                  <a:pt x="6340" y="864"/>
                </a:lnTo>
                <a:lnTo>
                  <a:pt x="6331" y="854"/>
                </a:lnTo>
                <a:lnTo>
                  <a:pt x="6326" y="849"/>
                </a:lnTo>
                <a:lnTo>
                  <a:pt x="6324" y="841"/>
                </a:lnTo>
                <a:lnTo>
                  <a:pt x="6338" y="835"/>
                </a:lnTo>
                <a:lnTo>
                  <a:pt x="6365" y="834"/>
                </a:lnTo>
                <a:lnTo>
                  <a:pt x="6390" y="833"/>
                </a:lnTo>
                <a:lnTo>
                  <a:pt x="6412" y="825"/>
                </a:lnTo>
                <a:lnTo>
                  <a:pt x="6418" y="816"/>
                </a:lnTo>
                <a:lnTo>
                  <a:pt x="6419" y="811"/>
                </a:lnTo>
                <a:lnTo>
                  <a:pt x="6417" y="798"/>
                </a:lnTo>
                <a:lnTo>
                  <a:pt x="6402" y="773"/>
                </a:lnTo>
                <a:lnTo>
                  <a:pt x="6375" y="755"/>
                </a:lnTo>
                <a:lnTo>
                  <a:pt x="6345" y="746"/>
                </a:lnTo>
                <a:lnTo>
                  <a:pt x="6331" y="747"/>
                </a:lnTo>
                <a:lnTo>
                  <a:pt x="6321" y="748"/>
                </a:lnTo>
                <a:lnTo>
                  <a:pt x="6305" y="746"/>
                </a:lnTo>
                <a:lnTo>
                  <a:pt x="6294" y="739"/>
                </a:lnTo>
                <a:lnTo>
                  <a:pt x="6289" y="727"/>
                </a:lnTo>
                <a:lnTo>
                  <a:pt x="6290" y="704"/>
                </a:lnTo>
                <a:lnTo>
                  <a:pt x="6311" y="669"/>
                </a:lnTo>
                <a:lnTo>
                  <a:pt x="6330" y="651"/>
                </a:lnTo>
                <a:lnTo>
                  <a:pt x="6364" y="619"/>
                </a:lnTo>
                <a:lnTo>
                  <a:pt x="6396" y="578"/>
                </a:lnTo>
                <a:lnTo>
                  <a:pt x="6407" y="555"/>
                </a:lnTo>
                <a:lnTo>
                  <a:pt x="6409" y="536"/>
                </a:lnTo>
                <a:lnTo>
                  <a:pt x="6402" y="523"/>
                </a:lnTo>
                <a:lnTo>
                  <a:pt x="6386" y="516"/>
                </a:lnTo>
                <a:lnTo>
                  <a:pt x="6359" y="517"/>
                </a:lnTo>
                <a:lnTo>
                  <a:pt x="6343" y="520"/>
                </a:lnTo>
                <a:lnTo>
                  <a:pt x="6330" y="524"/>
                </a:lnTo>
                <a:lnTo>
                  <a:pt x="6314" y="525"/>
                </a:lnTo>
                <a:lnTo>
                  <a:pt x="6309" y="517"/>
                </a:lnTo>
                <a:lnTo>
                  <a:pt x="6315" y="495"/>
                </a:lnTo>
                <a:lnTo>
                  <a:pt x="6321" y="477"/>
                </a:lnTo>
                <a:lnTo>
                  <a:pt x="6330" y="453"/>
                </a:lnTo>
                <a:lnTo>
                  <a:pt x="6350" y="409"/>
                </a:lnTo>
                <a:lnTo>
                  <a:pt x="6360" y="396"/>
                </a:lnTo>
                <a:lnTo>
                  <a:pt x="6368" y="385"/>
                </a:lnTo>
                <a:lnTo>
                  <a:pt x="6374" y="360"/>
                </a:lnTo>
                <a:lnTo>
                  <a:pt x="6373" y="350"/>
                </a:lnTo>
                <a:lnTo>
                  <a:pt x="6372" y="346"/>
                </a:lnTo>
                <a:lnTo>
                  <a:pt x="6378" y="338"/>
                </a:lnTo>
                <a:lnTo>
                  <a:pt x="6399" y="326"/>
                </a:lnTo>
                <a:lnTo>
                  <a:pt x="6419" y="320"/>
                </a:lnTo>
                <a:lnTo>
                  <a:pt x="6439" y="315"/>
                </a:lnTo>
                <a:lnTo>
                  <a:pt x="6470" y="297"/>
                </a:lnTo>
                <a:lnTo>
                  <a:pt x="6485" y="275"/>
                </a:lnTo>
                <a:lnTo>
                  <a:pt x="6482" y="252"/>
                </a:lnTo>
                <a:lnTo>
                  <a:pt x="6473" y="241"/>
                </a:lnTo>
                <a:lnTo>
                  <a:pt x="6464" y="232"/>
                </a:lnTo>
                <a:lnTo>
                  <a:pt x="6443" y="233"/>
                </a:lnTo>
                <a:lnTo>
                  <a:pt x="6431" y="242"/>
                </a:lnTo>
                <a:lnTo>
                  <a:pt x="6418" y="251"/>
                </a:lnTo>
                <a:lnTo>
                  <a:pt x="6390" y="254"/>
                </a:lnTo>
                <a:lnTo>
                  <a:pt x="6366" y="244"/>
                </a:lnTo>
                <a:lnTo>
                  <a:pt x="6356" y="229"/>
                </a:lnTo>
                <a:lnTo>
                  <a:pt x="6355" y="215"/>
                </a:lnTo>
                <a:lnTo>
                  <a:pt x="6356" y="208"/>
                </a:lnTo>
                <a:lnTo>
                  <a:pt x="6359" y="196"/>
                </a:lnTo>
                <a:lnTo>
                  <a:pt x="6358" y="182"/>
                </a:lnTo>
                <a:lnTo>
                  <a:pt x="6347" y="177"/>
                </a:lnTo>
                <a:lnTo>
                  <a:pt x="6327" y="181"/>
                </a:lnTo>
                <a:lnTo>
                  <a:pt x="6311" y="186"/>
                </a:lnTo>
                <a:lnTo>
                  <a:pt x="6299" y="192"/>
                </a:lnTo>
                <a:lnTo>
                  <a:pt x="6285" y="215"/>
                </a:lnTo>
                <a:lnTo>
                  <a:pt x="6284" y="229"/>
                </a:lnTo>
                <a:lnTo>
                  <a:pt x="6282" y="241"/>
                </a:lnTo>
                <a:lnTo>
                  <a:pt x="6268" y="259"/>
                </a:lnTo>
                <a:lnTo>
                  <a:pt x="6259" y="261"/>
                </a:lnTo>
                <a:lnTo>
                  <a:pt x="6249" y="260"/>
                </a:lnTo>
                <a:lnTo>
                  <a:pt x="6234" y="250"/>
                </a:lnTo>
                <a:lnTo>
                  <a:pt x="6233" y="244"/>
                </a:lnTo>
                <a:lnTo>
                  <a:pt x="6234" y="237"/>
                </a:lnTo>
                <a:lnTo>
                  <a:pt x="6245" y="228"/>
                </a:lnTo>
                <a:lnTo>
                  <a:pt x="6252" y="227"/>
                </a:lnTo>
                <a:lnTo>
                  <a:pt x="6256" y="227"/>
                </a:lnTo>
                <a:lnTo>
                  <a:pt x="6262" y="221"/>
                </a:lnTo>
                <a:lnTo>
                  <a:pt x="6265" y="202"/>
                </a:lnTo>
                <a:lnTo>
                  <a:pt x="6262" y="185"/>
                </a:lnTo>
                <a:lnTo>
                  <a:pt x="6260" y="174"/>
                </a:lnTo>
                <a:lnTo>
                  <a:pt x="6261" y="155"/>
                </a:lnTo>
                <a:lnTo>
                  <a:pt x="6267" y="141"/>
                </a:lnTo>
                <a:lnTo>
                  <a:pt x="6278" y="128"/>
                </a:lnTo>
                <a:lnTo>
                  <a:pt x="6285" y="124"/>
                </a:lnTo>
                <a:lnTo>
                  <a:pt x="6298" y="115"/>
                </a:lnTo>
                <a:lnTo>
                  <a:pt x="6315" y="90"/>
                </a:lnTo>
                <a:lnTo>
                  <a:pt x="6318" y="63"/>
                </a:lnTo>
                <a:lnTo>
                  <a:pt x="6309" y="47"/>
                </a:lnTo>
                <a:lnTo>
                  <a:pt x="6300" y="41"/>
                </a:lnTo>
                <a:lnTo>
                  <a:pt x="6294" y="41"/>
                </a:lnTo>
                <a:lnTo>
                  <a:pt x="6284" y="42"/>
                </a:lnTo>
                <a:lnTo>
                  <a:pt x="6266" y="56"/>
                </a:lnTo>
                <a:lnTo>
                  <a:pt x="6260" y="67"/>
                </a:lnTo>
                <a:lnTo>
                  <a:pt x="6258" y="72"/>
                </a:lnTo>
                <a:lnTo>
                  <a:pt x="6247" y="82"/>
                </a:lnTo>
                <a:lnTo>
                  <a:pt x="6222" y="91"/>
                </a:lnTo>
                <a:lnTo>
                  <a:pt x="6203" y="92"/>
                </a:lnTo>
                <a:lnTo>
                  <a:pt x="6184" y="94"/>
                </a:lnTo>
                <a:lnTo>
                  <a:pt x="6138" y="114"/>
                </a:lnTo>
                <a:lnTo>
                  <a:pt x="6095" y="145"/>
                </a:lnTo>
                <a:lnTo>
                  <a:pt x="6072" y="170"/>
                </a:lnTo>
                <a:lnTo>
                  <a:pt x="6065" y="185"/>
                </a:lnTo>
                <a:lnTo>
                  <a:pt x="6064" y="191"/>
                </a:lnTo>
                <a:lnTo>
                  <a:pt x="6063" y="197"/>
                </a:lnTo>
                <a:lnTo>
                  <a:pt x="6058" y="206"/>
                </a:lnTo>
                <a:lnTo>
                  <a:pt x="6041" y="216"/>
                </a:lnTo>
                <a:lnTo>
                  <a:pt x="6012" y="221"/>
                </a:lnTo>
                <a:lnTo>
                  <a:pt x="5990" y="215"/>
                </a:lnTo>
                <a:lnTo>
                  <a:pt x="5980" y="208"/>
                </a:lnTo>
                <a:lnTo>
                  <a:pt x="5976" y="203"/>
                </a:lnTo>
                <a:lnTo>
                  <a:pt x="5968" y="190"/>
                </a:lnTo>
                <a:lnTo>
                  <a:pt x="5942" y="178"/>
                </a:lnTo>
                <a:lnTo>
                  <a:pt x="5906" y="180"/>
                </a:lnTo>
                <a:lnTo>
                  <a:pt x="5865" y="197"/>
                </a:lnTo>
                <a:lnTo>
                  <a:pt x="5843" y="211"/>
                </a:lnTo>
                <a:lnTo>
                  <a:pt x="5793" y="247"/>
                </a:lnTo>
                <a:lnTo>
                  <a:pt x="5760" y="211"/>
                </a:lnTo>
                <a:lnTo>
                  <a:pt x="5730" y="175"/>
                </a:lnTo>
                <a:lnTo>
                  <a:pt x="5682" y="222"/>
                </a:lnTo>
                <a:lnTo>
                  <a:pt x="5663" y="241"/>
                </a:lnTo>
                <a:lnTo>
                  <a:pt x="5636" y="275"/>
                </a:lnTo>
                <a:lnTo>
                  <a:pt x="5633" y="284"/>
                </a:lnTo>
                <a:lnTo>
                  <a:pt x="5631" y="292"/>
                </a:lnTo>
                <a:lnTo>
                  <a:pt x="5610" y="307"/>
                </a:lnTo>
                <a:lnTo>
                  <a:pt x="5581" y="317"/>
                </a:lnTo>
                <a:lnTo>
                  <a:pt x="5555" y="318"/>
                </a:lnTo>
                <a:lnTo>
                  <a:pt x="5549" y="313"/>
                </a:lnTo>
                <a:lnTo>
                  <a:pt x="5548" y="309"/>
                </a:lnTo>
                <a:lnTo>
                  <a:pt x="5555" y="295"/>
                </a:lnTo>
                <a:lnTo>
                  <a:pt x="5580" y="264"/>
                </a:lnTo>
                <a:lnTo>
                  <a:pt x="5605" y="241"/>
                </a:lnTo>
                <a:lnTo>
                  <a:pt x="5625" y="219"/>
                </a:lnTo>
                <a:lnTo>
                  <a:pt x="5663" y="172"/>
                </a:lnTo>
                <a:lnTo>
                  <a:pt x="5692" y="119"/>
                </a:lnTo>
                <a:lnTo>
                  <a:pt x="5710" y="67"/>
                </a:lnTo>
                <a:lnTo>
                  <a:pt x="5715" y="43"/>
                </a:lnTo>
                <a:lnTo>
                  <a:pt x="5715" y="38"/>
                </a:lnTo>
                <a:lnTo>
                  <a:pt x="5709" y="28"/>
                </a:lnTo>
                <a:lnTo>
                  <a:pt x="5694" y="14"/>
                </a:lnTo>
                <a:lnTo>
                  <a:pt x="5666" y="2"/>
                </a:lnTo>
                <a:lnTo>
                  <a:pt x="5646" y="0"/>
                </a:lnTo>
                <a:lnTo>
                  <a:pt x="5636" y="4"/>
                </a:lnTo>
                <a:lnTo>
                  <a:pt x="5633" y="8"/>
                </a:lnTo>
                <a:close/>
                <a:moveTo>
                  <a:pt x="6300" y="808"/>
                </a:moveTo>
                <a:lnTo>
                  <a:pt x="6299" y="812"/>
                </a:lnTo>
                <a:lnTo>
                  <a:pt x="6291" y="822"/>
                </a:lnTo>
                <a:lnTo>
                  <a:pt x="6284" y="826"/>
                </a:lnTo>
                <a:lnTo>
                  <a:pt x="6277" y="829"/>
                </a:lnTo>
                <a:lnTo>
                  <a:pt x="6268" y="825"/>
                </a:lnTo>
                <a:lnTo>
                  <a:pt x="6267" y="819"/>
                </a:lnTo>
                <a:lnTo>
                  <a:pt x="6268" y="812"/>
                </a:lnTo>
                <a:lnTo>
                  <a:pt x="6277" y="802"/>
                </a:lnTo>
                <a:lnTo>
                  <a:pt x="6284" y="801"/>
                </a:lnTo>
                <a:lnTo>
                  <a:pt x="6291" y="801"/>
                </a:lnTo>
                <a:lnTo>
                  <a:pt x="6299" y="805"/>
                </a:lnTo>
                <a:lnTo>
                  <a:pt x="6300" y="808"/>
                </a:lnTo>
                <a:close/>
                <a:moveTo>
                  <a:pt x="6257" y="887"/>
                </a:moveTo>
                <a:lnTo>
                  <a:pt x="6253" y="892"/>
                </a:lnTo>
                <a:lnTo>
                  <a:pt x="6230" y="903"/>
                </a:lnTo>
                <a:lnTo>
                  <a:pt x="6216" y="907"/>
                </a:lnTo>
                <a:lnTo>
                  <a:pt x="6205" y="910"/>
                </a:lnTo>
                <a:lnTo>
                  <a:pt x="6193" y="911"/>
                </a:lnTo>
                <a:lnTo>
                  <a:pt x="6195" y="900"/>
                </a:lnTo>
                <a:lnTo>
                  <a:pt x="6213" y="877"/>
                </a:lnTo>
                <a:lnTo>
                  <a:pt x="6226" y="860"/>
                </a:lnTo>
                <a:lnTo>
                  <a:pt x="6242" y="850"/>
                </a:lnTo>
                <a:lnTo>
                  <a:pt x="6250" y="852"/>
                </a:lnTo>
                <a:lnTo>
                  <a:pt x="6254" y="856"/>
                </a:lnTo>
                <a:lnTo>
                  <a:pt x="6258" y="864"/>
                </a:lnTo>
                <a:lnTo>
                  <a:pt x="6260" y="881"/>
                </a:lnTo>
                <a:lnTo>
                  <a:pt x="6257" y="887"/>
                </a:lnTo>
                <a:close/>
                <a:moveTo>
                  <a:pt x="4577" y="885"/>
                </a:moveTo>
                <a:lnTo>
                  <a:pt x="4576" y="898"/>
                </a:lnTo>
                <a:lnTo>
                  <a:pt x="4571" y="902"/>
                </a:lnTo>
                <a:lnTo>
                  <a:pt x="4561" y="898"/>
                </a:lnTo>
                <a:lnTo>
                  <a:pt x="4552" y="885"/>
                </a:lnTo>
                <a:lnTo>
                  <a:pt x="4550" y="878"/>
                </a:lnTo>
                <a:lnTo>
                  <a:pt x="4553" y="869"/>
                </a:lnTo>
                <a:lnTo>
                  <a:pt x="4559" y="869"/>
                </a:lnTo>
                <a:lnTo>
                  <a:pt x="4566" y="869"/>
                </a:lnTo>
                <a:lnTo>
                  <a:pt x="4576" y="878"/>
                </a:lnTo>
                <a:lnTo>
                  <a:pt x="4577" y="885"/>
                </a:lnTo>
                <a:close/>
                <a:moveTo>
                  <a:pt x="4096" y="1173"/>
                </a:moveTo>
                <a:lnTo>
                  <a:pt x="4089" y="1179"/>
                </a:lnTo>
                <a:lnTo>
                  <a:pt x="4059" y="1187"/>
                </a:lnTo>
                <a:lnTo>
                  <a:pt x="4040" y="1188"/>
                </a:lnTo>
                <a:lnTo>
                  <a:pt x="4022" y="1188"/>
                </a:lnTo>
                <a:lnTo>
                  <a:pt x="4010" y="1183"/>
                </a:lnTo>
                <a:lnTo>
                  <a:pt x="4012" y="1178"/>
                </a:lnTo>
                <a:lnTo>
                  <a:pt x="4015" y="1175"/>
                </a:lnTo>
                <a:lnTo>
                  <a:pt x="4028" y="1169"/>
                </a:lnTo>
                <a:lnTo>
                  <a:pt x="4057" y="1161"/>
                </a:lnTo>
                <a:lnTo>
                  <a:pt x="4084" y="1161"/>
                </a:lnTo>
                <a:lnTo>
                  <a:pt x="4095" y="1165"/>
                </a:lnTo>
                <a:lnTo>
                  <a:pt x="4098" y="1170"/>
                </a:lnTo>
                <a:lnTo>
                  <a:pt x="4096" y="1173"/>
                </a:lnTo>
                <a:close/>
                <a:moveTo>
                  <a:pt x="2534" y="1499"/>
                </a:moveTo>
                <a:lnTo>
                  <a:pt x="2532" y="1502"/>
                </a:lnTo>
                <a:lnTo>
                  <a:pt x="2518" y="1511"/>
                </a:lnTo>
                <a:lnTo>
                  <a:pt x="2507" y="1517"/>
                </a:lnTo>
                <a:lnTo>
                  <a:pt x="2498" y="1520"/>
                </a:lnTo>
                <a:lnTo>
                  <a:pt x="2489" y="1516"/>
                </a:lnTo>
                <a:lnTo>
                  <a:pt x="2491" y="1509"/>
                </a:lnTo>
                <a:lnTo>
                  <a:pt x="2496" y="1503"/>
                </a:lnTo>
                <a:lnTo>
                  <a:pt x="2510" y="1495"/>
                </a:lnTo>
                <a:lnTo>
                  <a:pt x="2523" y="1492"/>
                </a:lnTo>
                <a:lnTo>
                  <a:pt x="2533" y="1495"/>
                </a:lnTo>
                <a:lnTo>
                  <a:pt x="2534" y="1499"/>
                </a:lnTo>
                <a:close/>
                <a:moveTo>
                  <a:pt x="2849" y="1598"/>
                </a:moveTo>
                <a:lnTo>
                  <a:pt x="2848" y="1601"/>
                </a:lnTo>
                <a:lnTo>
                  <a:pt x="2844" y="1603"/>
                </a:lnTo>
                <a:lnTo>
                  <a:pt x="2841" y="1592"/>
                </a:lnTo>
                <a:lnTo>
                  <a:pt x="2841" y="1577"/>
                </a:lnTo>
                <a:lnTo>
                  <a:pt x="2841" y="1561"/>
                </a:lnTo>
                <a:lnTo>
                  <a:pt x="2844" y="1551"/>
                </a:lnTo>
                <a:lnTo>
                  <a:pt x="2848" y="1552"/>
                </a:lnTo>
                <a:lnTo>
                  <a:pt x="2849" y="1555"/>
                </a:lnTo>
                <a:lnTo>
                  <a:pt x="2851" y="1565"/>
                </a:lnTo>
                <a:lnTo>
                  <a:pt x="2851" y="1588"/>
                </a:lnTo>
                <a:lnTo>
                  <a:pt x="2849" y="1598"/>
                </a:lnTo>
                <a:close/>
                <a:moveTo>
                  <a:pt x="2981" y="1611"/>
                </a:moveTo>
                <a:lnTo>
                  <a:pt x="2984" y="1617"/>
                </a:lnTo>
                <a:lnTo>
                  <a:pt x="2981" y="1627"/>
                </a:lnTo>
                <a:lnTo>
                  <a:pt x="2975" y="1628"/>
                </a:lnTo>
                <a:lnTo>
                  <a:pt x="2968" y="1629"/>
                </a:lnTo>
                <a:lnTo>
                  <a:pt x="2955" y="1645"/>
                </a:lnTo>
                <a:lnTo>
                  <a:pt x="2951" y="1656"/>
                </a:lnTo>
                <a:lnTo>
                  <a:pt x="2948" y="1667"/>
                </a:lnTo>
                <a:lnTo>
                  <a:pt x="2942" y="1658"/>
                </a:lnTo>
                <a:lnTo>
                  <a:pt x="2940" y="1639"/>
                </a:lnTo>
                <a:lnTo>
                  <a:pt x="2940" y="1623"/>
                </a:lnTo>
                <a:lnTo>
                  <a:pt x="2948" y="1602"/>
                </a:lnTo>
                <a:lnTo>
                  <a:pt x="2959" y="1593"/>
                </a:lnTo>
                <a:lnTo>
                  <a:pt x="2974" y="1601"/>
                </a:lnTo>
                <a:lnTo>
                  <a:pt x="2981" y="1611"/>
                </a:lnTo>
                <a:close/>
                <a:moveTo>
                  <a:pt x="7922" y="1611"/>
                </a:moveTo>
                <a:lnTo>
                  <a:pt x="7921" y="1617"/>
                </a:lnTo>
                <a:lnTo>
                  <a:pt x="7911" y="1627"/>
                </a:lnTo>
                <a:lnTo>
                  <a:pt x="7904" y="1628"/>
                </a:lnTo>
                <a:lnTo>
                  <a:pt x="7898" y="1627"/>
                </a:lnTo>
                <a:lnTo>
                  <a:pt x="7895" y="1617"/>
                </a:lnTo>
                <a:lnTo>
                  <a:pt x="7897" y="1611"/>
                </a:lnTo>
                <a:lnTo>
                  <a:pt x="7901" y="1604"/>
                </a:lnTo>
                <a:lnTo>
                  <a:pt x="7911" y="1595"/>
                </a:lnTo>
                <a:lnTo>
                  <a:pt x="7916" y="1593"/>
                </a:lnTo>
                <a:lnTo>
                  <a:pt x="7918" y="1595"/>
                </a:lnTo>
                <a:lnTo>
                  <a:pt x="7922" y="1604"/>
                </a:lnTo>
                <a:lnTo>
                  <a:pt x="7922" y="1611"/>
                </a:lnTo>
                <a:close/>
                <a:moveTo>
                  <a:pt x="1191" y="2252"/>
                </a:moveTo>
                <a:lnTo>
                  <a:pt x="1187" y="2264"/>
                </a:lnTo>
                <a:lnTo>
                  <a:pt x="1180" y="2277"/>
                </a:lnTo>
                <a:lnTo>
                  <a:pt x="1172" y="2280"/>
                </a:lnTo>
                <a:lnTo>
                  <a:pt x="1161" y="2272"/>
                </a:lnTo>
                <a:lnTo>
                  <a:pt x="1152" y="2264"/>
                </a:lnTo>
                <a:lnTo>
                  <a:pt x="1144" y="2256"/>
                </a:lnTo>
                <a:lnTo>
                  <a:pt x="1136" y="2243"/>
                </a:lnTo>
                <a:lnTo>
                  <a:pt x="1135" y="2230"/>
                </a:lnTo>
                <a:lnTo>
                  <a:pt x="1142" y="2217"/>
                </a:lnTo>
                <a:lnTo>
                  <a:pt x="1148" y="2210"/>
                </a:lnTo>
                <a:lnTo>
                  <a:pt x="1160" y="2199"/>
                </a:lnTo>
                <a:lnTo>
                  <a:pt x="1179" y="2194"/>
                </a:lnTo>
                <a:lnTo>
                  <a:pt x="1192" y="2207"/>
                </a:lnTo>
                <a:lnTo>
                  <a:pt x="1195" y="2234"/>
                </a:lnTo>
                <a:lnTo>
                  <a:pt x="1191" y="2252"/>
                </a:lnTo>
                <a:close/>
                <a:moveTo>
                  <a:pt x="1081" y="2252"/>
                </a:moveTo>
                <a:lnTo>
                  <a:pt x="1080" y="2266"/>
                </a:lnTo>
                <a:lnTo>
                  <a:pt x="1071" y="2284"/>
                </a:lnTo>
                <a:lnTo>
                  <a:pt x="1065" y="2286"/>
                </a:lnTo>
                <a:lnTo>
                  <a:pt x="1059" y="2284"/>
                </a:lnTo>
                <a:lnTo>
                  <a:pt x="1046" y="2266"/>
                </a:lnTo>
                <a:lnTo>
                  <a:pt x="1042" y="2252"/>
                </a:lnTo>
                <a:lnTo>
                  <a:pt x="1039" y="2236"/>
                </a:lnTo>
                <a:lnTo>
                  <a:pt x="1044" y="2223"/>
                </a:lnTo>
                <a:lnTo>
                  <a:pt x="1052" y="2218"/>
                </a:lnTo>
                <a:lnTo>
                  <a:pt x="1057" y="2218"/>
                </a:lnTo>
                <a:lnTo>
                  <a:pt x="1062" y="2218"/>
                </a:lnTo>
                <a:lnTo>
                  <a:pt x="1070" y="2224"/>
                </a:lnTo>
                <a:lnTo>
                  <a:pt x="1080" y="2238"/>
                </a:lnTo>
                <a:lnTo>
                  <a:pt x="1081" y="2252"/>
                </a:lnTo>
                <a:close/>
                <a:moveTo>
                  <a:pt x="1265" y="2304"/>
                </a:moveTo>
                <a:lnTo>
                  <a:pt x="1257" y="2317"/>
                </a:lnTo>
                <a:lnTo>
                  <a:pt x="1242" y="2333"/>
                </a:lnTo>
                <a:lnTo>
                  <a:pt x="1228" y="2334"/>
                </a:lnTo>
                <a:lnTo>
                  <a:pt x="1214" y="2321"/>
                </a:lnTo>
                <a:lnTo>
                  <a:pt x="1209" y="2309"/>
                </a:lnTo>
                <a:lnTo>
                  <a:pt x="1203" y="2293"/>
                </a:lnTo>
                <a:lnTo>
                  <a:pt x="1200" y="2273"/>
                </a:lnTo>
                <a:lnTo>
                  <a:pt x="1207" y="2263"/>
                </a:lnTo>
                <a:lnTo>
                  <a:pt x="1227" y="2263"/>
                </a:lnTo>
                <a:lnTo>
                  <a:pt x="1242" y="2266"/>
                </a:lnTo>
                <a:lnTo>
                  <a:pt x="1254" y="2268"/>
                </a:lnTo>
                <a:lnTo>
                  <a:pt x="1269" y="2273"/>
                </a:lnTo>
                <a:lnTo>
                  <a:pt x="1274" y="2281"/>
                </a:lnTo>
                <a:lnTo>
                  <a:pt x="1270" y="2295"/>
                </a:lnTo>
                <a:lnTo>
                  <a:pt x="1265" y="2304"/>
                </a:lnTo>
                <a:close/>
                <a:moveTo>
                  <a:pt x="10362" y="2844"/>
                </a:moveTo>
                <a:lnTo>
                  <a:pt x="10354" y="2853"/>
                </a:lnTo>
                <a:lnTo>
                  <a:pt x="10327" y="2860"/>
                </a:lnTo>
                <a:lnTo>
                  <a:pt x="10297" y="2857"/>
                </a:lnTo>
                <a:lnTo>
                  <a:pt x="10283" y="2849"/>
                </a:lnTo>
                <a:lnTo>
                  <a:pt x="10280" y="2841"/>
                </a:lnTo>
                <a:lnTo>
                  <a:pt x="10281" y="2836"/>
                </a:lnTo>
                <a:lnTo>
                  <a:pt x="10283" y="2831"/>
                </a:lnTo>
                <a:lnTo>
                  <a:pt x="10292" y="2824"/>
                </a:lnTo>
                <a:lnTo>
                  <a:pt x="10312" y="2820"/>
                </a:lnTo>
                <a:lnTo>
                  <a:pt x="10329" y="2823"/>
                </a:lnTo>
                <a:lnTo>
                  <a:pt x="10346" y="2826"/>
                </a:lnTo>
                <a:lnTo>
                  <a:pt x="10361" y="2835"/>
                </a:lnTo>
                <a:lnTo>
                  <a:pt x="10363" y="2841"/>
                </a:lnTo>
                <a:lnTo>
                  <a:pt x="10362" y="2844"/>
                </a:lnTo>
                <a:close/>
                <a:moveTo>
                  <a:pt x="827" y="2954"/>
                </a:moveTo>
                <a:lnTo>
                  <a:pt x="826" y="2963"/>
                </a:lnTo>
                <a:lnTo>
                  <a:pt x="815" y="2973"/>
                </a:lnTo>
                <a:lnTo>
                  <a:pt x="800" y="2971"/>
                </a:lnTo>
                <a:lnTo>
                  <a:pt x="785" y="2957"/>
                </a:lnTo>
                <a:lnTo>
                  <a:pt x="781" y="2947"/>
                </a:lnTo>
                <a:lnTo>
                  <a:pt x="780" y="2939"/>
                </a:lnTo>
                <a:lnTo>
                  <a:pt x="790" y="2928"/>
                </a:lnTo>
                <a:lnTo>
                  <a:pt x="801" y="2927"/>
                </a:lnTo>
                <a:lnTo>
                  <a:pt x="811" y="2928"/>
                </a:lnTo>
                <a:lnTo>
                  <a:pt x="826" y="2943"/>
                </a:lnTo>
                <a:lnTo>
                  <a:pt x="827" y="2954"/>
                </a:lnTo>
                <a:close/>
                <a:moveTo>
                  <a:pt x="10507" y="3081"/>
                </a:moveTo>
                <a:lnTo>
                  <a:pt x="10507" y="3084"/>
                </a:lnTo>
                <a:lnTo>
                  <a:pt x="10497" y="3089"/>
                </a:lnTo>
                <a:lnTo>
                  <a:pt x="10474" y="3095"/>
                </a:lnTo>
                <a:lnTo>
                  <a:pt x="10453" y="3096"/>
                </a:lnTo>
                <a:lnTo>
                  <a:pt x="10397" y="3094"/>
                </a:lnTo>
                <a:lnTo>
                  <a:pt x="10440" y="3072"/>
                </a:lnTo>
                <a:lnTo>
                  <a:pt x="10455" y="3064"/>
                </a:lnTo>
                <a:lnTo>
                  <a:pt x="10479" y="3056"/>
                </a:lnTo>
                <a:lnTo>
                  <a:pt x="10497" y="3058"/>
                </a:lnTo>
                <a:lnTo>
                  <a:pt x="10507" y="3070"/>
                </a:lnTo>
                <a:lnTo>
                  <a:pt x="10507" y="3081"/>
                </a:lnTo>
                <a:close/>
                <a:moveTo>
                  <a:pt x="10262" y="3433"/>
                </a:moveTo>
                <a:lnTo>
                  <a:pt x="10256" y="3439"/>
                </a:lnTo>
                <a:lnTo>
                  <a:pt x="10235" y="3448"/>
                </a:lnTo>
                <a:lnTo>
                  <a:pt x="10223" y="3448"/>
                </a:lnTo>
                <a:lnTo>
                  <a:pt x="10209" y="3448"/>
                </a:lnTo>
                <a:lnTo>
                  <a:pt x="10211" y="3441"/>
                </a:lnTo>
                <a:lnTo>
                  <a:pt x="10228" y="3433"/>
                </a:lnTo>
                <a:lnTo>
                  <a:pt x="10256" y="3422"/>
                </a:lnTo>
                <a:lnTo>
                  <a:pt x="10268" y="3420"/>
                </a:lnTo>
                <a:lnTo>
                  <a:pt x="10266" y="3427"/>
                </a:lnTo>
                <a:lnTo>
                  <a:pt x="10262" y="3433"/>
                </a:lnTo>
                <a:close/>
                <a:moveTo>
                  <a:pt x="10399" y="3568"/>
                </a:moveTo>
                <a:lnTo>
                  <a:pt x="10398" y="3580"/>
                </a:lnTo>
                <a:lnTo>
                  <a:pt x="10389" y="3596"/>
                </a:lnTo>
                <a:lnTo>
                  <a:pt x="10375" y="3602"/>
                </a:lnTo>
                <a:lnTo>
                  <a:pt x="10359" y="3598"/>
                </a:lnTo>
                <a:lnTo>
                  <a:pt x="10350" y="3590"/>
                </a:lnTo>
                <a:lnTo>
                  <a:pt x="10346" y="3585"/>
                </a:lnTo>
                <a:lnTo>
                  <a:pt x="10352" y="3568"/>
                </a:lnTo>
                <a:lnTo>
                  <a:pt x="10364" y="3550"/>
                </a:lnTo>
                <a:lnTo>
                  <a:pt x="10380" y="3536"/>
                </a:lnTo>
                <a:lnTo>
                  <a:pt x="10387" y="3534"/>
                </a:lnTo>
                <a:lnTo>
                  <a:pt x="10392" y="3537"/>
                </a:lnTo>
                <a:lnTo>
                  <a:pt x="10398" y="3555"/>
                </a:lnTo>
                <a:lnTo>
                  <a:pt x="10399" y="3568"/>
                </a:lnTo>
                <a:close/>
                <a:moveTo>
                  <a:pt x="10222" y="3747"/>
                </a:moveTo>
                <a:lnTo>
                  <a:pt x="10214" y="3752"/>
                </a:lnTo>
                <a:lnTo>
                  <a:pt x="10202" y="3756"/>
                </a:lnTo>
                <a:lnTo>
                  <a:pt x="10191" y="3751"/>
                </a:lnTo>
                <a:lnTo>
                  <a:pt x="10180" y="3737"/>
                </a:lnTo>
                <a:lnTo>
                  <a:pt x="10174" y="3725"/>
                </a:lnTo>
                <a:lnTo>
                  <a:pt x="10164" y="3705"/>
                </a:lnTo>
                <a:lnTo>
                  <a:pt x="10160" y="3675"/>
                </a:lnTo>
                <a:lnTo>
                  <a:pt x="10167" y="3665"/>
                </a:lnTo>
                <a:lnTo>
                  <a:pt x="10176" y="3665"/>
                </a:lnTo>
                <a:lnTo>
                  <a:pt x="10193" y="3674"/>
                </a:lnTo>
                <a:lnTo>
                  <a:pt x="10210" y="3689"/>
                </a:lnTo>
                <a:lnTo>
                  <a:pt x="10229" y="3712"/>
                </a:lnTo>
                <a:lnTo>
                  <a:pt x="10235" y="3731"/>
                </a:lnTo>
                <a:lnTo>
                  <a:pt x="10228" y="3742"/>
                </a:lnTo>
                <a:lnTo>
                  <a:pt x="10222" y="3747"/>
                </a:lnTo>
                <a:close/>
                <a:moveTo>
                  <a:pt x="10372" y="3693"/>
                </a:moveTo>
                <a:lnTo>
                  <a:pt x="10371" y="3698"/>
                </a:lnTo>
                <a:lnTo>
                  <a:pt x="10362" y="3708"/>
                </a:lnTo>
                <a:lnTo>
                  <a:pt x="10355" y="3712"/>
                </a:lnTo>
                <a:lnTo>
                  <a:pt x="10349" y="3715"/>
                </a:lnTo>
                <a:lnTo>
                  <a:pt x="10339" y="3711"/>
                </a:lnTo>
                <a:lnTo>
                  <a:pt x="10338" y="3705"/>
                </a:lnTo>
                <a:lnTo>
                  <a:pt x="10339" y="3698"/>
                </a:lnTo>
                <a:lnTo>
                  <a:pt x="10349" y="3687"/>
                </a:lnTo>
                <a:lnTo>
                  <a:pt x="10355" y="3686"/>
                </a:lnTo>
                <a:lnTo>
                  <a:pt x="10362" y="3686"/>
                </a:lnTo>
                <a:lnTo>
                  <a:pt x="10371" y="3690"/>
                </a:lnTo>
                <a:lnTo>
                  <a:pt x="10372" y="3693"/>
                </a:lnTo>
                <a:close/>
                <a:moveTo>
                  <a:pt x="10169" y="3778"/>
                </a:moveTo>
                <a:lnTo>
                  <a:pt x="10167" y="3788"/>
                </a:lnTo>
                <a:lnTo>
                  <a:pt x="10152" y="3800"/>
                </a:lnTo>
                <a:lnTo>
                  <a:pt x="10141" y="3801"/>
                </a:lnTo>
                <a:lnTo>
                  <a:pt x="10127" y="3802"/>
                </a:lnTo>
                <a:lnTo>
                  <a:pt x="10094" y="3808"/>
                </a:lnTo>
                <a:lnTo>
                  <a:pt x="10081" y="3813"/>
                </a:lnTo>
                <a:lnTo>
                  <a:pt x="10069" y="3817"/>
                </a:lnTo>
                <a:lnTo>
                  <a:pt x="10053" y="3815"/>
                </a:lnTo>
                <a:lnTo>
                  <a:pt x="10051" y="3810"/>
                </a:lnTo>
                <a:lnTo>
                  <a:pt x="10054" y="3803"/>
                </a:lnTo>
                <a:lnTo>
                  <a:pt x="10079" y="3784"/>
                </a:lnTo>
                <a:lnTo>
                  <a:pt x="10098" y="3775"/>
                </a:lnTo>
                <a:lnTo>
                  <a:pt x="10139" y="3760"/>
                </a:lnTo>
                <a:lnTo>
                  <a:pt x="10164" y="3758"/>
                </a:lnTo>
                <a:lnTo>
                  <a:pt x="10169" y="3768"/>
                </a:lnTo>
                <a:lnTo>
                  <a:pt x="10169" y="3778"/>
                </a:lnTo>
                <a:close/>
                <a:moveTo>
                  <a:pt x="10744" y="3866"/>
                </a:moveTo>
                <a:lnTo>
                  <a:pt x="10743" y="3875"/>
                </a:lnTo>
                <a:lnTo>
                  <a:pt x="10734" y="3883"/>
                </a:lnTo>
                <a:lnTo>
                  <a:pt x="10727" y="3881"/>
                </a:lnTo>
                <a:lnTo>
                  <a:pt x="10720" y="3876"/>
                </a:lnTo>
                <a:lnTo>
                  <a:pt x="10710" y="3862"/>
                </a:lnTo>
                <a:lnTo>
                  <a:pt x="10709" y="3853"/>
                </a:lnTo>
                <a:lnTo>
                  <a:pt x="10710" y="3847"/>
                </a:lnTo>
                <a:lnTo>
                  <a:pt x="10720" y="3839"/>
                </a:lnTo>
                <a:lnTo>
                  <a:pt x="10727" y="3838"/>
                </a:lnTo>
                <a:lnTo>
                  <a:pt x="10734" y="3839"/>
                </a:lnTo>
                <a:lnTo>
                  <a:pt x="10743" y="3854"/>
                </a:lnTo>
                <a:lnTo>
                  <a:pt x="10744" y="3866"/>
                </a:lnTo>
                <a:close/>
                <a:moveTo>
                  <a:pt x="532" y="3940"/>
                </a:moveTo>
                <a:lnTo>
                  <a:pt x="533" y="3944"/>
                </a:lnTo>
                <a:lnTo>
                  <a:pt x="531" y="3950"/>
                </a:lnTo>
                <a:lnTo>
                  <a:pt x="518" y="3956"/>
                </a:lnTo>
                <a:lnTo>
                  <a:pt x="503" y="3957"/>
                </a:lnTo>
                <a:lnTo>
                  <a:pt x="484" y="3956"/>
                </a:lnTo>
                <a:lnTo>
                  <a:pt x="478" y="3949"/>
                </a:lnTo>
                <a:lnTo>
                  <a:pt x="490" y="3940"/>
                </a:lnTo>
                <a:lnTo>
                  <a:pt x="510" y="3926"/>
                </a:lnTo>
                <a:lnTo>
                  <a:pt x="525" y="3926"/>
                </a:lnTo>
                <a:lnTo>
                  <a:pt x="532" y="3940"/>
                </a:lnTo>
                <a:close/>
                <a:moveTo>
                  <a:pt x="11100" y="3995"/>
                </a:moveTo>
                <a:lnTo>
                  <a:pt x="11091" y="4002"/>
                </a:lnTo>
                <a:lnTo>
                  <a:pt x="11077" y="4005"/>
                </a:lnTo>
                <a:lnTo>
                  <a:pt x="11068" y="3998"/>
                </a:lnTo>
                <a:lnTo>
                  <a:pt x="11068" y="3984"/>
                </a:lnTo>
                <a:lnTo>
                  <a:pt x="11073" y="3975"/>
                </a:lnTo>
                <a:lnTo>
                  <a:pt x="11077" y="3968"/>
                </a:lnTo>
                <a:lnTo>
                  <a:pt x="11093" y="3964"/>
                </a:lnTo>
                <a:lnTo>
                  <a:pt x="11102" y="3967"/>
                </a:lnTo>
                <a:lnTo>
                  <a:pt x="11108" y="3972"/>
                </a:lnTo>
                <a:lnTo>
                  <a:pt x="11108" y="3986"/>
                </a:lnTo>
                <a:lnTo>
                  <a:pt x="11100" y="3995"/>
                </a:lnTo>
                <a:close/>
                <a:moveTo>
                  <a:pt x="11180" y="4018"/>
                </a:moveTo>
                <a:lnTo>
                  <a:pt x="11170" y="4029"/>
                </a:lnTo>
                <a:lnTo>
                  <a:pt x="11154" y="4039"/>
                </a:lnTo>
                <a:lnTo>
                  <a:pt x="11140" y="4039"/>
                </a:lnTo>
                <a:lnTo>
                  <a:pt x="11133" y="4027"/>
                </a:lnTo>
                <a:lnTo>
                  <a:pt x="11132" y="4017"/>
                </a:lnTo>
                <a:lnTo>
                  <a:pt x="11132" y="4012"/>
                </a:lnTo>
                <a:lnTo>
                  <a:pt x="11137" y="4003"/>
                </a:lnTo>
                <a:lnTo>
                  <a:pt x="11151" y="3995"/>
                </a:lnTo>
                <a:lnTo>
                  <a:pt x="11164" y="3995"/>
                </a:lnTo>
                <a:lnTo>
                  <a:pt x="11181" y="3997"/>
                </a:lnTo>
                <a:lnTo>
                  <a:pt x="11188" y="4004"/>
                </a:lnTo>
                <a:lnTo>
                  <a:pt x="11184" y="4012"/>
                </a:lnTo>
                <a:lnTo>
                  <a:pt x="11180" y="4018"/>
                </a:lnTo>
                <a:close/>
                <a:moveTo>
                  <a:pt x="11301" y="4115"/>
                </a:moveTo>
                <a:lnTo>
                  <a:pt x="11300" y="4119"/>
                </a:lnTo>
                <a:lnTo>
                  <a:pt x="11292" y="4126"/>
                </a:lnTo>
                <a:lnTo>
                  <a:pt x="11270" y="4133"/>
                </a:lnTo>
                <a:lnTo>
                  <a:pt x="11251" y="4135"/>
                </a:lnTo>
                <a:lnTo>
                  <a:pt x="11231" y="4135"/>
                </a:lnTo>
                <a:lnTo>
                  <a:pt x="11207" y="4130"/>
                </a:lnTo>
                <a:lnTo>
                  <a:pt x="11200" y="4120"/>
                </a:lnTo>
                <a:lnTo>
                  <a:pt x="11212" y="4108"/>
                </a:lnTo>
                <a:lnTo>
                  <a:pt x="11226" y="4102"/>
                </a:lnTo>
                <a:lnTo>
                  <a:pt x="11234" y="4098"/>
                </a:lnTo>
                <a:lnTo>
                  <a:pt x="11243" y="4091"/>
                </a:lnTo>
                <a:lnTo>
                  <a:pt x="11243" y="4078"/>
                </a:lnTo>
                <a:lnTo>
                  <a:pt x="11231" y="4063"/>
                </a:lnTo>
                <a:lnTo>
                  <a:pt x="11219" y="4048"/>
                </a:lnTo>
                <a:lnTo>
                  <a:pt x="11229" y="4049"/>
                </a:lnTo>
                <a:lnTo>
                  <a:pt x="11256" y="4064"/>
                </a:lnTo>
                <a:lnTo>
                  <a:pt x="11274" y="4077"/>
                </a:lnTo>
                <a:lnTo>
                  <a:pt x="11298" y="4105"/>
                </a:lnTo>
                <a:lnTo>
                  <a:pt x="11301" y="4115"/>
                </a:lnTo>
                <a:close/>
                <a:moveTo>
                  <a:pt x="208" y="5458"/>
                </a:moveTo>
                <a:lnTo>
                  <a:pt x="210" y="5472"/>
                </a:lnTo>
                <a:lnTo>
                  <a:pt x="207" y="5497"/>
                </a:lnTo>
                <a:lnTo>
                  <a:pt x="201" y="5502"/>
                </a:lnTo>
                <a:lnTo>
                  <a:pt x="195" y="5505"/>
                </a:lnTo>
                <a:lnTo>
                  <a:pt x="187" y="5499"/>
                </a:lnTo>
                <a:lnTo>
                  <a:pt x="186" y="5492"/>
                </a:lnTo>
                <a:lnTo>
                  <a:pt x="186" y="5488"/>
                </a:lnTo>
                <a:lnTo>
                  <a:pt x="181" y="5483"/>
                </a:lnTo>
                <a:lnTo>
                  <a:pt x="165" y="5480"/>
                </a:lnTo>
                <a:lnTo>
                  <a:pt x="150" y="5484"/>
                </a:lnTo>
                <a:lnTo>
                  <a:pt x="129" y="5491"/>
                </a:lnTo>
                <a:lnTo>
                  <a:pt x="128" y="5482"/>
                </a:lnTo>
                <a:lnTo>
                  <a:pt x="147" y="5460"/>
                </a:lnTo>
                <a:lnTo>
                  <a:pt x="160" y="5445"/>
                </a:lnTo>
                <a:lnTo>
                  <a:pt x="180" y="5428"/>
                </a:lnTo>
                <a:lnTo>
                  <a:pt x="193" y="5428"/>
                </a:lnTo>
                <a:lnTo>
                  <a:pt x="203" y="5444"/>
                </a:lnTo>
                <a:lnTo>
                  <a:pt x="208" y="5458"/>
                </a:lnTo>
                <a:close/>
                <a:moveTo>
                  <a:pt x="186" y="5542"/>
                </a:moveTo>
                <a:lnTo>
                  <a:pt x="184" y="5555"/>
                </a:lnTo>
                <a:lnTo>
                  <a:pt x="179" y="5560"/>
                </a:lnTo>
                <a:lnTo>
                  <a:pt x="169" y="5555"/>
                </a:lnTo>
                <a:lnTo>
                  <a:pt x="160" y="5542"/>
                </a:lnTo>
                <a:lnTo>
                  <a:pt x="157" y="5535"/>
                </a:lnTo>
                <a:lnTo>
                  <a:pt x="161" y="5526"/>
                </a:lnTo>
                <a:lnTo>
                  <a:pt x="167" y="5526"/>
                </a:lnTo>
                <a:lnTo>
                  <a:pt x="174" y="5526"/>
                </a:lnTo>
                <a:lnTo>
                  <a:pt x="185" y="5535"/>
                </a:lnTo>
                <a:lnTo>
                  <a:pt x="186" y="5542"/>
                </a:lnTo>
                <a:close/>
                <a:moveTo>
                  <a:pt x="11988" y="5840"/>
                </a:moveTo>
                <a:lnTo>
                  <a:pt x="11983" y="5843"/>
                </a:lnTo>
                <a:lnTo>
                  <a:pt x="11965" y="5844"/>
                </a:lnTo>
                <a:lnTo>
                  <a:pt x="11956" y="5841"/>
                </a:lnTo>
                <a:lnTo>
                  <a:pt x="11949" y="5838"/>
                </a:lnTo>
                <a:lnTo>
                  <a:pt x="11954" y="5832"/>
                </a:lnTo>
                <a:lnTo>
                  <a:pt x="11966" y="5831"/>
                </a:lnTo>
                <a:lnTo>
                  <a:pt x="11979" y="5831"/>
                </a:lnTo>
                <a:lnTo>
                  <a:pt x="11989" y="5834"/>
                </a:lnTo>
                <a:lnTo>
                  <a:pt x="11990" y="5838"/>
                </a:lnTo>
                <a:lnTo>
                  <a:pt x="11988" y="5840"/>
                </a:lnTo>
                <a:close/>
                <a:moveTo>
                  <a:pt x="12485" y="6124"/>
                </a:moveTo>
                <a:lnTo>
                  <a:pt x="12475" y="6132"/>
                </a:lnTo>
                <a:lnTo>
                  <a:pt x="12442" y="6139"/>
                </a:lnTo>
                <a:lnTo>
                  <a:pt x="12424" y="6137"/>
                </a:lnTo>
                <a:lnTo>
                  <a:pt x="12406" y="6133"/>
                </a:lnTo>
                <a:lnTo>
                  <a:pt x="12393" y="6124"/>
                </a:lnTo>
                <a:lnTo>
                  <a:pt x="12392" y="6117"/>
                </a:lnTo>
                <a:lnTo>
                  <a:pt x="12400" y="6108"/>
                </a:lnTo>
                <a:lnTo>
                  <a:pt x="12430" y="6100"/>
                </a:lnTo>
                <a:lnTo>
                  <a:pt x="12453" y="6099"/>
                </a:lnTo>
                <a:lnTo>
                  <a:pt x="12480" y="6100"/>
                </a:lnTo>
                <a:lnTo>
                  <a:pt x="12493" y="6107"/>
                </a:lnTo>
                <a:lnTo>
                  <a:pt x="12490" y="6116"/>
                </a:lnTo>
                <a:lnTo>
                  <a:pt x="12485" y="6124"/>
                </a:lnTo>
                <a:close/>
                <a:moveTo>
                  <a:pt x="12244" y="6567"/>
                </a:moveTo>
                <a:lnTo>
                  <a:pt x="12230" y="6569"/>
                </a:lnTo>
                <a:lnTo>
                  <a:pt x="12197" y="6569"/>
                </a:lnTo>
                <a:lnTo>
                  <a:pt x="12184" y="6567"/>
                </a:lnTo>
                <a:lnTo>
                  <a:pt x="12179" y="6565"/>
                </a:lnTo>
                <a:lnTo>
                  <a:pt x="12177" y="6562"/>
                </a:lnTo>
                <a:lnTo>
                  <a:pt x="12191" y="6559"/>
                </a:lnTo>
                <a:lnTo>
                  <a:pt x="12213" y="6559"/>
                </a:lnTo>
                <a:lnTo>
                  <a:pt x="12235" y="6559"/>
                </a:lnTo>
                <a:lnTo>
                  <a:pt x="12249" y="6562"/>
                </a:lnTo>
                <a:lnTo>
                  <a:pt x="12248" y="6565"/>
                </a:lnTo>
                <a:lnTo>
                  <a:pt x="12244" y="6567"/>
                </a:lnTo>
                <a:close/>
                <a:moveTo>
                  <a:pt x="12087" y="6691"/>
                </a:moveTo>
                <a:lnTo>
                  <a:pt x="12089" y="6697"/>
                </a:lnTo>
                <a:lnTo>
                  <a:pt x="12081" y="6706"/>
                </a:lnTo>
                <a:lnTo>
                  <a:pt x="12072" y="6707"/>
                </a:lnTo>
                <a:lnTo>
                  <a:pt x="12060" y="6706"/>
                </a:lnTo>
                <a:lnTo>
                  <a:pt x="12045" y="6697"/>
                </a:lnTo>
                <a:lnTo>
                  <a:pt x="12044" y="6691"/>
                </a:lnTo>
                <a:lnTo>
                  <a:pt x="12045" y="6683"/>
                </a:lnTo>
                <a:lnTo>
                  <a:pt x="12053" y="6674"/>
                </a:lnTo>
                <a:lnTo>
                  <a:pt x="12059" y="6673"/>
                </a:lnTo>
                <a:lnTo>
                  <a:pt x="12067" y="6674"/>
                </a:lnTo>
                <a:lnTo>
                  <a:pt x="12082" y="6683"/>
                </a:lnTo>
                <a:lnTo>
                  <a:pt x="12087" y="6691"/>
                </a:lnTo>
                <a:close/>
                <a:moveTo>
                  <a:pt x="11966" y="6818"/>
                </a:moveTo>
                <a:lnTo>
                  <a:pt x="11978" y="6824"/>
                </a:lnTo>
                <a:lnTo>
                  <a:pt x="11991" y="6837"/>
                </a:lnTo>
                <a:lnTo>
                  <a:pt x="11992" y="6849"/>
                </a:lnTo>
                <a:lnTo>
                  <a:pt x="11980" y="6858"/>
                </a:lnTo>
                <a:lnTo>
                  <a:pt x="11970" y="6859"/>
                </a:lnTo>
                <a:lnTo>
                  <a:pt x="11959" y="6861"/>
                </a:lnTo>
                <a:lnTo>
                  <a:pt x="11933" y="6873"/>
                </a:lnTo>
                <a:lnTo>
                  <a:pt x="11923" y="6883"/>
                </a:lnTo>
                <a:lnTo>
                  <a:pt x="11916" y="6888"/>
                </a:lnTo>
                <a:lnTo>
                  <a:pt x="11898" y="6896"/>
                </a:lnTo>
                <a:lnTo>
                  <a:pt x="11867" y="6900"/>
                </a:lnTo>
                <a:lnTo>
                  <a:pt x="11823" y="6893"/>
                </a:lnTo>
                <a:lnTo>
                  <a:pt x="11801" y="6879"/>
                </a:lnTo>
                <a:lnTo>
                  <a:pt x="11794" y="6868"/>
                </a:lnTo>
                <a:lnTo>
                  <a:pt x="11794" y="6861"/>
                </a:lnTo>
                <a:lnTo>
                  <a:pt x="11796" y="6855"/>
                </a:lnTo>
                <a:lnTo>
                  <a:pt x="11806" y="6843"/>
                </a:lnTo>
                <a:lnTo>
                  <a:pt x="11829" y="6829"/>
                </a:lnTo>
                <a:lnTo>
                  <a:pt x="11850" y="6823"/>
                </a:lnTo>
                <a:lnTo>
                  <a:pt x="11898" y="6814"/>
                </a:lnTo>
                <a:lnTo>
                  <a:pt x="11937" y="6811"/>
                </a:lnTo>
                <a:lnTo>
                  <a:pt x="11956" y="6814"/>
                </a:lnTo>
                <a:lnTo>
                  <a:pt x="11966" y="6818"/>
                </a:lnTo>
                <a:close/>
                <a:moveTo>
                  <a:pt x="3294" y="6926"/>
                </a:moveTo>
                <a:lnTo>
                  <a:pt x="3292" y="6938"/>
                </a:lnTo>
                <a:lnTo>
                  <a:pt x="3281" y="6970"/>
                </a:lnTo>
                <a:lnTo>
                  <a:pt x="3264" y="7003"/>
                </a:lnTo>
                <a:lnTo>
                  <a:pt x="3248" y="7026"/>
                </a:lnTo>
                <a:lnTo>
                  <a:pt x="3241" y="7028"/>
                </a:lnTo>
                <a:lnTo>
                  <a:pt x="3236" y="7030"/>
                </a:lnTo>
                <a:lnTo>
                  <a:pt x="3223" y="7047"/>
                </a:lnTo>
                <a:lnTo>
                  <a:pt x="3218" y="7060"/>
                </a:lnTo>
                <a:lnTo>
                  <a:pt x="3212" y="7075"/>
                </a:lnTo>
                <a:lnTo>
                  <a:pt x="3193" y="7097"/>
                </a:lnTo>
                <a:lnTo>
                  <a:pt x="3168" y="7106"/>
                </a:lnTo>
                <a:lnTo>
                  <a:pt x="3143" y="7102"/>
                </a:lnTo>
                <a:lnTo>
                  <a:pt x="3132" y="7094"/>
                </a:lnTo>
                <a:lnTo>
                  <a:pt x="3125" y="7088"/>
                </a:lnTo>
                <a:lnTo>
                  <a:pt x="3118" y="7078"/>
                </a:lnTo>
                <a:lnTo>
                  <a:pt x="3118" y="7063"/>
                </a:lnTo>
                <a:lnTo>
                  <a:pt x="3127" y="7051"/>
                </a:lnTo>
                <a:lnTo>
                  <a:pt x="3133" y="7042"/>
                </a:lnTo>
                <a:lnTo>
                  <a:pt x="3137" y="7020"/>
                </a:lnTo>
                <a:lnTo>
                  <a:pt x="3133" y="7010"/>
                </a:lnTo>
                <a:lnTo>
                  <a:pt x="3130" y="7002"/>
                </a:lnTo>
                <a:lnTo>
                  <a:pt x="3136" y="6977"/>
                </a:lnTo>
                <a:lnTo>
                  <a:pt x="3145" y="6965"/>
                </a:lnTo>
                <a:lnTo>
                  <a:pt x="3156" y="6950"/>
                </a:lnTo>
                <a:lnTo>
                  <a:pt x="3155" y="6944"/>
                </a:lnTo>
                <a:lnTo>
                  <a:pt x="3142" y="6952"/>
                </a:lnTo>
                <a:lnTo>
                  <a:pt x="3129" y="6958"/>
                </a:lnTo>
                <a:lnTo>
                  <a:pt x="3127" y="6954"/>
                </a:lnTo>
                <a:lnTo>
                  <a:pt x="3138" y="6942"/>
                </a:lnTo>
                <a:lnTo>
                  <a:pt x="3150" y="6928"/>
                </a:lnTo>
                <a:lnTo>
                  <a:pt x="3163" y="6927"/>
                </a:lnTo>
                <a:lnTo>
                  <a:pt x="3172" y="6936"/>
                </a:lnTo>
                <a:lnTo>
                  <a:pt x="3178" y="6944"/>
                </a:lnTo>
                <a:lnTo>
                  <a:pt x="3182" y="6951"/>
                </a:lnTo>
                <a:lnTo>
                  <a:pt x="3190" y="6959"/>
                </a:lnTo>
                <a:lnTo>
                  <a:pt x="3201" y="6955"/>
                </a:lnTo>
                <a:lnTo>
                  <a:pt x="3211" y="6939"/>
                </a:lnTo>
                <a:lnTo>
                  <a:pt x="3219" y="6927"/>
                </a:lnTo>
                <a:lnTo>
                  <a:pt x="3245" y="6913"/>
                </a:lnTo>
                <a:lnTo>
                  <a:pt x="3273" y="6909"/>
                </a:lnTo>
                <a:lnTo>
                  <a:pt x="3288" y="6914"/>
                </a:lnTo>
                <a:lnTo>
                  <a:pt x="3293" y="6921"/>
                </a:lnTo>
                <a:lnTo>
                  <a:pt x="3294" y="6926"/>
                </a:lnTo>
                <a:close/>
                <a:moveTo>
                  <a:pt x="3082" y="6944"/>
                </a:moveTo>
                <a:lnTo>
                  <a:pt x="3077" y="6950"/>
                </a:lnTo>
                <a:lnTo>
                  <a:pt x="3060" y="6959"/>
                </a:lnTo>
                <a:lnTo>
                  <a:pt x="3052" y="6960"/>
                </a:lnTo>
                <a:lnTo>
                  <a:pt x="3045" y="6959"/>
                </a:lnTo>
                <a:lnTo>
                  <a:pt x="3048" y="6951"/>
                </a:lnTo>
                <a:lnTo>
                  <a:pt x="3057" y="6944"/>
                </a:lnTo>
                <a:lnTo>
                  <a:pt x="3078" y="6930"/>
                </a:lnTo>
                <a:lnTo>
                  <a:pt x="3089" y="6928"/>
                </a:lnTo>
                <a:lnTo>
                  <a:pt x="3087" y="6937"/>
                </a:lnTo>
                <a:lnTo>
                  <a:pt x="3082" y="6944"/>
                </a:lnTo>
                <a:close/>
                <a:moveTo>
                  <a:pt x="11537" y="7078"/>
                </a:moveTo>
                <a:lnTo>
                  <a:pt x="11536" y="7084"/>
                </a:lnTo>
                <a:lnTo>
                  <a:pt x="11527" y="7095"/>
                </a:lnTo>
                <a:lnTo>
                  <a:pt x="11520" y="7096"/>
                </a:lnTo>
                <a:lnTo>
                  <a:pt x="11514" y="7095"/>
                </a:lnTo>
                <a:lnTo>
                  <a:pt x="11505" y="7084"/>
                </a:lnTo>
                <a:lnTo>
                  <a:pt x="11504" y="7078"/>
                </a:lnTo>
                <a:lnTo>
                  <a:pt x="11505" y="7071"/>
                </a:lnTo>
                <a:lnTo>
                  <a:pt x="11514" y="7062"/>
                </a:lnTo>
                <a:lnTo>
                  <a:pt x="11520" y="7061"/>
                </a:lnTo>
                <a:lnTo>
                  <a:pt x="11527" y="7062"/>
                </a:lnTo>
                <a:lnTo>
                  <a:pt x="11536" y="7071"/>
                </a:lnTo>
                <a:lnTo>
                  <a:pt x="11537" y="7078"/>
                </a:lnTo>
                <a:close/>
                <a:moveTo>
                  <a:pt x="2669" y="7136"/>
                </a:moveTo>
                <a:lnTo>
                  <a:pt x="2662" y="7146"/>
                </a:lnTo>
                <a:lnTo>
                  <a:pt x="2640" y="7164"/>
                </a:lnTo>
                <a:lnTo>
                  <a:pt x="2623" y="7178"/>
                </a:lnTo>
                <a:lnTo>
                  <a:pt x="2620" y="7175"/>
                </a:lnTo>
                <a:lnTo>
                  <a:pt x="2633" y="7157"/>
                </a:lnTo>
                <a:lnTo>
                  <a:pt x="2649" y="7140"/>
                </a:lnTo>
                <a:lnTo>
                  <a:pt x="2664" y="7129"/>
                </a:lnTo>
                <a:lnTo>
                  <a:pt x="2669" y="7131"/>
                </a:lnTo>
                <a:lnTo>
                  <a:pt x="2669" y="7136"/>
                </a:lnTo>
                <a:close/>
                <a:moveTo>
                  <a:pt x="1348" y="7445"/>
                </a:moveTo>
                <a:lnTo>
                  <a:pt x="1344" y="7457"/>
                </a:lnTo>
                <a:lnTo>
                  <a:pt x="1333" y="7470"/>
                </a:lnTo>
                <a:lnTo>
                  <a:pt x="1319" y="7469"/>
                </a:lnTo>
                <a:lnTo>
                  <a:pt x="1308" y="7455"/>
                </a:lnTo>
                <a:lnTo>
                  <a:pt x="1304" y="7443"/>
                </a:lnTo>
                <a:lnTo>
                  <a:pt x="1303" y="7431"/>
                </a:lnTo>
                <a:lnTo>
                  <a:pt x="1315" y="7418"/>
                </a:lnTo>
                <a:lnTo>
                  <a:pt x="1326" y="7415"/>
                </a:lnTo>
                <a:lnTo>
                  <a:pt x="1332" y="7417"/>
                </a:lnTo>
                <a:lnTo>
                  <a:pt x="1341" y="7421"/>
                </a:lnTo>
                <a:lnTo>
                  <a:pt x="1349" y="7433"/>
                </a:lnTo>
                <a:lnTo>
                  <a:pt x="1348" y="7445"/>
                </a:lnTo>
                <a:close/>
                <a:moveTo>
                  <a:pt x="9966" y="7947"/>
                </a:moveTo>
                <a:lnTo>
                  <a:pt x="9974" y="7958"/>
                </a:lnTo>
                <a:lnTo>
                  <a:pt x="9978" y="7978"/>
                </a:lnTo>
                <a:lnTo>
                  <a:pt x="9969" y="7996"/>
                </a:lnTo>
                <a:lnTo>
                  <a:pt x="9950" y="8006"/>
                </a:lnTo>
                <a:lnTo>
                  <a:pt x="9936" y="8007"/>
                </a:lnTo>
                <a:lnTo>
                  <a:pt x="9929" y="8006"/>
                </a:lnTo>
                <a:lnTo>
                  <a:pt x="9917" y="8001"/>
                </a:lnTo>
                <a:lnTo>
                  <a:pt x="9906" y="7984"/>
                </a:lnTo>
                <a:lnTo>
                  <a:pt x="9903" y="7964"/>
                </a:lnTo>
                <a:lnTo>
                  <a:pt x="9903" y="7948"/>
                </a:lnTo>
                <a:lnTo>
                  <a:pt x="9912" y="7927"/>
                </a:lnTo>
                <a:lnTo>
                  <a:pt x="9930" y="7922"/>
                </a:lnTo>
                <a:lnTo>
                  <a:pt x="9953" y="7934"/>
                </a:lnTo>
                <a:lnTo>
                  <a:pt x="9966" y="7947"/>
                </a:lnTo>
                <a:close/>
                <a:moveTo>
                  <a:pt x="2652" y="7956"/>
                </a:moveTo>
                <a:lnTo>
                  <a:pt x="2651" y="7962"/>
                </a:lnTo>
                <a:lnTo>
                  <a:pt x="2642" y="7971"/>
                </a:lnTo>
                <a:lnTo>
                  <a:pt x="2636" y="7972"/>
                </a:lnTo>
                <a:lnTo>
                  <a:pt x="2629" y="7971"/>
                </a:lnTo>
                <a:lnTo>
                  <a:pt x="2614" y="7962"/>
                </a:lnTo>
                <a:lnTo>
                  <a:pt x="2610" y="7956"/>
                </a:lnTo>
                <a:lnTo>
                  <a:pt x="2607" y="7949"/>
                </a:lnTo>
                <a:lnTo>
                  <a:pt x="2615" y="7940"/>
                </a:lnTo>
                <a:lnTo>
                  <a:pt x="2625" y="7939"/>
                </a:lnTo>
                <a:lnTo>
                  <a:pt x="2635" y="7940"/>
                </a:lnTo>
                <a:lnTo>
                  <a:pt x="2651" y="7949"/>
                </a:lnTo>
                <a:lnTo>
                  <a:pt x="2652" y="7956"/>
                </a:lnTo>
                <a:close/>
                <a:moveTo>
                  <a:pt x="2930" y="8327"/>
                </a:moveTo>
                <a:lnTo>
                  <a:pt x="2918" y="8340"/>
                </a:lnTo>
                <a:lnTo>
                  <a:pt x="2897" y="8354"/>
                </a:lnTo>
                <a:lnTo>
                  <a:pt x="2892" y="8352"/>
                </a:lnTo>
                <a:lnTo>
                  <a:pt x="2889" y="8347"/>
                </a:lnTo>
                <a:lnTo>
                  <a:pt x="2897" y="8330"/>
                </a:lnTo>
                <a:lnTo>
                  <a:pt x="2915" y="8310"/>
                </a:lnTo>
                <a:lnTo>
                  <a:pt x="2935" y="8295"/>
                </a:lnTo>
                <a:lnTo>
                  <a:pt x="2945" y="8293"/>
                </a:lnTo>
                <a:lnTo>
                  <a:pt x="2947" y="8293"/>
                </a:lnTo>
                <a:lnTo>
                  <a:pt x="2949" y="8299"/>
                </a:lnTo>
                <a:lnTo>
                  <a:pt x="2941" y="8314"/>
                </a:lnTo>
                <a:lnTo>
                  <a:pt x="2930" y="8327"/>
                </a:lnTo>
                <a:close/>
                <a:moveTo>
                  <a:pt x="2872" y="8384"/>
                </a:moveTo>
                <a:lnTo>
                  <a:pt x="2871" y="8389"/>
                </a:lnTo>
                <a:lnTo>
                  <a:pt x="2861" y="8399"/>
                </a:lnTo>
                <a:lnTo>
                  <a:pt x="2854" y="8403"/>
                </a:lnTo>
                <a:lnTo>
                  <a:pt x="2848" y="8406"/>
                </a:lnTo>
                <a:lnTo>
                  <a:pt x="2839" y="8402"/>
                </a:lnTo>
                <a:lnTo>
                  <a:pt x="2838" y="8397"/>
                </a:lnTo>
                <a:lnTo>
                  <a:pt x="2839" y="8389"/>
                </a:lnTo>
                <a:lnTo>
                  <a:pt x="2848" y="8378"/>
                </a:lnTo>
                <a:lnTo>
                  <a:pt x="2854" y="8377"/>
                </a:lnTo>
                <a:lnTo>
                  <a:pt x="2861" y="8378"/>
                </a:lnTo>
                <a:lnTo>
                  <a:pt x="2871" y="8381"/>
                </a:lnTo>
                <a:lnTo>
                  <a:pt x="2872" y="8384"/>
                </a:lnTo>
                <a:close/>
                <a:moveTo>
                  <a:pt x="3356" y="8587"/>
                </a:moveTo>
                <a:lnTo>
                  <a:pt x="3354" y="8597"/>
                </a:lnTo>
                <a:lnTo>
                  <a:pt x="3359" y="8620"/>
                </a:lnTo>
                <a:lnTo>
                  <a:pt x="3366" y="8630"/>
                </a:lnTo>
                <a:lnTo>
                  <a:pt x="3374" y="8638"/>
                </a:lnTo>
                <a:lnTo>
                  <a:pt x="3377" y="8652"/>
                </a:lnTo>
                <a:lnTo>
                  <a:pt x="3369" y="8659"/>
                </a:lnTo>
                <a:lnTo>
                  <a:pt x="3351" y="8659"/>
                </a:lnTo>
                <a:lnTo>
                  <a:pt x="3338" y="8655"/>
                </a:lnTo>
                <a:lnTo>
                  <a:pt x="3327" y="8650"/>
                </a:lnTo>
                <a:lnTo>
                  <a:pt x="3313" y="8635"/>
                </a:lnTo>
                <a:lnTo>
                  <a:pt x="3311" y="8615"/>
                </a:lnTo>
                <a:lnTo>
                  <a:pt x="3322" y="8594"/>
                </a:lnTo>
                <a:lnTo>
                  <a:pt x="3331" y="8584"/>
                </a:lnTo>
                <a:lnTo>
                  <a:pt x="3349" y="8567"/>
                </a:lnTo>
                <a:lnTo>
                  <a:pt x="3360" y="8566"/>
                </a:lnTo>
                <a:lnTo>
                  <a:pt x="3360" y="8577"/>
                </a:lnTo>
                <a:lnTo>
                  <a:pt x="3356" y="8587"/>
                </a:lnTo>
                <a:close/>
                <a:moveTo>
                  <a:pt x="3143" y="8655"/>
                </a:moveTo>
                <a:lnTo>
                  <a:pt x="3138" y="8662"/>
                </a:lnTo>
                <a:lnTo>
                  <a:pt x="3133" y="8673"/>
                </a:lnTo>
                <a:lnTo>
                  <a:pt x="3136" y="8683"/>
                </a:lnTo>
                <a:lnTo>
                  <a:pt x="3146" y="8691"/>
                </a:lnTo>
                <a:lnTo>
                  <a:pt x="3155" y="8696"/>
                </a:lnTo>
                <a:lnTo>
                  <a:pt x="3171" y="8703"/>
                </a:lnTo>
                <a:lnTo>
                  <a:pt x="3210" y="8708"/>
                </a:lnTo>
                <a:lnTo>
                  <a:pt x="3228" y="8706"/>
                </a:lnTo>
                <a:lnTo>
                  <a:pt x="3253" y="8702"/>
                </a:lnTo>
                <a:lnTo>
                  <a:pt x="3256" y="8708"/>
                </a:lnTo>
                <a:lnTo>
                  <a:pt x="3236" y="8724"/>
                </a:lnTo>
                <a:lnTo>
                  <a:pt x="3208" y="8743"/>
                </a:lnTo>
                <a:lnTo>
                  <a:pt x="3191" y="8749"/>
                </a:lnTo>
                <a:lnTo>
                  <a:pt x="3186" y="8751"/>
                </a:lnTo>
                <a:lnTo>
                  <a:pt x="3176" y="8771"/>
                </a:lnTo>
                <a:lnTo>
                  <a:pt x="3173" y="8786"/>
                </a:lnTo>
                <a:lnTo>
                  <a:pt x="3168" y="8803"/>
                </a:lnTo>
                <a:lnTo>
                  <a:pt x="3154" y="8825"/>
                </a:lnTo>
                <a:lnTo>
                  <a:pt x="3138" y="8830"/>
                </a:lnTo>
                <a:lnTo>
                  <a:pt x="3126" y="8818"/>
                </a:lnTo>
                <a:lnTo>
                  <a:pt x="3125" y="8803"/>
                </a:lnTo>
                <a:lnTo>
                  <a:pt x="3124" y="8786"/>
                </a:lnTo>
                <a:lnTo>
                  <a:pt x="3109" y="8754"/>
                </a:lnTo>
                <a:lnTo>
                  <a:pt x="3098" y="8742"/>
                </a:lnTo>
                <a:lnTo>
                  <a:pt x="3087" y="8731"/>
                </a:lnTo>
                <a:lnTo>
                  <a:pt x="3083" y="8720"/>
                </a:lnTo>
                <a:lnTo>
                  <a:pt x="3087" y="8716"/>
                </a:lnTo>
                <a:lnTo>
                  <a:pt x="3091" y="8716"/>
                </a:lnTo>
                <a:lnTo>
                  <a:pt x="3100" y="8714"/>
                </a:lnTo>
                <a:lnTo>
                  <a:pt x="3106" y="8701"/>
                </a:lnTo>
                <a:lnTo>
                  <a:pt x="3103" y="8691"/>
                </a:lnTo>
                <a:lnTo>
                  <a:pt x="3101" y="8682"/>
                </a:lnTo>
                <a:lnTo>
                  <a:pt x="3106" y="8658"/>
                </a:lnTo>
                <a:lnTo>
                  <a:pt x="3113" y="8650"/>
                </a:lnTo>
                <a:lnTo>
                  <a:pt x="3123" y="8641"/>
                </a:lnTo>
                <a:lnTo>
                  <a:pt x="3141" y="8632"/>
                </a:lnTo>
                <a:lnTo>
                  <a:pt x="3152" y="8633"/>
                </a:lnTo>
                <a:lnTo>
                  <a:pt x="3151" y="8645"/>
                </a:lnTo>
                <a:lnTo>
                  <a:pt x="3143" y="8655"/>
                </a:lnTo>
                <a:close/>
                <a:moveTo>
                  <a:pt x="3716" y="8655"/>
                </a:moveTo>
                <a:lnTo>
                  <a:pt x="3710" y="8661"/>
                </a:lnTo>
                <a:lnTo>
                  <a:pt x="3690" y="8671"/>
                </a:lnTo>
                <a:lnTo>
                  <a:pt x="3681" y="8674"/>
                </a:lnTo>
                <a:lnTo>
                  <a:pt x="3667" y="8670"/>
                </a:lnTo>
                <a:lnTo>
                  <a:pt x="3665" y="8665"/>
                </a:lnTo>
                <a:lnTo>
                  <a:pt x="3667" y="8658"/>
                </a:lnTo>
                <a:lnTo>
                  <a:pt x="3681" y="8649"/>
                </a:lnTo>
                <a:lnTo>
                  <a:pt x="3690" y="8648"/>
                </a:lnTo>
                <a:lnTo>
                  <a:pt x="3701" y="8648"/>
                </a:lnTo>
                <a:lnTo>
                  <a:pt x="3715" y="8652"/>
                </a:lnTo>
                <a:lnTo>
                  <a:pt x="3716" y="8655"/>
                </a:lnTo>
                <a:close/>
                <a:moveTo>
                  <a:pt x="6533" y="8746"/>
                </a:moveTo>
                <a:lnTo>
                  <a:pt x="6539" y="8761"/>
                </a:lnTo>
                <a:lnTo>
                  <a:pt x="6544" y="8780"/>
                </a:lnTo>
                <a:lnTo>
                  <a:pt x="6540" y="8791"/>
                </a:lnTo>
                <a:lnTo>
                  <a:pt x="6525" y="8794"/>
                </a:lnTo>
                <a:lnTo>
                  <a:pt x="6513" y="8793"/>
                </a:lnTo>
                <a:lnTo>
                  <a:pt x="6500" y="8793"/>
                </a:lnTo>
                <a:lnTo>
                  <a:pt x="6480" y="8796"/>
                </a:lnTo>
                <a:lnTo>
                  <a:pt x="6477" y="8800"/>
                </a:lnTo>
                <a:lnTo>
                  <a:pt x="6474" y="8812"/>
                </a:lnTo>
                <a:lnTo>
                  <a:pt x="6460" y="8839"/>
                </a:lnTo>
                <a:lnTo>
                  <a:pt x="6441" y="8863"/>
                </a:lnTo>
                <a:lnTo>
                  <a:pt x="6424" y="8877"/>
                </a:lnTo>
                <a:lnTo>
                  <a:pt x="6419" y="8876"/>
                </a:lnTo>
                <a:lnTo>
                  <a:pt x="6415" y="8872"/>
                </a:lnTo>
                <a:lnTo>
                  <a:pt x="6415" y="8854"/>
                </a:lnTo>
                <a:lnTo>
                  <a:pt x="6426" y="8814"/>
                </a:lnTo>
                <a:lnTo>
                  <a:pt x="6456" y="8750"/>
                </a:lnTo>
                <a:lnTo>
                  <a:pt x="6483" y="8713"/>
                </a:lnTo>
                <a:lnTo>
                  <a:pt x="6497" y="8699"/>
                </a:lnTo>
                <a:lnTo>
                  <a:pt x="6503" y="8698"/>
                </a:lnTo>
                <a:lnTo>
                  <a:pt x="6510" y="8701"/>
                </a:lnTo>
                <a:lnTo>
                  <a:pt x="6526" y="8727"/>
                </a:lnTo>
                <a:lnTo>
                  <a:pt x="6533" y="8746"/>
                </a:lnTo>
                <a:close/>
                <a:moveTo>
                  <a:pt x="6701" y="8868"/>
                </a:moveTo>
                <a:lnTo>
                  <a:pt x="6699" y="8883"/>
                </a:lnTo>
                <a:lnTo>
                  <a:pt x="6702" y="8892"/>
                </a:lnTo>
                <a:lnTo>
                  <a:pt x="6707" y="8892"/>
                </a:lnTo>
                <a:lnTo>
                  <a:pt x="6711" y="8889"/>
                </a:lnTo>
                <a:lnTo>
                  <a:pt x="6715" y="8887"/>
                </a:lnTo>
                <a:lnTo>
                  <a:pt x="6720" y="8887"/>
                </a:lnTo>
                <a:lnTo>
                  <a:pt x="6722" y="8896"/>
                </a:lnTo>
                <a:lnTo>
                  <a:pt x="6718" y="8909"/>
                </a:lnTo>
                <a:lnTo>
                  <a:pt x="6715" y="8918"/>
                </a:lnTo>
                <a:lnTo>
                  <a:pt x="6714" y="8929"/>
                </a:lnTo>
                <a:lnTo>
                  <a:pt x="6729" y="8935"/>
                </a:lnTo>
                <a:lnTo>
                  <a:pt x="6756" y="8931"/>
                </a:lnTo>
                <a:lnTo>
                  <a:pt x="6779" y="8928"/>
                </a:lnTo>
                <a:lnTo>
                  <a:pt x="6798" y="8929"/>
                </a:lnTo>
                <a:lnTo>
                  <a:pt x="6804" y="8933"/>
                </a:lnTo>
                <a:lnTo>
                  <a:pt x="6804" y="8943"/>
                </a:lnTo>
                <a:lnTo>
                  <a:pt x="6783" y="8968"/>
                </a:lnTo>
                <a:lnTo>
                  <a:pt x="6764" y="8984"/>
                </a:lnTo>
                <a:lnTo>
                  <a:pt x="6738" y="9002"/>
                </a:lnTo>
                <a:lnTo>
                  <a:pt x="6709" y="9016"/>
                </a:lnTo>
                <a:lnTo>
                  <a:pt x="6694" y="9019"/>
                </a:lnTo>
                <a:lnTo>
                  <a:pt x="6681" y="9015"/>
                </a:lnTo>
                <a:lnTo>
                  <a:pt x="6674" y="9005"/>
                </a:lnTo>
                <a:lnTo>
                  <a:pt x="6668" y="8979"/>
                </a:lnTo>
                <a:lnTo>
                  <a:pt x="6670" y="8951"/>
                </a:lnTo>
                <a:lnTo>
                  <a:pt x="6672" y="8937"/>
                </a:lnTo>
                <a:lnTo>
                  <a:pt x="6667" y="8937"/>
                </a:lnTo>
                <a:lnTo>
                  <a:pt x="6657" y="8951"/>
                </a:lnTo>
                <a:lnTo>
                  <a:pt x="6650" y="8961"/>
                </a:lnTo>
                <a:lnTo>
                  <a:pt x="6634" y="8967"/>
                </a:lnTo>
                <a:lnTo>
                  <a:pt x="6629" y="8964"/>
                </a:lnTo>
                <a:lnTo>
                  <a:pt x="6626" y="8962"/>
                </a:lnTo>
                <a:lnTo>
                  <a:pt x="6618" y="8962"/>
                </a:lnTo>
                <a:lnTo>
                  <a:pt x="6603" y="8971"/>
                </a:lnTo>
                <a:lnTo>
                  <a:pt x="6594" y="8982"/>
                </a:lnTo>
                <a:lnTo>
                  <a:pt x="6583" y="8996"/>
                </a:lnTo>
                <a:lnTo>
                  <a:pt x="6569" y="9000"/>
                </a:lnTo>
                <a:lnTo>
                  <a:pt x="6559" y="8995"/>
                </a:lnTo>
                <a:lnTo>
                  <a:pt x="6553" y="8990"/>
                </a:lnTo>
                <a:lnTo>
                  <a:pt x="6548" y="8985"/>
                </a:lnTo>
                <a:lnTo>
                  <a:pt x="6543" y="8975"/>
                </a:lnTo>
                <a:lnTo>
                  <a:pt x="6551" y="8962"/>
                </a:lnTo>
                <a:lnTo>
                  <a:pt x="6568" y="8949"/>
                </a:lnTo>
                <a:lnTo>
                  <a:pt x="6584" y="8937"/>
                </a:lnTo>
                <a:lnTo>
                  <a:pt x="6592" y="8922"/>
                </a:lnTo>
                <a:lnTo>
                  <a:pt x="6590" y="8912"/>
                </a:lnTo>
                <a:lnTo>
                  <a:pt x="6586" y="8906"/>
                </a:lnTo>
                <a:lnTo>
                  <a:pt x="6578" y="8895"/>
                </a:lnTo>
                <a:lnTo>
                  <a:pt x="6575" y="8874"/>
                </a:lnTo>
                <a:lnTo>
                  <a:pt x="6585" y="8860"/>
                </a:lnTo>
                <a:lnTo>
                  <a:pt x="6602" y="8860"/>
                </a:lnTo>
                <a:lnTo>
                  <a:pt x="6614" y="8867"/>
                </a:lnTo>
                <a:lnTo>
                  <a:pt x="6620" y="8873"/>
                </a:lnTo>
                <a:lnTo>
                  <a:pt x="6630" y="8876"/>
                </a:lnTo>
                <a:lnTo>
                  <a:pt x="6645" y="8867"/>
                </a:lnTo>
                <a:lnTo>
                  <a:pt x="6655" y="8850"/>
                </a:lnTo>
                <a:lnTo>
                  <a:pt x="6664" y="8837"/>
                </a:lnTo>
                <a:lnTo>
                  <a:pt x="6682" y="8826"/>
                </a:lnTo>
                <a:lnTo>
                  <a:pt x="6698" y="8832"/>
                </a:lnTo>
                <a:lnTo>
                  <a:pt x="6704" y="8852"/>
                </a:lnTo>
                <a:lnTo>
                  <a:pt x="6701" y="8868"/>
                </a:lnTo>
                <a:close/>
                <a:moveTo>
                  <a:pt x="2990" y="8865"/>
                </a:moveTo>
                <a:lnTo>
                  <a:pt x="2989" y="8874"/>
                </a:lnTo>
                <a:lnTo>
                  <a:pt x="2986" y="8886"/>
                </a:lnTo>
                <a:lnTo>
                  <a:pt x="2978" y="8891"/>
                </a:lnTo>
                <a:lnTo>
                  <a:pt x="2965" y="8891"/>
                </a:lnTo>
                <a:lnTo>
                  <a:pt x="2956" y="8889"/>
                </a:lnTo>
                <a:lnTo>
                  <a:pt x="2943" y="8886"/>
                </a:lnTo>
                <a:lnTo>
                  <a:pt x="2927" y="8877"/>
                </a:lnTo>
                <a:lnTo>
                  <a:pt x="2922" y="8865"/>
                </a:lnTo>
                <a:lnTo>
                  <a:pt x="2927" y="8852"/>
                </a:lnTo>
                <a:lnTo>
                  <a:pt x="2934" y="8845"/>
                </a:lnTo>
                <a:lnTo>
                  <a:pt x="2942" y="8837"/>
                </a:lnTo>
                <a:lnTo>
                  <a:pt x="2962" y="8833"/>
                </a:lnTo>
                <a:lnTo>
                  <a:pt x="2978" y="8839"/>
                </a:lnTo>
                <a:lnTo>
                  <a:pt x="2989" y="8854"/>
                </a:lnTo>
                <a:lnTo>
                  <a:pt x="2990" y="8865"/>
                </a:lnTo>
                <a:close/>
                <a:moveTo>
                  <a:pt x="4612" y="8850"/>
                </a:moveTo>
                <a:lnTo>
                  <a:pt x="4611" y="8856"/>
                </a:lnTo>
                <a:lnTo>
                  <a:pt x="4602" y="8866"/>
                </a:lnTo>
                <a:lnTo>
                  <a:pt x="4595" y="8867"/>
                </a:lnTo>
                <a:lnTo>
                  <a:pt x="4588" y="8866"/>
                </a:lnTo>
                <a:lnTo>
                  <a:pt x="4578" y="8856"/>
                </a:lnTo>
                <a:lnTo>
                  <a:pt x="4577" y="8850"/>
                </a:lnTo>
                <a:lnTo>
                  <a:pt x="4578" y="8843"/>
                </a:lnTo>
                <a:lnTo>
                  <a:pt x="4588" y="8834"/>
                </a:lnTo>
                <a:lnTo>
                  <a:pt x="4595" y="8833"/>
                </a:lnTo>
                <a:lnTo>
                  <a:pt x="4602" y="8834"/>
                </a:lnTo>
                <a:lnTo>
                  <a:pt x="4611" y="8843"/>
                </a:lnTo>
                <a:lnTo>
                  <a:pt x="4612" y="8850"/>
                </a:lnTo>
                <a:close/>
                <a:moveTo>
                  <a:pt x="7787" y="8884"/>
                </a:moveTo>
                <a:lnTo>
                  <a:pt x="7785" y="8891"/>
                </a:lnTo>
                <a:lnTo>
                  <a:pt x="7767" y="8910"/>
                </a:lnTo>
                <a:lnTo>
                  <a:pt x="7754" y="8918"/>
                </a:lnTo>
                <a:lnTo>
                  <a:pt x="7744" y="8923"/>
                </a:lnTo>
                <a:lnTo>
                  <a:pt x="7729" y="8927"/>
                </a:lnTo>
                <a:lnTo>
                  <a:pt x="7722" y="8924"/>
                </a:lnTo>
                <a:lnTo>
                  <a:pt x="7719" y="8911"/>
                </a:lnTo>
                <a:lnTo>
                  <a:pt x="7719" y="8901"/>
                </a:lnTo>
                <a:lnTo>
                  <a:pt x="7720" y="8893"/>
                </a:lnTo>
                <a:lnTo>
                  <a:pt x="7724" y="8881"/>
                </a:lnTo>
                <a:lnTo>
                  <a:pt x="7733" y="8872"/>
                </a:lnTo>
                <a:lnTo>
                  <a:pt x="7746" y="8867"/>
                </a:lnTo>
                <a:lnTo>
                  <a:pt x="7754" y="8867"/>
                </a:lnTo>
                <a:lnTo>
                  <a:pt x="7767" y="8867"/>
                </a:lnTo>
                <a:lnTo>
                  <a:pt x="7785" y="8877"/>
                </a:lnTo>
                <a:lnTo>
                  <a:pt x="7787" y="8884"/>
                </a:lnTo>
                <a:close/>
                <a:moveTo>
                  <a:pt x="4734" y="9019"/>
                </a:moveTo>
                <a:lnTo>
                  <a:pt x="4729" y="9032"/>
                </a:lnTo>
                <a:lnTo>
                  <a:pt x="4712" y="9051"/>
                </a:lnTo>
                <a:lnTo>
                  <a:pt x="4703" y="9053"/>
                </a:lnTo>
                <a:lnTo>
                  <a:pt x="4696" y="9053"/>
                </a:lnTo>
                <a:lnTo>
                  <a:pt x="4688" y="9050"/>
                </a:lnTo>
                <a:lnTo>
                  <a:pt x="4689" y="9037"/>
                </a:lnTo>
                <a:lnTo>
                  <a:pt x="4699" y="9019"/>
                </a:lnTo>
                <a:lnTo>
                  <a:pt x="4708" y="9005"/>
                </a:lnTo>
                <a:lnTo>
                  <a:pt x="4726" y="8987"/>
                </a:lnTo>
                <a:lnTo>
                  <a:pt x="4731" y="8985"/>
                </a:lnTo>
                <a:lnTo>
                  <a:pt x="4735" y="8987"/>
                </a:lnTo>
                <a:lnTo>
                  <a:pt x="4737" y="9005"/>
                </a:lnTo>
                <a:lnTo>
                  <a:pt x="4734" y="9019"/>
                </a:lnTo>
                <a:close/>
                <a:moveTo>
                  <a:pt x="5524" y="9019"/>
                </a:moveTo>
                <a:lnTo>
                  <a:pt x="5523" y="9025"/>
                </a:lnTo>
                <a:lnTo>
                  <a:pt x="5514" y="9035"/>
                </a:lnTo>
                <a:lnTo>
                  <a:pt x="5507" y="9036"/>
                </a:lnTo>
                <a:lnTo>
                  <a:pt x="5501" y="9035"/>
                </a:lnTo>
                <a:lnTo>
                  <a:pt x="5491" y="9025"/>
                </a:lnTo>
                <a:lnTo>
                  <a:pt x="5490" y="9019"/>
                </a:lnTo>
                <a:lnTo>
                  <a:pt x="5491" y="9012"/>
                </a:lnTo>
                <a:lnTo>
                  <a:pt x="5501" y="9003"/>
                </a:lnTo>
                <a:lnTo>
                  <a:pt x="5507" y="9002"/>
                </a:lnTo>
                <a:lnTo>
                  <a:pt x="5514" y="9003"/>
                </a:lnTo>
                <a:lnTo>
                  <a:pt x="5523" y="9012"/>
                </a:lnTo>
                <a:lnTo>
                  <a:pt x="5524" y="90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85" name="Freeform 311">
            <a:extLst>
              <a:ext uri="{FF2B5EF4-FFF2-40B4-BE49-F238E27FC236}">
                <a16:creationId xmlns:a16="http://schemas.microsoft.com/office/drawing/2014/main" id="{6A4528FF-2EBF-46D1-9F49-737C74DD4A47}"/>
              </a:ext>
            </a:extLst>
          </p:cNvPr>
          <p:cNvSpPr>
            <a:spLocks noEditPoints="1"/>
          </p:cNvSpPr>
          <p:nvPr/>
        </p:nvSpPr>
        <p:spPr bwMode="auto">
          <a:xfrm>
            <a:off x="9849291" y="2593039"/>
            <a:ext cx="1779212" cy="1257518"/>
          </a:xfrm>
          <a:custGeom>
            <a:avLst/>
            <a:gdLst>
              <a:gd name="T0" fmla="*/ 1536 w 4568"/>
              <a:gd name="T1" fmla="*/ 151 h 3232"/>
              <a:gd name="T2" fmla="*/ 1345 w 4568"/>
              <a:gd name="T3" fmla="*/ 266 h 3232"/>
              <a:gd name="T4" fmla="*/ 1121 w 4568"/>
              <a:gd name="T5" fmla="*/ 413 h 3232"/>
              <a:gd name="T6" fmla="*/ 912 w 4568"/>
              <a:gd name="T7" fmla="*/ 594 h 3232"/>
              <a:gd name="T8" fmla="*/ 695 w 4568"/>
              <a:gd name="T9" fmla="*/ 770 h 3232"/>
              <a:gd name="T10" fmla="*/ 400 w 4568"/>
              <a:gd name="T11" fmla="*/ 1077 h 3232"/>
              <a:gd name="T12" fmla="*/ 115 w 4568"/>
              <a:gd name="T13" fmla="*/ 1405 h 3232"/>
              <a:gd name="T14" fmla="*/ 51 w 4568"/>
              <a:gd name="T15" fmla="*/ 1657 h 3232"/>
              <a:gd name="T16" fmla="*/ 167 w 4568"/>
              <a:gd name="T17" fmla="*/ 1921 h 3232"/>
              <a:gd name="T18" fmla="*/ 247 w 4568"/>
              <a:gd name="T19" fmla="*/ 2077 h 3232"/>
              <a:gd name="T20" fmla="*/ 275 w 4568"/>
              <a:gd name="T21" fmla="*/ 2514 h 3232"/>
              <a:gd name="T22" fmla="*/ 451 w 4568"/>
              <a:gd name="T23" fmla="*/ 2915 h 3232"/>
              <a:gd name="T24" fmla="*/ 581 w 4568"/>
              <a:gd name="T25" fmla="*/ 3152 h 3232"/>
              <a:gd name="T26" fmla="*/ 801 w 4568"/>
              <a:gd name="T27" fmla="*/ 3092 h 3232"/>
              <a:gd name="T28" fmla="*/ 1206 w 4568"/>
              <a:gd name="T29" fmla="*/ 2844 h 3232"/>
              <a:gd name="T30" fmla="*/ 1344 w 4568"/>
              <a:gd name="T31" fmla="*/ 2969 h 3232"/>
              <a:gd name="T32" fmla="*/ 1501 w 4568"/>
              <a:gd name="T33" fmla="*/ 3076 h 3232"/>
              <a:gd name="T34" fmla="*/ 1886 w 4568"/>
              <a:gd name="T35" fmla="*/ 3146 h 3232"/>
              <a:gd name="T36" fmla="*/ 2292 w 4568"/>
              <a:gd name="T37" fmla="*/ 3133 h 3232"/>
              <a:gd name="T38" fmla="*/ 2530 w 4568"/>
              <a:gd name="T39" fmla="*/ 3198 h 3232"/>
              <a:gd name="T40" fmla="*/ 2886 w 4568"/>
              <a:gd name="T41" fmla="*/ 3065 h 3232"/>
              <a:gd name="T42" fmla="*/ 3173 w 4568"/>
              <a:gd name="T43" fmla="*/ 2865 h 3232"/>
              <a:gd name="T44" fmla="*/ 3424 w 4568"/>
              <a:gd name="T45" fmla="*/ 2688 h 3232"/>
              <a:gd name="T46" fmla="*/ 3608 w 4568"/>
              <a:gd name="T47" fmla="*/ 2518 h 3232"/>
              <a:gd name="T48" fmla="*/ 3989 w 4568"/>
              <a:gd name="T49" fmla="*/ 2420 h 3232"/>
              <a:gd name="T50" fmla="*/ 3817 w 4568"/>
              <a:gd name="T51" fmla="*/ 2471 h 3232"/>
              <a:gd name="T52" fmla="*/ 3899 w 4568"/>
              <a:gd name="T53" fmla="*/ 2563 h 3232"/>
              <a:gd name="T54" fmla="*/ 3990 w 4568"/>
              <a:gd name="T55" fmla="*/ 2652 h 3232"/>
              <a:gd name="T56" fmla="*/ 4120 w 4568"/>
              <a:gd name="T57" fmla="*/ 2443 h 3232"/>
              <a:gd name="T58" fmla="*/ 4294 w 4568"/>
              <a:gd name="T59" fmla="*/ 2386 h 3232"/>
              <a:gd name="T60" fmla="*/ 4499 w 4568"/>
              <a:gd name="T61" fmla="*/ 2346 h 3232"/>
              <a:gd name="T62" fmla="*/ 4531 w 4568"/>
              <a:gd name="T63" fmla="*/ 2211 h 3232"/>
              <a:gd name="T64" fmla="*/ 4476 w 4568"/>
              <a:gd name="T65" fmla="*/ 1999 h 3232"/>
              <a:gd name="T66" fmla="*/ 4308 w 4568"/>
              <a:gd name="T67" fmla="*/ 2106 h 3232"/>
              <a:gd name="T68" fmla="*/ 4353 w 4568"/>
              <a:gd name="T69" fmla="*/ 1677 h 3232"/>
              <a:gd name="T70" fmla="*/ 4320 w 4568"/>
              <a:gd name="T71" fmla="*/ 1567 h 3232"/>
              <a:gd name="T72" fmla="*/ 4256 w 4568"/>
              <a:gd name="T73" fmla="*/ 1370 h 3232"/>
              <a:gd name="T74" fmla="*/ 4317 w 4568"/>
              <a:gd name="T75" fmla="*/ 1074 h 3232"/>
              <a:gd name="T76" fmla="*/ 4241 w 4568"/>
              <a:gd name="T77" fmla="*/ 911 h 3232"/>
              <a:gd name="T78" fmla="*/ 4013 w 4568"/>
              <a:gd name="T79" fmla="*/ 788 h 3232"/>
              <a:gd name="T80" fmla="*/ 3815 w 4568"/>
              <a:gd name="T81" fmla="*/ 493 h 3232"/>
              <a:gd name="T82" fmla="*/ 3412 w 4568"/>
              <a:gd name="T83" fmla="*/ 555 h 3232"/>
              <a:gd name="T84" fmla="*/ 3030 w 4568"/>
              <a:gd name="T85" fmla="*/ 560 h 3232"/>
              <a:gd name="T86" fmla="*/ 2772 w 4568"/>
              <a:gd name="T87" fmla="*/ 504 h 3232"/>
              <a:gd name="T88" fmla="*/ 2507 w 4568"/>
              <a:gd name="T89" fmla="*/ 476 h 3232"/>
              <a:gd name="T90" fmla="*/ 2284 w 4568"/>
              <a:gd name="T91" fmla="*/ 355 h 3232"/>
              <a:gd name="T92" fmla="*/ 1980 w 4568"/>
              <a:gd name="T93" fmla="*/ 225 h 3232"/>
              <a:gd name="T94" fmla="*/ 1810 w 4568"/>
              <a:gd name="T95" fmla="*/ 75 h 3232"/>
              <a:gd name="T96" fmla="*/ 1652 w 4568"/>
              <a:gd name="T97" fmla="*/ 0 h 3232"/>
              <a:gd name="T98" fmla="*/ 1655 w 4568"/>
              <a:gd name="T99" fmla="*/ 97 h 3232"/>
              <a:gd name="T100" fmla="*/ 1323 w 4568"/>
              <a:gd name="T101" fmla="*/ 745 h 3232"/>
              <a:gd name="T102" fmla="*/ 816 w 4568"/>
              <a:gd name="T103" fmla="*/ 735 h 3232"/>
              <a:gd name="T104" fmla="*/ 4263 w 4568"/>
              <a:gd name="T105" fmla="*/ 1957 h 3232"/>
              <a:gd name="T106" fmla="*/ 4174 w 4568"/>
              <a:gd name="T107" fmla="*/ 2105 h 3232"/>
              <a:gd name="T108" fmla="*/ 4214 w 4568"/>
              <a:gd name="T109" fmla="*/ 2218 h 3232"/>
              <a:gd name="T110" fmla="*/ 4032 w 4568"/>
              <a:gd name="T111" fmla="*/ 2278 h 3232"/>
              <a:gd name="T112" fmla="*/ 3982 w 4568"/>
              <a:gd name="T113" fmla="*/ 2359 h 3232"/>
              <a:gd name="T114" fmla="*/ 4274 w 4568"/>
              <a:gd name="T115" fmla="*/ 2304 h 3232"/>
              <a:gd name="T116" fmla="*/ 4233 w 4568"/>
              <a:gd name="T117" fmla="*/ 2321 h 3232"/>
              <a:gd name="T118" fmla="*/ 845 w 4568"/>
              <a:gd name="T119" fmla="*/ 2899 h 3232"/>
              <a:gd name="T120" fmla="*/ 617 w 4568"/>
              <a:gd name="T121" fmla="*/ 2962 h 3232"/>
              <a:gd name="T122" fmla="*/ 2395 w 4568"/>
              <a:gd name="T123" fmla="*/ 3054 h 3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568" h="3232">
                <a:moveTo>
                  <a:pt x="1614" y="28"/>
                </a:moveTo>
                <a:lnTo>
                  <a:pt x="1613" y="37"/>
                </a:lnTo>
                <a:lnTo>
                  <a:pt x="1603" y="53"/>
                </a:lnTo>
                <a:lnTo>
                  <a:pt x="1596" y="55"/>
                </a:lnTo>
                <a:lnTo>
                  <a:pt x="1589" y="56"/>
                </a:lnTo>
                <a:lnTo>
                  <a:pt x="1579" y="67"/>
                </a:lnTo>
                <a:lnTo>
                  <a:pt x="1578" y="74"/>
                </a:lnTo>
                <a:lnTo>
                  <a:pt x="1578" y="81"/>
                </a:lnTo>
                <a:lnTo>
                  <a:pt x="1588" y="85"/>
                </a:lnTo>
                <a:lnTo>
                  <a:pt x="1594" y="82"/>
                </a:lnTo>
                <a:lnTo>
                  <a:pt x="1605" y="76"/>
                </a:lnTo>
                <a:lnTo>
                  <a:pt x="1618" y="81"/>
                </a:lnTo>
                <a:lnTo>
                  <a:pt x="1617" y="98"/>
                </a:lnTo>
                <a:lnTo>
                  <a:pt x="1603" y="123"/>
                </a:lnTo>
                <a:lnTo>
                  <a:pt x="1590" y="136"/>
                </a:lnTo>
                <a:lnTo>
                  <a:pt x="1577" y="149"/>
                </a:lnTo>
                <a:lnTo>
                  <a:pt x="1566" y="156"/>
                </a:lnTo>
                <a:lnTo>
                  <a:pt x="1565" y="153"/>
                </a:lnTo>
                <a:lnTo>
                  <a:pt x="1567" y="148"/>
                </a:lnTo>
                <a:lnTo>
                  <a:pt x="1574" y="136"/>
                </a:lnTo>
                <a:lnTo>
                  <a:pt x="1573" y="126"/>
                </a:lnTo>
                <a:lnTo>
                  <a:pt x="1559" y="133"/>
                </a:lnTo>
                <a:lnTo>
                  <a:pt x="1536" y="151"/>
                </a:lnTo>
                <a:lnTo>
                  <a:pt x="1524" y="167"/>
                </a:lnTo>
                <a:lnTo>
                  <a:pt x="1510" y="183"/>
                </a:lnTo>
                <a:lnTo>
                  <a:pt x="1489" y="196"/>
                </a:lnTo>
                <a:lnTo>
                  <a:pt x="1479" y="198"/>
                </a:lnTo>
                <a:lnTo>
                  <a:pt x="1476" y="196"/>
                </a:lnTo>
                <a:lnTo>
                  <a:pt x="1474" y="192"/>
                </a:lnTo>
                <a:lnTo>
                  <a:pt x="1475" y="181"/>
                </a:lnTo>
                <a:lnTo>
                  <a:pt x="1483" y="160"/>
                </a:lnTo>
                <a:lnTo>
                  <a:pt x="1497" y="145"/>
                </a:lnTo>
                <a:lnTo>
                  <a:pt x="1515" y="123"/>
                </a:lnTo>
                <a:lnTo>
                  <a:pt x="1518" y="108"/>
                </a:lnTo>
                <a:lnTo>
                  <a:pt x="1505" y="100"/>
                </a:lnTo>
                <a:lnTo>
                  <a:pt x="1494" y="96"/>
                </a:lnTo>
                <a:lnTo>
                  <a:pt x="1481" y="92"/>
                </a:lnTo>
                <a:lnTo>
                  <a:pt x="1460" y="97"/>
                </a:lnTo>
                <a:lnTo>
                  <a:pt x="1454" y="105"/>
                </a:lnTo>
                <a:lnTo>
                  <a:pt x="1451" y="116"/>
                </a:lnTo>
                <a:lnTo>
                  <a:pt x="1435" y="139"/>
                </a:lnTo>
                <a:lnTo>
                  <a:pt x="1426" y="150"/>
                </a:lnTo>
                <a:lnTo>
                  <a:pt x="1401" y="180"/>
                </a:lnTo>
                <a:lnTo>
                  <a:pt x="1373" y="226"/>
                </a:lnTo>
                <a:lnTo>
                  <a:pt x="1355" y="257"/>
                </a:lnTo>
                <a:lnTo>
                  <a:pt x="1345" y="266"/>
                </a:lnTo>
                <a:lnTo>
                  <a:pt x="1343" y="253"/>
                </a:lnTo>
                <a:lnTo>
                  <a:pt x="1342" y="239"/>
                </a:lnTo>
                <a:lnTo>
                  <a:pt x="1341" y="220"/>
                </a:lnTo>
                <a:lnTo>
                  <a:pt x="1333" y="204"/>
                </a:lnTo>
                <a:lnTo>
                  <a:pt x="1327" y="199"/>
                </a:lnTo>
                <a:lnTo>
                  <a:pt x="1317" y="204"/>
                </a:lnTo>
                <a:lnTo>
                  <a:pt x="1307" y="228"/>
                </a:lnTo>
                <a:lnTo>
                  <a:pt x="1306" y="248"/>
                </a:lnTo>
                <a:lnTo>
                  <a:pt x="1305" y="274"/>
                </a:lnTo>
                <a:lnTo>
                  <a:pt x="1299" y="284"/>
                </a:lnTo>
                <a:lnTo>
                  <a:pt x="1290" y="276"/>
                </a:lnTo>
                <a:lnTo>
                  <a:pt x="1284" y="268"/>
                </a:lnTo>
                <a:lnTo>
                  <a:pt x="1272" y="256"/>
                </a:lnTo>
                <a:lnTo>
                  <a:pt x="1240" y="234"/>
                </a:lnTo>
                <a:lnTo>
                  <a:pt x="1222" y="229"/>
                </a:lnTo>
                <a:lnTo>
                  <a:pt x="1212" y="225"/>
                </a:lnTo>
                <a:lnTo>
                  <a:pt x="1195" y="228"/>
                </a:lnTo>
                <a:lnTo>
                  <a:pt x="1179" y="242"/>
                </a:lnTo>
                <a:lnTo>
                  <a:pt x="1163" y="271"/>
                </a:lnTo>
                <a:lnTo>
                  <a:pt x="1152" y="294"/>
                </a:lnTo>
                <a:lnTo>
                  <a:pt x="1139" y="328"/>
                </a:lnTo>
                <a:lnTo>
                  <a:pt x="1121" y="392"/>
                </a:lnTo>
                <a:lnTo>
                  <a:pt x="1121" y="413"/>
                </a:lnTo>
                <a:lnTo>
                  <a:pt x="1121" y="430"/>
                </a:lnTo>
                <a:lnTo>
                  <a:pt x="1116" y="443"/>
                </a:lnTo>
                <a:lnTo>
                  <a:pt x="1110" y="445"/>
                </a:lnTo>
                <a:lnTo>
                  <a:pt x="1106" y="444"/>
                </a:lnTo>
                <a:lnTo>
                  <a:pt x="1098" y="437"/>
                </a:lnTo>
                <a:lnTo>
                  <a:pt x="1089" y="407"/>
                </a:lnTo>
                <a:lnTo>
                  <a:pt x="1089" y="389"/>
                </a:lnTo>
                <a:lnTo>
                  <a:pt x="1088" y="368"/>
                </a:lnTo>
                <a:lnTo>
                  <a:pt x="1079" y="354"/>
                </a:lnTo>
                <a:lnTo>
                  <a:pt x="1068" y="353"/>
                </a:lnTo>
                <a:lnTo>
                  <a:pt x="1061" y="355"/>
                </a:lnTo>
                <a:lnTo>
                  <a:pt x="1051" y="362"/>
                </a:lnTo>
                <a:lnTo>
                  <a:pt x="1035" y="391"/>
                </a:lnTo>
                <a:lnTo>
                  <a:pt x="1034" y="408"/>
                </a:lnTo>
                <a:lnTo>
                  <a:pt x="1032" y="427"/>
                </a:lnTo>
                <a:lnTo>
                  <a:pt x="1009" y="479"/>
                </a:lnTo>
                <a:lnTo>
                  <a:pt x="992" y="501"/>
                </a:lnTo>
                <a:lnTo>
                  <a:pt x="974" y="524"/>
                </a:lnTo>
                <a:lnTo>
                  <a:pt x="943" y="571"/>
                </a:lnTo>
                <a:lnTo>
                  <a:pt x="934" y="588"/>
                </a:lnTo>
                <a:lnTo>
                  <a:pt x="925" y="609"/>
                </a:lnTo>
                <a:lnTo>
                  <a:pt x="917" y="611"/>
                </a:lnTo>
                <a:lnTo>
                  <a:pt x="912" y="594"/>
                </a:lnTo>
                <a:lnTo>
                  <a:pt x="910" y="586"/>
                </a:lnTo>
                <a:lnTo>
                  <a:pt x="899" y="575"/>
                </a:lnTo>
                <a:lnTo>
                  <a:pt x="877" y="566"/>
                </a:lnTo>
                <a:lnTo>
                  <a:pt x="840" y="569"/>
                </a:lnTo>
                <a:lnTo>
                  <a:pt x="816" y="582"/>
                </a:lnTo>
                <a:lnTo>
                  <a:pt x="805" y="595"/>
                </a:lnTo>
                <a:lnTo>
                  <a:pt x="801" y="604"/>
                </a:lnTo>
                <a:lnTo>
                  <a:pt x="798" y="616"/>
                </a:lnTo>
                <a:lnTo>
                  <a:pt x="785" y="626"/>
                </a:lnTo>
                <a:lnTo>
                  <a:pt x="775" y="629"/>
                </a:lnTo>
                <a:lnTo>
                  <a:pt x="771" y="626"/>
                </a:lnTo>
                <a:lnTo>
                  <a:pt x="766" y="625"/>
                </a:lnTo>
                <a:lnTo>
                  <a:pt x="755" y="629"/>
                </a:lnTo>
                <a:lnTo>
                  <a:pt x="742" y="643"/>
                </a:lnTo>
                <a:lnTo>
                  <a:pt x="736" y="659"/>
                </a:lnTo>
                <a:lnTo>
                  <a:pt x="731" y="677"/>
                </a:lnTo>
                <a:lnTo>
                  <a:pt x="705" y="706"/>
                </a:lnTo>
                <a:lnTo>
                  <a:pt x="689" y="712"/>
                </a:lnTo>
                <a:lnTo>
                  <a:pt x="673" y="718"/>
                </a:lnTo>
                <a:lnTo>
                  <a:pt x="656" y="732"/>
                </a:lnTo>
                <a:lnTo>
                  <a:pt x="657" y="748"/>
                </a:lnTo>
                <a:lnTo>
                  <a:pt x="677" y="763"/>
                </a:lnTo>
                <a:lnTo>
                  <a:pt x="695" y="770"/>
                </a:lnTo>
                <a:lnTo>
                  <a:pt x="735" y="784"/>
                </a:lnTo>
                <a:lnTo>
                  <a:pt x="693" y="792"/>
                </a:lnTo>
                <a:lnTo>
                  <a:pt x="675" y="797"/>
                </a:lnTo>
                <a:lnTo>
                  <a:pt x="647" y="816"/>
                </a:lnTo>
                <a:lnTo>
                  <a:pt x="640" y="826"/>
                </a:lnTo>
                <a:lnTo>
                  <a:pt x="635" y="836"/>
                </a:lnTo>
                <a:lnTo>
                  <a:pt x="615" y="850"/>
                </a:lnTo>
                <a:lnTo>
                  <a:pt x="605" y="851"/>
                </a:lnTo>
                <a:lnTo>
                  <a:pt x="595" y="852"/>
                </a:lnTo>
                <a:lnTo>
                  <a:pt x="587" y="862"/>
                </a:lnTo>
                <a:lnTo>
                  <a:pt x="589" y="870"/>
                </a:lnTo>
                <a:lnTo>
                  <a:pt x="592" y="873"/>
                </a:lnTo>
                <a:lnTo>
                  <a:pt x="590" y="880"/>
                </a:lnTo>
                <a:lnTo>
                  <a:pt x="577" y="884"/>
                </a:lnTo>
                <a:lnTo>
                  <a:pt x="561" y="882"/>
                </a:lnTo>
                <a:lnTo>
                  <a:pt x="546" y="883"/>
                </a:lnTo>
                <a:lnTo>
                  <a:pt x="514" y="900"/>
                </a:lnTo>
                <a:lnTo>
                  <a:pt x="482" y="939"/>
                </a:lnTo>
                <a:lnTo>
                  <a:pt x="449" y="998"/>
                </a:lnTo>
                <a:lnTo>
                  <a:pt x="434" y="1036"/>
                </a:lnTo>
                <a:lnTo>
                  <a:pt x="428" y="1049"/>
                </a:lnTo>
                <a:lnTo>
                  <a:pt x="416" y="1068"/>
                </a:lnTo>
                <a:lnTo>
                  <a:pt x="400" y="1077"/>
                </a:lnTo>
                <a:lnTo>
                  <a:pt x="379" y="1082"/>
                </a:lnTo>
                <a:lnTo>
                  <a:pt x="366" y="1082"/>
                </a:lnTo>
                <a:lnTo>
                  <a:pt x="353" y="1081"/>
                </a:lnTo>
                <a:lnTo>
                  <a:pt x="334" y="1083"/>
                </a:lnTo>
                <a:lnTo>
                  <a:pt x="321" y="1092"/>
                </a:lnTo>
                <a:lnTo>
                  <a:pt x="314" y="1108"/>
                </a:lnTo>
                <a:lnTo>
                  <a:pt x="312" y="1120"/>
                </a:lnTo>
                <a:lnTo>
                  <a:pt x="311" y="1129"/>
                </a:lnTo>
                <a:lnTo>
                  <a:pt x="302" y="1146"/>
                </a:lnTo>
                <a:lnTo>
                  <a:pt x="280" y="1169"/>
                </a:lnTo>
                <a:lnTo>
                  <a:pt x="263" y="1177"/>
                </a:lnTo>
                <a:lnTo>
                  <a:pt x="253" y="1182"/>
                </a:lnTo>
                <a:lnTo>
                  <a:pt x="236" y="1195"/>
                </a:lnTo>
                <a:lnTo>
                  <a:pt x="221" y="1212"/>
                </a:lnTo>
                <a:lnTo>
                  <a:pt x="211" y="1233"/>
                </a:lnTo>
                <a:lnTo>
                  <a:pt x="208" y="1245"/>
                </a:lnTo>
                <a:lnTo>
                  <a:pt x="192" y="1309"/>
                </a:lnTo>
                <a:lnTo>
                  <a:pt x="174" y="1360"/>
                </a:lnTo>
                <a:lnTo>
                  <a:pt x="159" y="1383"/>
                </a:lnTo>
                <a:lnTo>
                  <a:pt x="149" y="1393"/>
                </a:lnTo>
                <a:lnTo>
                  <a:pt x="135" y="1407"/>
                </a:lnTo>
                <a:lnTo>
                  <a:pt x="122" y="1411"/>
                </a:lnTo>
                <a:lnTo>
                  <a:pt x="115" y="1405"/>
                </a:lnTo>
                <a:lnTo>
                  <a:pt x="113" y="1398"/>
                </a:lnTo>
                <a:lnTo>
                  <a:pt x="110" y="1389"/>
                </a:lnTo>
                <a:lnTo>
                  <a:pt x="97" y="1384"/>
                </a:lnTo>
                <a:lnTo>
                  <a:pt x="89" y="1387"/>
                </a:lnTo>
                <a:lnTo>
                  <a:pt x="80" y="1394"/>
                </a:lnTo>
                <a:lnTo>
                  <a:pt x="73" y="1413"/>
                </a:lnTo>
                <a:lnTo>
                  <a:pt x="75" y="1434"/>
                </a:lnTo>
                <a:lnTo>
                  <a:pt x="87" y="1448"/>
                </a:lnTo>
                <a:lnTo>
                  <a:pt x="97" y="1449"/>
                </a:lnTo>
                <a:lnTo>
                  <a:pt x="103" y="1449"/>
                </a:lnTo>
                <a:lnTo>
                  <a:pt x="112" y="1455"/>
                </a:lnTo>
                <a:lnTo>
                  <a:pt x="121" y="1468"/>
                </a:lnTo>
                <a:lnTo>
                  <a:pt x="118" y="1492"/>
                </a:lnTo>
                <a:lnTo>
                  <a:pt x="104" y="1511"/>
                </a:lnTo>
                <a:lnTo>
                  <a:pt x="91" y="1517"/>
                </a:lnTo>
                <a:lnTo>
                  <a:pt x="84" y="1519"/>
                </a:lnTo>
                <a:lnTo>
                  <a:pt x="69" y="1530"/>
                </a:lnTo>
                <a:lnTo>
                  <a:pt x="51" y="1555"/>
                </a:lnTo>
                <a:lnTo>
                  <a:pt x="36" y="1597"/>
                </a:lnTo>
                <a:lnTo>
                  <a:pt x="34" y="1626"/>
                </a:lnTo>
                <a:lnTo>
                  <a:pt x="38" y="1642"/>
                </a:lnTo>
                <a:lnTo>
                  <a:pt x="42" y="1647"/>
                </a:lnTo>
                <a:lnTo>
                  <a:pt x="51" y="1657"/>
                </a:lnTo>
                <a:lnTo>
                  <a:pt x="45" y="1665"/>
                </a:lnTo>
                <a:lnTo>
                  <a:pt x="31" y="1667"/>
                </a:lnTo>
                <a:lnTo>
                  <a:pt x="25" y="1668"/>
                </a:lnTo>
                <a:lnTo>
                  <a:pt x="13" y="1675"/>
                </a:lnTo>
                <a:lnTo>
                  <a:pt x="2" y="1699"/>
                </a:lnTo>
                <a:lnTo>
                  <a:pt x="0" y="1743"/>
                </a:lnTo>
                <a:lnTo>
                  <a:pt x="7" y="1776"/>
                </a:lnTo>
                <a:lnTo>
                  <a:pt x="17" y="1795"/>
                </a:lnTo>
                <a:lnTo>
                  <a:pt x="24" y="1802"/>
                </a:lnTo>
                <a:lnTo>
                  <a:pt x="45" y="1828"/>
                </a:lnTo>
                <a:lnTo>
                  <a:pt x="69" y="1857"/>
                </a:lnTo>
                <a:lnTo>
                  <a:pt x="77" y="1864"/>
                </a:lnTo>
                <a:lnTo>
                  <a:pt x="89" y="1874"/>
                </a:lnTo>
                <a:lnTo>
                  <a:pt x="101" y="1875"/>
                </a:lnTo>
                <a:lnTo>
                  <a:pt x="113" y="1870"/>
                </a:lnTo>
                <a:lnTo>
                  <a:pt x="121" y="1864"/>
                </a:lnTo>
                <a:lnTo>
                  <a:pt x="127" y="1859"/>
                </a:lnTo>
                <a:lnTo>
                  <a:pt x="137" y="1855"/>
                </a:lnTo>
                <a:lnTo>
                  <a:pt x="144" y="1862"/>
                </a:lnTo>
                <a:lnTo>
                  <a:pt x="146" y="1882"/>
                </a:lnTo>
                <a:lnTo>
                  <a:pt x="147" y="1897"/>
                </a:lnTo>
                <a:lnTo>
                  <a:pt x="154" y="1915"/>
                </a:lnTo>
                <a:lnTo>
                  <a:pt x="167" y="1921"/>
                </a:lnTo>
                <a:lnTo>
                  <a:pt x="181" y="1909"/>
                </a:lnTo>
                <a:lnTo>
                  <a:pt x="187" y="1897"/>
                </a:lnTo>
                <a:lnTo>
                  <a:pt x="189" y="1891"/>
                </a:lnTo>
                <a:lnTo>
                  <a:pt x="197" y="1888"/>
                </a:lnTo>
                <a:lnTo>
                  <a:pt x="211" y="1895"/>
                </a:lnTo>
                <a:lnTo>
                  <a:pt x="225" y="1911"/>
                </a:lnTo>
                <a:lnTo>
                  <a:pt x="238" y="1930"/>
                </a:lnTo>
                <a:lnTo>
                  <a:pt x="252" y="1960"/>
                </a:lnTo>
                <a:lnTo>
                  <a:pt x="251" y="1981"/>
                </a:lnTo>
                <a:lnTo>
                  <a:pt x="236" y="1990"/>
                </a:lnTo>
                <a:lnTo>
                  <a:pt x="222" y="1989"/>
                </a:lnTo>
                <a:lnTo>
                  <a:pt x="208" y="1987"/>
                </a:lnTo>
                <a:lnTo>
                  <a:pt x="191" y="1991"/>
                </a:lnTo>
                <a:lnTo>
                  <a:pt x="186" y="1998"/>
                </a:lnTo>
                <a:lnTo>
                  <a:pt x="186" y="2001"/>
                </a:lnTo>
                <a:lnTo>
                  <a:pt x="185" y="2009"/>
                </a:lnTo>
                <a:lnTo>
                  <a:pt x="190" y="2019"/>
                </a:lnTo>
                <a:lnTo>
                  <a:pt x="197" y="2020"/>
                </a:lnTo>
                <a:lnTo>
                  <a:pt x="214" y="2022"/>
                </a:lnTo>
                <a:lnTo>
                  <a:pt x="241" y="2040"/>
                </a:lnTo>
                <a:lnTo>
                  <a:pt x="251" y="2058"/>
                </a:lnTo>
                <a:lnTo>
                  <a:pt x="252" y="2069"/>
                </a:lnTo>
                <a:lnTo>
                  <a:pt x="247" y="2077"/>
                </a:lnTo>
                <a:lnTo>
                  <a:pt x="236" y="2083"/>
                </a:lnTo>
                <a:lnTo>
                  <a:pt x="227" y="2083"/>
                </a:lnTo>
                <a:lnTo>
                  <a:pt x="215" y="2084"/>
                </a:lnTo>
                <a:lnTo>
                  <a:pt x="202" y="2095"/>
                </a:lnTo>
                <a:lnTo>
                  <a:pt x="202" y="2110"/>
                </a:lnTo>
                <a:lnTo>
                  <a:pt x="215" y="2125"/>
                </a:lnTo>
                <a:lnTo>
                  <a:pt x="227" y="2131"/>
                </a:lnTo>
                <a:lnTo>
                  <a:pt x="234" y="2134"/>
                </a:lnTo>
                <a:lnTo>
                  <a:pt x="243" y="2147"/>
                </a:lnTo>
                <a:lnTo>
                  <a:pt x="248" y="2185"/>
                </a:lnTo>
                <a:lnTo>
                  <a:pt x="243" y="2232"/>
                </a:lnTo>
                <a:lnTo>
                  <a:pt x="240" y="2272"/>
                </a:lnTo>
                <a:lnTo>
                  <a:pt x="245" y="2319"/>
                </a:lnTo>
                <a:lnTo>
                  <a:pt x="251" y="2340"/>
                </a:lnTo>
                <a:lnTo>
                  <a:pt x="257" y="2348"/>
                </a:lnTo>
                <a:lnTo>
                  <a:pt x="261" y="2353"/>
                </a:lnTo>
                <a:lnTo>
                  <a:pt x="266" y="2371"/>
                </a:lnTo>
                <a:lnTo>
                  <a:pt x="270" y="2404"/>
                </a:lnTo>
                <a:lnTo>
                  <a:pt x="265" y="2429"/>
                </a:lnTo>
                <a:lnTo>
                  <a:pt x="262" y="2453"/>
                </a:lnTo>
                <a:lnTo>
                  <a:pt x="265" y="2496"/>
                </a:lnTo>
                <a:lnTo>
                  <a:pt x="271" y="2507"/>
                </a:lnTo>
                <a:lnTo>
                  <a:pt x="275" y="2514"/>
                </a:lnTo>
                <a:lnTo>
                  <a:pt x="280" y="2535"/>
                </a:lnTo>
                <a:lnTo>
                  <a:pt x="282" y="2572"/>
                </a:lnTo>
                <a:lnTo>
                  <a:pt x="270" y="2623"/>
                </a:lnTo>
                <a:lnTo>
                  <a:pt x="253" y="2653"/>
                </a:lnTo>
                <a:lnTo>
                  <a:pt x="240" y="2665"/>
                </a:lnTo>
                <a:lnTo>
                  <a:pt x="233" y="2669"/>
                </a:lnTo>
                <a:lnTo>
                  <a:pt x="221" y="2672"/>
                </a:lnTo>
                <a:lnTo>
                  <a:pt x="206" y="2682"/>
                </a:lnTo>
                <a:lnTo>
                  <a:pt x="200" y="2694"/>
                </a:lnTo>
                <a:lnTo>
                  <a:pt x="202" y="2708"/>
                </a:lnTo>
                <a:lnTo>
                  <a:pt x="220" y="2729"/>
                </a:lnTo>
                <a:lnTo>
                  <a:pt x="270" y="2760"/>
                </a:lnTo>
                <a:lnTo>
                  <a:pt x="305" y="2773"/>
                </a:lnTo>
                <a:lnTo>
                  <a:pt x="367" y="2795"/>
                </a:lnTo>
                <a:lnTo>
                  <a:pt x="417" y="2808"/>
                </a:lnTo>
                <a:lnTo>
                  <a:pt x="437" y="2808"/>
                </a:lnTo>
                <a:lnTo>
                  <a:pt x="441" y="2809"/>
                </a:lnTo>
                <a:lnTo>
                  <a:pt x="448" y="2815"/>
                </a:lnTo>
                <a:lnTo>
                  <a:pt x="451" y="2838"/>
                </a:lnTo>
                <a:lnTo>
                  <a:pt x="448" y="2862"/>
                </a:lnTo>
                <a:lnTo>
                  <a:pt x="445" y="2886"/>
                </a:lnTo>
                <a:lnTo>
                  <a:pt x="447" y="2909"/>
                </a:lnTo>
                <a:lnTo>
                  <a:pt x="451" y="2915"/>
                </a:lnTo>
                <a:lnTo>
                  <a:pt x="456" y="2916"/>
                </a:lnTo>
                <a:lnTo>
                  <a:pt x="460" y="2917"/>
                </a:lnTo>
                <a:lnTo>
                  <a:pt x="466" y="2924"/>
                </a:lnTo>
                <a:lnTo>
                  <a:pt x="470" y="2944"/>
                </a:lnTo>
                <a:lnTo>
                  <a:pt x="469" y="2962"/>
                </a:lnTo>
                <a:lnTo>
                  <a:pt x="466" y="2974"/>
                </a:lnTo>
                <a:lnTo>
                  <a:pt x="465" y="2991"/>
                </a:lnTo>
                <a:lnTo>
                  <a:pt x="471" y="3002"/>
                </a:lnTo>
                <a:lnTo>
                  <a:pt x="483" y="3007"/>
                </a:lnTo>
                <a:lnTo>
                  <a:pt x="491" y="3007"/>
                </a:lnTo>
                <a:lnTo>
                  <a:pt x="506" y="3009"/>
                </a:lnTo>
                <a:lnTo>
                  <a:pt x="524" y="3024"/>
                </a:lnTo>
                <a:lnTo>
                  <a:pt x="526" y="3034"/>
                </a:lnTo>
                <a:lnTo>
                  <a:pt x="525" y="3045"/>
                </a:lnTo>
                <a:lnTo>
                  <a:pt x="510" y="3060"/>
                </a:lnTo>
                <a:lnTo>
                  <a:pt x="499" y="3061"/>
                </a:lnTo>
                <a:lnTo>
                  <a:pt x="484" y="3062"/>
                </a:lnTo>
                <a:lnTo>
                  <a:pt x="473" y="3070"/>
                </a:lnTo>
                <a:lnTo>
                  <a:pt x="472" y="3077"/>
                </a:lnTo>
                <a:lnTo>
                  <a:pt x="479" y="3091"/>
                </a:lnTo>
                <a:lnTo>
                  <a:pt x="506" y="3113"/>
                </a:lnTo>
                <a:lnTo>
                  <a:pt x="526" y="3125"/>
                </a:lnTo>
                <a:lnTo>
                  <a:pt x="581" y="3152"/>
                </a:lnTo>
                <a:lnTo>
                  <a:pt x="562" y="3104"/>
                </a:lnTo>
                <a:lnTo>
                  <a:pt x="549" y="3065"/>
                </a:lnTo>
                <a:lnTo>
                  <a:pt x="548" y="3052"/>
                </a:lnTo>
                <a:lnTo>
                  <a:pt x="570" y="3051"/>
                </a:lnTo>
                <a:lnTo>
                  <a:pt x="632" y="3058"/>
                </a:lnTo>
                <a:lnTo>
                  <a:pt x="655" y="3060"/>
                </a:lnTo>
                <a:lnTo>
                  <a:pt x="684" y="3066"/>
                </a:lnTo>
                <a:lnTo>
                  <a:pt x="699" y="3075"/>
                </a:lnTo>
                <a:lnTo>
                  <a:pt x="701" y="3089"/>
                </a:lnTo>
                <a:lnTo>
                  <a:pt x="698" y="3099"/>
                </a:lnTo>
                <a:lnTo>
                  <a:pt x="695" y="3113"/>
                </a:lnTo>
                <a:lnTo>
                  <a:pt x="697" y="3128"/>
                </a:lnTo>
                <a:lnTo>
                  <a:pt x="701" y="3134"/>
                </a:lnTo>
                <a:lnTo>
                  <a:pt x="706" y="3134"/>
                </a:lnTo>
                <a:lnTo>
                  <a:pt x="741" y="3134"/>
                </a:lnTo>
                <a:lnTo>
                  <a:pt x="745" y="3133"/>
                </a:lnTo>
                <a:lnTo>
                  <a:pt x="753" y="3124"/>
                </a:lnTo>
                <a:lnTo>
                  <a:pt x="753" y="3117"/>
                </a:lnTo>
                <a:lnTo>
                  <a:pt x="754" y="3107"/>
                </a:lnTo>
                <a:lnTo>
                  <a:pt x="762" y="3090"/>
                </a:lnTo>
                <a:lnTo>
                  <a:pt x="775" y="3084"/>
                </a:lnTo>
                <a:lnTo>
                  <a:pt x="793" y="3086"/>
                </a:lnTo>
                <a:lnTo>
                  <a:pt x="801" y="3092"/>
                </a:lnTo>
                <a:lnTo>
                  <a:pt x="817" y="3100"/>
                </a:lnTo>
                <a:lnTo>
                  <a:pt x="867" y="3111"/>
                </a:lnTo>
                <a:lnTo>
                  <a:pt x="920" y="3114"/>
                </a:lnTo>
                <a:lnTo>
                  <a:pt x="949" y="3110"/>
                </a:lnTo>
                <a:lnTo>
                  <a:pt x="960" y="3103"/>
                </a:lnTo>
                <a:lnTo>
                  <a:pt x="961" y="3099"/>
                </a:lnTo>
                <a:lnTo>
                  <a:pt x="962" y="3095"/>
                </a:lnTo>
                <a:lnTo>
                  <a:pt x="973" y="3083"/>
                </a:lnTo>
                <a:lnTo>
                  <a:pt x="1005" y="3059"/>
                </a:lnTo>
                <a:lnTo>
                  <a:pt x="1034" y="3044"/>
                </a:lnTo>
                <a:lnTo>
                  <a:pt x="1065" y="3025"/>
                </a:lnTo>
                <a:lnTo>
                  <a:pt x="1103" y="2992"/>
                </a:lnTo>
                <a:lnTo>
                  <a:pt x="1120" y="2971"/>
                </a:lnTo>
                <a:lnTo>
                  <a:pt x="1125" y="2962"/>
                </a:lnTo>
                <a:lnTo>
                  <a:pt x="1132" y="2944"/>
                </a:lnTo>
                <a:lnTo>
                  <a:pt x="1151" y="2924"/>
                </a:lnTo>
                <a:lnTo>
                  <a:pt x="1163" y="2917"/>
                </a:lnTo>
                <a:lnTo>
                  <a:pt x="1168" y="2916"/>
                </a:lnTo>
                <a:lnTo>
                  <a:pt x="1178" y="2915"/>
                </a:lnTo>
                <a:lnTo>
                  <a:pt x="1196" y="2900"/>
                </a:lnTo>
                <a:lnTo>
                  <a:pt x="1208" y="2877"/>
                </a:lnTo>
                <a:lnTo>
                  <a:pt x="1210" y="2853"/>
                </a:lnTo>
                <a:lnTo>
                  <a:pt x="1206" y="2844"/>
                </a:lnTo>
                <a:lnTo>
                  <a:pt x="1203" y="2837"/>
                </a:lnTo>
                <a:lnTo>
                  <a:pt x="1208" y="2823"/>
                </a:lnTo>
                <a:lnTo>
                  <a:pt x="1215" y="2816"/>
                </a:lnTo>
                <a:lnTo>
                  <a:pt x="1219" y="2815"/>
                </a:lnTo>
                <a:lnTo>
                  <a:pt x="1226" y="2817"/>
                </a:lnTo>
                <a:lnTo>
                  <a:pt x="1234" y="2832"/>
                </a:lnTo>
                <a:lnTo>
                  <a:pt x="1237" y="2848"/>
                </a:lnTo>
                <a:lnTo>
                  <a:pt x="1239" y="2886"/>
                </a:lnTo>
                <a:lnTo>
                  <a:pt x="1241" y="2914"/>
                </a:lnTo>
                <a:lnTo>
                  <a:pt x="1243" y="2927"/>
                </a:lnTo>
                <a:lnTo>
                  <a:pt x="1256" y="2944"/>
                </a:lnTo>
                <a:lnTo>
                  <a:pt x="1274" y="2949"/>
                </a:lnTo>
                <a:lnTo>
                  <a:pt x="1287" y="2940"/>
                </a:lnTo>
                <a:lnTo>
                  <a:pt x="1288" y="2929"/>
                </a:lnTo>
                <a:lnTo>
                  <a:pt x="1289" y="2917"/>
                </a:lnTo>
                <a:lnTo>
                  <a:pt x="1304" y="2898"/>
                </a:lnTo>
                <a:lnTo>
                  <a:pt x="1315" y="2891"/>
                </a:lnTo>
                <a:lnTo>
                  <a:pt x="1324" y="2889"/>
                </a:lnTo>
                <a:lnTo>
                  <a:pt x="1338" y="2895"/>
                </a:lnTo>
                <a:lnTo>
                  <a:pt x="1345" y="2913"/>
                </a:lnTo>
                <a:lnTo>
                  <a:pt x="1346" y="2944"/>
                </a:lnTo>
                <a:lnTo>
                  <a:pt x="1344" y="2963"/>
                </a:lnTo>
                <a:lnTo>
                  <a:pt x="1344" y="2969"/>
                </a:lnTo>
                <a:lnTo>
                  <a:pt x="1353" y="2975"/>
                </a:lnTo>
                <a:lnTo>
                  <a:pt x="1380" y="2982"/>
                </a:lnTo>
                <a:lnTo>
                  <a:pt x="1407" y="2982"/>
                </a:lnTo>
                <a:lnTo>
                  <a:pt x="1437" y="2982"/>
                </a:lnTo>
                <a:lnTo>
                  <a:pt x="1468" y="2990"/>
                </a:lnTo>
                <a:lnTo>
                  <a:pt x="1480" y="2999"/>
                </a:lnTo>
                <a:lnTo>
                  <a:pt x="1483" y="3006"/>
                </a:lnTo>
                <a:lnTo>
                  <a:pt x="1485" y="3011"/>
                </a:lnTo>
                <a:lnTo>
                  <a:pt x="1482" y="3020"/>
                </a:lnTo>
                <a:lnTo>
                  <a:pt x="1463" y="3022"/>
                </a:lnTo>
                <a:lnTo>
                  <a:pt x="1432" y="3016"/>
                </a:lnTo>
                <a:lnTo>
                  <a:pt x="1400" y="3010"/>
                </a:lnTo>
                <a:lnTo>
                  <a:pt x="1386" y="3012"/>
                </a:lnTo>
                <a:lnTo>
                  <a:pt x="1391" y="3022"/>
                </a:lnTo>
                <a:lnTo>
                  <a:pt x="1399" y="3031"/>
                </a:lnTo>
                <a:lnTo>
                  <a:pt x="1410" y="3040"/>
                </a:lnTo>
                <a:lnTo>
                  <a:pt x="1427" y="3051"/>
                </a:lnTo>
                <a:lnTo>
                  <a:pt x="1431" y="3050"/>
                </a:lnTo>
                <a:lnTo>
                  <a:pt x="1435" y="3049"/>
                </a:lnTo>
                <a:lnTo>
                  <a:pt x="1452" y="3056"/>
                </a:lnTo>
                <a:lnTo>
                  <a:pt x="1462" y="3063"/>
                </a:lnTo>
                <a:lnTo>
                  <a:pt x="1474" y="3071"/>
                </a:lnTo>
                <a:lnTo>
                  <a:pt x="1501" y="3076"/>
                </a:lnTo>
                <a:lnTo>
                  <a:pt x="1513" y="3074"/>
                </a:lnTo>
                <a:lnTo>
                  <a:pt x="1526" y="3072"/>
                </a:lnTo>
                <a:lnTo>
                  <a:pt x="1564" y="3086"/>
                </a:lnTo>
                <a:lnTo>
                  <a:pt x="1584" y="3099"/>
                </a:lnTo>
                <a:lnTo>
                  <a:pt x="1603" y="3113"/>
                </a:lnTo>
                <a:lnTo>
                  <a:pt x="1644" y="3132"/>
                </a:lnTo>
                <a:lnTo>
                  <a:pt x="1660" y="3134"/>
                </a:lnTo>
                <a:lnTo>
                  <a:pt x="1675" y="3136"/>
                </a:lnTo>
                <a:lnTo>
                  <a:pt x="1722" y="3160"/>
                </a:lnTo>
                <a:lnTo>
                  <a:pt x="1747" y="3177"/>
                </a:lnTo>
                <a:lnTo>
                  <a:pt x="1776" y="3199"/>
                </a:lnTo>
                <a:lnTo>
                  <a:pt x="1821" y="3225"/>
                </a:lnTo>
                <a:lnTo>
                  <a:pt x="1851" y="3232"/>
                </a:lnTo>
                <a:lnTo>
                  <a:pt x="1869" y="3220"/>
                </a:lnTo>
                <a:lnTo>
                  <a:pt x="1873" y="3207"/>
                </a:lnTo>
                <a:lnTo>
                  <a:pt x="1876" y="3192"/>
                </a:lnTo>
                <a:lnTo>
                  <a:pt x="1870" y="3163"/>
                </a:lnTo>
                <a:lnTo>
                  <a:pt x="1862" y="3153"/>
                </a:lnTo>
                <a:lnTo>
                  <a:pt x="1853" y="3144"/>
                </a:lnTo>
                <a:lnTo>
                  <a:pt x="1853" y="3135"/>
                </a:lnTo>
                <a:lnTo>
                  <a:pt x="1862" y="3134"/>
                </a:lnTo>
                <a:lnTo>
                  <a:pt x="1871" y="3135"/>
                </a:lnTo>
                <a:lnTo>
                  <a:pt x="1886" y="3146"/>
                </a:lnTo>
                <a:lnTo>
                  <a:pt x="1889" y="3153"/>
                </a:lnTo>
                <a:lnTo>
                  <a:pt x="1892" y="3158"/>
                </a:lnTo>
                <a:lnTo>
                  <a:pt x="1907" y="3166"/>
                </a:lnTo>
                <a:lnTo>
                  <a:pt x="1943" y="3177"/>
                </a:lnTo>
                <a:lnTo>
                  <a:pt x="1973" y="3180"/>
                </a:lnTo>
                <a:lnTo>
                  <a:pt x="1994" y="3182"/>
                </a:lnTo>
                <a:lnTo>
                  <a:pt x="2025" y="3180"/>
                </a:lnTo>
                <a:lnTo>
                  <a:pt x="2047" y="3173"/>
                </a:lnTo>
                <a:lnTo>
                  <a:pt x="2062" y="3160"/>
                </a:lnTo>
                <a:lnTo>
                  <a:pt x="2068" y="3150"/>
                </a:lnTo>
                <a:lnTo>
                  <a:pt x="2076" y="3137"/>
                </a:lnTo>
                <a:lnTo>
                  <a:pt x="2101" y="3120"/>
                </a:lnTo>
                <a:lnTo>
                  <a:pt x="2130" y="3116"/>
                </a:lnTo>
                <a:lnTo>
                  <a:pt x="2158" y="3125"/>
                </a:lnTo>
                <a:lnTo>
                  <a:pt x="2171" y="3136"/>
                </a:lnTo>
                <a:lnTo>
                  <a:pt x="2176" y="3140"/>
                </a:lnTo>
                <a:lnTo>
                  <a:pt x="2188" y="3146"/>
                </a:lnTo>
                <a:lnTo>
                  <a:pt x="2210" y="3144"/>
                </a:lnTo>
                <a:lnTo>
                  <a:pt x="2231" y="3134"/>
                </a:lnTo>
                <a:lnTo>
                  <a:pt x="2242" y="3128"/>
                </a:lnTo>
                <a:lnTo>
                  <a:pt x="2260" y="3123"/>
                </a:lnTo>
                <a:lnTo>
                  <a:pt x="2275" y="3124"/>
                </a:lnTo>
                <a:lnTo>
                  <a:pt x="2292" y="3133"/>
                </a:lnTo>
                <a:lnTo>
                  <a:pt x="2301" y="3141"/>
                </a:lnTo>
                <a:lnTo>
                  <a:pt x="2316" y="3153"/>
                </a:lnTo>
                <a:lnTo>
                  <a:pt x="2343" y="3167"/>
                </a:lnTo>
                <a:lnTo>
                  <a:pt x="2362" y="3169"/>
                </a:lnTo>
                <a:lnTo>
                  <a:pt x="2374" y="3155"/>
                </a:lnTo>
                <a:lnTo>
                  <a:pt x="2375" y="3142"/>
                </a:lnTo>
                <a:lnTo>
                  <a:pt x="2377" y="3133"/>
                </a:lnTo>
                <a:lnTo>
                  <a:pt x="2386" y="3117"/>
                </a:lnTo>
                <a:lnTo>
                  <a:pt x="2394" y="3115"/>
                </a:lnTo>
                <a:lnTo>
                  <a:pt x="2402" y="3116"/>
                </a:lnTo>
                <a:lnTo>
                  <a:pt x="2410" y="3126"/>
                </a:lnTo>
                <a:lnTo>
                  <a:pt x="2411" y="3134"/>
                </a:lnTo>
                <a:lnTo>
                  <a:pt x="2414" y="3140"/>
                </a:lnTo>
                <a:lnTo>
                  <a:pt x="2429" y="3151"/>
                </a:lnTo>
                <a:lnTo>
                  <a:pt x="2439" y="3152"/>
                </a:lnTo>
                <a:lnTo>
                  <a:pt x="2449" y="3153"/>
                </a:lnTo>
                <a:lnTo>
                  <a:pt x="2465" y="3169"/>
                </a:lnTo>
                <a:lnTo>
                  <a:pt x="2466" y="3179"/>
                </a:lnTo>
                <a:lnTo>
                  <a:pt x="2467" y="3187"/>
                </a:lnTo>
                <a:lnTo>
                  <a:pt x="2472" y="3199"/>
                </a:lnTo>
                <a:lnTo>
                  <a:pt x="2484" y="3205"/>
                </a:lnTo>
                <a:lnTo>
                  <a:pt x="2499" y="3205"/>
                </a:lnTo>
                <a:lnTo>
                  <a:pt x="2530" y="3198"/>
                </a:lnTo>
                <a:lnTo>
                  <a:pt x="2579" y="3167"/>
                </a:lnTo>
                <a:lnTo>
                  <a:pt x="2606" y="3145"/>
                </a:lnTo>
                <a:lnTo>
                  <a:pt x="2643" y="3113"/>
                </a:lnTo>
                <a:lnTo>
                  <a:pt x="2712" y="3064"/>
                </a:lnTo>
                <a:lnTo>
                  <a:pt x="2747" y="3046"/>
                </a:lnTo>
                <a:lnTo>
                  <a:pt x="2762" y="3042"/>
                </a:lnTo>
                <a:lnTo>
                  <a:pt x="2763" y="3049"/>
                </a:lnTo>
                <a:lnTo>
                  <a:pt x="2751" y="3066"/>
                </a:lnTo>
                <a:lnTo>
                  <a:pt x="2738" y="3079"/>
                </a:lnTo>
                <a:lnTo>
                  <a:pt x="2725" y="3095"/>
                </a:lnTo>
                <a:lnTo>
                  <a:pt x="2707" y="3125"/>
                </a:lnTo>
                <a:lnTo>
                  <a:pt x="2702" y="3152"/>
                </a:lnTo>
                <a:lnTo>
                  <a:pt x="2707" y="3165"/>
                </a:lnTo>
                <a:lnTo>
                  <a:pt x="2716" y="3170"/>
                </a:lnTo>
                <a:lnTo>
                  <a:pt x="2721" y="3170"/>
                </a:lnTo>
                <a:lnTo>
                  <a:pt x="2728" y="3169"/>
                </a:lnTo>
                <a:lnTo>
                  <a:pt x="2733" y="3161"/>
                </a:lnTo>
                <a:lnTo>
                  <a:pt x="2731" y="3155"/>
                </a:lnTo>
                <a:lnTo>
                  <a:pt x="2730" y="3151"/>
                </a:lnTo>
                <a:lnTo>
                  <a:pt x="2745" y="3138"/>
                </a:lnTo>
                <a:lnTo>
                  <a:pt x="2792" y="3109"/>
                </a:lnTo>
                <a:lnTo>
                  <a:pt x="2838" y="3087"/>
                </a:lnTo>
                <a:lnTo>
                  <a:pt x="2886" y="3065"/>
                </a:lnTo>
                <a:lnTo>
                  <a:pt x="2936" y="3034"/>
                </a:lnTo>
                <a:lnTo>
                  <a:pt x="2954" y="3017"/>
                </a:lnTo>
                <a:lnTo>
                  <a:pt x="2955" y="3012"/>
                </a:lnTo>
                <a:lnTo>
                  <a:pt x="2957" y="3003"/>
                </a:lnTo>
                <a:lnTo>
                  <a:pt x="2973" y="2990"/>
                </a:lnTo>
                <a:lnTo>
                  <a:pt x="2985" y="2989"/>
                </a:lnTo>
                <a:lnTo>
                  <a:pt x="2994" y="2988"/>
                </a:lnTo>
                <a:lnTo>
                  <a:pt x="3005" y="2979"/>
                </a:lnTo>
                <a:lnTo>
                  <a:pt x="3003" y="2973"/>
                </a:lnTo>
                <a:lnTo>
                  <a:pt x="3000" y="2966"/>
                </a:lnTo>
                <a:lnTo>
                  <a:pt x="3006" y="2958"/>
                </a:lnTo>
                <a:lnTo>
                  <a:pt x="3015" y="2958"/>
                </a:lnTo>
                <a:lnTo>
                  <a:pt x="3037" y="2959"/>
                </a:lnTo>
                <a:lnTo>
                  <a:pt x="3068" y="2954"/>
                </a:lnTo>
                <a:lnTo>
                  <a:pt x="3089" y="2945"/>
                </a:lnTo>
                <a:lnTo>
                  <a:pt x="3102" y="2928"/>
                </a:lnTo>
                <a:lnTo>
                  <a:pt x="3106" y="2916"/>
                </a:lnTo>
                <a:lnTo>
                  <a:pt x="3111" y="2902"/>
                </a:lnTo>
                <a:lnTo>
                  <a:pt x="3129" y="2885"/>
                </a:lnTo>
                <a:lnTo>
                  <a:pt x="3139" y="2884"/>
                </a:lnTo>
                <a:lnTo>
                  <a:pt x="3143" y="2885"/>
                </a:lnTo>
                <a:lnTo>
                  <a:pt x="3155" y="2881"/>
                </a:lnTo>
                <a:lnTo>
                  <a:pt x="3173" y="2865"/>
                </a:lnTo>
                <a:lnTo>
                  <a:pt x="3183" y="2849"/>
                </a:lnTo>
                <a:lnTo>
                  <a:pt x="3187" y="2839"/>
                </a:lnTo>
                <a:lnTo>
                  <a:pt x="3201" y="2823"/>
                </a:lnTo>
                <a:lnTo>
                  <a:pt x="3223" y="2809"/>
                </a:lnTo>
                <a:lnTo>
                  <a:pt x="3249" y="2800"/>
                </a:lnTo>
                <a:lnTo>
                  <a:pt x="3264" y="2797"/>
                </a:lnTo>
                <a:lnTo>
                  <a:pt x="3291" y="2789"/>
                </a:lnTo>
                <a:lnTo>
                  <a:pt x="3346" y="2761"/>
                </a:lnTo>
                <a:lnTo>
                  <a:pt x="3363" y="2745"/>
                </a:lnTo>
                <a:lnTo>
                  <a:pt x="3374" y="2734"/>
                </a:lnTo>
                <a:lnTo>
                  <a:pt x="3394" y="2721"/>
                </a:lnTo>
                <a:lnTo>
                  <a:pt x="3414" y="2714"/>
                </a:lnTo>
                <a:lnTo>
                  <a:pt x="3437" y="2715"/>
                </a:lnTo>
                <a:lnTo>
                  <a:pt x="3450" y="2719"/>
                </a:lnTo>
                <a:lnTo>
                  <a:pt x="3471" y="2723"/>
                </a:lnTo>
                <a:lnTo>
                  <a:pt x="3502" y="2721"/>
                </a:lnTo>
                <a:lnTo>
                  <a:pt x="3510" y="2715"/>
                </a:lnTo>
                <a:lnTo>
                  <a:pt x="3512" y="2712"/>
                </a:lnTo>
                <a:lnTo>
                  <a:pt x="3509" y="2707"/>
                </a:lnTo>
                <a:lnTo>
                  <a:pt x="3495" y="2700"/>
                </a:lnTo>
                <a:lnTo>
                  <a:pt x="3477" y="2699"/>
                </a:lnTo>
                <a:lnTo>
                  <a:pt x="3461" y="2698"/>
                </a:lnTo>
                <a:lnTo>
                  <a:pt x="3424" y="2688"/>
                </a:lnTo>
                <a:lnTo>
                  <a:pt x="3397" y="2674"/>
                </a:lnTo>
                <a:lnTo>
                  <a:pt x="3390" y="2666"/>
                </a:lnTo>
                <a:lnTo>
                  <a:pt x="3397" y="2663"/>
                </a:lnTo>
                <a:lnTo>
                  <a:pt x="3403" y="2663"/>
                </a:lnTo>
                <a:lnTo>
                  <a:pt x="3412" y="2661"/>
                </a:lnTo>
                <a:lnTo>
                  <a:pt x="3431" y="2640"/>
                </a:lnTo>
                <a:lnTo>
                  <a:pt x="3436" y="2625"/>
                </a:lnTo>
                <a:lnTo>
                  <a:pt x="3439" y="2615"/>
                </a:lnTo>
                <a:lnTo>
                  <a:pt x="3449" y="2602"/>
                </a:lnTo>
                <a:lnTo>
                  <a:pt x="3460" y="2596"/>
                </a:lnTo>
                <a:lnTo>
                  <a:pt x="3474" y="2595"/>
                </a:lnTo>
                <a:lnTo>
                  <a:pt x="3483" y="2596"/>
                </a:lnTo>
                <a:lnTo>
                  <a:pt x="3492" y="2597"/>
                </a:lnTo>
                <a:lnTo>
                  <a:pt x="3508" y="2596"/>
                </a:lnTo>
                <a:lnTo>
                  <a:pt x="3530" y="2585"/>
                </a:lnTo>
                <a:lnTo>
                  <a:pt x="3543" y="2569"/>
                </a:lnTo>
                <a:lnTo>
                  <a:pt x="3556" y="2552"/>
                </a:lnTo>
                <a:lnTo>
                  <a:pt x="3577" y="2541"/>
                </a:lnTo>
                <a:lnTo>
                  <a:pt x="3593" y="2540"/>
                </a:lnTo>
                <a:lnTo>
                  <a:pt x="3599" y="2541"/>
                </a:lnTo>
                <a:lnTo>
                  <a:pt x="3614" y="2547"/>
                </a:lnTo>
                <a:lnTo>
                  <a:pt x="3618" y="2536"/>
                </a:lnTo>
                <a:lnTo>
                  <a:pt x="3608" y="2518"/>
                </a:lnTo>
                <a:lnTo>
                  <a:pt x="3598" y="2498"/>
                </a:lnTo>
                <a:lnTo>
                  <a:pt x="3592" y="2476"/>
                </a:lnTo>
                <a:lnTo>
                  <a:pt x="3594" y="2464"/>
                </a:lnTo>
                <a:lnTo>
                  <a:pt x="3607" y="2448"/>
                </a:lnTo>
                <a:lnTo>
                  <a:pt x="3646" y="2428"/>
                </a:lnTo>
                <a:lnTo>
                  <a:pt x="3678" y="2416"/>
                </a:lnTo>
                <a:lnTo>
                  <a:pt x="3714" y="2400"/>
                </a:lnTo>
                <a:lnTo>
                  <a:pt x="3794" y="2357"/>
                </a:lnTo>
                <a:lnTo>
                  <a:pt x="3824" y="2335"/>
                </a:lnTo>
                <a:lnTo>
                  <a:pt x="3850" y="2314"/>
                </a:lnTo>
                <a:lnTo>
                  <a:pt x="3884" y="2297"/>
                </a:lnTo>
                <a:lnTo>
                  <a:pt x="3899" y="2294"/>
                </a:lnTo>
                <a:lnTo>
                  <a:pt x="3904" y="2295"/>
                </a:lnTo>
                <a:lnTo>
                  <a:pt x="3909" y="2299"/>
                </a:lnTo>
                <a:lnTo>
                  <a:pt x="3907" y="2311"/>
                </a:lnTo>
                <a:lnTo>
                  <a:pt x="3900" y="2316"/>
                </a:lnTo>
                <a:lnTo>
                  <a:pt x="3896" y="2320"/>
                </a:lnTo>
                <a:lnTo>
                  <a:pt x="3894" y="2331"/>
                </a:lnTo>
                <a:lnTo>
                  <a:pt x="3899" y="2350"/>
                </a:lnTo>
                <a:lnTo>
                  <a:pt x="3923" y="2381"/>
                </a:lnTo>
                <a:lnTo>
                  <a:pt x="3957" y="2407"/>
                </a:lnTo>
                <a:lnTo>
                  <a:pt x="3977" y="2414"/>
                </a:lnTo>
                <a:lnTo>
                  <a:pt x="3989" y="2420"/>
                </a:lnTo>
                <a:lnTo>
                  <a:pt x="4005" y="2436"/>
                </a:lnTo>
                <a:lnTo>
                  <a:pt x="4007" y="2444"/>
                </a:lnTo>
                <a:lnTo>
                  <a:pt x="4006" y="2448"/>
                </a:lnTo>
                <a:lnTo>
                  <a:pt x="3999" y="2453"/>
                </a:lnTo>
                <a:lnTo>
                  <a:pt x="3982" y="2454"/>
                </a:lnTo>
                <a:lnTo>
                  <a:pt x="3947" y="2444"/>
                </a:lnTo>
                <a:lnTo>
                  <a:pt x="3915" y="2425"/>
                </a:lnTo>
                <a:lnTo>
                  <a:pt x="3904" y="2413"/>
                </a:lnTo>
                <a:lnTo>
                  <a:pt x="3891" y="2397"/>
                </a:lnTo>
                <a:lnTo>
                  <a:pt x="3881" y="2402"/>
                </a:lnTo>
                <a:lnTo>
                  <a:pt x="3880" y="2424"/>
                </a:lnTo>
                <a:lnTo>
                  <a:pt x="3881" y="2434"/>
                </a:lnTo>
                <a:lnTo>
                  <a:pt x="3887" y="2451"/>
                </a:lnTo>
                <a:lnTo>
                  <a:pt x="3903" y="2468"/>
                </a:lnTo>
                <a:lnTo>
                  <a:pt x="3926" y="2481"/>
                </a:lnTo>
                <a:lnTo>
                  <a:pt x="3940" y="2487"/>
                </a:lnTo>
                <a:lnTo>
                  <a:pt x="3998" y="2512"/>
                </a:lnTo>
                <a:lnTo>
                  <a:pt x="3944" y="2512"/>
                </a:lnTo>
                <a:lnTo>
                  <a:pt x="3920" y="2511"/>
                </a:lnTo>
                <a:lnTo>
                  <a:pt x="3868" y="2498"/>
                </a:lnTo>
                <a:lnTo>
                  <a:pt x="3849" y="2487"/>
                </a:lnTo>
                <a:lnTo>
                  <a:pt x="3836" y="2478"/>
                </a:lnTo>
                <a:lnTo>
                  <a:pt x="3817" y="2471"/>
                </a:lnTo>
                <a:lnTo>
                  <a:pt x="3806" y="2476"/>
                </a:lnTo>
                <a:lnTo>
                  <a:pt x="3804" y="2494"/>
                </a:lnTo>
                <a:lnTo>
                  <a:pt x="3806" y="2507"/>
                </a:lnTo>
                <a:lnTo>
                  <a:pt x="3806" y="2514"/>
                </a:lnTo>
                <a:lnTo>
                  <a:pt x="3797" y="2529"/>
                </a:lnTo>
                <a:lnTo>
                  <a:pt x="3790" y="2536"/>
                </a:lnTo>
                <a:lnTo>
                  <a:pt x="3786" y="2539"/>
                </a:lnTo>
                <a:lnTo>
                  <a:pt x="3786" y="2546"/>
                </a:lnTo>
                <a:lnTo>
                  <a:pt x="3798" y="2559"/>
                </a:lnTo>
                <a:lnTo>
                  <a:pt x="3817" y="2569"/>
                </a:lnTo>
                <a:lnTo>
                  <a:pt x="3835" y="2576"/>
                </a:lnTo>
                <a:lnTo>
                  <a:pt x="3853" y="2579"/>
                </a:lnTo>
                <a:lnTo>
                  <a:pt x="3855" y="2577"/>
                </a:lnTo>
                <a:lnTo>
                  <a:pt x="3853" y="2574"/>
                </a:lnTo>
                <a:lnTo>
                  <a:pt x="3850" y="2566"/>
                </a:lnTo>
                <a:lnTo>
                  <a:pt x="3855" y="2551"/>
                </a:lnTo>
                <a:lnTo>
                  <a:pt x="3862" y="2545"/>
                </a:lnTo>
                <a:lnTo>
                  <a:pt x="3869" y="2543"/>
                </a:lnTo>
                <a:lnTo>
                  <a:pt x="3879" y="2547"/>
                </a:lnTo>
                <a:lnTo>
                  <a:pt x="3880" y="2554"/>
                </a:lnTo>
                <a:lnTo>
                  <a:pt x="3881" y="2559"/>
                </a:lnTo>
                <a:lnTo>
                  <a:pt x="3885" y="2564"/>
                </a:lnTo>
                <a:lnTo>
                  <a:pt x="3899" y="2563"/>
                </a:lnTo>
                <a:lnTo>
                  <a:pt x="3918" y="2554"/>
                </a:lnTo>
                <a:lnTo>
                  <a:pt x="3928" y="2549"/>
                </a:lnTo>
                <a:lnTo>
                  <a:pt x="3945" y="2543"/>
                </a:lnTo>
                <a:lnTo>
                  <a:pt x="3960" y="2544"/>
                </a:lnTo>
                <a:lnTo>
                  <a:pt x="3974" y="2550"/>
                </a:lnTo>
                <a:lnTo>
                  <a:pt x="3982" y="2556"/>
                </a:lnTo>
                <a:lnTo>
                  <a:pt x="3995" y="2569"/>
                </a:lnTo>
                <a:lnTo>
                  <a:pt x="4007" y="2588"/>
                </a:lnTo>
                <a:lnTo>
                  <a:pt x="3999" y="2601"/>
                </a:lnTo>
                <a:lnTo>
                  <a:pt x="3976" y="2603"/>
                </a:lnTo>
                <a:lnTo>
                  <a:pt x="3956" y="2599"/>
                </a:lnTo>
                <a:lnTo>
                  <a:pt x="3930" y="2596"/>
                </a:lnTo>
                <a:lnTo>
                  <a:pt x="3900" y="2601"/>
                </a:lnTo>
                <a:lnTo>
                  <a:pt x="3885" y="2612"/>
                </a:lnTo>
                <a:lnTo>
                  <a:pt x="3879" y="2620"/>
                </a:lnTo>
                <a:lnTo>
                  <a:pt x="3865" y="2638"/>
                </a:lnTo>
                <a:lnTo>
                  <a:pt x="3868" y="2646"/>
                </a:lnTo>
                <a:lnTo>
                  <a:pt x="3885" y="2639"/>
                </a:lnTo>
                <a:lnTo>
                  <a:pt x="3900" y="2635"/>
                </a:lnTo>
                <a:lnTo>
                  <a:pt x="3939" y="2638"/>
                </a:lnTo>
                <a:lnTo>
                  <a:pt x="3955" y="2645"/>
                </a:lnTo>
                <a:lnTo>
                  <a:pt x="3973" y="2653"/>
                </a:lnTo>
                <a:lnTo>
                  <a:pt x="3990" y="2652"/>
                </a:lnTo>
                <a:lnTo>
                  <a:pt x="3997" y="2644"/>
                </a:lnTo>
                <a:lnTo>
                  <a:pt x="3999" y="2636"/>
                </a:lnTo>
                <a:lnTo>
                  <a:pt x="4005" y="2624"/>
                </a:lnTo>
                <a:lnTo>
                  <a:pt x="4018" y="2611"/>
                </a:lnTo>
                <a:lnTo>
                  <a:pt x="4035" y="2611"/>
                </a:lnTo>
                <a:lnTo>
                  <a:pt x="4057" y="2625"/>
                </a:lnTo>
                <a:lnTo>
                  <a:pt x="4070" y="2637"/>
                </a:lnTo>
                <a:lnTo>
                  <a:pt x="4083" y="2650"/>
                </a:lnTo>
                <a:lnTo>
                  <a:pt x="4103" y="2659"/>
                </a:lnTo>
                <a:lnTo>
                  <a:pt x="4112" y="2651"/>
                </a:lnTo>
                <a:lnTo>
                  <a:pt x="4107" y="2628"/>
                </a:lnTo>
                <a:lnTo>
                  <a:pt x="4100" y="2612"/>
                </a:lnTo>
                <a:lnTo>
                  <a:pt x="4094" y="2601"/>
                </a:lnTo>
                <a:lnTo>
                  <a:pt x="4090" y="2584"/>
                </a:lnTo>
                <a:lnTo>
                  <a:pt x="4092" y="2570"/>
                </a:lnTo>
                <a:lnTo>
                  <a:pt x="4100" y="2554"/>
                </a:lnTo>
                <a:lnTo>
                  <a:pt x="4107" y="2547"/>
                </a:lnTo>
                <a:lnTo>
                  <a:pt x="4114" y="2540"/>
                </a:lnTo>
                <a:lnTo>
                  <a:pt x="4122" y="2524"/>
                </a:lnTo>
                <a:lnTo>
                  <a:pt x="4127" y="2496"/>
                </a:lnTo>
                <a:lnTo>
                  <a:pt x="4123" y="2474"/>
                </a:lnTo>
                <a:lnTo>
                  <a:pt x="4119" y="2460"/>
                </a:lnTo>
                <a:lnTo>
                  <a:pt x="4120" y="2443"/>
                </a:lnTo>
                <a:lnTo>
                  <a:pt x="4138" y="2435"/>
                </a:lnTo>
                <a:lnTo>
                  <a:pt x="4178" y="2435"/>
                </a:lnTo>
                <a:lnTo>
                  <a:pt x="4211" y="2436"/>
                </a:lnTo>
                <a:lnTo>
                  <a:pt x="4252" y="2438"/>
                </a:lnTo>
                <a:lnTo>
                  <a:pt x="4298" y="2432"/>
                </a:lnTo>
                <a:lnTo>
                  <a:pt x="4315" y="2425"/>
                </a:lnTo>
                <a:lnTo>
                  <a:pt x="4319" y="2420"/>
                </a:lnTo>
                <a:lnTo>
                  <a:pt x="4321" y="2416"/>
                </a:lnTo>
                <a:lnTo>
                  <a:pt x="4326" y="2418"/>
                </a:lnTo>
                <a:lnTo>
                  <a:pt x="4329" y="2433"/>
                </a:lnTo>
                <a:lnTo>
                  <a:pt x="4328" y="2452"/>
                </a:lnTo>
                <a:lnTo>
                  <a:pt x="4328" y="2475"/>
                </a:lnTo>
                <a:lnTo>
                  <a:pt x="4336" y="2500"/>
                </a:lnTo>
                <a:lnTo>
                  <a:pt x="4343" y="2510"/>
                </a:lnTo>
                <a:lnTo>
                  <a:pt x="4348" y="2512"/>
                </a:lnTo>
                <a:lnTo>
                  <a:pt x="4355" y="2514"/>
                </a:lnTo>
                <a:lnTo>
                  <a:pt x="4364" y="2510"/>
                </a:lnTo>
                <a:lnTo>
                  <a:pt x="4369" y="2490"/>
                </a:lnTo>
                <a:lnTo>
                  <a:pt x="4362" y="2451"/>
                </a:lnTo>
                <a:lnTo>
                  <a:pt x="4345" y="2422"/>
                </a:lnTo>
                <a:lnTo>
                  <a:pt x="4332" y="2407"/>
                </a:lnTo>
                <a:lnTo>
                  <a:pt x="4325" y="2402"/>
                </a:lnTo>
                <a:lnTo>
                  <a:pt x="4294" y="2386"/>
                </a:lnTo>
                <a:lnTo>
                  <a:pt x="4279" y="2376"/>
                </a:lnTo>
                <a:lnTo>
                  <a:pt x="4276" y="2374"/>
                </a:lnTo>
                <a:lnTo>
                  <a:pt x="4277" y="2369"/>
                </a:lnTo>
                <a:lnTo>
                  <a:pt x="4287" y="2359"/>
                </a:lnTo>
                <a:lnTo>
                  <a:pt x="4314" y="2349"/>
                </a:lnTo>
                <a:lnTo>
                  <a:pt x="4343" y="2346"/>
                </a:lnTo>
                <a:lnTo>
                  <a:pt x="4355" y="2348"/>
                </a:lnTo>
                <a:lnTo>
                  <a:pt x="4374" y="2352"/>
                </a:lnTo>
                <a:lnTo>
                  <a:pt x="4390" y="2347"/>
                </a:lnTo>
                <a:lnTo>
                  <a:pt x="4395" y="2338"/>
                </a:lnTo>
                <a:lnTo>
                  <a:pt x="4394" y="2318"/>
                </a:lnTo>
                <a:lnTo>
                  <a:pt x="4376" y="2279"/>
                </a:lnTo>
                <a:lnTo>
                  <a:pt x="4358" y="2256"/>
                </a:lnTo>
                <a:lnTo>
                  <a:pt x="4340" y="2228"/>
                </a:lnTo>
                <a:lnTo>
                  <a:pt x="4318" y="2189"/>
                </a:lnTo>
                <a:lnTo>
                  <a:pt x="4319" y="2183"/>
                </a:lnTo>
                <a:lnTo>
                  <a:pt x="4323" y="2181"/>
                </a:lnTo>
                <a:lnTo>
                  <a:pt x="4335" y="2185"/>
                </a:lnTo>
                <a:lnTo>
                  <a:pt x="4363" y="2201"/>
                </a:lnTo>
                <a:lnTo>
                  <a:pt x="4411" y="2238"/>
                </a:lnTo>
                <a:lnTo>
                  <a:pt x="4455" y="2282"/>
                </a:lnTo>
                <a:lnTo>
                  <a:pt x="4469" y="2300"/>
                </a:lnTo>
                <a:lnTo>
                  <a:pt x="4499" y="2346"/>
                </a:lnTo>
                <a:lnTo>
                  <a:pt x="4486" y="2300"/>
                </a:lnTo>
                <a:lnTo>
                  <a:pt x="4479" y="2275"/>
                </a:lnTo>
                <a:lnTo>
                  <a:pt x="4487" y="2268"/>
                </a:lnTo>
                <a:lnTo>
                  <a:pt x="4504" y="2281"/>
                </a:lnTo>
                <a:lnTo>
                  <a:pt x="4517" y="2291"/>
                </a:lnTo>
                <a:lnTo>
                  <a:pt x="4529" y="2295"/>
                </a:lnTo>
                <a:lnTo>
                  <a:pt x="4532" y="2289"/>
                </a:lnTo>
                <a:lnTo>
                  <a:pt x="4532" y="2284"/>
                </a:lnTo>
                <a:lnTo>
                  <a:pt x="4531" y="2274"/>
                </a:lnTo>
                <a:lnTo>
                  <a:pt x="4515" y="2247"/>
                </a:lnTo>
                <a:lnTo>
                  <a:pt x="4491" y="2220"/>
                </a:lnTo>
                <a:lnTo>
                  <a:pt x="4466" y="2202"/>
                </a:lnTo>
                <a:lnTo>
                  <a:pt x="4456" y="2201"/>
                </a:lnTo>
                <a:lnTo>
                  <a:pt x="4452" y="2200"/>
                </a:lnTo>
                <a:lnTo>
                  <a:pt x="4447" y="2190"/>
                </a:lnTo>
                <a:lnTo>
                  <a:pt x="4448" y="2183"/>
                </a:lnTo>
                <a:lnTo>
                  <a:pt x="4451" y="2174"/>
                </a:lnTo>
                <a:lnTo>
                  <a:pt x="4472" y="2164"/>
                </a:lnTo>
                <a:lnTo>
                  <a:pt x="4496" y="2165"/>
                </a:lnTo>
                <a:lnTo>
                  <a:pt x="4513" y="2175"/>
                </a:lnTo>
                <a:lnTo>
                  <a:pt x="4515" y="2185"/>
                </a:lnTo>
                <a:lnTo>
                  <a:pt x="4516" y="2194"/>
                </a:lnTo>
                <a:lnTo>
                  <a:pt x="4531" y="2211"/>
                </a:lnTo>
                <a:lnTo>
                  <a:pt x="4542" y="2218"/>
                </a:lnTo>
                <a:lnTo>
                  <a:pt x="4549" y="2220"/>
                </a:lnTo>
                <a:lnTo>
                  <a:pt x="4561" y="2219"/>
                </a:lnTo>
                <a:lnTo>
                  <a:pt x="4568" y="2207"/>
                </a:lnTo>
                <a:lnTo>
                  <a:pt x="4565" y="2177"/>
                </a:lnTo>
                <a:lnTo>
                  <a:pt x="4546" y="2143"/>
                </a:lnTo>
                <a:lnTo>
                  <a:pt x="4529" y="2126"/>
                </a:lnTo>
                <a:lnTo>
                  <a:pt x="4514" y="2114"/>
                </a:lnTo>
                <a:lnTo>
                  <a:pt x="4503" y="2109"/>
                </a:lnTo>
                <a:lnTo>
                  <a:pt x="4502" y="2111"/>
                </a:lnTo>
                <a:lnTo>
                  <a:pt x="4504" y="2115"/>
                </a:lnTo>
                <a:lnTo>
                  <a:pt x="4506" y="2122"/>
                </a:lnTo>
                <a:lnTo>
                  <a:pt x="4507" y="2130"/>
                </a:lnTo>
                <a:lnTo>
                  <a:pt x="4498" y="2136"/>
                </a:lnTo>
                <a:lnTo>
                  <a:pt x="4472" y="2132"/>
                </a:lnTo>
                <a:lnTo>
                  <a:pt x="4442" y="2115"/>
                </a:lnTo>
                <a:lnTo>
                  <a:pt x="4431" y="2103"/>
                </a:lnTo>
                <a:lnTo>
                  <a:pt x="4426" y="2096"/>
                </a:lnTo>
                <a:lnTo>
                  <a:pt x="4422" y="2082"/>
                </a:lnTo>
                <a:lnTo>
                  <a:pt x="4428" y="2060"/>
                </a:lnTo>
                <a:lnTo>
                  <a:pt x="4444" y="2039"/>
                </a:lnTo>
                <a:lnTo>
                  <a:pt x="4460" y="2023"/>
                </a:lnTo>
                <a:lnTo>
                  <a:pt x="4476" y="1999"/>
                </a:lnTo>
                <a:lnTo>
                  <a:pt x="4472" y="1985"/>
                </a:lnTo>
                <a:lnTo>
                  <a:pt x="4448" y="1980"/>
                </a:lnTo>
                <a:lnTo>
                  <a:pt x="4426" y="1978"/>
                </a:lnTo>
                <a:lnTo>
                  <a:pt x="4399" y="1978"/>
                </a:lnTo>
                <a:lnTo>
                  <a:pt x="4381" y="1987"/>
                </a:lnTo>
                <a:lnTo>
                  <a:pt x="4379" y="1998"/>
                </a:lnTo>
                <a:lnTo>
                  <a:pt x="4382" y="2006"/>
                </a:lnTo>
                <a:lnTo>
                  <a:pt x="4387" y="2019"/>
                </a:lnTo>
                <a:lnTo>
                  <a:pt x="4381" y="2026"/>
                </a:lnTo>
                <a:lnTo>
                  <a:pt x="4374" y="2022"/>
                </a:lnTo>
                <a:lnTo>
                  <a:pt x="4368" y="2019"/>
                </a:lnTo>
                <a:lnTo>
                  <a:pt x="4360" y="2019"/>
                </a:lnTo>
                <a:lnTo>
                  <a:pt x="4352" y="2030"/>
                </a:lnTo>
                <a:lnTo>
                  <a:pt x="4352" y="2056"/>
                </a:lnTo>
                <a:lnTo>
                  <a:pt x="4363" y="2086"/>
                </a:lnTo>
                <a:lnTo>
                  <a:pt x="4374" y="2098"/>
                </a:lnTo>
                <a:lnTo>
                  <a:pt x="4382" y="2108"/>
                </a:lnTo>
                <a:lnTo>
                  <a:pt x="4386" y="2125"/>
                </a:lnTo>
                <a:lnTo>
                  <a:pt x="4376" y="2134"/>
                </a:lnTo>
                <a:lnTo>
                  <a:pt x="4356" y="2130"/>
                </a:lnTo>
                <a:lnTo>
                  <a:pt x="4344" y="2121"/>
                </a:lnTo>
                <a:lnTo>
                  <a:pt x="4332" y="2112"/>
                </a:lnTo>
                <a:lnTo>
                  <a:pt x="4308" y="2106"/>
                </a:lnTo>
                <a:lnTo>
                  <a:pt x="4301" y="2109"/>
                </a:lnTo>
                <a:lnTo>
                  <a:pt x="4296" y="2111"/>
                </a:lnTo>
                <a:lnTo>
                  <a:pt x="4290" y="2110"/>
                </a:lnTo>
                <a:lnTo>
                  <a:pt x="4286" y="2098"/>
                </a:lnTo>
                <a:lnTo>
                  <a:pt x="4289" y="2072"/>
                </a:lnTo>
                <a:lnTo>
                  <a:pt x="4301" y="2044"/>
                </a:lnTo>
                <a:lnTo>
                  <a:pt x="4309" y="2033"/>
                </a:lnTo>
                <a:lnTo>
                  <a:pt x="4316" y="2025"/>
                </a:lnTo>
                <a:lnTo>
                  <a:pt x="4321" y="2011"/>
                </a:lnTo>
                <a:lnTo>
                  <a:pt x="4315" y="1981"/>
                </a:lnTo>
                <a:lnTo>
                  <a:pt x="4298" y="1947"/>
                </a:lnTo>
                <a:lnTo>
                  <a:pt x="4287" y="1927"/>
                </a:lnTo>
                <a:lnTo>
                  <a:pt x="4275" y="1899"/>
                </a:lnTo>
                <a:lnTo>
                  <a:pt x="4273" y="1875"/>
                </a:lnTo>
                <a:lnTo>
                  <a:pt x="4281" y="1850"/>
                </a:lnTo>
                <a:lnTo>
                  <a:pt x="4290" y="1833"/>
                </a:lnTo>
                <a:lnTo>
                  <a:pt x="4302" y="1810"/>
                </a:lnTo>
                <a:lnTo>
                  <a:pt x="4330" y="1775"/>
                </a:lnTo>
                <a:lnTo>
                  <a:pt x="4342" y="1768"/>
                </a:lnTo>
                <a:lnTo>
                  <a:pt x="4355" y="1762"/>
                </a:lnTo>
                <a:lnTo>
                  <a:pt x="4368" y="1738"/>
                </a:lnTo>
                <a:lnTo>
                  <a:pt x="4367" y="1708"/>
                </a:lnTo>
                <a:lnTo>
                  <a:pt x="4353" y="1677"/>
                </a:lnTo>
                <a:lnTo>
                  <a:pt x="4341" y="1664"/>
                </a:lnTo>
                <a:lnTo>
                  <a:pt x="4325" y="1653"/>
                </a:lnTo>
                <a:lnTo>
                  <a:pt x="4309" y="1652"/>
                </a:lnTo>
                <a:lnTo>
                  <a:pt x="4300" y="1661"/>
                </a:lnTo>
                <a:lnTo>
                  <a:pt x="4293" y="1669"/>
                </a:lnTo>
                <a:lnTo>
                  <a:pt x="4286" y="1680"/>
                </a:lnTo>
                <a:lnTo>
                  <a:pt x="4281" y="1671"/>
                </a:lnTo>
                <a:lnTo>
                  <a:pt x="4284" y="1650"/>
                </a:lnTo>
                <a:lnTo>
                  <a:pt x="4288" y="1631"/>
                </a:lnTo>
                <a:lnTo>
                  <a:pt x="4284" y="1586"/>
                </a:lnTo>
                <a:lnTo>
                  <a:pt x="4271" y="1547"/>
                </a:lnTo>
                <a:lnTo>
                  <a:pt x="4258" y="1531"/>
                </a:lnTo>
                <a:lnTo>
                  <a:pt x="4249" y="1527"/>
                </a:lnTo>
                <a:lnTo>
                  <a:pt x="4244" y="1528"/>
                </a:lnTo>
                <a:lnTo>
                  <a:pt x="4238" y="1532"/>
                </a:lnTo>
                <a:lnTo>
                  <a:pt x="4222" y="1522"/>
                </a:lnTo>
                <a:lnTo>
                  <a:pt x="4217" y="1511"/>
                </a:lnTo>
                <a:lnTo>
                  <a:pt x="4211" y="1494"/>
                </a:lnTo>
                <a:lnTo>
                  <a:pt x="4207" y="1474"/>
                </a:lnTo>
                <a:lnTo>
                  <a:pt x="4218" y="1475"/>
                </a:lnTo>
                <a:lnTo>
                  <a:pt x="4243" y="1496"/>
                </a:lnTo>
                <a:lnTo>
                  <a:pt x="4263" y="1514"/>
                </a:lnTo>
                <a:lnTo>
                  <a:pt x="4320" y="1567"/>
                </a:lnTo>
                <a:lnTo>
                  <a:pt x="4312" y="1522"/>
                </a:lnTo>
                <a:lnTo>
                  <a:pt x="4301" y="1478"/>
                </a:lnTo>
                <a:lnTo>
                  <a:pt x="4288" y="1444"/>
                </a:lnTo>
                <a:lnTo>
                  <a:pt x="4281" y="1426"/>
                </a:lnTo>
                <a:lnTo>
                  <a:pt x="4287" y="1415"/>
                </a:lnTo>
                <a:lnTo>
                  <a:pt x="4299" y="1414"/>
                </a:lnTo>
                <a:lnTo>
                  <a:pt x="4308" y="1417"/>
                </a:lnTo>
                <a:lnTo>
                  <a:pt x="4316" y="1418"/>
                </a:lnTo>
                <a:lnTo>
                  <a:pt x="4329" y="1413"/>
                </a:lnTo>
                <a:lnTo>
                  <a:pt x="4341" y="1399"/>
                </a:lnTo>
                <a:lnTo>
                  <a:pt x="4342" y="1373"/>
                </a:lnTo>
                <a:lnTo>
                  <a:pt x="4331" y="1355"/>
                </a:lnTo>
                <a:lnTo>
                  <a:pt x="4319" y="1346"/>
                </a:lnTo>
                <a:lnTo>
                  <a:pt x="4312" y="1344"/>
                </a:lnTo>
                <a:lnTo>
                  <a:pt x="4298" y="1343"/>
                </a:lnTo>
                <a:lnTo>
                  <a:pt x="4284" y="1351"/>
                </a:lnTo>
                <a:lnTo>
                  <a:pt x="4279" y="1361"/>
                </a:lnTo>
                <a:lnTo>
                  <a:pt x="4279" y="1368"/>
                </a:lnTo>
                <a:lnTo>
                  <a:pt x="4278" y="1378"/>
                </a:lnTo>
                <a:lnTo>
                  <a:pt x="4269" y="1389"/>
                </a:lnTo>
                <a:lnTo>
                  <a:pt x="4263" y="1387"/>
                </a:lnTo>
                <a:lnTo>
                  <a:pt x="4259" y="1384"/>
                </a:lnTo>
                <a:lnTo>
                  <a:pt x="4256" y="1370"/>
                </a:lnTo>
                <a:lnTo>
                  <a:pt x="4257" y="1335"/>
                </a:lnTo>
                <a:lnTo>
                  <a:pt x="4265" y="1305"/>
                </a:lnTo>
                <a:lnTo>
                  <a:pt x="4270" y="1284"/>
                </a:lnTo>
                <a:lnTo>
                  <a:pt x="4281" y="1256"/>
                </a:lnTo>
                <a:lnTo>
                  <a:pt x="4294" y="1239"/>
                </a:lnTo>
                <a:lnTo>
                  <a:pt x="4313" y="1232"/>
                </a:lnTo>
                <a:lnTo>
                  <a:pt x="4325" y="1232"/>
                </a:lnTo>
                <a:lnTo>
                  <a:pt x="4333" y="1232"/>
                </a:lnTo>
                <a:lnTo>
                  <a:pt x="4348" y="1226"/>
                </a:lnTo>
                <a:lnTo>
                  <a:pt x="4362" y="1213"/>
                </a:lnTo>
                <a:lnTo>
                  <a:pt x="4363" y="1190"/>
                </a:lnTo>
                <a:lnTo>
                  <a:pt x="4346" y="1169"/>
                </a:lnTo>
                <a:lnTo>
                  <a:pt x="4330" y="1163"/>
                </a:lnTo>
                <a:lnTo>
                  <a:pt x="4317" y="1159"/>
                </a:lnTo>
                <a:lnTo>
                  <a:pt x="4299" y="1145"/>
                </a:lnTo>
                <a:lnTo>
                  <a:pt x="4298" y="1137"/>
                </a:lnTo>
                <a:lnTo>
                  <a:pt x="4299" y="1132"/>
                </a:lnTo>
                <a:lnTo>
                  <a:pt x="4308" y="1129"/>
                </a:lnTo>
                <a:lnTo>
                  <a:pt x="4315" y="1132"/>
                </a:lnTo>
                <a:lnTo>
                  <a:pt x="4323" y="1137"/>
                </a:lnTo>
                <a:lnTo>
                  <a:pt x="4331" y="1139"/>
                </a:lnTo>
                <a:lnTo>
                  <a:pt x="4329" y="1120"/>
                </a:lnTo>
                <a:lnTo>
                  <a:pt x="4317" y="1074"/>
                </a:lnTo>
                <a:lnTo>
                  <a:pt x="4309" y="1046"/>
                </a:lnTo>
                <a:lnTo>
                  <a:pt x="4309" y="1021"/>
                </a:lnTo>
                <a:lnTo>
                  <a:pt x="4316" y="1011"/>
                </a:lnTo>
                <a:lnTo>
                  <a:pt x="4320" y="1009"/>
                </a:lnTo>
                <a:lnTo>
                  <a:pt x="4326" y="1007"/>
                </a:lnTo>
                <a:lnTo>
                  <a:pt x="4332" y="1001"/>
                </a:lnTo>
                <a:lnTo>
                  <a:pt x="4329" y="987"/>
                </a:lnTo>
                <a:lnTo>
                  <a:pt x="4317" y="973"/>
                </a:lnTo>
                <a:lnTo>
                  <a:pt x="4306" y="960"/>
                </a:lnTo>
                <a:lnTo>
                  <a:pt x="4286" y="945"/>
                </a:lnTo>
                <a:lnTo>
                  <a:pt x="4270" y="944"/>
                </a:lnTo>
                <a:lnTo>
                  <a:pt x="4262" y="958"/>
                </a:lnTo>
                <a:lnTo>
                  <a:pt x="4261" y="971"/>
                </a:lnTo>
                <a:lnTo>
                  <a:pt x="4259" y="985"/>
                </a:lnTo>
                <a:lnTo>
                  <a:pt x="4246" y="995"/>
                </a:lnTo>
                <a:lnTo>
                  <a:pt x="4229" y="985"/>
                </a:lnTo>
                <a:lnTo>
                  <a:pt x="4214" y="959"/>
                </a:lnTo>
                <a:lnTo>
                  <a:pt x="4211" y="942"/>
                </a:lnTo>
                <a:lnTo>
                  <a:pt x="4208" y="930"/>
                </a:lnTo>
                <a:lnTo>
                  <a:pt x="4209" y="914"/>
                </a:lnTo>
                <a:lnTo>
                  <a:pt x="4216" y="908"/>
                </a:lnTo>
                <a:lnTo>
                  <a:pt x="4230" y="908"/>
                </a:lnTo>
                <a:lnTo>
                  <a:pt x="4241" y="911"/>
                </a:lnTo>
                <a:lnTo>
                  <a:pt x="4252" y="913"/>
                </a:lnTo>
                <a:lnTo>
                  <a:pt x="4267" y="913"/>
                </a:lnTo>
                <a:lnTo>
                  <a:pt x="4276" y="906"/>
                </a:lnTo>
                <a:lnTo>
                  <a:pt x="4279" y="890"/>
                </a:lnTo>
                <a:lnTo>
                  <a:pt x="4279" y="879"/>
                </a:lnTo>
                <a:lnTo>
                  <a:pt x="4277" y="862"/>
                </a:lnTo>
                <a:lnTo>
                  <a:pt x="4258" y="837"/>
                </a:lnTo>
                <a:lnTo>
                  <a:pt x="4231" y="823"/>
                </a:lnTo>
                <a:lnTo>
                  <a:pt x="4213" y="826"/>
                </a:lnTo>
                <a:lnTo>
                  <a:pt x="4204" y="834"/>
                </a:lnTo>
                <a:lnTo>
                  <a:pt x="4201" y="840"/>
                </a:lnTo>
                <a:lnTo>
                  <a:pt x="4196" y="849"/>
                </a:lnTo>
                <a:lnTo>
                  <a:pt x="4181" y="850"/>
                </a:lnTo>
                <a:lnTo>
                  <a:pt x="4168" y="843"/>
                </a:lnTo>
                <a:lnTo>
                  <a:pt x="4155" y="835"/>
                </a:lnTo>
                <a:lnTo>
                  <a:pt x="4114" y="825"/>
                </a:lnTo>
                <a:lnTo>
                  <a:pt x="4092" y="826"/>
                </a:lnTo>
                <a:lnTo>
                  <a:pt x="4070" y="825"/>
                </a:lnTo>
                <a:lnTo>
                  <a:pt x="4044" y="817"/>
                </a:lnTo>
                <a:lnTo>
                  <a:pt x="4033" y="808"/>
                </a:lnTo>
                <a:lnTo>
                  <a:pt x="4031" y="802"/>
                </a:lnTo>
                <a:lnTo>
                  <a:pt x="4025" y="788"/>
                </a:lnTo>
                <a:lnTo>
                  <a:pt x="4013" y="788"/>
                </a:lnTo>
                <a:lnTo>
                  <a:pt x="4004" y="800"/>
                </a:lnTo>
                <a:lnTo>
                  <a:pt x="3995" y="812"/>
                </a:lnTo>
                <a:lnTo>
                  <a:pt x="3982" y="812"/>
                </a:lnTo>
                <a:lnTo>
                  <a:pt x="3977" y="800"/>
                </a:lnTo>
                <a:lnTo>
                  <a:pt x="3972" y="793"/>
                </a:lnTo>
                <a:lnTo>
                  <a:pt x="3958" y="781"/>
                </a:lnTo>
                <a:lnTo>
                  <a:pt x="3951" y="779"/>
                </a:lnTo>
                <a:lnTo>
                  <a:pt x="3941" y="777"/>
                </a:lnTo>
                <a:lnTo>
                  <a:pt x="3915" y="760"/>
                </a:lnTo>
                <a:lnTo>
                  <a:pt x="3885" y="732"/>
                </a:lnTo>
                <a:lnTo>
                  <a:pt x="3859" y="698"/>
                </a:lnTo>
                <a:lnTo>
                  <a:pt x="3849" y="681"/>
                </a:lnTo>
                <a:lnTo>
                  <a:pt x="3844" y="672"/>
                </a:lnTo>
                <a:lnTo>
                  <a:pt x="3840" y="651"/>
                </a:lnTo>
                <a:lnTo>
                  <a:pt x="3843" y="616"/>
                </a:lnTo>
                <a:lnTo>
                  <a:pt x="3855" y="585"/>
                </a:lnTo>
                <a:lnTo>
                  <a:pt x="3867" y="557"/>
                </a:lnTo>
                <a:lnTo>
                  <a:pt x="3870" y="533"/>
                </a:lnTo>
                <a:lnTo>
                  <a:pt x="3866" y="526"/>
                </a:lnTo>
                <a:lnTo>
                  <a:pt x="3860" y="525"/>
                </a:lnTo>
                <a:lnTo>
                  <a:pt x="3849" y="523"/>
                </a:lnTo>
                <a:lnTo>
                  <a:pt x="3825" y="506"/>
                </a:lnTo>
                <a:lnTo>
                  <a:pt x="3815" y="493"/>
                </a:lnTo>
                <a:lnTo>
                  <a:pt x="3807" y="483"/>
                </a:lnTo>
                <a:lnTo>
                  <a:pt x="3796" y="472"/>
                </a:lnTo>
                <a:lnTo>
                  <a:pt x="3785" y="477"/>
                </a:lnTo>
                <a:lnTo>
                  <a:pt x="3779" y="501"/>
                </a:lnTo>
                <a:lnTo>
                  <a:pt x="3773" y="520"/>
                </a:lnTo>
                <a:lnTo>
                  <a:pt x="3758" y="541"/>
                </a:lnTo>
                <a:lnTo>
                  <a:pt x="3742" y="542"/>
                </a:lnTo>
                <a:lnTo>
                  <a:pt x="3728" y="523"/>
                </a:lnTo>
                <a:lnTo>
                  <a:pt x="3722" y="506"/>
                </a:lnTo>
                <a:lnTo>
                  <a:pt x="3719" y="494"/>
                </a:lnTo>
                <a:lnTo>
                  <a:pt x="3709" y="479"/>
                </a:lnTo>
                <a:lnTo>
                  <a:pt x="3692" y="474"/>
                </a:lnTo>
                <a:lnTo>
                  <a:pt x="3660" y="476"/>
                </a:lnTo>
                <a:lnTo>
                  <a:pt x="3637" y="480"/>
                </a:lnTo>
                <a:lnTo>
                  <a:pt x="3563" y="491"/>
                </a:lnTo>
                <a:lnTo>
                  <a:pt x="3496" y="495"/>
                </a:lnTo>
                <a:lnTo>
                  <a:pt x="3460" y="497"/>
                </a:lnTo>
                <a:lnTo>
                  <a:pt x="3434" y="507"/>
                </a:lnTo>
                <a:lnTo>
                  <a:pt x="3427" y="520"/>
                </a:lnTo>
                <a:lnTo>
                  <a:pt x="3427" y="529"/>
                </a:lnTo>
                <a:lnTo>
                  <a:pt x="3426" y="538"/>
                </a:lnTo>
                <a:lnTo>
                  <a:pt x="3422" y="550"/>
                </a:lnTo>
                <a:lnTo>
                  <a:pt x="3412" y="555"/>
                </a:lnTo>
                <a:lnTo>
                  <a:pt x="3395" y="554"/>
                </a:lnTo>
                <a:lnTo>
                  <a:pt x="3382" y="550"/>
                </a:lnTo>
                <a:lnTo>
                  <a:pt x="3361" y="547"/>
                </a:lnTo>
                <a:lnTo>
                  <a:pt x="3342" y="549"/>
                </a:lnTo>
                <a:lnTo>
                  <a:pt x="3337" y="556"/>
                </a:lnTo>
                <a:lnTo>
                  <a:pt x="3336" y="560"/>
                </a:lnTo>
                <a:lnTo>
                  <a:pt x="3334" y="571"/>
                </a:lnTo>
                <a:lnTo>
                  <a:pt x="3310" y="607"/>
                </a:lnTo>
                <a:lnTo>
                  <a:pt x="3292" y="625"/>
                </a:lnTo>
                <a:lnTo>
                  <a:pt x="3279" y="638"/>
                </a:lnTo>
                <a:lnTo>
                  <a:pt x="3258" y="655"/>
                </a:lnTo>
                <a:lnTo>
                  <a:pt x="3238" y="660"/>
                </a:lnTo>
                <a:lnTo>
                  <a:pt x="3215" y="657"/>
                </a:lnTo>
                <a:lnTo>
                  <a:pt x="3202" y="652"/>
                </a:lnTo>
                <a:lnTo>
                  <a:pt x="3183" y="646"/>
                </a:lnTo>
                <a:lnTo>
                  <a:pt x="3158" y="643"/>
                </a:lnTo>
                <a:lnTo>
                  <a:pt x="3155" y="647"/>
                </a:lnTo>
                <a:lnTo>
                  <a:pt x="3153" y="649"/>
                </a:lnTo>
                <a:lnTo>
                  <a:pt x="3134" y="635"/>
                </a:lnTo>
                <a:lnTo>
                  <a:pt x="3121" y="621"/>
                </a:lnTo>
                <a:lnTo>
                  <a:pt x="3103" y="606"/>
                </a:lnTo>
                <a:lnTo>
                  <a:pt x="3054" y="571"/>
                </a:lnTo>
                <a:lnTo>
                  <a:pt x="3030" y="560"/>
                </a:lnTo>
                <a:lnTo>
                  <a:pt x="3015" y="552"/>
                </a:lnTo>
                <a:lnTo>
                  <a:pt x="2995" y="539"/>
                </a:lnTo>
                <a:lnTo>
                  <a:pt x="2985" y="525"/>
                </a:lnTo>
                <a:lnTo>
                  <a:pt x="2982" y="510"/>
                </a:lnTo>
                <a:lnTo>
                  <a:pt x="2985" y="501"/>
                </a:lnTo>
                <a:lnTo>
                  <a:pt x="2987" y="487"/>
                </a:lnTo>
                <a:lnTo>
                  <a:pt x="2981" y="456"/>
                </a:lnTo>
                <a:lnTo>
                  <a:pt x="2974" y="444"/>
                </a:lnTo>
                <a:lnTo>
                  <a:pt x="2967" y="437"/>
                </a:lnTo>
                <a:lnTo>
                  <a:pt x="2954" y="431"/>
                </a:lnTo>
                <a:lnTo>
                  <a:pt x="2925" y="437"/>
                </a:lnTo>
                <a:lnTo>
                  <a:pt x="2889" y="457"/>
                </a:lnTo>
                <a:lnTo>
                  <a:pt x="2863" y="473"/>
                </a:lnTo>
                <a:lnTo>
                  <a:pt x="2824" y="505"/>
                </a:lnTo>
                <a:lnTo>
                  <a:pt x="2818" y="514"/>
                </a:lnTo>
                <a:lnTo>
                  <a:pt x="2812" y="523"/>
                </a:lnTo>
                <a:lnTo>
                  <a:pt x="2780" y="536"/>
                </a:lnTo>
                <a:lnTo>
                  <a:pt x="2759" y="538"/>
                </a:lnTo>
                <a:lnTo>
                  <a:pt x="2742" y="537"/>
                </a:lnTo>
                <a:lnTo>
                  <a:pt x="2733" y="534"/>
                </a:lnTo>
                <a:lnTo>
                  <a:pt x="2743" y="531"/>
                </a:lnTo>
                <a:lnTo>
                  <a:pt x="2756" y="525"/>
                </a:lnTo>
                <a:lnTo>
                  <a:pt x="2772" y="504"/>
                </a:lnTo>
                <a:lnTo>
                  <a:pt x="2774" y="476"/>
                </a:lnTo>
                <a:lnTo>
                  <a:pt x="2761" y="452"/>
                </a:lnTo>
                <a:lnTo>
                  <a:pt x="2747" y="446"/>
                </a:lnTo>
                <a:lnTo>
                  <a:pt x="2736" y="444"/>
                </a:lnTo>
                <a:lnTo>
                  <a:pt x="2713" y="455"/>
                </a:lnTo>
                <a:lnTo>
                  <a:pt x="2705" y="466"/>
                </a:lnTo>
                <a:lnTo>
                  <a:pt x="2701" y="472"/>
                </a:lnTo>
                <a:lnTo>
                  <a:pt x="2690" y="482"/>
                </a:lnTo>
                <a:lnTo>
                  <a:pt x="2678" y="486"/>
                </a:lnTo>
                <a:lnTo>
                  <a:pt x="2664" y="484"/>
                </a:lnTo>
                <a:lnTo>
                  <a:pt x="2655" y="480"/>
                </a:lnTo>
                <a:lnTo>
                  <a:pt x="2638" y="475"/>
                </a:lnTo>
                <a:lnTo>
                  <a:pt x="2598" y="469"/>
                </a:lnTo>
                <a:lnTo>
                  <a:pt x="2580" y="469"/>
                </a:lnTo>
                <a:lnTo>
                  <a:pt x="2564" y="470"/>
                </a:lnTo>
                <a:lnTo>
                  <a:pt x="2545" y="462"/>
                </a:lnTo>
                <a:lnTo>
                  <a:pt x="2540" y="455"/>
                </a:lnTo>
                <a:lnTo>
                  <a:pt x="2539" y="449"/>
                </a:lnTo>
                <a:lnTo>
                  <a:pt x="2539" y="445"/>
                </a:lnTo>
                <a:lnTo>
                  <a:pt x="2535" y="441"/>
                </a:lnTo>
                <a:lnTo>
                  <a:pt x="2527" y="447"/>
                </a:lnTo>
                <a:lnTo>
                  <a:pt x="2519" y="460"/>
                </a:lnTo>
                <a:lnTo>
                  <a:pt x="2507" y="476"/>
                </a:lnTo>
                <a:lnTo>
                  <a:pt x="2495" y="481"/>
                </a:lnTo>
                <a:lnTo>
                  <a:pt x="2489" y="475"/>
                </a:lnTo>
                <a:lnTo>
                  <a:pt x="2484" y="469"/>
                </a:lnTo>
                <a:lnTo>
                  <a:pt x="2474" y="457"/>
                </a:lnTo>
                <a:lnTo>
                  <a:pt x="2445" y="444"/>
                </a:lnTo>
                <a:lnTo>
                  <a:pt x="2416" y="445"/>
                </a:lnTo>
                <a:lnTo>
                  <a:pt x="2399" y="456"/>
                </a:lnTo>
                <a:lnTo>
                  <a:pt x="2394" y="468"/>
                </a:lnTo>
                <a:lnTo>
                  <a:pt x="2394" y="474"/>
                </a:lnTo>
                <a:lnTo>
                  <a:pt x="2393" y="486"/>
                </a:lnTo>
                <a:lnTo>
                  <a:pt x="2386" y="501"/>
                </a:lnTo>
                <a:lnTo>
                  <a:pt x="2374" y="508"/>
                </a:lnTo>
                <a:lnTo>
                  <a:pt x="2358" y="508"/>
                </a:lnTo>
                <a:lnTo>
                  <a:pt x="2330" y="495"/>
                </a:lnTo>
                <a:lnTo>
                  <a:pt x="2291" y="455"/>
                </a:lnTo>
                <a:lnTo>
                  <a:pt x="2274" y="425"/>
                </a:lnTo>
                <a:lnTo>
                  <a:pt x="2255" y="388"/>
                </a:lnTo>
                <a:lnTo>
                  <a:pt x="2250" y="367"/>
                </a:lnTo>
                <a:lnTo>
                  <a:pt x="2259" y="367"/>
                </a:lnTo>
                <a:lnTo>
                  <a:pt x="2267" y="371"/>
                </a:lnTo>
                <a:lnTo>
                  <a:pt x="2271" y="373"/>
                </a:lnTo>
                <a:lnTo>
                  <a:pt x="2278" y="370"/>
                </a:lnTo>
                <a:lnTo>
                  <a:pt x="2284" y="355"/>
                </a:lnTo>
                <a:lnTo>
                  <a:pt x="2285" y="337"/>
                </a:lnTo>
                <a:lnTo>
                  <a:pt x="2283" y="320"/>
                </a:lnTo>
                <a:lnTo>
                  <a:pt x="2269" y="289"/>
                </a:lnTo>
                <a:lnTo>
                  <a:pt x="2244" y="269"/>
                </a:lnTo>
                <a:lnTo>
                  <a:pt x="2214" y="262"/>
                </a:lnTo>
                <a:lnTo>
                  <a:pt x="2199" y="267"/>
                </a:lnTo>
                <a:lnTo>
                  <a:pt x="2191" y="267"/>
                </a:lnTo>
                <a:lnTo>
                  <a:pt x="2174" y="253"/>
                </a:lnTo>
                <a:lnTo>
                  <a:pt x="2169" y="239"/>
                </a:lnTo>
                <a:lnTo>
                  <a:pt x="2161" y="224"/>
                </a:lnTo>
                <a:lnTo>
                  <a:pt x="2133" y="198"/>
                </a:lnTo>
                <a:lnTo>
                  <a:pt x="2117" y="192"/>
                </a:lnTo>
                <a:lnTo>
                  <a:pt x="2079" y="182"/>
                </a:lnTo>
                <a:lnTo>
                  <a:pt x="2056" y="184"/>
                </a:lnTo>
                <a:lnTo>
                  <a:pt x="2056" y="195"/>
                </a:lnTo>
                <a:lnTo>
                  <a:pt x="2060" y="203"/>
                </a:lnTo>
                <a:lnTo>
                  <a:pt x="2063" y="208"/>
                </a:lnTo>
                <a:lnTo>
                  <a:pt x="2063" y="214"/>
                </a:lnTo>
                <a:lnTo>
                  <a:pt x="2051" y="217"/>
                </a:lnTo>
                <a:lnTo>
                  <a:pt x="2035" y="213"/>
                </a:lnTo>
                <a:lnTo>
                  <a:pt x="2016" y="210"/>
                </a:lnTo>
                <a:lnTo>
                  <a:pt x="1993" y="216"/>
                </a:lnTo>
                <a:lnTo>
                  <a:pt x="1980" y="225"/>
                </a:lnTo>
                <a:lnTo>
                  <a:pt x="1975" y="232"/>
                </a:lnTo>
                <a:lnTo>
                  <a:pt x="1966" y="247"/>
                </a:lnTo>
                <a:lnTo>
                  <a:pt x="1961" y="248"/>
                </a:lnTo>
                <a:lnTo>
                  <a:pt x="1964" y="235"/>
                </a:lnTo>
                <a:lnTo>
                  <a:pt x="1965" y="222"/>
                </a:lnTo>
                <a:lnTo>
                  <a:pt x="1954" y="176"/>
                </a:lnTo>
                <a:lnTo>
                  <a:pt x="1944" y="154"/>
                </a:lnTo>
                <a:lnTo>
                  <a:pt x="1933" y="131"/>
                </a:lnTo>
                <a:lnTo>
                  <a:pt x="1919" y="91"/>
                </a:lnTo>
                <a:lnTo>
                  <a:pt x="1919" y="80"/>
                </a:lnTo>
                <a:lnTo>
                  <a:pt x="1919" y="75"/>
                </a:lnTo>
                <a:lnTo>
                  <a:pt x="1913" y="66"/>
                </a:lnTo>
                <a:lnTo>
                  <a:pt x="1896" y="54"/>
                </a:lnTo>
                <a:lnTo>
                  <a:pt x="1878" y="47"/>
                </a:lnTo>
                <a:lnTo>
                  <a:pt x="1839" y="36"/>
                </a:lnTo>
                <a:lnTo>
                  <a:pt x="1807" y="25"/>
                </a:lnTo>
                <a:lnTo>
                  <a:pt x="1794" y="21"/>
                </a:lnTo>
                <a:lnTo>
                  <a:pt x="1782" y="26"/>
                </a:lnTo>
                <a:lnTo>
                  <a:pt x="1777" y="35"/>
                </a:lnTo>
                <a:lnTo>
                  <a:pt x="1777" y="42"/>
                </a:lnTo>
                <a:lnTo>
                  <a:pt x="1778" y="48"/>
                </a:lnTo>
                <a:lnTo>
                  <a:pt x="1786" y="59"/>
                </a:lnTo>
                <a:lnTo>
                  <a:pt x="1810" y="75"/>
                </a:lnTo>
                <a:lnTo>
                  <a:pt x="1832" y="82"/>
                </a:lnTo>
                <a:lnTo>
                  <a:pt x="1863" y="89"/>
                </a:lnTo>
                <a:lnTo>
                  <a:pt x="1884" y="100"/>
                </a:lnTo>
                <a:lnTo>
                  <a:pt x="1887" y="108"/>
                </a:lnTo>
                <a:lnTo>
                  <a:pt x="1874" y="114"/>
                </a:lnTo>
                <a:lnTo>
                  <a:pt x="1826" y="116"/>
                </a:lnTo>
                <a:lnTo>
                  <a:pt x="1791" y="110"/>
                </a:lnTo>
                <a:lnTo>
                  <a:pt x="1786" y="108"/>
                </a:lnTo>
                <a:lnTo>
                  <a:pt x="1773" y="86"/>
                </a:lnTo>
                <a:lnTo>
                  <a:pt x="1768" y="71"/>
                </a:lnTo>
                <a:lnTo>
                  <a:pt x="1764" y="60"/>
                </a:lnTo>
                <a:lnTo>
                  <a:pt x="1755" y="47"/>
                </a:lnTo>
                <a:lnTo>
                  <a:pt x="1742" y="41"/>
                </a:lnTo>
                <a:lnTo>
                  <a:pt x="1724" y="42"/>
                </a:lnTo>
                <a:lnTo>
                  <a:pt x="1712" y="44"/>
                </a:lnTo>
                <a:lnTo>
                  <a:pt x="1690" y="48"/>
                </a:lnTo>
                <a:lnTo>
                  <a:pt x="1677" y="45"/>
                </a:lnTo>
                <a:lnTo>
                  <a:pt x="1677" y="35"/>
                </a:lnTo>
                <a:lnTo>
                  <a:pt x="1679" y="28"/>
                </a:lnTo>
                <a:lnTo>
                  <a:pt x="1681" y="21"/>
                </a:lnTo>
                <a:lnTo>
                  <a:pt x="1681" y="10"/>
                </a:lnTo>
                <a:lnTo>
                  <a:pt x="1670" y="1"/>
                </a:lnTo>
                <a:lnTo>
                  <a:pt x="1652" y="0"/>
                </a:lnTo>
                <a:lnTo>
                  <a:pt x="1637" y="1"/>
                </a:lnTo>
                <a:lnTo>
                  <a:pt x="1621" y="11"/>
                </a:lnTo>
                <a:lnTo>
                  <a:pt x="1614" y="21"/>
                </a:lnTo>
                <a:lnTo>
                  <a:pt x="1614" y="28"/>
                </a:lnTo>
                <a:close/>
                <a:moveTo>
                  <a:pt x="1755" y="107"/>
                </a:moveTo>
                <a:lnTo>
                  <a:pt x="1757" y="112"/>
                </a:lnTo>
                <a:lnTo>
                  <a:pt x="1755" y="120"/>
                </a:lnTo>
                <a:lnTo>
                  <a:pt x="1742" y="123"/>
                </a:lnTo>
                <a:lnTo>
                  <a:pt x="1723" y="118"/>
                </a:lnTo>
                <a:lnTo>
                  <a:pt x="1711" y="114"/>
                </a:lnTo>
                <a:lnTo>
                  <a:pt x="1696" y="112"/>
                </a:lnTo>
                <a:lnTo>
                  <a:pt x="1690" y="118"/>
                </a:lnTo>
                <a:lnTo>
                  <a:pt x="1692" y="133"/>
                </a:lnTo>
                <a:lnTo>
                  <a:pt x="1696" y="145"/>
                </a:lnTo>
                <a:lnTo>
                  <a:pt x="1701" y="164"/>
                </a:lnTo>
                <a:lnTo>
                  <a:pt x="1698" y="178"/>
                </a:lnTo>
                <a:lnTo>
                  <a:pt x="1690" y="179"/>
                </a:lnTo>
                <a:lnTo>
                  <a:pt x="1685" y="178"/>
                </a:lnTo>
                <a:lnTo>
                  <a:pt x="1674" y="171"/>
                </a:lnTo>
                <a:lnTo>
                  <a:pt x="1656" y="145"/>
                </a:lnTo>
                <a:lnTo>
                  <a:pt x="1654" y="129"/>
                </a:lnTo>
                <a:lnTo>
                  <a:pt x="1652" y="111"/>
                </a:lnTo>
                <a:lnTo>
                  <a:pt x="1655" y="97"/>
                </a:lnTo>
                <a:lnTo>
                  <a:pt x="1661" y="96"/>
                </a:lnTo>
                <a:lnTo>
                  <a:pt x="1665" y="98"/>
                </a:lnTo>
                <a:lnTo>
                  <a:pt x="1674" y="101"/>
                </a:lnTo>
                <a:lnTo>
                  <a:pt x="1690" y="98"/>
                </a:lnTo>
                <a:lnTo>
                  <a:pt x="1696" y="91"/>
                </a:lnTo>
                <a:lnTo>
                  <a:pt x="1702" y="82"/>
                </a:lnTo>
                <a:lnTo>
                  <a:pt x="1718" y="76"/>
                </a:lnTo>
                <a:lnTo>
                  <a:pt x="1736" y="81"/>
                </a:lnTo>
                <a:lnTo>
                  <a:pt x="1751" y="96"/>
                </a:lnTo>
                <a:lnTo>
                  <a:pt x="1755" y="107"/>
                </a:lnTo>
                <a:close/>
                <a:moveTo>
                  <a:pt x="1301" y="366"/>
                </a:moveTo>
                <a:lnTo>
                  <a:pt x="1296" y="374"/>
                </a:lnTo>
                <a:lnTo>
                  <a:pt x="1290" y="368"/>
                </a:lnTo>
                <a:lnTo>
                  <a:pt x="1290" y="355"/>
                </a:lnTo>
                <a:lnTo>
                  <a:pt x="1289" y="342"/>
                </a:lnTo>
                <a:lnTo>
                  <a:pt x="1293" y="331"/>
                </a:lnTo>
                <a:lnTo>
                  <a:pt x="1296" y="330"/>
                </a:lnTo>
                <a:lnTo>
                  <a:pt x="1299" y="332"/>
                </a:lnTo>
                <a:lnTo>
                  <a:pt x="1302" y="337"/>
                </a:lnTo>
                <a:lnTo>
                  <a:pt x="1304" y="356"/>
                </a:lnTo>
                <a:lnTo>
                  <a:pt x="1301" y="366"/>
                </a:lnTo>
                <a:close/>
                <a:moveTo>
                  <a:pt x="1324" y="735"/>
                </a:moveTo>
                <a:lnTo>
                  <a:pt x="1323" y="745"/>
                </a:lnTo>
                <a:lnTo>
                  <a:pt x="1314" y="755"/>
                </a:lnTo>
                <a:lnTo>
                  <a:pt x="1306" y="751"/>
                </a:lnTo>
                <a:lnTo>
                  <a:pt x="1299" y="747"/>
                </a:lnTo>
                <a:lnTo>
                  <a:pt x="1289" y="731"/>
                </a:lnTo>
                <a:lnTo>
                  <a:pt x="1288" y="723"/>
                </a:lnTo>
                <a:lnTo>
                  <a:pt x="1289" y="717"/>
                </a:lnTo>
                <a:lnTo>
                  <a:pt x="1299" y="707"/>
                </a:lnTo>
                <a:lnTo>
                  <a:pt x="1306" y="707"/>
                </a:lnTo>
                <a:lnTo>
                  <a:pt x="1314" y="708"/>
                </a:lnTo>
                <a:lnTo>
                  <a:pt x="1323" y="723"/>
                </a:lnTo>
                <a:lnTo>
                  <a:pt x="1324" y="735"/>
                </a:lnTo>
                <a:close/>
                <a:moveTo>
                  <a:pt x="817" y="743"/>
                </a:moveTo>
                <a:lnTo>
                  <a:pt x="816" y="749"/>
                </a:lnTo>
                <a:lnTo>
                  <a:pt x="805" y="760"/>
                </a:lnTo>
                <a:lnTo>
                  <a:pt x="796" y="761"/>
                </a:lnTo>
                <a:lnTo>
                  <a:pt x="791" y="760"/>
                </a:lnTo>
                <a:lnTo>
                  <a:pt x="786" y="749"/>
                </a:lnTo>
                <a:lnTo>
                  <a:pt x="790" y="743"/>
                </a:lnTo>
                <a:lnTo>
                  <a:pt x="794" y="735"/>
                </a:lnTo>
                <a:lnTo>
                  <a:pt x="805" y="725"/>
                </a:lnTo>
                <a:lnTo>
                  <a:pt x="809" y="724"/>
                </a:lnTo>
                <a:lnTo>
                  <a:pt x="811" y="725"/>
                </a:lnTo>
                <a:lnTo>
                  <a:pt x="816" y="735"/>
                </a:lnTo>
                <a:lnTo>
                  <a:pt x="817" y="743"/>
                </a:lnTo>
                <a:close/>
                <a:moveTo>
                  <a:pt x="4270" y="1123"/>
                </a:moveTo>
                <a:lnTo>
                  <a:pt x="4273" y="1130"/>
                </a:lnTo>
                <a:lnTo>
                  <a:pt x="4264" y="1134"/>
                </a:lnTo>
                <a:lnTo>
                  <a:pt x="4254" y="1131"/>
                </a:lnTo>
                <a:lnTo>
                  <a:pt x="4232" y="1121"/>
                </a:lnTo>
                <a:lnTo>
                  <a:pt x="4225" y="1110"/>
                </a:lnTo>
                <a:lnTo>
                  <a:pt x="4232" y="1106"/>
                </a:lnTo>
                <a:lnTo>
                  <a:pt x="4241" y="1105"/>
                </a:lnTo>
                <a:lnTo>
                  <a:pt x="4250" y="1106"/>
                </a:lnTo>
                <a:lnTo>
                  <a:pt x="4265" y="1115"/>
                </a:lnTo>
                <a:lnTo>
                  <a:pt x="4270" y="1123"/>
                </a:lnTo>
                <a:close/>
                <a:moveTo>
                  <a:pt x="4279" y="1993"/>
                </a:moveTo>
                <a:lnTo>
                  <a:pt x="4278" y="2006"/>
                </a:lnTo>
                <a:lnTo>
                  <a:pt x="4269" y="2024"/>
                </a:lnTo>
                <a:lnTo>
                  <a:pt x="4256" y="2030"/>
                </a:lnTo>
                <a:lnTo>
                  <a:pt x="4241" y="2021"/>
                </a:lnTo>
                <a:lnTo>
                  <a:pt x="4233" y="2011"/>
                </a:lnTo>
                <a:lnTo>
                  <a:pt x="4230" y="2002"/>
                </a:lnTo>
                <a:lnTo>
                  <a:pt x="4230" y="1984"/>
                </a:lnTo>
                <a:lnTo>
                  <a:pt x="4239" y="1968"/>
                </a:lnTo>
                <a:lnTo>
                  <a:pt x="4254" y="1958"/>
                </a:lnTo>
                <a:lnTo>
                  <a:pt x="4263" y="1957"/>
                </a:lnTo>
                <a:lnTo>
                  <a:pt x="4269" y="1959"/>
                </a:lnTo>
                <a:lnTo>
                  <a:pt x="4278" y="1978"/>
                </a:lnTo>
                <a:lnTo>
                  <a:pt x="4279" y="1993"/>
                </a:lnTo>
                <a:close/>
                <a:moveTo>
                  <a:pt x="4134" y="2090"/>
                </a:moveTo>
                <a:lnTo>
                  <a:pt x="4133" y="2098"/>
                </a:lnTo>
                <a:lnTo>
                  <a:pt x="4122" y="2107"/>
                </a:lnTo>
                <a:lnTo>
                  <a:pt x="4108" y="2111"/>
                </a:lnTo>
                <a:lnTo>
                  <a:pt x="4093" y="2107"/>
                </a:lnTo>
                <a:lnTo>
                  <a:pt x="4089" y="2101"/>
                </a:lnTo>
                <a:lnTo>
                  <a:pt x="4087" y="2095"/>
                </a:lnTo>
                <a:lnTo>
                  <a:pt x="4095" y="2084"/>
                </a:lnTo>
                <a:lnTo>
                  <a:pt x="4105" y="2083"/>
                </a:lnTo>
                <a:lnTo>
                  <a:pt x="4117" y="2084"/>
                </a:lnTo>
                <a:lnTo>
                  <a:pt x="4132" y="2087"/>
                </a:lnTo>
                <a:lnTo>
                  <a:pt x="4134" y="2090"/>
                </a:lnTo>
                <a:close/>
                <a:moveTo>
                  <a:pt x="4230" y="2109"/>
                </a:moveTo>
                <a:lnTo>
                  <a:pt x="4232" y="2114"/>
                </a:lnTo>
                <a:lnTo>
                  <a:pt x="4232" y="2123"/>
                </a:lnTo>
                <a:lnTo>
                  <a:pt x="4224" y="2131"/>
                </a:lnTo>
                <a:lnTo>
                  <a:pt x="4211" y="2131"/>
                </a:lnTo>
                <a:lnTo>
                  <a:pt x="4197" y="2126"/>
                </a:lnTo>
                <a:lnTo>
                  <a:pt x="4178" y="2113"/>
                </a:lnTo>
                <a:lnTo>
                  <a:pt x="4174" y="2105"/>
                </a:lnTo>
                <a:lnTo>
                  <a:pt x="4172" y="2099"/>
                </a:lnTo>
                <a:lnTo>
                  <a:pt x="4175" y="2091"/>
                </a:lnTo>
                <a:lnTo>
                  <a:pt x="4184" y="2084"/>
                </a:lnTo>
                <a:lnTo>
                  <a:pt x="4205" y="2085"/>
                </a:lnTo>
                <a:lnTo>
                  <a:pt x="4225" y="2098"/>
                </a:lnTo>
                <a:lnTo>
                  <a:pt x="4230" y="2109"/>
                </a:lnTo>
                <a:close/>
                <a:moveTo>
                  <a:pt x="4054" y="2159"/>
                </a:moveTo>
                <a:lnTo>
                  <a:pt x="4041" y="2166"/>
                </a:lnTo>
                <a:lnTo>
                  <a:pt x="4018" y="2169"/>
                </a:lnTo>
                <a:lnTo>
                  <a:pt x="4010" y="2164"/>
                </a:lnTo>
                <a:lnTo>
                  <a:pt x="4008" y="2162"/>
                </a:lnTo>
                <a:lnTo>
                  <a:pt x="4008" y="2156"/>
                </a:lnTo>
                <a:lnTo>
                  <a:pt x="4016" y="2145"/>
                </a:lnTo>
                <a:lnTo>
                  <a:pt x="4036" y="2133"/>
                </a:lnTo>
                <a:lnTo>
                  <a:pt x="4058" y="2128"/>
                </a:lnTo>
                <a:lnTo>
                  <a:pt x="4067" y="2132"/>
                </a:lnTo>
                <a:lnTo>
                  <a:pt x="4070" y="2134"/>
                </a:lnTo>
                <a:lnTo>
                  <a:pt x="4071" y="2140"/>
                </a:lnTo>
                <a:lnTo>
                  <a:pt x="4065" y="2152"/>
                </a:lnTo>
                <a:lnTo>
                  <a:pt x="4054" y="2159"/>
                </a:lnTo>
                <a:close/>
                <a:moveTo>
                  <a:pt x="4225" y="2181"/>
                </a:moveTo>
                <a:lnTo>
                  <a:pt x="4221" y="2193"/>
                </a:lnTo>
                <a:lnTo>
                  <a:pt x="4214" y="2218"/>
                </a:lnTo>
                <a:lnTo>
                  <a:pt x="4211" y="2225"/>
                </a:lnTo>
                <a:lnTo>
                  <a:pt x="4204" y="2234"/>
                </a:lnTo>
                <a:lnTo>
                  <a:pt x="4192" y="2233"/>
                </a:lnTo>
                <a:lnTo>
                  <a:pt x="4178" y="2219"/>
                </a:lnTo>
                <a:lnTo>
                  <a:pt x="4166" y="2207"/>
                </a:lnTo>
                <a:lnTo>
                  <a:pt x="4154" y="2189"/>
                </a:lnTo>
                <a:lnTo>
                  <a:pt x="4156" y="2178"/>
                </a:lnTo>
                <a:lnTo>
                  <a:pt x="4174" y="2174"/>
                </a:lnTo>
                <a:lnTo>
                  <a:pt x="4189" y="2174"/>
                </a:lnTo>
                <a:lnTo>
                  <a:pt x="4203" y="2174"/>
                </a:lnTo>
                <a:lnTo>
                  <a:pt x="4222" y="2178"/>
                </a:lnTo>
                <a:lnTo>
                  <a:pt x="4225" y="2181"/>
                </a:lnTo>
                <a:close/>
                <a:moveTo>
                  <a:pt x="4043" y="2229"/>
                </a:moveTo>
                <a:lnTo>
                  <a:pt x="4043" y="2234"/>
                </a:lnTo>
                <a:lnTo>
                  <a:pt x="4038" y="2239"/>
                </a:lnTo>
                <a:lnTo>
                  <a:pt x="4021" y="2244"/>
                </a:lnTo>
                <a:lnTo>
                  <a:pt x="4007" y="2240"/>
                </a:lnTo>
                <a:lnTo>
                  <a:pt x="3988" y="2236"/>
                </a:lnTo>
                <a:lnTo>
                  <a:pt x="3973" y="2237"/>
                </a:lnTo>
                <a:lnTo>
                  <a:pt x="3971" y="2241"/>
                </a:lnTo>
                <a:lnTo>
                  <a:pt x="3979" y="2252"/>
                </a:lnTo>
                <a:lnTo>
                  <a:pt x="4009" y="2270"/>
                </a:lnTo>
                <a:lnTo>
                  <a:pt x="4032" y="2278"/>
                </a:lnTo>
                <a:lnTo>
                  <a:pt x="4058" y="2287"/>
                </a:lnTo>
                <a:lnTo>
                  <a:pt x="4110" y="2291"/>
                </a:lnTo>
                <a:lnTo>
                  <a:pt x="4127" y="2288"/>
                </a:lnTo>
                <a:lnTo>
                  <a:pt x="4146" y="2282"/>
                </a:lnTo>
                <a:lnTo>
                  <a:pt x="4150" y="2288"/>
                </a:lnTo>
                <a:lnTo>
                  <a:pt x="4135" y="2306"/>
                </a:lnTo>
                <a:lnTo>
                  <a:pt x="4126" y="2318"/>
                </a:lnTo>
                <a:lnTo>
                  <a:pt x="4105" y="2329"/>
                </a:lnTo>
                <a:lnTo>
                  <a:pt x="4097" y="2327"/>
                </a:lnTo>
                <a:lnTo>
                  <a:pt x="4089" y="2325"/>
                </a:lnTo>
                <a:lnTo>
                  <a:pt x="4070" y="2336"/>
                </a:lnTo>
                <a:lnTo>
                  <a:pt x="4054" y="2359"/>
                </a:lnTo>
                <a:lnTo>
                  <a:pt x="4048" y="2383"/>
                </a:lnTo>
                <a:lnTo>
                  <a:pt x="4053" y="2393"/>
                </a:lnTo>
                <a:lnTo>
                  <a:pt x="4055" y="2398"/>
                </a:lnTo>
                <a:lnTo>
                  <a:pt x="4055" y="2404"/>
                </a:lnTo>
                <a:lnTo>
                  <a:pt x="4043" y="2406"/>
                </a:lnTo>
                <a:lnTo>
                  <a:pt x="4023" y="2400"/>
                </a:lnTo>
                <a:lnTo>
                  <a:pt x="4002" y="2393"/>
                </a:lnTo>
                <a:lnTo>
                  <a:pt x="3970" y="2376"/>
                </a:lnTo>
                <a:lnTo>
                  <a:pt x="3957" y="2362"/>
                </a:lnTo>
                <a:lnTo>
                  <a:pt x="3966" y="2357"/>
                </a:lnTo>
                <a:lnTo>
                  <a:pt x="3982" y="2359"/>
                </a:lnTo>
                <a:lnTo>
                  <a:pt x="3995" y="2360"/>
                </a:lnTo>
                <a:lnTo>
                  <a:pt x="4013" y="2359"/>
                </a:lnTo>
                <a:lnTo>
                  <a:pt x="4021" y="2348"/>
                </a:lnTo>
                <a:lnTo>
                  <a:pt x="4026" y="2325"/>
                </a:lnTo>
                <a:lnTo>
                  <a:pt x="4026" y="2308"/>
                </a:lnTo>
                <a:lnTo>
                  <a:pt x="4025" y="2298"/>
                </a:lnTo>
                <a:lnTo>
                  <a:pt x="4016" y="2287"/>
                </a:lnTo>
                <a:lnTo>
                  <a:pt x="4009" y="2289"/>
                </a:lnTo>
                <a:lnTo>
                  <a:pt x="3999" y="2294"/>
                </a:lnTo>
                <a:lnTo>
                  <a:pt x="3965" y="2289"/>
                </a:lnTo>
                <a:lnTo>
                  <a:pt x="3944" y="2283"/>
                </a:lnTo>
                <a:lnTo>
                  <a:pt x="3929" y="2276"/>
                </a:lnTo>
                <a:lnTo>
                  <a:pt x="3911" y="2266"/>
                </a:lnTo>
                <a:lnTo>
                  <a:pt x="3906" y="2257"/>
                </a:lnTo>
                <a:lnTo>
                  <a:pt x="3910" y="2245"/>
                </a:lnTo>
                <a:lnTo>
                  <a:pt x="3917" y="2237"/>
                </a:lnTo>
                <a:lnTo>
                  <a:pt x="3929" y="2226"/>
                </a:lnTo>
                <a:lnTo>
                  <a:pt x="3968" y="2213"/>
                </a:lnTo>
                <a:lnTo>
                  <a:pt x="4010" y="2211"/>
                </a:lnTo>
                <a:lnTo>
                  <a:pt x="4034" y="2218"/>
                </a:lnTo>
                <a:lnTo>
                  <a:pt x="4043" y="2225"/>
                </a:lnTo>
                <a:lnTo>
                  <a:pt x="4043" y="2229"/>
                </a:lnTo>
                <a:close/>
                <a:moveTo>
                  <a:pt x="4274" y="2304"/>
                </a:moveTo>
                <a:lnTo>
                  <a:pt x="4269" y="2312"/>
                </a:lnTo>
                <a:lnTo>
                  <a:pt x="4264" y="2307"/>
                </a:lnTo>
                <a:lnTo>
                  <a:pt x="4263" y="2294"/>
                </a:lnTo>
                <a:lnTo>
                  <a:pt x="4263" y="2279"/>
                </a:lnTo>
                <a:lnTo>
                  <a:pt x="4266" y="2269"/>
                </a:lnTo>
                <a:lnTo>
                  <a:pt x="4269" y="2268"/>
                </a:lnTo>
                <a:lnTo>
                  <a:pt x="4271" y="2270"/>
                </a:lnTo>
                <a:lnTo>
                  <a:pt x="4276" y="2275"/>
                </a:lnTo>
                <a:lnTo>
                  <a:pt x="4277" y="2294"/>
                </a:lnTo>
                <a:lnTo>
                  <a:pt x="4274" y="2304"/>
                </a:lnTo>
                <a:close/>
                <a:moveTo>
                  <a:pt x="4233" y="2359"/>
                </a:moveTo>
                <a:lnTo>
                  <a:pt x="4231" y="2365"/>
                </a:lnTo>
                <a:lnTo>
                  <a:pt x="4221" y="2374"/>
                </a:lnTo>
                <a:lnTo>
                  <a:pt x="4203" y="2381"/>
                </a:lnTo>
                <a:lnTo>
                  <a:pt x="4187" y="2378"/>
                </a:lnTo>
                <a:lnTo>
                  <a:pt x="4175" y="2375"/>
                </a:lnTo>
                <a:lnTo>
                  <a:pt x="4162" y="2369"/>
                </a:lnTo>
                <a:lnTo>
                  <a:pt x="4160" y="2360"/>
                </a:lnTo>
                <a:lnTo>
                  <a:pt x="4171" y="2345"/>
                </a:lnTo>
                <a:lnTo>
                  <a:pt x="4181" y="2333"/>
                </a:lnTo>
                <a:lnTo>
                  <a:pt x="4194" y="2321"/>
                </a:lnTo>
                <a:lnTo>
                  <a:pt x="4217" y="2312"/>
                </a:lnTo>
                <a:lnTo>
                  <a:pt x="4233" y="2321"/>
                </a:lnTo>
                <a:lnTo>
                  <a:pt x="4238" y="2343"/>
                </a:lnTo>
                <a:lnTo>
                  <a:pt x="4233" y="2359"/>
                </a:lnTo>
                <a:close/>
                <a:moveTo>
                  <a:pt x="4061" y="2478"/>
                </a:moveTo>
                <a:lnTo>
                  <a:pt x="4060" y="2487"/>
                </a:lnTo>
                <a:lnTo>
                  <a:pt x="4054" y="2500"/>
                </a:lnTo>
                <a:lnTo>
                  <a:pt x="4042" y="2509"/>
                </a:lnTo>
                <a:lnTo>
                  <a:pt x="4029" y="2510"/>
                </a:lnTo>
                <a:lnTo>
                  <a:pt x="4021" y="2507"/>
                </a:lnTo>
                <a:lnTo>
                  <a:pt x="4016" y="2502"/>
                </a:lnTo>
                <a:lnTo>
                  <a:pt x="4014" y="2488"/>
                </a:lnTo>
                <a:lnTo>
                  <a:pt x="4021" y="2474"/>
                </a:lnTo>
                <a:lnTo>
                  <a:pt x="4036" y="2464"/>
                </a:lnTo>
                <a:lnTo>
                  <a:pt x="4045" y="2463"/>
                </a:lnTo>
                <a:lnTo>
                  <a:pt x="4052" y="2464"/>
                </a:lnTo>
                <a:lnTo>
                  <a:pt x="4060" y="2473"/>
                </a:lnTo>
                <a:lnTo>
                  <a:pt x="4061" y="2478"/>
                </a:lnTo>
                <a:close/>
                <a:moveTo>
                  <a:pt x="871" y="2916"/>
                </a:moveTo>
                <a:lnTo>
                  <a:pt x="869" y="2929"/>
                </a:lnTo>
                <a:lnTo>
                  <a:pt x="863" y="2935"/>
                </a:lnTo>
                <a:lnTo>
                  <a:pt x="854" y="2929"/>
                </a:lnTo>
                <a:lnTo>
                  <a:pt x="844" y="2916"/>
                </a:lnTo>
                <a:lnTo>
                  <a:pt x="841" y="2909"/>
                </a:lnTo>
                <a:lnTo>
                  <a:pt x="845" y="2899"/>
                </a:lnTo>
                <a:lnTo>
                  <a:pt x="850" y="2898"/>
                </a:lnTo>
                <a:lnTo>
                  <a:pt x="859" y="2899"/>
                </a:lnTo>
                <a:lnTo>
                  <a:pt x="870" y="2909"/>
                </a:lnTo>
                <a:lnTo>
                  <a:pt x="871" y="2916"/>
                </a:lnTo>
                <a:close/>
                <a:moveTo>
                  <a:pt x="617" y="2962"/>
                </a:moveTo>
                <a:lnTo>
                  <a:pt x="626" y="2974"/>
                </a:lnTo>
                <a:lnTo>
                  <a:pt x="629" y="2985"/>
                </a:lnTo>
                <a:lnTo>
                  <a:pt x="625" y="2988"/>
                </a:lnTo>
                <a:lnTo>
                  <a:pt x="621" y="2989"/>
                </a:lnTo>
                <a:lnTo>
                  <a:pt x="613" y="2990"/>
                </a:lnTo>
                <a:lnTo>
                  <a:pt x="607" y="3006"/>
                </a:lnTo>
                <a:lnTo>
                  <a:pt x="610" y="3016"/>
                </a:lnTo>
                <a:lnTo>
                  <a:pt x="613" y="3026"/>
                </a:lnTo>
                <a:lnTo>
                  <a:pt x="610" y="3041"/>
                </a:lnTo>
                <a:lnTo>
                  <a:pt x="602" y="3044"/>
                </a:lnTo>
                <a:lnTo>
                  <a:pt x="595" y="3040"/>
                </a:lnTo>
                <a:lnTo>
                  <a:pt x="581" y="3010"/>
                </a:lnTo>
                <a:lnTo>
                  <a:pt x="577" y="2989"/>
                </a:lnTo>
                <a:lnTo>
                  <a:pt x="574" y="2967"/>
                </a:lnTo>
                <a:lnTo>
                  <a:pt x="576" y="2942"/>
                </a:lnTo>
                <a:lnTo>
                  <a:pt x="586" y="2935"/>
                </a:lnTo>
                <a:lnTo>
                  <a:pt x="605" y="2948"/>
                </a:lnTo>
                <a:lnTo>
                  <a:pt x="617" y="2962"/>
                </a:lnTo>
                <a:close/>
                <a:moveTo>
                  <a:pt x="2321" y="3044"/>
                </a:moveTo>
                <a:lnTo>
                  <a:pt x="2320" y="3050"/>
                </a:lnTo>
                <a:lnTo>
                  <a:pt x="2309" y="3060"/>
                </a:lnTo>
                <a:lnTo>
                  <a:pt x="2301" y="3061"/>
                </a:lnTo>
                <a:lnTo>
                  <a:pt x="2295" y="3060"/>
                </a:lnTo>
                <a:lnTo>
                  <a:pt x="2291" y="3050"/>
                </a:lnTo>
                <a:lnTo>
                  <a:pt x="2294" y="3044"/>
                </a:lnTo>
                <a:lnTo>
                  <a:pt x="2298" y="3036"/>
                </a:lnTo>
                <a:lnTo>
                  <a:pt x="2309" y="3026"/>
                </a:lnTo>
                <a:lnTo>
                  <a:pt x="2313" y="3025"/>
                </a:lnTo>
                <a:lnTo>
                  <a:pt x="2317" y="3026"/>
                </a:lnTo>
                <a:lnTo>
                  <a:pt x="2321" y="3036"/>
                </a:lnTo>
                <a:lnTo>
                  <a:pt x="2321" y="3044"/>
                </a:lnTo>
                <a:close/>
                <a:moveTo>
                  <a:pt x="2400" y="3082"/>
                </a:moveTo>
                <a:lnTo>
                  <a:pt x="2396" y="3087"/>
                </a:lnTo>
                <a:lnTo>
                  <a:pt x="2381" y="3090"/>
                </a:lnTo>
                <a:lnTo>
                  <a:pt x="2373" y="3087"/>
                </a:lnTo>
                <a:lnTo>
                  <a:pt x="2368" y="3082"/>
                </a:lnTo>
                <a:lnTo>
                  <a:pt x="2365" y="3066"/>
                </a:lnTo>
                <a:lnTo>
                  <a:pt x="2368" y="3060"/>
                </a:lnTo>
                <a:lnTo>
                  <a:pt x="2373" y="3053"/>
                </a:lnTo>
                <a:lnTo>
                  <a:pt x="2389" y="3050"/>
                </a:lnTo>
                <a:lnTo>
                  <a:pt x="2395" y="3054"/>
                </a:lnTo>
                <a:lnTo>
                  <a:pt x="2402" y="3059"/>
                </a:lnTo>
                <a:lnTo>
                  <a:pt x="2405" y="3074"/>
                </a:lnTo>
                <a:lnTo>
                  <a:pt x="2400" y="308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86" name="Freeform 388">
            <a:extLst>
              <a:ext uri="{FF2B5EF4-FFF2-40B4-BE49-F238E27FC236}">
                <a16:creationId xmlns:a16="http://schemas.microsoft.com/office/drawing/2014/main" id="{C55879DE-11BC-4D78-8575-06DA865A9269}"/>
              </a:ext>
            </a:extLst>
          </p:cNvPr>
          <p:cNvSpPr>
            <a:spLocks noEditPoints="1"/>
          </p:cNvSpPr>
          <p:nvPr/>
        </p:nvSpPr>
        <p:spPr bwMode="auto">
          <a:xfrm>
            <a:off x="7000677" y="504378"/>
            <a:ext cx="2200275" cy="1258888"/>
          </a:xfrm>
          <a:custGeom>
            <a:avLst/>
            <a:gdLst>
              <a:gd name="T0" fmla="*/ 3602 w 13867"/>
              <a:gd name="T1" fmla="*/ 1236 h 7931"/>
              <a:gd name="T2" fmla="*/ 2832 w 13867"/>
              <a:gd name="T3" fmla="*/ 1713 h 7931"/>
              <a:gd name="T4" fmla="*/ 2408 w 13867"/>
              <a:gd name="T5" fmla="*/ 2192 h 7931"/>
              <a:gd name="T6" fmla="*/ 2510 w 13867"/>
              <a:gd name="T7" fmla="*/ 1385 h 7931"/>
              <a:gd name="T8" fmla="*/ 2200 w 13867"/>
              <a:gd name="T9" fmla="*/ 1203 h 7931"/>
              <a:gd name="T10" fmla="*/ 1514 w 13867"/>
              <a:gd name="T11" fmla="*/ 1913 h 7931"/>
              <a:gd name="T12" fmla="*/ 988 w 13867"/>
              <a:gd name="T13" fmla="*/ 3176 h 7931"/>
              <a:gd name="T14" fmla="*/ 505 w 13867"/>
              <a:gd name="T15" fmla="*/ 4186 h 7931"/>
              <a:gd name="T16" fmla="*/ 84 w 13867"/>
              <a:gd name="T17" fmla="*/ 4895 h 7931"/>
              <a:gd name="T18" fmla="*/ 422 w 13867"/>
              <a:gd name="T19" fmla="*/ 5438 h 7931"/>
              <a:gd name="T20" fmla="*/ 254 w 13867"/>
              <a:gd name="T21" fmla="*/ 6932 h 7931"/>
              <a:gd name="T22" fmla="*/ 977 w 13867"/>
              <a:gd name="T23" fmla="*/ 6757 h 7931"/>
              <a:gd name="T24" fmla="*/ 1291 w 13867"/>
              <a:gd name="T25" fmla="*/ 7486 h 7931"/>
              <a:gd name="T26" fmla="*/ 2533 w 13867"/>
              <a:gd name="T27" fmla="*/ 7043 h 7931"/>
              <a:gd name="T28" fmla="*/ 3285 w 13867"/>
              <a:gd name="T29" fmla="*/ 6478 h 7931"/>
              <a:gd name="T30" fmla="*/ 3671 w 13867"/>
              <a:gd name="T31" fmla="*/ 6286 h 7931"/>
              <a:gd name="T32" fmla="*/ 3899 w 13867"/>
              <a:gd name="T33" fmla="*/ 6760 h 7931"/>
              <a:gd name="T34" fmla="*/ 5237 w 13867"/>
              <a:gd name="T35" fmla="*/ 7591 h 7931"/>
              <a:gd name="T36" fmla="*/ 5898 w 13867"/>
              <a:gd name="T37" fmla="*/ 7244 h 7931"/>
              <a:gd name="T38" fmla="*/ 6665 w 13867"/>
              <a:gd name="T39" fmla="*/ 7136 h 7931"/>
              <a:gd name="T40" fmla="*/ 7002 w 13867"/>
              <a:gd name="T41" fmla="*/ 7725 h 7931"/>
              <a:gd name="T42" fmla="*/ 7486 w 13867"/>
              <a:gd name="T43" fmla="*/ 7725 h 7931"/>
              <a:gd name="T44" fmla="*/ 8500 w 13867"/>
              <a:gd name="T45" fmla="*/ 7243 h 7931"/>
              <a:gd name="T46" fmla="*/ 9319 w 13867"/>
              <a:gd name="T47" fmla="*/ 6632 h 7931"/>
              <a:gd name="T48" fmla="*/ 10118 w 13867"/>
              <a:gd name="T49" fmla="*/ 5735 h 7931"/>
              <a:gd name="T50" fmla="*/ 10908 w 13867"/>
              <a:gd name="T51" fmla="*/ 4711 h 7931"/>
              <a:gd name="T52" fmla="*/ 12049 w 13867"/>
              <a:gd name="T53" fmla="*/ 3602 h 7931"/>
              <a:gd name="T54" fmla="*/ 13298 w 13867"/>
              <a:gd name="T55" fmla="*/ 2560 h 7931"/>
              <a:gd name="T56" fmla="*/ 13260 w 13867"/>
              <a:gd name="T57" fmla="*/ 1771 h 7931"/>
              <a:gd name="T58" fmla="*/ 13046 w 13867"/>
              <a:gd name="T59" fmla="*/ 1222 h 7931"/>
              <a:gd name="T60" fmla="*/ 11104 w 13867"/>
              <a:gd name="T61" fmla="*/ 2600 h 7931"/>
              <a:gd name="T62" fmla="*/ 10524 w 13867"/>
              <a:gd name="T63" fmla="*/ 1514 h 7931"/>
              <a:gd name="T64" fmla="*/ 9395 w 13867"/>
              <a:gd name="T65" fmla="*/ 1371 h 7931"/>
              <a:gd name="T66" fmla="*/ 8547 w 13867"/>
              <a:gd name="T67" fmla="*/ 1206 h 7931"/>
              <a:gd name="T68" fmla="*/ 7387 w 13867"/>
              <a:gd name="T69" fmla="*/ 1286 h 7931"/>
              <a:gd name="T70" fmla="*/ 6318 w 13867"/>
              <a:gd name="T71" fmla="*/ 1794 h 7931"/>
              <a:gd name="T72" fmla="*/ 6361 w 13867"/>
              <a:gd name="T73" fmla="*/ 1208 h 7931"/>
              <a:gd name="T74" fmla="*/ 6151 w 13867"/>
              <a:gd name="T75" fmla="*/ 1122 h 7931"/>
              <a:gd name="T76" fmla="*/ 5845 w 13867"/>
              <a:gd name="T77" fmla="*/ 365 h 7931"/>
              <a:gd name="T78" fmla="*/ 5187 w 13867"/>
              <a:gd name="T79" fmla="*/ 754 h 7931"/>
              <a:gd name="T80" fmla="*/ 5255 w 13867"/>
              <a:gd name="T81" fmla="*/ 308 h 7931"/>
              <a:gd name="T82" fmla="*/ 4911 w 13867"/>
              <a:gd name="T83" fmla="*/ 337 h 7931"/>
              <a:gd name="T84" fmla="*/ 5977 w 13867"/>
              <a:gd name="T85" fmla="*/ 816 h 7931"/>
              <a:gd name="T86" fmla="*/ 5980 w 13867"/>
              <a:gd name="T87" fmla="*/ 940 h 7931"/>
              <a:gd name="T88" fmla="*/ 1959 w 13867"/>
              <a:gd name="T89" fmla="*/ 1257 h 7931"/>
              <a:gd name="T90" fmla="*/ 2037 w 13867"/>
              <a:gd name="T91" fmla="*/ 1597 h 7931"/>
              <a:gd name="T92" fmla="*/ 6110 w 13867"/>
              <a:gd name="T93" fmla="*/ 1500 h 7931"/>
              <a:gd name="T94" fmla="*/ 6093 w 13867"/>
              <a:gd name="T95" fmla="*/ 1522 h 7931"/>
              <a:gd name="T96" fmla="*/ 6769 w 13867"/>
              <a:gd name="T97" fmla="*/ 1858 h 7931"/>
              <a:gd name="T98" fmla="*/ 2634 w 13867"/>
              <a:gd name="T99" fmla="*/ 1894 h 7931"/>
              <a:gd name="T100" fmla="*/ 1807 w 13867"/>
              <a:gd name="T101" fmla="*/ 2051 h 7931"/>
              <a:gd name="T102" fmla="*/ 2482 w 13867"/>
              <a:gd name="T103" fmla="*/ 2138 h 7931"/>
              <a:gd name="T104" fmla="*/ 1400 w 13867"/>
              <a:gd name="T105" fmla="*/ 2898 h 7931"/>
              <a:gd name="T106" fmla="*/ 1166 w 13867"/>
              <a:gd name="T107" fmla="*/ 3278 h 7931"/>
              <a:gd name="T108" fmla="*/ 590 w 13867"/>
              <a:gd name="T109" fmla="*/ 4141 h 7931"/>
              <a:gd name="T110" fmla="*/ 340 w 13867"/>
              <a:gd name="T111" fmla="*/ 4412 h 7931"/>
              <a:gd name="T112" fmla="*/ 356 w 13867"/>
              <a:gd name="T113" fmla="*/ 4666 h 7931"/>
              <a:gd name="T114" fmla="*/ 9270 w 13867"/>
              <a:gd name="T115" fmla="*/ 5543 h 7931"/>
              <a:gd name="T116" fmla="*/ 8691 w 13867"/>
              <a:gd name="T117" fmla="*/ 6211 h 7931"/>
              <a:gd name="T118" fmla="*/ 9206 w 13867"/>
              <a:gd name="T119" fmla="*/ 6464 h 7931"/>
              <a:gd name="T120" fmla="*/ 2656 w 13867"/>
              <a:gd name="T121" fmla="*/ 6974 h 7931"/>
              <a:gd name="T122" fmla="*/ 4839 w 13867"/>
              <a:gd name="T123" fmla="*/ 7364 h 7931"/>
              <a:gd name="T124" fmla="*/ 5111 w 13867"/>
              <a:gd name="T125" fmla="*/ 7614 h 79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3867" h="7931">
                <a:moveTo>
                  <a:pt x="4976" y="27"/>
                </a:moveTo>
                <a:lnTo>
                  <a:pt x="4970" y="38"/>
                </a:lnTo>
                <a:lnTo>
                  <a:pt x="4945" y="53"/>
                </a:lnTo>
                <a:lnTo>
                  <a:pt x="4930" y="54"/>
                </a:lnTo>
                <a:lnTo>
                  <a:pt x="4914" y="55"/>
                </a:lnTo>
                <a:lnTo>
                  <a:pt x="4895" y="65"/>
                </a:lnTo>
                <a:lnTo>
                  <a:pt x="4893" y="73"/>
                </a:lnTo>
                <a:lnTo>
                  <a:pt x="4890" y="79"/>
                </a:lnTo>
                <a:lnTo>
                  <a:pt x="4869" y="89"/>
                </a:lnTo>
                <a:lnTo>
                  <a:pt x="4853" y="90"/>
                </a:lnTo>
                <a:lnTo>
                  <a:pt x="4832" y="91"/>
                </a:lnTo>
                <a:lnTo>
                  <a:pt x="4825" y="99"/>
                </a:lnTo>
                <a:lnTo>
                  <a:pt x="4837" y="106"/>
                </a:lnTo>
                <a:lnTo>
                  <a:pt x="4844" y="112"/>
                </a:lnTo>
                <a:lnTo>
                  <a:pt x="4847" y="120"/>
                </a:lnTo>
                <a:lnTo>
                  <a:pt x="4829" y="137"/>
                </a:lnTo>
                <a:lnTo>
                  <a:pt x="4797" y="152"/>
                </a:lnTo>
                <a:lnTo>
                  <a:pt x="4770" y="164"/>
                </a:lnTo>
                <a:lnTo>
                  <a:pt x="4740" y="187"/>
                </a:lnTo>
                <a:lnTo>
                  <a:pt x="4730" y="202"/>
                </a:lnTo>
                <a:lnTo>
                  <a:pt x="4729" y="208"/>
                </a:lnTo>
                <a:lnTo>
                  <a:pt x="4728" y="219"/>
                </a:lnTo>
                <a:lnTo>
                  <a:pt x="4720" y="230"/>
                </a:lnTo>
                <a:lnTo>
                  <a:pt x="4713" y="228"/>
                </a:lnTo>
                <a:lnTo>
                  <a:pt x="4707" y="226"/>
                </a:lnTo>
                <a:lnTo>
                  <a:pt x="4680" y="240"/>
                </a:lnTo>
                <a:lnTo>
                  <a:pt x="4666" y="253"/>
                </a:lnTo>
                <a:lnTo>
                  <a:pt x="4652" y="267"/>
                </a:lnTo>
                <a:lnTo>
                  <a:pt x="4626" y="281"/>
                </a:lnTo>
                <a:lnTo>
                  <a:pt x="4617" y="279"/>
                </a:lnTo>
                <a:lnTo>
                  <a:pt x="4611" y="276"/>
                </a:lnTo>
                <a:lnTo>
                  <a:pt x="4595" y="275"/>
                </a:lnTo>
                <a:lnTo>
                  <a:pt x="4564" y="281"/>
                </a:lnTo>
                <a:lnTo>
                  <a:pt x="4524" y="305"/>
                </a:lnTo>
                <a:lnTo>
                  <a:pt x="4502" y="328"/>
                </a:lnTo>
                <a:lnTo>
                  <a:pt x="4494" y="343"/>
                </a:lnTo>
                <a:lnTo>
                  <a:pt x="4494" y="351"/>
                </a:lnTo>
                <a:lnTo>
                  <a:pt x="4492" y="368"/>
                </a:lnTo>
                <a:lnTo>
                  <a:pt x="4479" y="403"/>
                </a:lnTo>
                <a:lnTo>
                  <a:pt x="4460" y="432"/>
                </a:lnTo>
                <a:lnTo>
                  <a:pt x="4438" y="451"/>
                </a:lnTo>
                <a:lnTo>
                  <a:pt x="4427" y="453"/>
                </a:lnTo>
                <a:lnTo>
                  <a:pt x="4417" y="455"/>
                </a:lnTo>
                <a:lnTo>
                  <a:pt x="4390" y="481"/>
                </a:lnTo>
                <a:lnTo>
                  <a:pt x="4376" y="500"/>
                </a:lnTo>
                <a:lnTo>
                  <a:pt x="4360" y="524"/>
                </a:lnTo>
                <a:lnTo>
                  <a:pt x="4343" y="534"/>
                </a:lnTo>
                <a:lnTo>
                  <a:pt x="4333" y="530"/>
                </a:lnTo>
                <a:lnTo>
                  <a:pt x="4329" y="524"/>
                </a:lnTo>
                <a:lnTo>
                  <a:pt x="4325" y="516"/>
                </a:lnTo>
                <a:lnTo>
                  <a:pt x="4317" y="511"/>
                </a:lnTo>
                <a:lnTo>
                  <a:pt x="4308" y="518"/>
                </a:lnTo>
                <a:lnTo>
                  <a:pt x="4302" y="540"/>
                </a:lnTo>
                <a:lnTo>
                  <a:pt x="4299" y="550"/>
                </a:lnTo>
                <a:lnTo>
                  <a:pt x="4283" y="569"/>
                </a:lnTo>
                <a:lnTo>
                  <a:pt x="4248" y="600"/>
                </a:lnTo>
                <a:lnTo>
                  <a:pt x="4215" y="617"/>
                </a:lnTo>
                <a:lnTo>
                  <a:pt x="4179" y="636"/>
                </a:lnTo>
                <a:lnTo>
                  <a:pt x="4116" y="677"/>
                </a:lnTo>
                <a:lnTo>
                  <a:pt x="4069" y="721"/>
                </a:lnTo>
                <a:lnTo>
                  <a:pt x="4048" y="754"/>
                </a:lnTo>
                <a:lnTo>
                  <a:pt x="4042" y="774"/>
                </a:lnTo>
                <a:lnTo>
                  <a:pt x="4041" y="782"/>
                </a:lnTo>
                <a:lnTo>
                  <a:pt x="4040" y="800"/>
                </a:lnTo>
                <a:lnTo>
                  <a:pt x="4032" y="809"/>
                </a:lnTo>
                <a:lnTo>
                  <a:pt x="4025" y="806"/>
                </a:lnTo>
                <a:lnTo>
                  <a:pt x="4019" y="802"/>
                </a:lnTo>
                <a:lnTo>
                  <a:pt x="4003" y="792"/>
                </a:lnTo>
                <a:lnTo>
                  <a:pt x="3970" y="786"/>
                </a:lnTo>
                <a:lnTo>
                  <a:pt x="3943" y="791"/>
                </a:lnTo>
                <a:lnTo>
                  <a:pt x="3931" y="804"/>
                </a:lnTo>
                <a:lnTo>
                  <a:pt x="3928" y="815"/>
                </a:lnTo>
                <a:lnTo>
                  <a:pt x="3929" y="823"/>
                </a:lnTo>
                <a:lnTo>
                  <a:pt x="3930" y="837"/>
                </a:lnTo>
                <a:lnTo>
                  <a:pt x="3924" y="845"/>
                </a:lnTo>
                <a:lnTo>
                  <a:pt x="3917" y="845"/>
                </a:lnTo>
                <a:lnTo>
                  <a:pt x="3913" y="842"/>
                </a:lnTo>
                <a:lnTo>
                  <a:pt x="3906" y="839"/>
                </a:lnTo>
                <a:lnTo>
                  <a:pt x="3899" y="838"/>
                </a:lnTo>
                <a:lnTo>
                  <a:pt x="3897" y="852"/>
                </a:lnTo>
                <a:lnTo>
                  <a:pt x="3903" y="875"/>
                </a:lnTo>
                <a:lnTo>
                  <a:pt x="3907" y="894"/>
                </a:lnTo>
                <a:lnTo>
                  <a:pt x="3907" y="931"/>
                </a:lnTo>
                <a:lnTo>
                  <a:pt x="3898" y="959"/>
                </a:lnTo>
                <a:lnTo>
                  <a:pt x="3884" y="977"/>
                </a:lnTo>
                <a:lnTo>
                  <a:pt x="3874" y="978"/>
                </a:lnTo>
                <a:lnTo>
                  <a:pt x="3865" y="980"/>
                </a:lnTo>
                <a:lnTo>
                  <a:pt x="3841" y="996"/>
                </a:lnTo>
                <a:lnTo>
                  <a:pt x="3831" y="1008"/>
                </a:lnTo>
                <a:lnTo>
                  <a:pt x="3819" y="1024"/>
                </a:lnTo>
                <a:lnTo>
                  <a:pt x="3809" y="1028"/>
                </a:lnTo>
                <a:lnTo>
                  <a:pt x="3806" y="1022"/>
                </a:lnTo>
                <a:lnTo>
                  <a:pt x="3805" y="1016"/>
                </a:lnTo>
                <a:lnTo>
                  <a:pt x="3805" y="1012"/>
                </a:lnTo>
                <a:lnTo>
                  <a:pt x="3800" y="1007"/>
                </a:lnTo>
                <a:lnTo>
                  <a:pt x="3787" y="1014"/>
                </a:lnTo>
                <a:lnTo>
                  <a:pt x="3731" y="1076"/>
                </a:lnTo>
                <a:lnTo>
                  <a:pt x="3660" y="1166"/>
                </a:lnTo>
                <a:lnTo>
                  <a:pt x="3637" y="1196"/>
                </a:lnTo>
                <a:lnTo>
                  <a:pt x="3602" y="1236"/>
                </a:lnTo>
                <a:lnTo>
                  <a:pt x="3585" y="1246"/>
                </a:lnTo>
                <a:lnTo>
                  <a:pt x="3577" y="1247"/>
                </a:lnTo>
                <a:lnTo>
                  <a:pt x="3570" y="1238"/>
                </a:lnTo>
                <a:lnTo>
                  <a:pt x="3570" y="1222"/>
                </a:lnTo>
                <a:lnTo>
                  <a:pt x="3568" y="1208"/>
                </a:lnTo>
                <a:lnTo>
                  <a:pt x="3548" y="1184"/>
                </a:lnTo>
                <a:lnTo>
                  <a:pt x="3521" y="1171"/>
                </a:lnTo>
                <a:lnTo>
                  <a:pt x="3502" y="1174"/>
                </a:lnTo>
                <a:lnTo>
                  <a:pt x="3493" y="1180"/>
                </a:lnTo>
                <a:lnTo>
                  <a:pt x="3489" y="1187"/>
                </a:lnTo>
                <a:lnTo>
                  <a:pt x="3484" y="1196"/>
                </a:lnTo>
                <a:lnTo>
                  <a:pt x="3464" y="1212"/>
                </a:lnTo>
                <a:lnTo>
                  <a:pt x="3451" y="1214"/>
                </a:lnTo>
                <a:lnTo>
                  <a:pt x="3442" y="1215"/>
                </a:lnTo>
                <a:lnTo>
                  <a:pt x="3426" y="1230"/>
                </a:lnTo>
                <a:lnTo>
                  <a:pt x="3424" y="1241"/>
                </a:lnTo>
                <a:lnTo>
                  <a:pt x="3423" y="1253"/>
                </a:lnTo>
                <a:lnTo>
                  <a:pt x="3411" y="1288"/>
                </a:lnTo>
                <a:lnTo>
                  <a:pt x="3402" y="1304"/>
                </a:lnTo>
                <a:lnTo>
                  <a:pt x="3390" y="1325"/>
                </a:lnTo>
                <a:lnTo>
                  <a:pt x="3389" y="1342"/>
                </a:lnTo>
                <a:lnTo>
                  <a:pt x="3397" y="1352"/>
                </a:lnTo>
                <a:lnTo>
                  <a:pt x="3402" y="1356"/>
                </a:lnTo>
                <a:lnTo>
                  <a:pt x="3408" y="1360"/>
                </a:lnTo>
                <a:lnTo>
                  <a:pt x="3411" y="1367"/>
                </a:lnTo>
                <a:lnTo>
                  <a:pt x="3400" y="1380"/>
                </a:lnTo>
                <a:lnTo>
                  <a:pt x="3380" y="1391"/>
                </a:lnTo>
                <a:lnTo>
                  <a:pt x="3340" y="1408"/>
                </a:lnTo>
                <a:lnTo>
                  <a:pt x="3319" y="1409"/>
                </a:lnTo>
                <a:lnTo>
                  <a:pt x="3317" y="1397"/>
                </a:lnTo>
                <a:lnTo>
                  <a:pt x="3321" y="1388"/>
                </a:lnTo>
                <a:lnTo>
                  <a:pt x="3324" y="1376"/>
                </a:lnTo>
                <a:lnTo>
                  <a:pt x="3314" y="1356"/>
                </a:lnTo>
                <a:lnTo>
                  <a:pt x="3303" y="1351"/>
                </a:lnTo>
                <a:lnTo>
                  <a:pt x="3291" y="1344"/>
                </a:lnTo>
                <a:lnTo>
                  <a:pt x="3283" y="1320"/>
                </a:lnTo>
                <a:lnTo>
                  <a:pt x="3285" y="1304"/>
                </a:lnTo>
                <a:lnTo>
                  <a:pt x="3287" y="1288"/>
                </a:lnTo>
                <a:lnTo>
                  <a:pt x="3283" y="1272"/>
                </a:lnTo>
                <a:lnTo>
                  <a:pt x="3274" y="1268"/>
                </a:lnTo>
                <a:lnTo>
                  <a:pt x="3269" y="1268"/>
                </a:lnTo>
                <a:lnTo>
                  <a:pt x="3258" y="1269"/>
                </a:lnTo>
                <a:lnTo>
                  <a:pt x="3246" y="1281"/>
                </a:lnTo>
                <a:lnTo>
                  <a:pt x="3245" y="1302"/>
                </a:lnTo>
                <a:lnTo>
                  <a:pt x="3255" y="1326"/>
                </a:lnTo>
                <a:lnTo>
                  <a:pt x="3265" y="1337"/>
                </a:lnTo>
                <a:lnTo>
                  <a:pt x="3274" y="1346"/>
                </a:lnTo>
                <a:lnTo>
                  <a:pt x="3278" y="1362"/>
                </a:lnTo>
                <a:lnTo>
                  <a:pt x="3271" y="1370"/>
                </a:lnTo>
                <a:lnTo>
                  <a:pt x="3250" y="1370"/>
                </a:lnTo>
                <a:lnTo>
                  <a:pt x="3236" y="1366"/>
                </a:lnTo>
                <a:lnTo>
                  <a:pt x="3229" y="1363"/>
                </a:lnTo>
                <a:lnTo>
                  <a:pt x="3220" y="1353"/>
                </a:lnTo>
                <a:lnTo>
                  <a:pt x="3209" y="1330"/>
                </a:lnTo>
                <a:lnTo>
                  <a:pt x="3207" y="1313"/>
                </a:lnTo>
                <a:lnTo>
                  <a:pt x="3205" y="1293"/>
                </a:lnTo>
                <a:lnTo>
                  <a:pt x="3197" y="1266"/>
                </a:lnTo>
                <a:lnTo>
                  <a:pt x="3182" y="1259"/>
                </a:lnTo>
                <a:lnTo>
                  <a:pt x="3166" y="1274"/>
                </a:lnTo>
                <a:lnTo>
                  <a:pt x="3160" y="1290"/>
                </a:lnTo>
                <a:lnTo>
                  <a:pt x="3153" y="1307"/>
                </a:lnTo>
                <a:lnTo>
                  <a:pt x="3138" y="1336"/>
                </a:lnTo>
                <a:lnTo>
                  <a:pt x="3130" y="1342"/>
                </a:lnTo>
                <a:lnTo>
                  <a:pt x="3124" y="1350"/>
                </a:lnTo>
                <a:lnTo>
                  <a:pt x="3113" y="1385"/>
                </a:lnTo>
                <a:lnTo>
                  <a:pt x="3111" y="1409"/>
                </a:lnTo>
                <a:lnTo>
                  <a:pt x="3108" y="1433"/>
                </a:lnTo>
                <a:lnTo>
                  <a:pt x="3093" y="1469"/>
                </a:lnTo>
                <a:lnTo>
                  <a:pt x="3086" y="1476"/>
                </a:lnTo>
                <a:lnTo>
                  <a:pt x="3076" y="1480"/>
                </a:lnTo>
                <a:lnTo>
                  <a:pt x="3063" y="1501"/>
                </a:lnTo>
                <a:lnTo>
                  <a:pt x="3062" y="1513"/>
                </a:lnTo>
                <a:lnTo>
                  <a:pt x="3061" y="1524"/>
                </a:lnTo>
                <a:lnTo>
                  <a:pt x="3051" y="1533"/>
                </a:lnTo>
                <a:lnTo>
                  <a:pt x="3043" y="1530"/>
                </a:lnTo>
                <a:lnTo>
                  <a:pt x="3034" y="1526"/>
                </a:lnTo>
                <a:lnTo>
                  <a:pt x="3025" y="1530"/>
                </a:lnTo>
                <a:lnTo>
                  <a:pt x="3028" y="1547"/>
                </a:lnTo>
                <a:lnTo>
                  <a:pt x="3042" y="1571"/>
                </a:lnTo>
                <a:lnTo>
                  <a:pt x="3053" y="1583"/>
                </a:lnTo>
                <a:lnTo>
                  <a:pt x="3068" y="1600"/>
                </a:lnTo>
                <a:lnTo>
                  <a:pt x="3077" y="1619"/>
                </a:lnTo>
                <a:lnTo>
                  <a:pt x="3076" y="1628"/>
                </a:lnTo>
                <a:lnTo>
                  <a:pt x="3066" y="1633"/>
                </a:lnTo>
                <a:lnTo>
                  <a:pt x="3040" y="1622"/>
                </a:lnTo>
                <a:lnTo>
                  <a:pt x="3022" y="1606"/>
                </a:lnTo>
                <a:lnTo>
                  <a:pt x="2993" y="1584"/>
                </a:lnTo>
                <a:lnTo>
                  <a:pt x="2955" y="1562"/>
                </a:lnTo>
                <a:lnTo>
                  <a:pt x="2941" y="1553"/>
                </a:lnTo>
                <a:lnTo>
                  <a:pt x="2925" y="1546"/>
                </a:lnTo>
                <a:lnTo>
                  <a:pt x="2918" y="1552"/>
                </a:lnTo>
                <a:lnTo>
                  <a:pt x="2922" y="1574"/>
                </a:lnTo>
                <a:lnTo>
                  <a:pt x="2926" y="1592"/>
                </a:lnTo>
                <a:lnTo>
                  <a:pt x="2929" y="1615"/>
                </a:lnTo>
                <a:lnTo>
                  <a:pt x="2924" y="1665"/>
                </a:lnTo>
                <a:lnTo>
                  <a:pt x="2917" y="1682"/>
                </a:lnTo>
                <a:lnTo>
                  <a:pt x="2907" y="1697"/>
                </a:lnTo>
                <a:lnTo>
                  <a:pt x="2879" y="1717"/>
                </a:lnTo>
                <a:lnTo>
                  <a:pt x="2849" y="1721"/>
                </a:lnTo>
                <a:lnTo>
                  <a:pt x="2832" y="1713"/>
                </a:lnTo>
                <a:lnTo>
                  <a:pt x="2827" y="1703"/>
                </a:lnTo>
                <a:lnTo>
                  <a:pt x="2826" y="1695"/>
                </a:lnTo>
                <a:lnTo>
                  <a:pt x="2824" y="1669"/>
                </a:lnTo>
                <a:lnTo>
                  <a:pt x="2815" y="1641"/>
                </a:lnTo>
                <a:lnTo>
                  <a:pt x="2812" y="1627"/>
                </a:lnTo>
                <a:lnTo>
                  <a:pt x="2817" y="1616"/>
                </a:lnTo>
                <a:lnTo>
                  <a:pt x="2827" y="1613"/>
                </a:lnTo>
                <a:lnTo>
                  <a:pt x="2833" y="1612"/>
                </a:lnTo>
                <a:lnTo>
                  <a:pt x="2845" y="1610"/>
                </a:lnTo>
                <a:lnTo>
                  <a:pt x="2861" y="1602"/>
                </a:lnTo>
                <a:lnTo>
                  <a:pt x="2863" y="1595"/>
                </a:lnTo>
                <a:lnTo>
                  <a:pt x="2862" y="1592"/>
                </a:lnTo>
                <a:lnTo>
                  <a:pt x="2852" y="1587"/>
                </a:lnTo>
                <a:lnTo>
                  <a:pt x="2826" y="1580"/>
                </a:lnTo>
                <a:lnTo>
                  <a:pt x="2801" y="1579"/>
                </a:lnTo>
                <a:lnTo>
                  <a:pt x="2783" y="1580"/>
                </a:lnTo>
                <a:lnTo>
                  <a:pt x="2757" y="1583"/>
                </a:lnTo>
                <a:lnTo>
                  <a:pt x="2742" y="1592"/>
                </a:lnTo>
                <a:lnTo>
                  <a:pt x="2734" y="1606"/>
                </a:lnTo>
                <a:lnTo>
                  <a:pt x="2732" y="1617"/>
                </a:lnTo>
                <a:lnTo>
                  <a:pt x="2730" y="1628"/>
                </a:lnTo>
                <a:lnTo>
                  <a:pt x="2724" y="1643"/>
                </a:lnTo>
                <a:lnTo>
                  <a:pt x="2711" y="1651"/>
                </a:lnTo>
                <a:lnTo>
                  <a:pt x="2691" y="1653"/>
                </a:lnTo>
                <a:lnTo>
                  <a:pt x="2678" y="1652"/>
                </a:lnTo>
                <a:lnTo>
                  <a:pt x="2658" y="1651"/>
                </a:lnTo>
                <a:lnTo>
                  <a:pt x="2633" y="1658"/>
                </a:lnTo>
                <a:lnTo>
                  <a:pt x="2626" y="1672"/>
                </a:lnTo>
                <a:lnTo>
                  <a:pt x="2639" y="1689"/>
                </a:lnTo>
                <a:lnTo>
                  <a:pt x="2654" y="1695"/>
                </a:lnTo>
                <a:lnTo>
                  <a:pt x="2665" y="1702"/>
                </a:lnTo>
                <a:lnTo>
                  <a:pt x="2680" y="1717"/>
                </a:lnTo>
                <a:lnTo>
                  <a:pt x="2681" y="1725"/>
                </a:lnTo>
                <a:lnTo>
                  <a:pt x="2681" y="1728"/>
                </a:lnTo>
                <a:lnTo>
                  <a:pt x="2677" y="1732"/>
                </a:lnTo>
                <a:lnTo>
                  <a:pt x="2666" y="1730"/>
                </a:lnTo>
                <a:lnTo>
                  <a:pt x="2656" y="1722"/>
                </a:lnTo>
                <a:lnTo>
                  <a:pt x="2643" y="1714"/>
                </a:lnTo>
                <a:lnTo>
                  <a:pt x="2624" y="1713"/>
                </a:lnTo>
                <a:lnTo>
                  <a:pt x="2613" y="1731"/>
                </a:lnTo>
                <a:lnTo>
                  <a:pt x="2612" y="1763"/>
                </a:lnTo>
                <a:lnTo>
                  <a:pt x="2616" y="1784"/>
                </a:lnTo>
                <a:lnTo>
                  <a:pt x="2619" y="1803"/>
                </a:lnTo>
                <a:lnTo>
                  <a:pt x="2616" y="1830"/>
                </a:lnTo>
                <a:lnTo>
                  <a:pt x="2602" y="1840"/>
                </a:lnTo>
                <a:lnTo>
                  <a:pt x="2584" y="1831"/>
                </a:lnTo>
                <a:lnTo>
                  <a:pt x="2575" y="1817"/>
                </a:lnTo>
                <a:lnTo>
                  <a:pt x="2565" y="1801"/>
                </a:lnTo>
                <a:lnTo>
                  <a:pt x="2554" y="1797"/>
                </a:lnTo>
                <a:lnTo>
                  <a:pt x="2553" y="1812"/>
                </a:lnTo>
                <a:lnTo>
                  <a:pt x="2551" y="1838"/>
                </a:lnTo>
                <a:lnTo>
                  <a:pt x="2553" y="1864"/>
                </a:lnTo>
                <a:lnTo>
                  <a:pt x="2554" y="1872"/>
                </a:lnTo>
                <a:lnTo>
                  <a:pt x="2545" y="1879"/>
                </a:lnTo>
                <a:lnTo>
                  <a:pt x="2538" y="1875"/>
                </a:lnTo>
                <a:lnTo>
                  <a:pt x="2530" y="1871"/>
                </a:lnTo>
                <a:lnTo>
                  <a:pt x="2519" y="1873"/>
                </a:lnTo>
                <a:lnTo>
                  <a:pt x="2518" y="1878"/>
                </a:lnTo>
                <a:lnTo>
                  <a:pt x="2517" y="1887"/>
                </a:lnTo>
                <a:lnTo>
                  <a:pt x="2501" y="1915"/>
                </a:lnTo>
                <a:lnTo>
                  <a:pt x="2489" y="1931"/>
                </a:lnTo>
                <a:lnTo>
                  <a:pt x="2473" y="1948"/>
                </a:lnTo>
                <a:lnTo>
                  <a:pt x="2466" y="1951"/>
                </a:lnTo>
                <a:lnTo>
                  <a:pt x="2471" y="1934"/>
                </a:lnTo>
                <a:lnTo>
                  <a:pt x="2473" y="1925"/>
                </a:lnTo>
                <a:lnTo>
                  <a:pt x="2476" y="1914"/>
                </a:lnTo>
                <a:lnTo>
                  <a:pt x="2465" y="1913"/>
                </a:lnTo>
                <a:lnTo>
                  <a:pt x="2445" y="1926"/>
                </a:lnTo>
                <a:lnTo>
                  <a:pt x="2431" y="1934"/>
                </a:lnTo>
                <a:lnTo>
                  <a:pt x="2414" y="1957"/>
                </a:lnTo>
                <a:lnTo>
                  <a:pt x="2409" y="1977"/>
                </a:lnTo>
                <a:lnTo>
                  <a:pt x="2422" y="1985"/>
                </a:lnTo>
                <a:lnTo>
                  <a:pt x="2434" y="1981"/>
                </a:lnTo>
                <a:lnTo>
                  <a:pt x="2441" y="1980"/>
                </a:lnTo>
                <a:lnTo>
                  <a:pt x="2451" y="1983"/>
                </a:lnTo>
                <a:lnTo>
                  <a:pt x="2463" y="2001"/>
                </a:lnTo>
                <a:lnTo>
                  <a:pt x="2467" y="2025"/>
                </a:lnTo>
                <a:lnTo>
                  <a:pt x="2470" y="2052"/>
                </a:lnTo>
                <a:lnTo>
                  <a:pt x="2466" y="2070"/>
                </a:lnTo>
                <a:lnTo>
                  <a:pt x="2457" y="2072"/>
                </a:lnTo>
                <a:lnTo>
                  <a:pt x="2451" y="2070"/>
                </a:lnTo>
                <a:lnTo>
                  <a:pt x="2442" y="2066"/>
                </a:lnTo>
                <a:lnTo>
                  <a:pt x="2429" y="2052"/>
                </a:lnTo>
                <a:lnTo>
                  <a:pt x="2428" y="2045"/>
                </a:lnTo>
                <a:lnTo>
                  <a:pt x="2427" y="2039"/>
                </a:lnTo>
                <a:lnTo>
                  <a:pt x="2420" y="2029"/>
                </a:lnTo>
                <a:lnTo>
                  <a:pt x="2415" y="2029"/>
                </a:lnTo>
                <a:lnTo>
                  <a:pt x="2411" y="2030"/>
                </a:lnTo>
                <a:lnTo>
                  <a:pt x="2406" y="2041"/>
                </a:lnTo>
                <a:lnTo>
                  <a:pt x="2401" y="2071"/>
                </a:lnTo>
                <a:lnTo>
                  <a:pt x="2401" y="2100"/>
                </a:lnTo>
                <a:lnTo>
                  <a:pt x="2401" y="2128"/>
                </a:lnTo>
                <a:lnTo>
                  <a:pt x="2406" y="2155"/>
                </a:lnTo>
                <a:lnTo>
                  <a:pt x="2411" y="2162"/>
                </a:lnTo>
                <a:lnTo>
                  <a:pt x="2415" y="2160"/>
                </a:lnTo>
                <a:lnTo>
                  <a:pt x="2420" y="2159"/>
                </a:lnTo>
                <a:lnTo>
                  <a:pt x="2427" y="2164"/>
                </a:lnTo>
                <a:lnTo>
                  <a:pt x="2428" y="2170"/>
                </a:lnTo>
                <a:lnTo>
                  <a:pt x="2426" y="2177"/>
                </a:lnTo>
                <a:lnTo>
                  <a:pt x="2408" y="2192"/>
                </a:lnTo>
                <a:lnTo>
                  <a:pt x="2395" y="2197"/>
                </a:lnTo>
                <a:lnTo>
                  <a:pt x="2387" y="2200"/>
                </a:lnTo>
                <a:lnTo>
                  <a:pt x="2373" y="2210"/>
                </a:lnTo>
                <a:lnTo>
                  <a:pt x="2360" y="2227"/>
                </a:lnTo>
                <a:lnTo>
                  <a:pt x="2352" y="2250"/>
                </a:lnTo>
                <a:lnTo>
                  <a:pt x="2349" y="2263"/>
                </a:lnTo>
                <a:lnTo>
                  <a:pt x="2343" y="2285"/>
                </a:lnTo>
                <a:lnTo>
                  <a:pt x="2319" y="2322"/>
                </a:lnTo>
                <a:lnTo>
                  <a:pt x="2306" y="2331"/>
                </a:lnTo>
                <a:lnTo>
                  <a:pt x="2288" y="2339"/>
                </a:lnTo>
                <a:lnTo>
                  <a:pt x="2266" y="2355"/>
                </a:lnTo>
                <a:lnTo>
                  <a:pt x="2259" y="2375"/>
                </a:lnTo>
                <a:lnTo>
                  <a:pt x="2268" y="2394"/>
                </a:lnTo>
                <a:lnTo>
                  <a:pt x="2279" y="2404"/>
                </a:lnTo>
                <a:lnTo>
                  <a:pt x="2295" y="2416"/>
                </a:lnTo>
                <a:lnTo>
                  <a:pt x="2290" y="2426"/>
                </a:lnTo>
                <a:lnTo>
                  <a:pt x="2265" y="2427"/>
                </a:lnTo>
                <a:lnTo>
                  <a:pt x="2241" y="2428"/>
                </a:lnTo>
                <a:lnTo>
                  <a:pt x="2232" y="2433"/>
                </a:lnTo>
                <a:lnTo>
                  <a:pt x="2238" y="2440"/>
                </a:lnTo>
                <a:lnTo>
                  <a:pt x="2246" y="2445"/>
                </a:lnTo>
                <a:lnTo>
                  <a:pt x="2260" y="2455"/>
                </a:lnTo>
                <a:lnTo>
                  <a:pt x="2258" y="2463"/>
                </a:lnTo>
                <a:lnTo>
                  <a:pt x="2243" y="2464"/>
                </a:lnTo>
                <a:lnTo>
                  <a:pt x="2230" y="2465"/>
                </a:lnTo>
                <a:lnTo>
                  <a:pt x="2211" y="2477"/>
                </a:lnTo>
                <a:lnTo>
                  <a:pt x="2210" y="2485"/>
                </a:lnTo>
                <a:lnTo>
                  <a:pt x="2207" y="2501"/>
                </a:lnTo>
                <a:lnTo>
                  <a:pt x="2176" y="2571"/>
                </a:lnTo>
                <a:lnTo>
                  <a:pt x="2156" y="2616"/>
                </a:lnTo>
                <a:lnTo>
                  <a:pt x="2133" y="2659"/>
                </a:lnTo>
                <a:lnTo>
                  <a:pt x="2104" y="2728"/>
                </a:lnTo>
                <a:lnTo>
                  <a:pt x="2101" y="2742"/>
                </a:lnTo>
                <a:lnTo>
                  <a:pt x="2098" y="2753"/>
                </a:lnTo>
                <a:lnTo>
                  <a:pt x="2068" y="2793"/>
                </a:lnTo>
                <a:lnTo>
                  <a:pt x="2045" y="2815"/>
                </a:lnTo>
                <a:lnTo>
                  <a:pt x="2030" y="2830"/>
                </a:lnTo>
                <a:lnTo>
                  <a:pt x="2009" y="2855"/>
                </a:lnTo>
                <a:lnTo>
                  <a:pt x="1998" y="2878"/>
                </a:lnTo>
                <a:lnTo>
                  <a:pt x="1997" y="2903"/>
                </a:lnTo>
                <a:lnTo>
                  <a:pt x="1999" y="2916"/>
                </a:lnTo>
                <a:lnTo>
                  <a:pt x="2001" y="2938"/>
                </a:lnTo>
                <a:lnTo>
                  <a:pt x="1988" y="2980"/>
                </a:lnTo>
                <a:lnTo>
                  <a:pt x="1962" y="3018"/>
                </a:lnTo>
                <a:lnTo>
                  <a:pt x="1937" y="3036"/>
                </a:lnTo>
                <a:lnTo>
                  <a:pt x="1920" y="3042"/>
                </a:lnTo>
                <a:lnTo>
                  <a:pt x="1911" y="3043"/>
                </a:lnTo>
                <a:lnTo>
                  <a:pt x="1906" y="3042"/>
                </a:lnTo>
                <a:lnTo>
                  <a:pt x="1900" y="3034"/>
                </a:lnTo>
                <a:lnTo>
                  <a:pt x="1901" y="3008"/>
                </a:lnTo>
                <a:lnTo>
                  <a:pt x="1922" y="2938"/>
                </a:lnTo>
                <a:lnTo>
                  <a:pt x="1965" y="2824"/>
                </a:lnTo>
                <a:lnTo>
                  <a:pt x="1998" y="2747"/>
                </a:lnTo>
                <a:lnTo>
                  <a:pt x="2009" y="2721"/>
                </a:lnTo>
                <a:lnTo>
                  <a:pt x="2019" y="2684"/>
                </a:lnTo>
                <a:lnTo>
                  <a:pt x="2015" y="2681"/>
                </a:lnTo>
                <a:lnTo>
                  <a:pt x="2013" y="2679"/>
                </a:lnTo>
                <a:lnTo>
                  <a:pt x="2018" y="2667"/>
                </a:lnTo>
                <a:lnTo>
                  <a:pt x="2025" y="2657"/>
                </a:lnTo>
                <a:lnTo>
                  <a:pt x="2035" y="2641"/>
                </a:lnTo>
                <a:lnTo>
                  <a:pt x="2075" y="2544"/>
                </a:lnTo>
                <a:lnTo>
                  <a:pt x="2099" y="2481"/>
                </a:lnTo>
                <a:lnTo>
                  <a:pt x="2150" y="2350"/>
                </a:lnTo>
                <a:lnTo>
                  <a:pt x="2181" y="2273"/>
                </a:lnTo>
                <a:lnTo>
                  <a:pt x="2205" y="2216"/>
                </a:lnTo>
                <a:lnTo>
                  <a:pt x="2228" y="2155"/>
                </a:lnTo>
                <a:lnTo>
                  <a:pt x="2253" y="2090"/>
                </a:lnTo>
                <a:lnTo>
                  <a:pt x="2284" y="2019"/>
                </a:lnTo>
                <a:lnTo>
                  <a:pt x="2317" y="1948"/>
                </a:lnTo>
                <a:lnTo>
                  <a:pt x="2359" y="1844"/>
                </a:lnTo>
                <a:lnTo>
                  <a:pt x="2364" y="1820"/>
                </a:lnTo>
                <a:lnTo>
                  <a:pt x="2366" y="1810"/>
                </a:lnTo>
                <a:lnTo>
                  <a:pt x="2380" y="1778"/>
                </a:lnTo>
                <a:lnTo>
                  <a:pt x="2390" y="1760"/>
                </a:lnTo>
                <a:lnTo>
                  <a:pt x="2398" y="1743"/>
                </a:lnTo>
                <a:lnTo>
                  <a:pt x="2405" y="1714"/>
                </a:lnTo>
                <a:lnTo>
                  <a:pt x="2402" y="1708"/>
                </a:lnTo>
                <a:lnTo>
                  <a:pt x="2399" y="1702"/>
                </a:lnTo>
                <a:lnTo>
                  <a:pt x="2404" y="1683"/>
                </a:lnTo>
                <a:lnTo>
                  <a:pt x="2411" y="1674"/>
                </a:lnTo>
                <a:lnTo>
                  <a:pt x="2419" y="1662"/>
                </a:lnTo>
                <a:lnTo>
                  <a:pt x="2424" y="1633"/>
                </a:lnTo>
                <a:lnTo>
                  <a:pt x="2420" y="1621"/>
                </a:lnTo>
                <a:lnTo>
                  <a:pt x="2417" y="1609"/>
                </a:lnTo>
                <a:lnTo>
                  <a:pt x="2427" y="1595"/>
                </a:lnTo>
                <a:lnTo>
                  <a:pt x="2439" y="1594"/>
                </a:lnTo>
                <a:lnTo>
                  <a:pt x="2448" y="1592"/>
                </a:lnTo>
                <a:lnTo>
                  <a:pt x="2461" y="1580"/>
                </a:lnTo>
                <a:lnTo>
                  <a:pt x="2461" y="1570"/>
                </a:lnTo>
                <a:lnTo>
                  <a:pt x="2459" y="1545"/>
                </a:lnTo>
                <a:lnTo>
                  <a:pt x="2460" y="1508"/>
                </a:lnTo>
                <a:lnTo>
                  <a:pt x="2469" y="1484"/>
                </a:lnTo>
                <a:lnTo>
                  <a:pt x="2484" y="1477"/>
                </a:lnTo>
                <a:lnTo>
                  <a:pt x="2494" y="1480"/>
                </a:lnTo>
                <a:lnTo>
                  <a:pt x="2503" y="1482"/>
                </a:lnTo>
                <a:lnTo>
                  <a:pt x="2514" y="1482"/>
                </a:lnTo>
                <a:lnTo>
                  <a:pt x="2518" y="1465"/>
                </a:lnTo>
                <a:lnTo>
                  <a:pt x="2513" y="1434"/>
                </a:lnTo>
                <a:lnTo>
                  <a:pt x="2508" y="1410"/>
                </a:lnTo>
                <a:lnTo>
                  <a:pt x="2510" y="1385"/>
                </a:lnTo>
                <a:lnTo>
                  <a:pt x="2515" y="1377"/>
                </a:lnTo>
                <a:lnTo>
                  <a:pt x="2518" y="1377"/>
                </a:lnTo>
                <a:lnTo>
                  <a:pt x="2526" y="1374"/>
                </a:lnTo>
                <a:lnTo>
                  <a:pt x="2541" y="1350"/>
                </a:lnTo>
                <a:lnTo>
                  <a:pt x="2547" y="1331"/>
                </a:lnTo>
                <a:lnTo>
                  <a:pt x="2552" y="1313"/>
                </a:lnTo>
                <a:lnTo>
                  <a:pt x="2567" y="1289"/>
                </a:lnTo>
                <a:lnTo>
                  <a:pt x="2575" y="1286"/>
                </a:lnTo>
                <a:lnTo>
                  <a:pt x="2582" y="1283"/>
                </a:lnTo>
                <a:lnTo>
                  <a:pt x="2605" y="1254"/>
                </a:lnTo>
                <a:lnTo>
                  <a:pt x="2618" y="1233"/>
                </a:lnTo>
                <a:lnTo>
                  <a:pt x="2630" y="1205"/>
                </a:lnTo>
                <a:lnTo>
                  <a:pt x="2633" y="1182"/>
                </a:lnTo>
                <a:lnTo>
                  <a:pt x="2628" y="1172"/>
                </a:lnTo>
                <a:lnTo>
                  <a:pt x="2621" y="1170"/>
                </a:lnTo>
                <a:lnTo>
                  <a:pt x="2617" y="1168"/>
                </a:lnTo>
                <a:lnTo>
                  <a:pt x="2615" y="1163"/>
                </a:lnTo>
                <a:lnTo>
                  <a:pt x="2625" y="1155"/>
                </a:lnTo>
                <a:lnTo>
                  <a:pt x="2641" y="1150"/>
                </a:lnTo>
                <a:lnTo>
                  <a:pt x="2655" y="1145"/>
                </a:lnTo>
                <a:lnTo>
                  <a:pt x="2674" y="1134"/>
                </a:lnTo>
                <a:lnTo>
                  <a:pt x="2680" y="1121"/>
                </a:lnTo>
                <a:lnTo>
                  <a:pt x="2676" y="1106"/>
                </a:lnTo>
                <a:lnTo>
                  <a:pt x="2668" y="1097"/>
                </a:lnTo>
                <a:lnTo>
                  <a:pt x="2660" y="1088"/>
                </a:lnTo>
                <a:lnTo>
                  <a:pt x="2653" y="1063"/>
                </a:lnTo>
                <a:lnTo>
                  <a:pt x="2656" y="1039"/>
                </a:lnTo>
                <a:lnTo>
                  <a:pt x="2664" y="1028"/>
                </a:lnTo>
                <a:lnTo>
                  <a:pt x="2671" y="1026"/>
                </a:lnTo>
                <a:lnTo>
                  <a:pt x="2676" y="1027"/>
                </a:lnTo>
                <a:lnTo>
                  <a:pt x="2686" y="1030"/>
                </a:lnTo>
                <a:lnTo>
                  <a:pt x="2695" y="1024"/>
                </a:lnTo>
                <a:lnTo>
                  <a:pt x="2695" y="980"/>
                </a:lnTo>
                <a:lnTo>
                  <a:pt x="2683" y="911"/>
                </a:lnTo>
                <a:lnTo>
                  <a:pt x="2677" y="875"/>
                </a:lnTo>
                <a:lnTo>
                  <a:pt x="2677" y="841"/>
                </a:lnTo>
                <a:lnTo>
                  <a:pt x="2683" y="830"/>
                </a:lnTo>
                <a:lnTo>
                  <a:pt x="2689" y="828"/>
                </a:lnTo>
                <a:lnTo>
                  <a:pt x="2695" y="824"/>
                </a:lnTo>
                <a:lnTo>
                  <a:pt x="2699" y="811"/>
                </a:lnTo>
                <a:lnTo>
                  <a:pt x="2694" y="804"/>
                </a:lnTo>
                <a:lnTo>
                  <a:pt x="2691" y="802"/>
                </a:lnTo>
                <a:lnTo>
                  <a:pt x="2681" y="803"/>
                </a:lnTo>
                <a:lnTo>
                  <a:pt x="2664" y="815"/>
                </a:lnTo>
                <a:lnTo>
                  <a:pt x="2652" y="831"/>
                </a:lnTo>
                <a:lnTo>
                  <a:pt x="2643" y="844"/>
                </a:lnTo>
                <a:lnTo>
                  <a:pt x="2629" y="858"/>
                </a:lnTo>
                <a:lnTo>
                  <a:pt x="2618" y="861"/>
                </a:lnTo>
                <a:lnTo>
                  <a:pt x="2606" y="849"/>
                </a:lnTo>
                <a:lnTo>
                  <a:pt x="2597" y="839"/>
                </a:lnTo>
                <a:lnTo>
                  <a:pt x="2584" y="819"/>
                </a:lnTo>
                <a:lnTo>
                  <a:pt x="2573" y="818"/>
                </a:lnTo>
                <a:lnTo>
                  <a:pt x="2572" y="837"/>
                </a:lnTo>
                <a:lnTo>
                  <a:pt x="2571" y="850"/>
                </a:lnTo>
                <a:lnTo>
                  <a:pt x="2562" y="867"/>
                </a:lnTo>
                <a:lnTo>
                  <a:pt x="2554" y="869"/>
                </a:lnTo>
                <a:lnTo>
                  <a:pt x="2547" y="870"/>
                </a:lnTo>
                <a:lnTo>
                  <a:pt x="2538" y="881"/>
                </a:lnTo>
                <a:lnTo>
                  <a:pt x="2536" y="889"/>
                </a:lnTo>
                <a:lnTo>
                  <a:pt x="2538" y="895"/>
                </a:lnTo>
                <a:lnTo>
                  <a:pt x="2547" y="900"/>
                </a:lnTo>
                <a:lnTo>
                  <a:pt x="2554" y="896"/>
                </a:lnTo>
                <a:lnTo>
                  <a:pt x="2562" y="892"/>
                </a:lnTo>
                <a:lnTo>
                  <a:pt x="2570" y="894"/>
                </a:lnTo>
                <a:lnTo>
                  <a:pt x="2568" y="917"/>
                </a:lnTo>
                <a:lnTo>
                  <a:pt x="2554" y="951"/>
                </a:lnTo>
                <a:lnTo>
                  <a:pt x="2545" y="972"/>
                </a:lnTo>
                <a:lnTo>
                  <a:pt x="2539" y="972"/>
                </a:lnTo>
                <a:lnTo>
                  <a:pt x="2538" y="953"/>
                </a:lnTo>
                <a:lnTo>
                  <a:pt x="2538" y="943"/>
                </a:lnTo>
                <a:lnTo>
                  <a:pt x="2533" y="932"/>
                </a:lnTo>
                <a:lnTo>
                  <a:pt x="2520" y="940"/>
                </a:lnTo>
                <a:lnTo>
                  <a:pt x="2500" y="965"/>
                </a:lnTo>
                <a:lnTo>
                  <a:pt x="2485" y="984"/>
                </a:lnTo>
                <a:lnTo>
                  <a:pt x="2466" y="1020"/>
                </a:lnTo>
                <a:lnTo>
                  <a:pt x="2464" y="1030"/>
                </a:lnTo>
                <a:lnTo>
                  <a:pt x="2461" y="1045"/>
                </a:lnTo>
                <a:lnTo>
                  <a:pt x="2440" y="1091"/>
                </a:lnTo>
                <a:lnTo>
                  <a:pt x="2407" y="1140"/>
                </a:lnTo>
                <a:lnTo>
                  <a:pt x="2374" y="1177"/>
                </a:lnTo>
                <a:lnTo>
                  <a:pt x="2362" y="1184"/>
                </a:lnTo>
                <a:lnTo>
                  <a:pt x="2352" y="1190"/>
                </a:lnTo>
                <a:lnTo>
                  <a:pt x="2343" y="1204"/>
                </a:lnTo>
                <a:lnTo>
                  <a:pt x="2346" y="1212"/>
                </a:lnTo>
                <a:lnTo>
                  <a:pt x="2347" y="1215"/>
                </a:lnTo>
                <a:lnTo>
                  <a:pt x="2345" y="1222"/>
                </a:lnTo>
                <a:lnTo>
                  <a:pt x="2333" y="1234"/>
                </a:lnTo>
                <a:lnTo>
                  <a:pt x="2319" y="1241"/>
                </a:lnTo>
                <a:lnTo>
                  <a:pt x="2304" y="1245"/>
                </a:lnTo>
                <a:lnTo>
                  <a:pt x="2284" y="1262"/>
                </a:lnTo>
                <a:lnTo>
                  <a:pt x="2282" y="1269"/>
                </a:lnTo>
                <a:lnTo>
                  <a:pt x="2281" y="1279"/>
                </a:lnTo>
                <a:lnTo>
                  <a:pt x="2267" y="1287"/>
                </a:lnTo>
                <a:lnTo>
                  <a:pt x="2244" y="1281"/>
                </a:lnTo>
                <a:lnTo>
                  <a:pt x="2217" y="1263"/>
                </a:lnTo>
                <a:lnTo>
                  <a:pt x="2205" y="1250"/>
                </a:lnTo>
                <a:lnTo>
                  <a:pt x="2187" y="1229"/>
                </a:lnTo>
                <a:lnTo>
                  <a:pt x="2184" y="1213"/>
                </a:lnTo>
                <a:lnTo>
                  <a:pt x="2193" y="1206"/>
                </a:lnTo>
                <a:lnTo>
                  <a:pt x="2200" y="1203"/>
                </a:lnTo>
                <a:lnTo>
                  <a:pt x="2213" y="1196"/>
                </a:lnTo>
                <a:lnTo>
                  <a:pt x="2222" y="1182"/>
                </a:lnTo>
                <a:lnTo>
                  <a:pt x="2212" y="1172"/>
                </a:lnTo>
                <a:lnTo>
                  <a:pt x="2189" y="1169"/>
                </a:lnTo>
                <a:lnTo>
                  <a:pt x="2173" y="1171"/>
                </a:lnTo>
                <a:lnTo>
                  <a:pt x="2159" y="1177"/>
                </a:lnTo>
                <a:lnTo>
                  <a:pt x="2147" y="1187"/>
                </a:lnTo>
                <a:lnTo>
                  <a:pt x="2145" y="1192"/>
                </a:lnTo>
                <a:lnTo>
                  <a:pt x="2146" y="1195"/>
                </a:lnTo>
                <a:lnTo>
                  <a:pt x="2146" y="1197"/>
                </a:lnTo>
                <a:lnTo>
                  <a:pt x="2136" y="1203"/>
                </a:lnTo>
                <a:lnTo>
                  <a:pt x="2102" y="1206"/>
                </a:lnTo>
                <a:lnTo>
                  <a:pt x="2069" y="1206"/>
                </a:lnTo>
                <a:lnTo>
                  <a:pt x="2031" y="1204"/>
                </a:lnTo>
                <a:lnTo>
                  <a:pt x="1997" y="1195"/>
                </a:lnTo>
                <a:lnTo>
                  <a:pt x="1988" y="1187"/>
                </a:lnTo>
                <a:lnTo>
                  <a:pt x="1988" y="1181"/>
                </a:lnTo>
                <a:lnTo>
                  <a:pt x="1989" y="1176"/>
                </a:lnTo>
                <a:lnTo>
                  <a:pt x="1982" y="1167"/>
                </a:lnTo>
                <a:lnTo>
                  <a:pt x="1960" y="1159"/>
                </a:lnTo>
                <a:lnTo>
                  <a:pt x="1918" y="1162"/>
                </a:lnTo>
                <a:lnTo>
                  <a:pt x="1879" y="1174"/>
                </a:lnTo>
                <a:lnTo>
                  <a:pt x="1868" y="1184"/>
                </a:lnTo>
                <a:lnTo>
                  <a:pt x="1858" y="1197"/>
                </a:lnTo>
                <a:lnTo>
                  <a:pt x="1856" y="1212"/>
                </a:lnTo>
                <a:lnTo>
                  <a:pt x="1860" y="1219"/>
                </a:lnTo>
                <a:lnTo>
                  <a:pt x="1865" y="1222"/>
                </a:lnTo>
                <a:lnTo>
                  <a:pt x="1872" y="1229"/>
                </a:lnTo>
                <a:lnTo>
                  <a:pt x="1883" y="1255"/>
                </a:lnTo>
                <a:lnTo>
                  <a:pt x="1884" y="1271"/>
                </a:lnTo>
                <a:lnTo>
                  <a:pt x="1883" y="1281"/>
                </a:lnTo>
                <a:lnTo>
                  <a:pt x="1878" y="1295"/>
                </a:lnTo>
                <a:lnTo>
                  <a:pt x="1869" y="1302"/>
                </a:lnTo>
                <a:lnTo>
                  <a:pt x="1851" y="1302"/>
                </a:lnTo>
                <a:lnTo>
                  <a:pt x="1838" y="1301"/>
                </a:lnTo>
                <a:lnTo>
                  <a:pt x="1825" y="1297"/>
                </a:lnTo>
                <a:lnTo>
                  <a:pt x="1809" y="1296"/>
                </a:lnTo>
                <a:lnTo>
                  <a:pt x="1803" y="1302"/>
                </a:lnTo>
                <a:lnTo>
                  <a:pt x="1808" y="1315"/>
                </a:lnTo>
                <a:lnTo>
                  <a:pt x="1813" y="1326"/>
                </a:lnTo>
                <a:lnTo>
                  <a:pt x="1823" y="1345"/>
                </a:lnTo>
                <a:lnTo>
                  <a:pt x="1821" y="1355"/>
                </a:lnTo>
                <a:lnTo>
                  <a:pt x="1809" y="1354"/>
                </a:lnTo>
                <a:lnTo>
                  <a:pt x="1798" y="1351"/>
                </a:lnTo>
                <a:lnTo>
                  <a:pt x="1784" y="1347"/>
                </a:lnTo>
                <a:lnTo>
                  <a:pt x="1759" y="1350"/>
                </a:lnTo>
                <a:lnTo>
                  <a:pt x="1740" y="1362"/>
                </a:lnTo>
                <a:lnTo>
                  <a:pt x="1727" y="1385"/>
                </a:lnTo>
                <a:lnTo>
                  <a:pt x="1724" y="1402"/>
                </a:lnTo>
                <a:lnTo>
                  <a:pt x="1722" y="1412"/>
                </a:lnTo>
                <a:lnTo>
                  <a:pt x="1724" y="1424"/>
                </a:lnTo>
                <a:lnTo>
                  <a:pt x="1730" y="1429"/>
                </a:lnTo>
                <a:lnTo>
                  <a:pt x="1745" y="1428"/>
                </a:lnTo>
                <a:lnTo>
                  <a:pt x="1754" y="1426"/>
                </a:lnTo>
                <a:lnTo>
                  <a:pt x="1771" y="1422"/>
                </a:lnTo>
                <a:lnTo>
                  <a:pt x="1790" y="1427"/>
                </a:lnTo>
                <a:lnTo>
                  <a:pt x="1792" y="1432"/>
                </a:lnTo>
                <a:lnTo>
                  <a:pt x="1791" y="1439"/>
                </a:lnTo>
                <a:lnTo>
                  <a:pt x="1775" y="1447"/>
                </a:lnTo>
                <a:lnTo>
                  <a:pt x="1764" y="1449"/>
                </a:lnTo>
                <a:lnTo>
                  <a:pt x="1757" y="1450"/>
                </a:lnTo>
                <a:lnTo>
                  <a:pt x="1746" y="1454"/>
                </a:lnTo>
                <a:lnTo>
                  <a:pt x="1739" y="1472"/>
                </a:lnTo>
                <a:lnTo>
                  <a:pt x="1742" y="1494"/>
                </a:lnTo>
                <a:lnTo>
                  <a:pt x="1745" y="1507"/>
                </a:lnTo>
                <a:lnTo>
                  <a:pt x="1745" y="1526"/>
                </a:lnTo>
                <a:lnTo>
                  <a:pt x="1734" y="1538"/>
                </a:lnTo>
                <a:lnTo>
                  <a:pt x="1710" y="1546"/>
                </a:lnTo>
                <a:lnTo>
                  <a:pt x="1691" y="1551"/>
                </a:lnTo>
                <a:lnTo>
                  <a:pt x="1676" y="1553"/>
                </a:lnTo>
                <a:lnTo>
                  <a:pt x="1652" y="1562"/>
                </a:lnTo>
                <a:lnTo>
                  <a:pt x="1637" y="1572"/>
                </a:lnTo>
                <a:lnTo>
                  <a:pt x="1630" y="1587"/>
                </a:lnTo>
                <a:lnTo>
                  <a:pt x="1629" y="1595"/>
                </a:lnTo>
                <a:lnTo>
                  <a:pt x="1628" y="1609"/>
                </a:lnTo>
                <a:lnTo>
                  <a:pt x="1620" y="1628"/>
                </a:lnTo>
                <a:lnTo>
                  <a:pt x="1612" y="1630"/>
                </a:lnTo>
                <a:lnTo>
                  <a:pt x="1604" y="1631"/>
                </a:lnTo>
                <a:lnTo>
                  <a:pt x="1594" y="1646"/>
                </a:lnTo>
                <a:lnTo>
                  <a:pt x="1593" y="1657"/>
                </a:lnTo>
                <a:lnTo>
                  <a:pt x="1594" y="1668"/>
                </a:lnTo>
                <a:lnTo>
                  <a:pt x="1610" y="1683"/>
                </a:lnTo>
                <a:lnTo>
                  <a:pt x="1621" y="1684"/>
                </a:lnTo>
                <a:lnTo>
                  <a:pt x="1631" y="1685"/>
                </a:lnTo>
                <a:lnTo>
                  <a:pt x="1647" y="1702"/>
                </a:lnTo>
                <a:lnTo>
                  <a:pt x="1648" y="1714"/>
                </a:lnTo>
                <a:lnTo>
                  <a:pt x="1647" y="1730"/>
                </a:lnTo>
                <a:lnTo>
                  <a:pt x="1630" y="1758"/>
                </a:lnTo>
                <a:lnTo>
                  <a:pt x="1603" y="1779"/>
                </a:lnTo>
                <a:lnTo>
                  <a:pt x="1573" y="1788"/>
                </a:lnTo>
                <a:lnTo>
                  <a:pt x="1558" y="1784"/>
                </a:lnTo>
                <a:lnTo>
                  <a:pt x="1548" y="1781"/>
                </a:lnTo>
                <a:lnTo>
                  <a:pt x="1532" y="1782"/>
                </a:lnTo>
                <a:lnTo>
                  <a:pt x="1521" y="1793"/>
                </a:lnTo>
                <a:lnTo>
                  <a:pt x="1511" y="1816"/>
                </a:lnTo>
                <a:lnTo>
                  <a:pt x="1506" y="1833"/>
                </a:lnTo>
                <a:lnTo>
                  <a:pt x="1499" y="1864"/>
                </a:lnTo>
                <a:lnTo>
                  <a:pt x="1500" y="1893"/>
                </a:lnTo>
                <a:lnTo>
                  <a:pt x="1507" y="1907"/>
                </a:lnTo>
                <a:lnTo>
                  <a:pt x="1514" y="1913"/>
                </a:lnTo>
                <a:lnTo>
                  <a:pt x="1524" y="1922"/>
                </a:lnTo>
                <a:lnTo>
                  <a:pt x="1537" y="1948"/>
                </a:lnTo>
                <a:lnTo>
                  <a:pt x="1539" y="1973"/>
                </a:lnTo>
                <a:lnTo>
                  <a:pt x="1531" y="1991"/>
                </a:lnTo>
                <a:lnTo>
                  <a:pt x="1523" y="1992"/>
                </a:lnTo>
                <a:lnTo>
                  <a:pt x="1514" y="1991"/>
                </a:lnTo>
                <a:lnTo>
                  <a:pt x="1499" y="1981"/>
                </a:lnTo>
                <a:lnTo>
                  <a:pt x="1493" y="1975"/>
                </a:lnTo>
                <a:lnTo>
                  <a:pt x="1488" y="1967"/>
                </a:lnTo>
                <a:lnTo>
                  <a:pt x="1468" y="1957"/>
                </a:lnTo>
                <a:lnTo>
                  <a:pt x="1457" y="1956"/>
                </a:lnTo>
                <a:lnTo>
                  <a:pt x="1452" y="1958"/>
                </a:lnTo>
                <a:lnTo>
                  <a:pt x="1441" y="1982"/>
                </a:lnTo>
                <a:lnTo>
                  <a:pt x="1423" y="2047"/>
                </a:lnTo>
                <a:lnTo>
                  <a:pt x="1403" y="2165"/>
                </a:lnTo>
                <a:lnTo>
                  <a:pt x="1397" y="2248"/>
                </a:lnTo>
                <a:lnTo>
                  <a:pt x="1397" y="2291"/>
                </a:lnTo>
                <a:lnTo>
                  <a:pt x="1400" y="2306"/>
                </a:lnTo>
                <a:lnTo>
                  <a:pt x="1402" y="2323"/>
                </a:lnTo>
                <a:lnTo>
                  <a:pt x="1399" y="2365"/>
                </a:lnTo>
                <a:lnTo>
                  <a:pt x="1394" y="2382"/>
                </a:lnTo>
                <a:lnTo>
                  <a:pt x="1385" y="2403"/>
                </a:lnTo>
                <a:lnTo>
                  <a:pt x="1378" y="2402"/>
                </a:lnTo>
                <a:lnTo>
                  <a:pt x="1378" y="2377"/>
                </a:lnTo>
                <a:lnTo>
                  <a:pt x="1376" y="2358"/>
                </a:lnTo>
                <a:lnTo>
                  <a:pt x="1365" y="2339"/>
                </a:lnTo>
                <a:lnTo>
                  <a:pt x="1351" y="2340"/>
                </a:lnTo>
                <a:lnTo>
                  <a:pt x="1341" y="2361"/>
                </a:lnTo>
                <a:lnTo>
                  <a:pt x="1340" y="2380"/>
                </a:lnTo>
                <a:lnTo>
                  <a:pt x="1339" y="2392"/>
                </a:lnTo>
                <a:lnTo>
                  <a:pt x="1333" y="2409"/>
                </a:lnTo>
                <a:lnTo>
                  <a:pt x="1319" y="2421"/>
                </a:lnTo>
                <a:lnTo>
                  <a:pt x="1292" y="2429"/>
                </a:lnTo>
                <a:lnTo>
                  <a:pt x="1273" y="2432"/>
                </a:lnTo>
                <a:lnTo>
                  <a:pt x="1252" y="2436"/>
                </a:lnTo>
                <a:lnTo>
                  <a:pt x="1224" y="2445"/>
                </a:lnTo>
                <a:lnTo>
                  <a:pt x="1208" y="2458"/>
                </a:lnTo>
                <a:lnTo>
                  <a:pt x="1202" y="2479"/>
                </a:lnTo>
                <a:lnTo>
                  <a:pt x="1200" y="2494"/>
                </a:lnTo>
                <a:lnTo>
                  <a:pt x="1201" y="2516"/>
                </a:lnTo>
                <a:lnTo>
                  <a:pt x="1208" y="2561"/>
                </a:lnTo>
                <a:lnTo>
                  <a:pt x="1216" y="2579"/>
                </a:lnTo>
                <a:lnTo>
                  <a:pt x="1221" y="2589"/>
                </a:lnTo>
                <a:lnTo>
                  <a:pt x="1226" y="2605"/>
                </a:lnTo>
                <a:lnTo>
                  <a:pt x="1222" y="2618"/>
                </a:lnTo>
                <a:lnTo>
                  <a:pt x="1212" y="2632"/>
                </a:lnTo>
                <a:lnTo>
                  <a:pt x="1202" y="2639"/>
                </a:lnTo>
                <a:lnTo>
                  <a:pt x="1184" y="2652"/>
                </a:lnTo>
                <a:lnTo>
                  <a:pt x="1183" y="2663"/>
                </a:lnTo>
                <a:lnTo>
                  <a:pt x="1199" y="2663"/>
                </a:lnTo>
                <a:lnTo>
                  <a:pt x="1205" y="2663"/>
                </a:lnTo>
                <a:lnTo>
                  <a:pt x="1215" y="2667"/>
                </a:lnTo>
                <a:lnTo>
                  <a:pt x="1220" y="2676"/>
                </a:lnTo>
                <a:lnTo>
                  <a:pt x="1220" y="2690"/>
                </a:lnTo>
                <a:lnTo>
                  <a:pt x="1218" y="2698"/>
                </a:lnTo>
                <a:lnTo>
                  <a:pt x="1213" y="2714"/>
                </a:lnTo>
                <a:lnTo>
                  <a:pt x="1195" y="2733"/>
                </a:lnTo>
                <a:lnTo>
                  <a:pt x="1185" y="2735"/>
                </a:lnTo>
                <a:lnTo>
                  <a:pt x="1175" y="2736"/>
                </a:lnTo>
                <a:lnTo>
                  <a:pt x="1151" y="2752"/>
                </a:lnTo>
                <a:lnTo>
                  <a:pt x="1140" y="2763"/>
                </a:lnTo>
                <a:lnTo>
                  <a:pt x="1129" y="2773"/>
                </a:lnTo>
                <a:lnTo>
                  <a:pt x="1101" y="2783"/>
                </a:lnTo>
                <a:lnTo>
                  <a:pt x="1088" y="2780"/>
                </a:lnTo>
                <a:lnTo>
                  <a:pt x="1078" y="2777"/>
                </a:lnTo>
                <a:lnTo>
                  <a:pt x="1068" y="2777"/>
                </a:lnTo>
                <a:lnTo>
                  <a:pt x="1071" y="2780"/>
                </a:lnTo>
                <a:lnTo>
                  <a:pt x="1075" y="2789"/>
                </a:lnTo>
                <a:lnTo>
                  <a:pt x="1072" y="2822"/>
                </a:lnTo>
                <a:lnTo>
                  <a:pt x="1068" y="2844"/>
                </a:lnTo>
                <a:lnTo>
                  <a:pt x="1061" y="2870"/>
                </a:lnTo>
                <a:lnTo>
                  <a:pt x="1064" y="2897"/>
                </a:lnTo>
                <a:lnTo>
                  <a:pt x="1072" y="2911"/>
                </a:lnTo>
                <a:lnTo>
                  <a:pt x="1079" y="2918"/>
                </a:lnTo>
                <a:lnTo>
                  <a:pt x="1088" y="2927"/>
                </a:lnTo>
                <a:lnTo>
                  <a:pt x="1095" y="2946"/>
                </a:lnTo>
                <a:lnTo>
                  <a:pt x="1093" y="2954"/>
                </a:lnTo>
                <a:lnTo>
                  <a:pt x="1091" y="2960"/>
                </a:lnTo>
                <a:lnTo>
                  <a:pt x="1101" y="2963"/>
                </a:lnTo>
                <a:lnTo>
                  <a:pt x="1112" y="2959"/>
                </a:lnTo>
                <a:lnTo>
                  <a:pt x="1122" y="2957"/>
                </a:lnTo>
                <a:lnTo>
                  <a:pt x="1139" y="2961"/>
                </a:lnTo>
                <a:lnTo>
                  <a:pt x="1140" y="2969"/>
                </a:lnTo>
                <a:lnTo>
                  <a:pt x="1139" y="2977"/>
                </a:lnTo>
                <a:lnTo>
                  <a:pt x="1130" y="2988"/>
                </a:lnTo>
                <a:lnTo>
                  <a:pt x="1123" y="2989"/>
                </a:lnTo>
                <a:lnTo>
                  <a:pt x="1117" y="2991"/>
                </a:lnTo>
                <a:lnTo>
                  <a:pt x="1101" y="3009"/>
                </a:lnTo>
                <a:lnTo>
                  <a:pt x="1095" y="3023"/>
                </a:lnTo>
                <a:lnTo>
                  <a:pt x="1090" y="3038"/>
                </a:lnTo>
                <a:lnTo>
                  <a:pt x="1076" y="3049"/>
                </a:lnTo>
                <a:lnTo>
                  <a:pt x="1065" y="3052"/>
                </a:lnTo>
                <a:lnTo>
                  <a:pt x="1060" y="3051"/>
                </a:lnTo>
                <a:lnTo>
                  <a:pt x="1052" y="3047"/>
                </a:lnTo>
                <a:lnTo>
                  <a:pt x="1036" y="3048"/>
                </a:lnTo>
                <a:lnTo>
                  <a:pt x="1014" y="3060"/>
                </a:lnTo>
                <a:lnTo>
                  <a:pt x="992" y="3093"/>
                </a:lnTo>
                <a:lnTo>
                  <a:pt x="982" y="3136"/>
                </a:lnTo>
                <a:lnTo>
                  <a:pt x="984" y="3160"/>
                </a:lnTo>
                <a:lnTo>
                  <a:pt x="988" y="3176"/>
                </a:lnTo>
                <a:lnTo>
                  <a:pt x="988" y="3203"/>
                </a:lnTo>
                <a:lnTo>
                  <a:pt x="982" y="3228"/>
                </a:lnTo>
                <a:lnTo>
                  <a:pt x="970" y="3252"/>
                </a:lnTo>
                <a:lnTo>
                  <a:pt x="960" y="3264"/>
                </a:lnTo>
                <a:lnTo>
                  <a:pt x="952" y="3277"/>
                </a:lnTo>
                <a:lnTo>
                  <a:pt x="937" y="3302"/>
                </a:lnTo>
                <a:lnTo>
                  <a:pt x="932" y="3328"/>
                </a:lnTo>
                <a:lnTo>
                  <a:pt x="932" y="3358"/>
                </a:lnTo>
                <a:lnTo>
                  <a:pt x="935" y="3377"/>
                </a:lnTo>
                <a:lnTo>
                  <a:pt x="940" y="3408"/>
                </a:lnTo>
                <a:lnTo>
                  <a:pt x="935" y="3433"/>
                </a:lnTo>
                <a:lnTo>
                  <a:pt x="927" y="3441"/>
                </a:lnTo>
                <a:lnTo>
                  <a:pt x="921" y="3442"/>
                </a:lnTo>
                <a:lnTo>
                  <a:pt x="903" y="3444"/>
                </a:lnTo>
                <a:lnTo>
                  <a:pt x="853" y="3471"/>
                </a:lnTo>
                <a:lnTo>
                  <a:pt x="803" y="3511"/>
                </a:lnTo>
                <a:lnTo>
                  <a:pt x="776" y="3539"/>
                </a:lnTo>
                <a:lnTo>
                  <a:pt x="770" y="3554"/>
                </a:lnTo>
                <a:lnTo>
                  <a:pt x="770" y="3559"/>
                </a:lnTo>
                <a:lnTo>
                  <a:pt x="773" y="3569"/>
                </a:lnTo>
                <a:lnTo>
                  <a:pt x="767" y="3589"/>
                </a:lnTo>
                <a:lnTo>
                  <a:pt x="759" y="3595"/>
                </a:lnTo>
                <a:lnTo>
                  <a:pt x="755" y="3597"/>
                </a:lnTo>
                <a:lnTo>
                  <a:pt x="746" y="3594"/>
                </a:lnTo>
                <a:lnTo>
                  <a:pt x="730" y="3574"/>
                </a:lnTo>
                <a:lnTo>
                  <a:pt x="721" y="3552"/>
                </a:lnTo>
                <a:lnTo>
                  <a:pt x="712" y="3529"/>
                </a:lnTo>
                <a:lnTo>
                  <a:pt x="693" y="3505"/>
                </a:lnTo>
                <a:lnTo>
                  <a:pt x="679" y="3496"/>
                </a:lnTo>
                <a:lnTo>
                  <a:pt x="672" y="3496"/>
                </a:lnTo>
                <a:lnTo>
                  <a:pt x="655" y="3497"/>
                </a:lnTo>
                <a:lnTo>
                  <a:pt x="654" y="3507"/>
                </a:lnTo>
                <a:lnTo>
                  <a:pt x="671" y="3519"/>
                </a:lnTo>
                <a:lnTo>
                  <a:pt x="683" y="3531"/>
                </a:lnTo>
                <a:lnTo>
                  <a:pt x="706" y="3572"/>
                </a:lnTo>
                <a:lnTo>
                  <a:pt x="712" y="3595"/>
                </a:lnTo>
                <a:lnTo>
                  <a:pt x="719" y="3619"/>
                </a:lnTo>
                <a:lnTo>
                  <a:pt x="743" y="3668"/>
                </a:lnTo>
                <a:lnTo>
                  <a:pt x="756" y="3684"/>
                </a:lnTo>
                <a:lnTo>
                  <a:pt x="768" y="3698"/>
                </a:lnTo>
                <a:lnTo>
                  <a:pt x="770" y="3709"/>
                </a:lnTo>
                <a:lnTo>
                  <a:pt x="761" y="3704"/>
                </a:lnTo>
                <a:lnTo>
                  <a:pt x="750" y="3700"/>
                </a:lnTo>
                <a:lnTo>
                  <a:pt x="729" y="3706"/>
                </a:lnTo>
                <a:lnTo>
                  <a:pt x="721" y="3715"/>
                </a:lnTo>
                <a:lnTo>
                  <a:pt x="712" y="3729"/>
                </a:lnTo>
                <a:lnTo>
                  <a:pt x="698" y="3729"/>
                </a:lnTo>
                <a:lnTo>
                  <a:pt x="688" y="3715"/>
                </a:lnTo>
                <a:lnTo>
                  <a:pt x="682" y="3706"/>
                </a:lnTo>
                <a:lnTo>
                  <a:pt x="668" y="3703"/>
                </a:lnTo>
                <a:lnTo>
                  <a:pt x="661" y="3709"/>
                </a:lnTo>
                <a:lnTo>
                  <a:pt x="659" y="3718"/>
                </a:lnTo>
                <a:lnTo>
                  <a:pt x="664" y="3732"/>
                </a:lnTo>
                <a:lnTo>
                  <a:pt x="672" y="3736"/>
                </a:lnTo>
                <a:lnTo>
                  <a:pt x="679" y="3739"/>
                </a:lnTo>
                <a:lnTo>
                  <a:pt x="685" y="3744"/>
                </a:lnTo>
                <a:lnTo>
                  <a:pt x="684" y="3755"/>
                </a:lnTo>
                <a:lnTo>
                  <a:pt x="674" y="3768"/>
                </a:lnTo>
                <a:lnTo>
                  <a:pt x="667" y="3778"/>
                </a:lnTo>
                <a:lnTo>
                  <a:pt x="660" y="3804"/>
                </a:lnTo>
                <a:lnTo>
                  <a:pt x="663" y="3815"/>
                </a:lnTo>
                <a:lnTo>
                  <a:pt x="664" y="3821"/>
                </a:lnTo>
                <a:lnTo>
                  <a:pt x="659" y="3844"/>
                </a:lnTo>
                <a:lnTo>
                  <a:pt x="638" y="3892"/>
                </a:lnTo>
                <a:lnTo>
                  <a:pt x="617" y="3929"/>
                </a:lnTo>
                <a:lnTo>
                  <a:pt x="593" y="3968"/>
                </a:lnTo>
                <a:lnTo>
                  <a:pt x="573" y="4016"/>
                </a:lnTo>
                <a:lnTo>
                  <a:pt x="569" y="4039"/>
                </a:lnTo>
                <a:lnTo>
                  <a:pt x="571" y="4046"/>
                </a:lnTo>
                <a:lnTo>
                  <a:pt x="575" y="4064"/>
                </a:lnTo>
                <a:lnTo>
                  <a:pt x="574" y="4106"/>
                </a:lnTo>
                <a:lnTo>
                  <a:pt x="564" y="4143"/>
                </a:lnTo>
                <a:lnTo>
                  <a:pt x="555" y="4156"/>
                </a:lnTo>
                <a:lnTo>
                  <a:pt x="547" y="4155"/>
                </a:lnTo>
                <a:lnTo>
                  <a:pt x="544" y="4149"/>
                </a:lnTo>
                <a:lnTo>
                  <a:pt x="538" y="4138"/>
                </a:lnTo>
                <a:lnTo>
                  <a:pt x="535" y="4104"/>
                </a:lnTo>
                <a:lnTo>
                  <a:pt x="538" y="4086"/>
                </a:lnTo>
                <a:lnTo>
                  <a:pt x="544" y="4065"/>
                </a:lnTo>
                <a:lnTo>
                  <a:pt x="535" y="4060"/>
                </a:lnTo>
                <a:lnTo>
                  <a:pt x="519" y="4073"/>
                </a:lnTo>
                <a:lnTo>
                  <a:pt x="507" y="4084"/>
                </a:lnTo>
                <a:lnTo>
                  <a:pt x="489" y="4111"/>
                </a:lnTo>
                <a:lnTo>
                  <a:pt x="487" y="4122"/>
                </a:lnTo>
                <a:lnTo>
                  <a:pt x="486" y="4133"/>
                </a:lnTo>
                <a:lnTo>
                  <a:pt x="471" y="4146"/>
                </a:lnTo>
                <a:lnTo>
                  <a:pt x="460" y="4148"/>
                </a:lnTo>
                <a:lnTo>
                  <a:pt x="449" y="4148"/>
                </a:lnTo>
                <a:lnTo>
                  <a:pt x="436" y="4158"/>
                </a:lnTo>
                <a:lnTo>
                  <a:pt x="434" y="4172"/>
                </a:lnTo>
                <a:lnTo>
                  <a:pt x="443" y="4186"/>
                </a:lnTo>
                <a:lnTo>
                  <a:pt x="451" y="4193"/>
                </a:lnTo>
                <a:lnTo>
                  <a:pt x="459" y="4196"/>
                </a:lnTo>
                <a:lnTo>
                  <a:pt x="469" y="4192"/>
                </a:lnTo>
                <a:lnTo>
                  <a:pt x="470" y="4186"/>
                </a:lnTo>
                <a:lnTo>
                  <a:pt x="471" y="4178"/>
                </a:lnTo>
                <a:lnTo>
                  <a:pt x="481" y="4167"/>
                </a:lnTo>
                <a:lnTo>
                  <a:pt x="487" y="4166"/>
                </a:lnTo>
                <a:lnTo>
                  <a:pt x="495" y="4168"/>
                </a:lnTo>
                <a:lnTo>
                  <a:pt x="505" y="4186"/>
                </a:lnTo>
                <a:lnTo>
                  <a:pt x="506" y="4200"/>
                </a:lnTo>
                <a:lnTo>
                  <a:pt x="505" y="4208"/>
                </a:lnTo>
                <a:lnTo>
                  <a:pt x="498" y="4221"/>
                </a:lnTo>
                <a:lnTo>
                  <a:pt x="480" y="4236"/>
                </a:lnTo>
                <a:lnTo>
                  <a:pt x="441" y="4245"/>
                </a:lnTo>
                <a:lnTo>
                  <a:pt x="401" y="4240"/>
                </a:lnTo>
                <a:lnTo>
                  <a:pt x="384" y="4230"/>
                </a:lnTo>
                <a:lnTo>
                  <a:pt x="370" y="4217"/>
                </a:lnTo>
                <a:lnTo>
                  <a:pt x="364" y="4200"/>
                </a:lnTo>
                <a:lnTo>
                  <a:pt x="369" y="4188"/>
                </a:lnTo>
                <a:lnTo>
                  <a:pt x="373" y="4182"/>
                </a:lnTo>
                <a:lnTo>
                  <a:pt x="384" y="4166"/>
                </a:lnTo>
                <a:lnTo>
                  <a:pt x="398" y="4124"/>
                </a:lnTo>
                <a:lnTo>
                  <a:pt x="402" y="4085"/>
                </a:lnTo>
                <a:lnTo>
                  <a:pt x="398" y="4065"/>
                </a:lnTo>
                <a:lnTo>
                  <a:pt x="390" y="4058"/>
                </a:lnTo>
                <a:lnTo>
                  <a:pt x="386" y="4057"/>
                </a:lnTo>
                <a:lnTo>
                  <a:pt x="381" y="4058"/>
                </a:lnTo>
                <a:lnTo>
                  <a:pt x="372" y="4065"/>
                </a:lnTo>
                <a:lnTo>
                  <a:pt x="362" y="4084"/>
                </a:lnTo>
                <a:lnTo>
                  <a:pt x="361" y="4103"/>
                </a:lnTo>
                <a:lnTo>
                  <a:pt x="360" y="4121"/>
                </a:lnTo>
                <a:lnTo>
                  <a:pt x="352" y="4141"/>
                </a:lnTo>
                <a:lnTo>
                  <a:pt x="345" y="4147"/>
                </a:lnTo>
                <a:lnTo>
                  <a:pt x="340" y="4148"/>
                </a:lnTo>
                <a:lnTo>
                  <a:pt x="334" y="4147"/>
                </a:lnTo>
                <a:lnTo>
                  <a:pt x="328" y="4138"/>
                </a:lnTo>
                <a:lnTo>
                  <a:pt x="332" y="4132"/>
                </a:lnTo>
                <a:lnTo>
                  <a:pt x="336" y="4123"/>
                </a:lnTo>
                <a:lnTo>
                  <a:pt x="335" y="4097"/>
                </a:lnTo>
                <a:lnTo>
                  <a:pt x="332" y="4084"/>
                </a:lnTo>
                <a:lnTo>
                  <a:pt x="328" y="4079"/>
                </a:lnTo>
                <a:lnTo>
                  <a:pt x="319" y="4080"/>
                </a:lnTo>
                <a:lnTo>
                  <a:pt x="301" y="4110"/>
                </a:lnTo>
                <a:lnTo>
                  <a:pt x="285" y="4157"/>
                </a:lnTo>
                <a:lnTo>
                  <a:pt x="272" y="4199"/>
                </a:lnTo>
                <a:lnTo>
                  <a:pt x="254" y="4266"/>
                </a:lnTo>
                <a:lnTo>
                  <a:pt x="253" y="4280"/>
                </a:lnTo>
                <a:lnTo>
                  <a:pt x="254" y="4296"/>
                </a:lnTo>
                <a:lnTo>
                  <a:pt x="248" y="4341"/>
                </a:lnTo>
                <a:lnTo>
                  <a:pt x="236" y="4385"/>
                </a:lnTo>
                <a:lnTo>
                  <a:pt x="222" y="4417"/>
                </a:lnTo>
                <a:lnTo>
                  <a:pt x="215" y="4420"/>
                </a:lnTo>
                <a:lnTo>
                  <a:pt x="209" y="4418"/>
                </a:lnTo>
                <a:lnTo>
                  <a:pt x="196" y="4406"/>
                </a:lnTo>
                <a:lnTo>
                  <a:pt x="192" y="4396"/>
                </a:lnTo>
                <a:lnTo>
                  <a:pt x="190" y="4393"/>
                </a:lnTo>
                <a:lnTo>
                  <a:pt x="186" y="4398"/>
                </a:lnTo>
                <a:lnTo>
                  <a:pt x="181" y="4427"/>
                </a:lnTo>
                <a:lnTo>
                  <a:pt x="181" y="4459"/>
                </a:lnTo>
                <a:lnTo>
                  <a:pt x="179" y="4495"/>
                </a:lnTo>
                <a:lnTo>
                  <a:pt x="172" y="4532"/>
                </a:lnTo>
                <a:lnTo>
                  <a:pt x="165" y="4545"/>
                </a:lnTo>
                <a:lnTo>
                  <a:pt x="161" y="4546"/>
                </a:lnTo>
                <a:lnTo>
                  <a:pt x="154" y="4548"/>
                </a:lnTo>
                <a:lnTo>
                  <a:pt x="145" y="4563"/>
                </a:lnTo>
                <a:lnTo>
                  <a:pt x="143" y="4573"/>
                </a:lnTo>
                <a:lnTo>
                  <a:pt x="145" y="4584"/>
                </a:lnTo>
                <a:lnTo>
                  <a:pt x="155" y="4599"/>
                </a:lnTo>
                <a:lnTo>
                  <a:pt x="163" y="4600"/>
                </a:lnTo>
                <a:lnTo>
                  <a:pt x="170" y="4601"/>
                </a:lnTo>
                <a:lnTo>
                  <a:pt x="173" y="4611"/>
                </a:lnTo>
                <a:lnTo>
                  <a:pt x="171" y="4619"/>
                </a:lnTo>
                <a:lnTo>
                  <a:pt x="167" y="4625"/>
                </a:lnTo>
                <a:lnTo>
                  <a:pt x="172" y="4636"/>
                </a:lnTo>
                <a:lnTo>
                  <a:pt x="177" y="4637"/>
                </a:lnTo>
                <a:lnTo>
                  <a:pt x="186" y="4640"/>
                </a:lnTo>
                <a:lnTo>
                  <a:pt x="197" y="4659"/>
                </a:lnTo>
                <a:lnTo>
                  <a:pt x="198" y="4675"/>
                </a:lnTo>
                <a:lnTo>
                  <a:pt x="197" y="4693"/>
                </a:lnTo>
                <a:lnTo>
                  <a:pt x="187" y="4705"/>
                </a:lnTo>
                <a:lnTo>
                  <a:pt x="177" y="4705"/>
                </a:lnTo>
                <a:lnTo>
                  <a:pt x="171" y="4703"/>
                </a:lnTo>
                <a:lnTo>
                  <a:pt x="160" y="4699"/>
                </a:lnTo>
                <a:lnTo>
                  <a:pt x="145" y="4704"/>
                </a:lnTo>
                <a:lnTo>
                  <a:pt x="143" y="4711"/>
                </a:lnTo>
                <a:lnTo>
                  <a:pt x="146" y="4720"/>
                </a:lnTo>
                <a:lnTo>
                  <a:pt x="165" y="4735"/>
                </a:lnTo>
                <a:lnTo>
                  <a:pt x="179" y="4741"/>
                </a:lnTo>
                <a:lnTo>
                  <a:pt x="195" y="4745"/>
                </a:lnTo>
                <a:lnTo>
                  <a:pt x="212" y="4758"/>
                </a:lnTo>
                <a:lnTo>
                  <a:pt x="214" y="4773"/>
                </a:lnTo>
                <a:lnTo>
                  <a:pt x="201" y="4787"/>
                </a:lnTo>
                <a:lnTo>
                  <a:pt x="188" y="4793"/>
                </a:lnTo>
                <a:lnTo>
                  <a:pt x="180" y="4796"/>
                </a:lnTo>
                <a:lnTo>
                  <a:pt x="172" y="4803"/>
                </a:lnTo>
                <a:lnTo>
                  <a:pt x="172" y="4817"/>
                </a:lnTo>
                <a:lnTo>
                  <a:pt x="183" y="4833"/>
                </a:lnTo>
                <a:lnTo>
                  <a:pt x="196" y="4847"/>
                </a:lnTo>
                <a:lnTo>
                  <a:pt x="188" y="4854"/>
                </a:lnTo>
                <a:lnTo>
                  <a:pt x="165" y="4847"/>
                </a:lnTo>
                <a:lnTo>
                  <a:pt x="153" y="4844"/>
                </a:lnTo>
                <a:lnTo>
                  <a:pt x="138" y="4842"/>
                </a:lnTo>
                <a:lnTo>
                  <a:pt x="128" y="4846"/>
                </a:lnTo>
                <a:lnTo>
                  <a:pt x="125" y="4860"/>
                </a:lnTo>
                <a:lnTo>
                  <a:pt x="125" y="4871"/>
                </a:lnTo>
                <a:lnTo>
                  <a:pt x="124" y="4886"/>
                </a:lnTo>
                <a:lnTo>
                  <a:pt x="114" y="4905"/>
                </a:lnTo>
                <a:lnTo>
                  <a:pt x="99" y="4908"/>
                </a:lnTo>
                <a:lnTo>
                  <a:pt x="84" y="4895"/>
                </a:lnTo>
                <a:lnTo>
                  <a:pt x="78" y="4882"/>
                </a:lnTo>
                <a:lnTo>
                  <a:pt x="72" y="4871"/>
                </a:lnTo>
                <a:lnTo>
                  <a:pt x="56" y="4856"/>
                </a:lnTo>
                <a:lnTo>
                  <a:pt x="49" y="4855"/>
                </a:lnTo>
                <a:lnTo>
                  <a:pt x="44" y="4855"/>
                </a:lnTo>
                <a:lnTo>
                  <a:pt x="40" y="4858"/>
                </a:lnTo>
                <a:lnTo>
                  <a:pt x="42" y="4869"/>
                </a:lnTo>
                <a:lnTo>
                  <a:pt x="51" y="4880"/>
                </a:lnTo>
                <a:lnTo>
                  <a:pt x="56" y="4887"/>
                </a:lnTo>
                <a:lnTo>
                  <a:pt x="61" y="4897"/>
                </a:lnTo>
                <a:lnTo>
                  <a:pt x="53" y="4909"/>
                </a:lnTo>
                <a:lnTo>
                  <a:pt x="35" y="4915"/>
                </a:lnTo>
                <a:lnTo>
                  <a:pt x="19" y="4919"/>
                </a:lnTo>
                <a:lnTo>
                  <a:pt x="4" y="4933"/>
                </a:lnTo>
                <a:lnTo>
                  <a:pt x="0" y="4943"/>
                </a:lnTo>
                <a:lnTo>
                  <a:pt x="0" y="4948"/>
                </a:lnTo>
                <a:lnTo>
                  <a:pt x="0" y="4960"/>
                </a:lnTo>
                <a:lnTo>
                  <a:pt x="5" y="4960"/>
                </a:lnTo>
                <a:lnTo>
                  <a:pt x="11" y="4948"/>
                </a:lnTo>
                <a:lnTo>
                  <a:pt x="16" y="4940"/>
                </a:lnTo>
                <a:lnTo>
                  <a:pt x="41" y="4930"/>
                </a:lnTo>
                <a:lnTo>
                  <a:pt x="75" y="4928"/>
                </a:lnTo>
                <a:lnTo>
                  <a:pt x="110" y="4936"/>
                </a:lnTo>
                <a:lnTo>
                  <a:pt x="125" y="4945"/>
                </a:lnTo>
                <a:lnTo>
                  <a:pt x="140" y="4956"/>
                </a:lnTo>
                <a:lnTo>
                  <a:pt x="140" y="4970"/>
                </a:lnTo>
                <a:lnTo>
                  <a:pt x="125" y="4980"/>
                </a:lnTo>
                <a:lnTo>
                  <a:pt x="115" y="4987"/>
                </a:lnTo>
                <a:lnTo>
                  <a:pt x="108" y="5004"/>
                </a:lnTo>
                <a:lnTo>
                  <a:pt x="111" y="5008"/>
                </a:lnTo>
                <a:lnTo>
                  <a:pt x="115" y="5012"/>
                </a:lnTo>
                <a:lnTo>
                  <a:pt x="131" y="5009"/>
                </a:lnTo>
                <a:lnTo>
                  <a:pt x="172" y="4981"/>
                </a:lnTo>
                <a:lnTo>
                  <a:pt x="215" y="4940"/>
                </a:lnTo>
                <a:lnTo>
                  <a:pt x="227" y="4929"/>
                </a:lnTo>
                <a:lnTo>
                  <a:pt x="242" y="4916"/>
                </a:lnTo>
                <a:lnTo>
                  <a:pt x="252" y="4916"/>
                </a:lnTo>
                <a:lnTo>
                  <a:pt x="261" y="4929"/>
                </a:lnTo>
                <a:lnTo>
                  <a:pt x="266" y="4940"/>
                </a:lnTo>
                <a:lnTo>
                  <a:pt x="274" y="4959"/>
                </a:lnTo>
                <a:lnTo>
                  <a:pt x="288" y="5043"/>
                </a:lnTo>
                <a:lnTo>
                  <a:pt x="294" y="5094"/>
                </a:lnTo>
                <a:lnTo>
                  <a:pt x="299" y="5159"/>
                </a:lnTo>
                <a:lnTo>
                  <a:pt x="295" y="5207"/>
                </a:lnTo>
                <a:lnTo>
                  <a:pt x="283" y="5221"/>
                </a:lnTo>
                <a:lnTo>
                  <a:pt x="274" y="5225"/>
                </a:lnTo>
                <a:lnTo>
                  <a:pt x="260" y="5231"/>
                </a:lnTo>
                <a:lnTo>
                  <a:pt x="257" y="5244"/>
                </a:lnTo>
                <a:lnTo>
                  <a:pt x="266" y="5251"/>
                </a:lnTo>
                <a:lnTo>
                  <a:pt x="271" y="5255"/>
                </a:lnTo>
                <a:lnTo>
                  <a:pt x="280" y="5270"/>
                </a:lnTo>
                <a:lnTo>
                  <a:pt x="292" y="5307"/>
                </a:lnTo>
                <a:lnTo>
                  <a:pt x="297" y="5336"/>
                </a:lnTo>
                <a:lnTo>
                  <a:pt x="305" y="5398"/>
                </a:lnTo>
                <a:lnTo>
                  <a:pt x="315" y="5443"/>
                </a:lnTo>
                <a:lnTo>
                  <a:pt x="317" y="5453"/>
                </a:lnTo>
                <a:lnTo>
                  <a:pt x="315" y="5471"/>
                </a:lnTo>
                <a:lnTo>
                  <a:pt x="307" y="5486"/>
                </a:lnTo>
                <a:lnTo>
                  <a:pt x="288" y="5503"/>
                </a:lnTo>
                <a:lnTo>
                  <a:pt x="275" y="5510"/>
                </a:lnTo>
                <a:lnTo>
                  <a:pt x="257" y="5523"/>
                </a:lnTo>
                <a:lnTo>
                  <a:pt x="242" y="5537"/>
                </a:lnTo>
                <a:lnTo>
                  <a:pt x="242" y="5543"/>
                </a:lnTo>
                <a:lnTo>
                  <a:pt x="247" y="5543"/>
                </a:lnTo>
                <a:lnTo>
                  <a:pt x="251" y="5544"/>
                </a:lnTo>
                <a:lnTo>
                  <a:pt x="258" y="5558"/>
                </a:lnTo>
                <a:lnTo>
                  <a:pt x="262" y="5598"/>
                </a:lnTo>
                <a:lnTo>
                  <a:pt x="258" y="5669"/>
                </a:lnTo>
                <a:lnTo>
                  <a:pt x="246" y="5732"/>
                </a:lnTo>
                <a:lnTo>
                  <a:pt x="236" y="5749"/>
                </a:lnTo>
                <a:lnTo>
                  <a:pt x="227" y="5760"/>
                </a:lnTo>
                <a:lnTo>
                  <a:pt x="225" y="5777"/>
                </a:lnTo>
                <a:lnTo>
                  <a:pt x="230" y="5782"/>
                </a:lnTo>
                <a:lnTo>
                  <a:pt x="233" y="5784"/>
                </a:lnTo>
                <a:lnTo>
                  <a:pt x="234" y="5807"/>
                </a:lnTo>
                <a:lnTo>
                  <a:pt x="224" y="5869"/>
                </a:lnTo>
                <a:lnTo>
                  <a:pt x="212" y="5923"/>
                </a:lnTo>
                <a:lnTo>
                  <a:pt x="185" y="6039"/>
                </a:lnTo>
                <a:lnTo>
                  <a:pt x="172" y="6110"/>
                </a:lnTo>
                <a:lnTo>
                  <a:pt x="172" y="6130"/>
                </a:lnTo>
                <a:lnTo>
                  <a:pt x="176" y="6147"/>
                </a:lnTo>
                <a:lnTo>
                  <a:pt x="181" y="6152"/>
                </a:lnTo>
                <a:lnTo>
                  <a:pt x="192" y="6149"/>
                </a:lnTo>
                <a:lnTo>
                  <a:pt x="205" y="6124"/>
                </a:lnTo>
                <a:lnTo>
                  <a:pt x="210" y="6102"/>
                </a:lnTo>
                <a:lnTo>
                  <a:pt x="224" y="6033"/>
                </a:lnTo>
                <a:lnTo>
                  <a:pt x="234" y="5996"/>
                </a:lnTo>
                <a:lnTo>
                  <a:pt x="237" y="5984"/>
                </a:lnTo>
                <a:lnTo>
                  <a:pt x="241" y="5969"/>
                </a:lnTo>
                <a:lnTo>
                  <a:pt x="247" y="5947"/>
                </a:lnTo>
                <a:lnTo>
                  <a:pt x="255" y="5923"/>
                </a:lnTo>
                <a:lnTo>
                  <a:pt x="290" y="5812"/>
                </a:lnTo>
                <a:lnTo>
                  <a:pt x="332" y="5660"/>
                </a:lnTo>
                <a:lnTo>
                  <a:pt x="356" y="5571"/>
                </a:lnTo>
                <a:lnTo>
                  <a:pt x="391" y="5474"/>
                </a:lnTo>
                <a:lnTo>
                  <a:pt x="406" y="5449"/>
                </a:lnTo>
                <a:lnTo>
                  <a:pt x="412" y="5443"/>
                </a:lnTo>
                <a:lnTo>
                  <a:pt x="415" y="5443"/>
                </a:lnTo>
                <a:lnTo>
                  <a:pt x="419" y="5444"/>
                </a:lnTo>
                <a:lnTo>
                  <a:pt x="422" y="5438"/>
                </a:lnTo>
                <a:lnTo>
                  <a:pt x="424" y="5417"/>
                </a:lnTo>
                <a:lnTo>
                  <a:pt x="421" y="5393"/>
                </a:lnTo>
                <a:lnTo>
                  <a:pt x="419" y="5374"/>
                </a:lnTo>
                <a:lnTo>
                  <a:pt x="419" y="5349"/>
                </a:lnTo>
                <a:lnTo>
                  <a:pt x="426" y="5331"/>
                </a:lnTo>
                <a:lnTo>
                  <a:pt x="445" y="5318"/>
                </a:lnTo>
                <a:lnTo>
                  <a:pt x="459" y="5311"/>
                </a:lnTo>
                <a:lnTo>
                  <a:pt x="480" y="5303"/>
                </a:lnTo>
                <a:lnTo>
                  <a:pt x="502" y="5300"/>
                </a:lnTo>
                <a:lnTo>
                  <a:pt x="512" y="5304"/>
                </a:lnTo>
                <a:lnTo>
                  <a:pt x="514" y="5307"/>
                </a:lnTo>
                <a:lnTo>
                  <a:pt x="518" y="5314"/>
                </a:lnTo>
                <a:lnTo>
                  <a:pt x="509" y="5324"/>
                </a:lnTo>
                <a:lnTo>
                  <a:pt x="498" y="5325"/>
                </a:lnTo>
                <a:lnTo>
                  <a:pt x="486" y="5328"/>
                </a:lnTo>
                <a:lnTo>
                  <a:pt x="472" y="5344"/>
                </a:lnTo>
                <a:lnTo>
                  <a:pt x="471" y="5356"/>
                </a:lnTo>
                <a:lnTo>
                  <a:pt x="472" y="5368"/>
                </a:lnTo>
                <a:lnTo>
                  <a:pt x="477" y="5374"/>
                </a:lnTo>
                <a:lnTo>
                  <a:pt x="481" y="5367"/>
                </a:lnTo>
                <a:lnTo>
                  <a:pt x="486" y="5359"/>
                </a:lnTo>
                <a:lnTo>
                  <a:pt x="506" y="5354"/>
                </a:lnTo>
                <a:lnTo>
                  <a:pt x="517" y="5356"/>
                </a:lnTo>
                <a:lnTo>
                  <a:pt x="527" y="5359"/>
                </a:lnTo>
                <a:lnTo>
                  <a:pt x="542" y="5350"/>
                </a:lnTo>
                <a:lnTo>
                  <a:pt x="544" y="5342"/>
                </a:lnTo>
                <a:lnTo>
                  <a:pt x="544" y="5337"/>
                </a:lnTo>
                <a:lnTo>
                  <a:pt x="548" y="5336"/>
                </a:lnTo>
                <a:lnTo>
                  <a:pt x="560" y="5349"/>
                </a:lnTo>
                <a:lnTo>
                  <a:pt x="569" y="5371"/>
                </a:lnTo>
                <a:lnTo>
                  <a:pt x="579" y="5396"/>
                </a:lnTo>
                <a:lnTo>
                  <a:pt x="583" y="5429"/>
                </a:lnTo>
                <a:lnTo>
                  <a:pt x="580" y="5447"/>
                </a:lnTo>
                <a:lnTo>
                  <a:pt x="576" y="5454"/>
                </a:lnTo>
                <a:lnTo>
                  <a:pt x="572" y="5467"/>
                </a:lnTo>
                <a:lnTo>
                  <a:pt x="570" y="5491"/>
                </a:lnTo>
                <a:lnTo>
                  <a:pt x="574" y="5497"/>
                </a:lnTo>
                <a:lnTo>
                  <a:pt x="576" y="5500"/>
                </a:lnTo>
                <a:lnTo>
                  <a:pt x="576" y="5504"/>
                </a:lnTo>
                <a:lnTo>
                  <a:pt x="565" y="5504"/>
                </a:lnTo>
                <a:lnTo>
                  <a:pt x="552" y="5499"/>
                </a:lnTo>
                <a:lnTo>
                  <a:pt x="536" y="5494"/>
                </a:lnTo>
                <a:lnTo>
                  <a:pt x="528" y="5499"/>
                </a:lnTo>
                <a:lnTo>
                  <a:pt x="536" y="5510"/>
                </a:lnTo>
                <a:lnTo>
                  <a:pt x="545" y="5524"/>
                </a:lnTo>
                <a:lnTo>
                  <a:pt x="552" y="5560"/>
                </a:lnTo>
                <a:lnTo>
                  <a:pt x="550" y="5596"/>
                </a:lnTo>
                <a:lnTo>
                  <a:pt x="543" y="5614"/>
                </a:lnTo>
                <a:lnTo>
                  <a:pt x="536" y="5621"/>
                </a:lnTo>
                <a:lnTo>
                  <a:pt x="531" y="5621"/>
                </a:lnTo>
                <a:lnTo>
                  <a:pt x="526" y="5620"/>
                </a:lnTo>
                <a:lnTo>
                  <a:pt x="520" y="5625"/>
                </a:lnTo>
                <a:lnTo>
                  <a:pt x="519" y="5650"/>
                </a:lnTo>
                <a:lnTo>
                  <a:pt x="524" y="5681"/>
                </a:lnTo>
                <a:lnTo>
                  <a:pt x="527" y="5696"/>
                </a:lnTo>
                <a:lnTo>
                  <a:pt x="530" y="5726"/>
                </a:lnTo>
                <a:lnTo>
                  <a:pt x="527" y="5756"/>
                </a:lnTo>
                <a:lnTo>
                  <a:pt x="518" y="5784"/>
                </a:lnTo>
                <a:lnTo>
                  <a:pt x="511" y="5798"/>
                </a:lnTo>
                <a:lnTo>
                  <a:pt x="499" y="5824"/>
                </a:lnTo>
                <a:lnTo>
                  <a:pt x="473" y="5907"/>
                </a:lnTo>
                <a:lnTo>
                  <a:pt x="448" y="6002"/>
                </a:lnTo>
                <a:lnTo>
                  <a:pt x="433" y="6084"/>
                </a:lnTo>
                <a:lnTo>
                  <a:pt x="432" y="6110"/>
                </a:lnTo>
                <a:lnTo>
                  <a:pt x="429" y="6123"/>
                </a:lnTo>
                <a:lnTo>
                  <a:pt x="414" y="6147"/>
                </a:lnTo>
                <a:lnTo>
                  <a:pt x="404" y="6154"/>
                </a:lnTo>
                <a:lnTo>
                  <a:pt x="398" y="6156"/>
                </a:lnTo>
                <a:lnTo>
                  <a:pt x="390" y="6164"/>
                </a:lnTo>
                <a:lnTo>
                  <a:pt x="386" y="6185"/>
                </a:lnTo>
                <a:lnTo>
                  <a:pt x="389" y="6206"/>
                </a:lnTo>
                <a:lnTo>
                  <a:pt x="393" y="6229"/>
                </a:lnTo>
                <a:lnTo>
                  <a:pt x="383" y="6302"/>
                </a:lnTo>
                <a:lnTo>
                  <a:pt x="372" y="6344"/>
                </a:lnTo>
                <a:lnTo>
                  <a:pt x="349" y="6434"/>
                </a:lnTo>
                <a:lnTo>
                  <a:pt x="335" y="6512"/>
                </a:lnTo>
                <a:lnTo>
                  <a:pt x="325" y="6581"/>
                </a:lnTo>
                <a:lnTo>
                  <a:pt x="313" y="6640"/>
                </a:lnTo>
                <a:lnTo>
                  <a:pt x="310" y="6665"/>
                </a:lnTo>
                <a:lnTo>
                  <a:pt x="312" y="6694"/>
                </a:lnTo>
                <a:lnTo>
                  <a:pt x="319" y="6706"/>
                </a:lnTo>
                <a:lnTo>
                  <a:pt x="323" y="6709"/>
                </a:lnTo>
                <a:lnTo>
                  <a:pt x="331" y="6717"/>
                </a:lnTo>
                <a:lnTo>
                  <a:pt x="341" y="6740"/>
                </a:lnTo>
                <a:lnTo>
                  <a:pt x="342" y="6752"/>
                </a:lnTo>
                <a:lnTo>
                  <a:pt x="342" y="6768"/>
                </a:lnTo>
                <a:lnTo>
                  <a:pt x="335" y="6771"/>
                </a:lnTo>
                <a:lnTo>
                  <a:pt x="326" y="6758"/>
                </a:lnTo>
                <a:lnTo>
                  <a:pt x="319" y="6747"/>
                </a:lnTo>
                <a:lnTo>
                  <a:pt x="304" y="6746"/>
                </a:lnTo>
                <a:lnTo>
                  <a:pt x="297" y="6757"/>
                </a:lnTo>
                <a:lnTo>
                  <a:pt x="292" y="6765"/>
                </a:lnTo>
                <a:lnTo>
                  <a:pt x="292" y="6782"/>
                </a:lnTo>
                <a:lnTo>
                  <a:pt x="296" y="6787"/>
                </a:lnTo>
                <a:lnTo>
                  <a:pt x="298" y="6794"/>
                </a:lnTo>
                <a:lnTo>
                  <a:pt x="289" y="6820"/>
                </a:lnTo>
                <a:lnTo>
                  <a:pt x="279" y="6836"/>
                </a:lnTo>
                <a:lnTo>
                  <a:pt x="267" y="6855"/>
                </a:lnTo>
                <a:lnTo>
                  <a:pt x="254" y="6896"/>
                </a:lnTo>
                <a:lnTo>
                  <a:pt x="254" y="6932"/>
                </a:lnTo>
                <a:lnTo>
                  <a:pt x="262" y="6949"/>
                </a:lnTo>
                <a:lnTo>
                  <a:pt x="272" y="6955"/>
                </a:lnTo>
                <a:lnTo>
                  <a:pt x="277" y="6956"/>
                </a:lnTo>
                <a:lnTo>
                  <a:pt x="290" y="6955"/>
                </a:lnTo>
                <a:lnTo>
                  <a:pt x="310" y="6943"/>
                </a:lnTo>
                <a:lnTo>
                  <a:pt x="321" y="6925"/>
                </a:lnTo>
                <a:lnTo>
                  <a:pt x="319" y="6909"/>
                </a:lnTo>
                <a:lnTo>
                  <a:pt x="310" y="6905"/>
                </a:lnTo>
                <a:lnTo>
                  <a:pt x="301" y="6901"/>
                </a:lnTo>
                <a:lnTo>
                  <a:pt x="289" y="6888"/>
                </a:lnTo>
                <a:lnTo>
                  <a:pt x="288" y="6882"/>
                </a:lnTo>
                <a:lnTo>
                  <a:pt x="288" y="6877"/>
                </a:lnTo>
                <a:lnTo>
                  <a:pt x="292" y="6873"/>
                </a:lnTo>
                <a:lnTo>
                  <a:pt x="305" y="6874"/>
                </a:lnTo>
                <a:lnTo>
                  <a:pt x="319" y="6880"/>
                </a:lnTo>
                <a:lnTo>
                  <a:pt x="334" y="6886"/>
                </a:lnTo>
                <a:lnTo>
                  <a:pt x="366" y="6893"/>
                </a:lnTo>
                <a:lnTo>
                  <a:pt x="378" y="6893"/>
                </a:lnTo>
                <a:lnTo>
                  <a:pt x="404" y="6888"/>
                </a:lnTo>
                <a:lnTo>
                  <a:pt x="429" y="6887"/>
                </a:lnTo>
                <a:lnTo>
                  <a:pt x="435" y="6886"/>
                </a:lnTo>
                <a:lnTo>
                  <a:pt x="441" y="6880"/>
                </a:lnTo>
                <a:lnTo>
                  <a:pt x="446" y="6864"/>
                </a:lnTo>
                <a:lnTo>
                  <a:pt x="443" y="6849"/>
                </a:lnTo>
                <a:lnTo>
                  <a:pt x="439" y="6834"/>
                </a:lnTo>
                <a:lnTo>
                  <a:pt x="445" y="6817"/>
                </a:lnTo>
                <a:lnTo>
                  <a:pt x="452" y="6808"/>
                </a:lnTo>
                <a:lnTo>
                  <a:pt x="459" y="6806"/>
                </a:lnTo>
                <a:lnTo>
                  <a:pt x="463" y="6802"/>
                </a:lnTo>
                <a:lnTo>
                  <a:pt x="473" y="6785"/>
                </a:lnTo>
                <a:lnTo>
                  <a:pt x="493" y="6735"/>
                </a:lnTo>
                <a:lnTo>
                  <a:pt x="544" y="6535"/>
                </a:lnTo>
                <a:lnTo>
                  <a:pt x="593" y="6304"/>
                </a:lnTo>
                <a:lnTo>
                  <a:pt x="602" y="6263"/>
                </a:lnTo>
                <a:lnTo>
                  <a:pt x="637" y="6152"/>
                </a:lnTo>
                <a:lnTo>
                  <a:pt x="656" y="6099"/>
                </a:lnTo>
                <a:lnTo>
                  <a:pt x="692" y="6004"/>
                </a:lnTo>
                <a:lnTo>
                  <a:pt x="713" y="5957"/>
                </a:lnTo>
                <a:lnTo>
                  <a:pt x="722" y="5952"/>
                </a:lnTo>
                <a:lnTo>
                  <a:pt x="726" y="5954"/>
                </a:lnTo>
                <a:lnTo>
                  <a:pt x="732" y="5955"/>
                </a:lnTo>
                <a:lnTo>
                  <a:pt x="734" y="5943"/>
                </a:lnTo>
                <a:lnTo>
                  <a:pt x="731" y="5932"/>
                </a:lnTo>
                <a:lnTo>
                  <a:pt x="726" y="5921"/>
                </a:lnTo>
                <a:lnTo>
                  <a:pt x="730" y="5908"/>
                </a:lnTo>
                <a:lnTo>
                  <a:pt x="744" y="5906"/>
                </a:lnTo>
                <a:lnTo>
                  <a:pt x="763" y="5917"/>
                </a:lnTo>
                <a:lnTo>
                  <a:pt x="775" y="5926"/>
                </a:lnTo>
                <a:lnTo>
                  <a:pt x="787" y="5939"/>
                </a:lnTo>
                <a:lnTo>
                  <a:pt x="792" y="5935"/>
                </a:lnTo>
                <a:lnTo>
                  <a:pt x="785" y="5918"/>
                </a:lnTo>
                <a:lnTo>
                  <a:pt x="782" y="5909"/>
                </a:lnTo>
                <a:lnTo>
                  <a:pt x="781" y="5898"/>
                </a:lnTo>
                <a:lnTo>
                  <a:pt x="790" y="5893"/>
                </a:lnTo>
                <a:lnTo>
                  <a:pt x="807" y="5899"/>
                </a:lnTo>
                <a:lnTo>
                  <a:pt x="822" y="5906"/>
                </a:lnTo>
                <a:lnTo>
                  <a:pt x="852" y="5924"/>
                </a:lnTo>
                <a:lnTo>
                  <a:pt x="873" y="5945"/>
                </a:lnTo>
                <a:lnTo>
                  <a:pt x="885" y="5966"/>
                </a:lnTo>
                <a:lnTo>
                  <a:pt x="886" y="5975"/>
                </a:lnTo>
                <a:lnTo>
                  <a:pt x="889" y="5984"/>
                </a:lnTo>
                <a:lnTo>
                  <a:pt x="911" y="5999"/>
                </a:lnTo>
                <a:lnTo>
                  <a:pt x="928" y="6005"/>
                </a:lnTo>
                <a:lnTo>
                  <a:pt x="941" y="6009"/>
                </a:lnTo>
                <a:lnTo>
                  <a:pt x="958" y="6023"/>
                </a:lnTo>
                <a:lnTo>
                  <a:pt x="967" y="6058"/>
                </a:lnTo>
                <a:lnTo>
                  <a:pt x="970" y="6127"/>
                </a:lnTo>
                <a:lnTo>
                  <a:pt x="971" y="6182"/>
                </a:lnTo>
                <a:lnTo>
                  <a:pt x="972" y="6248"/>
                </a:lnTo>
                <a:lnTo>
                  <a:pt x="969" y="6311"/>
                </a:lnTo>
                <a:lnTo>
                  <a:pt x="966" y="6327"/>
                </a:lnTo>
                <a:lnTo>
                  <a:pt x="965" y="6325"/>
                </a:lnTo>
                <a:lnTo>
                  <a:pt x="960" y="6317"/>
                </a:lnTo>
                <a:lnTo>
                  <a:pt x="946" y="6305"/>
                </a:lnTo>
                <a:lnTo>
                  <a:pt x="939" y="6304"/>
                </a:lnTo>
                <a:lnTo>
                  <a:pt x="936" y="6305"/>
                </a:lnTo>
                <a:lnTo>
                  <a:pt x="933" y="6311"/>
                </a:lnTo>
                <a:lnTo>
                  <a:pt x="936" y="6330"/>
                </a:lnTo>
                <a:lnTo>
                  <a:pt x="944" y="6347"/>
                </a:lnTo>
                <a:lnTo>
                  <a:pt x="952" y="6368"/>
                </a:lnTo>
                <a:lnTo>
                  <a:pt x="954" y="6409"/>
                </a:lnTo>
                <a:lnTo>
                  <a:pt x="949" y="6425"/>
                </a:lnTo>
                <a:lnTo>
                  <a:pt x="943" y="6447"/>
                </a:lnTo>
                <a:lnTo>
                  <a:pt x="933" y="6514"/>
                </a:lnTo>
                <a:lnTo>
                  <a:pt x="929" y="6582"/>
                </a:lnTo>
                <a:lnTo>
                  <a:pt x="932" y="6612"/>
                </a:lnTo>
                <a:lnTo>
                  <a:pt x="935" y="6618"/>
                </a:lnTo>
                <a:lnTo>
                  <a:pt x="939" y="6613"/>
                </a:lnTo>
                <a:lnTo>
                  <a:pt x="944" y="6606"/>
                </a:lnTo>
                <a:lnTo>
                  <a:pt x="955" y="6597"/>
                </a:lnTo>
                <a:lnTo>
                  <a:pt x="967" y="6594"/>
                </a:lnTo>
                <a:lnTo>
                  <a:pt x="979" y="6597"/>
                </a:lnTo>
                <a:lnTo>
                  <a:pt x="994" y="6611"/>
                </a:lnTo>
                <a:lnTo>
                  <a:pt x="1008" y="6648"/>
                </a:lnTo>
                <a:lnTo>
                  <a:pt x="1009" y="6673"/>
                </a:lnTo>
                <a:lnTo>
                  <a:pt x="1010" y="6690"/>
                </a:lnTo>
                <a:lnTo>
                  <a:pt x="1007" y="6717"/>
                </a:lnTo>
                <a:lnTo>
                  <a:pt x="999" y="6736"/>
                </a:lnTo>
                <a:lnTo>
                  <a:pt x="986" y="6750"/>
                </a:lnTo>
                <a:lnTo>
                  <a:pt x="977" y="6757"/>
                </a:lnTo>
                <a:lnTo>
                  <a:pt x="958" y="6769"/>
                </a:lnTo>
                <a:lnTo>
                  <a:pt x="934" y="6799"/>
                </a:lnTo>
                <a:lnTo>
                  <a:pt x="929" y="6834"/>
                </a:lnTo>
                <a:lnTo>
                  <a:pt x="943" y="6870"/>
                </a:lnTo>
                <a:lnTo>
                  <a:pt x="957" y="6885"/>
                </a:lnTo>
                <a:lnTo>
                  <a:pt x="970" y="6899"/>
                </a:lnTo>
                <a:lnTo>
                  <a:pt x="984" y="6924"/>
                </a:lnTo>
                <a:lnTo>
                  <a:pt x="982" y="6944"/>
                </a:lnTo>
                <a:lnTo>
                  <a:pt x="964" y="6955"/>
                </a:lnTo>
                <a:lnTo>
                  <a:pt x="948" y="6956"/>
                </a:lnTo>
                <a:lnTo>
                  <a:pt x="935" y="6956"/>
                </a:lnTo>
                <a:lnTo>
                  <a:pt x="924" y="6962"/>
                </a:lnTo>
                <a:lnTo>
                  <a:pt x="929" y="6977"/>
                </a:lnTo>
                <a:lnTo>
                  <a:pt x="952" y="7003"/>
                </a:lnTo>
                <a:lnTo>
                  <a:pt x="971" y="7021"/>
                </a:lnTo>
                <a:lnTo>
                  <a:pt x="991" y="7040"/>
                </a:lnTo>
                <a:lnTo>
                  <a:pt x="1014" y="7078"/>
                </a:lnTo>
                <a:lnTo>
                  <a:pt x="1022" y="7102"/>
                </a:lnTo>
                <a:lnTo>
                  <a:pt x="1025" y="7113"/>
                </a:lnTo>
                <a:lnTo>
                  <a:pt x="1028" y="7133"/>
                </a:lnTo>
                <a:lnTo>
                  <a:pt x="1039" y="7164"/>
                </a:lnTo>
                <a:lnTo>
                  <a:pt x="1046" y="7171"/>
                </a:lnTo>
                <a:lnTo>
                  <a:pt x="1054" y="7178"/>
                </a:lnTo>
                <a:lnTo>
                  <a:pt x="1067" y="7201"/>
                </a:lnTo>
                <a:lnTo>
                  <a:pt x="1076" y="7226"/>
                </a:lnTo>
                <a:lnTo>
                  <a:pt x="1077" y="7244"/>
                </a:lnTo>
                <a:lnTo>
                  <a:pt x="1071" y="7246"/>
                </a:lnTo>
                <a:lnTo>
                  <a:pt x="1060" y="7245"/>
                </a:lnTo>
                <a:lnTo>
                  <a:pt x="1041" y="7234"/>
                </a:lnTo>
                <a:lnTo>
                  <a:pt x="1025" y="7214"/>
                </a:lnTo>
                <a:lnTo>
                  <a:pt x="1011" y="7185"/>
                </a:lnTo>
                <a:lnTo>
                  <a:pt x="1006" y="7168"/>
                </a:lnTo>
                <a:lnTo>
                  <a:pt x="1001" y="7148"/>
                </a:lnTo>
                <a:lnTo>
                  <a:pt x="984" y="7126"/>
                </a:lnTo>
                <a:lnTo>
                  <a:pt x="972" y="7120"/>
                </a:lnTo>
                <a:lnTo>
                  <a:pt x="966" y="7119"/>
                </a:lnTo>
                <a:lnTo>
                  <a:pt x="958" y="7119"/>
                </a:lnTo>
                <a:lnTo>
                  <a:pt x="948" y="7123"/>
                </a:lnTo>
                <a:lnTo>
                  <a:pt x="944" y="7133"/>
                </a:lnTo>
                <a:lnTo>
                  <a:pt x="946" y="7148"/>
                </a:lnTo>
                <a:lnTo>
                  <a:pt x="949" y="7159"/>
                </a:lnTo>
                <a:lnTo>
                  <a:pt x="962" y="7209"/>
                </a:lnTo>
                <a:lnTo>
                  <a:pt x="976" y="7282"/>
                </a:lnTo>
                <a:lnTo>
                  <a:pt x="980" y="7314"/>
                </a:lnTo>
                <a:lnTo>
                  <a:pt x="990" y="7348"/>
                </a:lnTo>
                <a:lnTo>
                  <a:pt x="997" y="7358"/>
                </a:lnTo>
                <a:lnTo>
                  <a:pt x="1001" y="7358"/>
                </a:lnTo>
                <a:lnTo>
                  <a:pt x="1017" y="7355"/>
                </a:lnTo>
                <a:lnTo>
                  <a:pt x="1041" y="7355"/>
                </a:lnTo>
                <a:lnTo>
                  <a:pt x="1051" y="7352"/>
                </a:lnTo>
                <a:lnTo>
                  <a:pt x="1066" y="7337"/>
                </a:lnTo>
                <a:lnTo>
                  <a:pt x="1068" y="7327"/>
                </a:lnTo>
                <a:lnTo>
                  <a:pt x="1069" y="7316"/>
                </a:lnTo>
                <a:lnTo>
                  <a:pt x="1080" y="7301"/>
                </a:lnTo>
                <a:lnTo>
                  <a:pt x="1088" y="7300"/>
                </a:lnTo>
                <a:lnTo>
                  <a:pt x="1092" y="7300"/>
                </a:lnTo>
                <a:lnTo>
                  <a:pt x="1098" y="7306"/>
                </a:lnTo>
                <a:lnTo>
                  <a:pt x="1102" y="7322"/>
                </a:lnTo>
                <a:lnTo>
                  <a:pt x="1098" y="7338"/>
                </a:lnTo>
                <a:lnTo>
                  <a:pt x="1094" y="7356"/>
                </a:lnTo>
                <a:lnTo>
                  <a:pt x="1100" y="7368"/>
                </a:lnTo>
                <a:lnTo>
                  <a:pt x="1109" y="7368"/>
                </a:lnTo>
                <a:lnTo>
                  <a:pt x="1117" y="7365"/>
                </a:lnTo>
                <a:lnTo>
                  <a:pt x="1139" y="7357"/>
                </a:lnTo>
                <a:lnTo>
                  <a:pt x="1151" y="7355"/>
                </a:lnTo>
                <a:lnTo>
                  <a:pt x="1154" y="7352"/>
                </a:lnTo>
                <a:lnTo>
                  <a:pt x="1158" y="7333"/>
                </a:lnTo>
                <a:lnTo>
                  <a:pt x="1158" y="7318"/>
                </a:lnTo>
                <a:lnTo>
                  <a:pt x="1158" y="7309"/>
                </a:lnTo>
                <a:lnTo>
                  <a:pt x="1163" y="7295"/>
                </a:lnTo>
                <a:lnTo>
                  <a:pt x="1172" y="7288"/>
                </a:lnTo>
                <a:lnTo>
                  <a:pt x="1188" y="7286"/>
                </a:lnTo>
                <a:lnTo>
                  <a:pt x="1199" y="7287"/>
                </a:lnTo>
                <a:lnTo>
                  <a:pt x="1218" y="7287"/>
                </a:lnTo>
                <a:lnTo>
                  <a:pt x="1234" y="7278"/>
                </a:lnTo>
                <a:lnTo>
                  <a:pt x="1240" y="7268"/>
                </a:lnTo>
                <a:lnTo>
                  <a:pt x="1240" y="7260"/>
                </a:lnTo>
                <a:lnTo>
                  <a:pt x="1241" y="7247"/>
                </a:lnTo>
                <a:lnTo>
                  <a:pt x="1249" y="7223"/>
                </a:lnTo>
                <a:lnTo>
                  <a:pt x="1254" y="7216"/>
                </a:lnTo>
                <a:lnTo>
                  <a:pt x="1257" y="7214"/>
                </a:lnTo>
                <a:lnTo>
                  <a:pt x="1262" y="7220"/>
                </a:lnTo>
                <a:lnTo>
                  <a:pt x="1266" y="7241"/>
                </a:lnTo>
                <a:lnTo>
                  <a:pt x="1267" y="7265"/>
                </a:lnTo>
                <a:lnTo>
                  <a:pt x="1268" y="7298"/>
                </a:lnTo>
                <a:lnTo>
                  <a:pt x="1274" y="7350"/>
                </a:lnTo>
                <a:lnTo>
                  <a:pt x="1287" y="7387"/>
                </a:lnTo>
                <a:lnTo>
                  <a:pt x="1304" y="7407"/>
                </a:lnTo>
                <a:lnTo>
                  <a:pt x="1314" y="7409"/>
                </a:lnTo>
                <a:lnTo>
                  <a:pt x="1325" y="7410"/>
                </a:lnTo>
                <a:lnTo>
                  <a:pt x="1338" y="7423"/>
                </a:lnTo>
                <a:lnTo>
                  <a:pt x="1340" y="7434"/>
                </a:lnTo>
                <a:lnTo>
                  <a:pt x="1339" y="7439"/>
                </a:lnTo>
                <a:lnTo>
                  <a:pt x="1335" y="7448"/>
                </a:lnTo>
                <a:lnTo>
                  <a:pt x="1319" y="7452"/>
                </a:lnTo>
                <a:lnTo>
                  <a:pt x="1303" y="7450"/>
                </a:lnTo>
                <a:lnTo>
                  <a:pt x="1293" y="7447"/>
                </a:lnTo>
                <a:lnTo>
                  <a:pt x="1280" y="7446"/>
                </a:lnTo>
                <a:lnTo>
                  <a:pt x="1278" y="7460"/>
                </a:lnTo>
                <a:lnTo>
                  <a:pt x="1291" y="7486"/>
                </a:lnTo>
                <a:lnTo>
                  <a:pt x="1295" y="7496"/>
                </a:lnTo>
                <a:lnTo>
                  <a:pt x="1308" y="7511"/>
                </a:lnTo>
                <a:lnTo>
                  <a:pt x="1339" y="7529"/>
                </a:lnTo>
                <a:lnTo>
                  <a:pt x="1394" y="7543"/>
                </a:lnTo>
                <a:lnTo>
                  <a:pt x="1466" y="7544"/>
                </a:lnTo>
                <a:lnTo>
                  <a:pt x="1506" y="7539"/>
                </a:lnTo>
                <a:lnTo>
                  <a:pt x="1535" y="7534"/>
                </a:lnTo>
                <a:lnTo>
                  <a:pt x="1547" y="7523"/>
                </a:lnTo>
                <a:lnTo>
                  <a:pt x="1542" y="7512"/>
                </a:lnTo>
                <a:lnTo>
                  <a:pt x="1536" y="7504"/>
                </a:lnTo>
                <a:lnTo>
                  <a:pt x="1530" y="7498"/>
                </a:lnTo>
                <a:lnTo>
                  <a:pt x="1527" y="7485"/>
                </a:lnTo>
                <a:lnTo>
                  <a:pt x="1530" y="7473"/>
                </a:lnTo>
                <a:lnTo>
                  <a:pt x="1541" y="7462"/>
                </a:lnTo>
                <a:lnTo>
                  <a:pt x="1568" y="7448"/>
                </a:lnTo>
                <a:lnTo>
                  <a:pt x="1627" y="7435"/>
                </a:lnTo>
                <a:lnTo>
                  <a:pt x="1666" y="7432"/>
                </a:lnTo>
                <a:lnTo>
                  <a:pt x="1697" y="7429"/>
                </a:lnTo>
                <a:lnTo>
                  <a:pt x="1778" y="7412"/>
                </a:lnTo>
                <a:lnTo>
                  <a:pt x="1863" y="7388"/>
                </a:lnTo>
                <a:lnTo>
                  <a:pt x="1925" y="7362"/>
                </a:lnTo>
                <a:lnTo>
                  <a:pt x="1938" y="7352"/>
                </a:lnTo>
                <a:lnTo>
                  <a:pt x="1952" y="7343"/>
                </a:lnTo>
                <a:lnTo>
                  <a:pt x="1980" y="7331"/>
                </a:lnTo>
                <a:lnTo>
                  <a:pt x="1994" y="7322"/>
                </a:lnTo>
                <a:lnTo>
                  <a:pt x="2032" y="7282"/>
                </a:lnTo>
                <a:lnTo>
                  <a:pt x="2048" y="7255"/>
                </a:lnTo>
                <a:lnTo>
                  <a:pt x="2065" y="7227"/>
                </a:lnTo>
                <a:lnTo>
                  <a:pt x="2102" y="7185"/>
                </a:lnTo>
                <a:lnTo>
                  <a:pt x="2125" y="7169"/>
                </a:lnTo>
                <a:lnTo>
                  <a:pt x="2136" y="7164"/>
                </a:lnTo>
                <a:lnTo>
                  <a:pt x="2144" y="7169"/>
                </a:lnTo>
                <a:lnTo>
                  <a:pt x="2145" y="7180"/>
                </a:lnTo>
                <a:lnTo>
                  <a:pt x="2143" y="7189"/>
                </a:lnTo>
                <a:lnTo>
                  <a:pt x="2139" y="7203"/>
                </a:lnTo>
                <a:lnTo>
                  <a:pt x="2146" y="7228"/>
                </a:lnTo>
                <a:lnTo>
                  <a:pt x="2154" y="7235"/>
                </a:lnTo>
                <a:lnTo>
                  <a:pt x="2161" y="7238"/>
                </a:lnTo>
                <a:lnTo>
                  <a:pt x="2172" y="7232"/>
                </a:lnTo>
                <a:lnTo>
                  <a:pt x="2173" y="7222"/>
                </a:lnTo>
                <a:lnTo>
                  <a:pt x="2175" y="7211"/>
                </a:lnTo>
                <a:lnTo>
                  <a:pt x="2189" y="7191"/>
                </a:lnTo>
                <a:lnTo>
                  <a:pt x="2199" y="7186"/>
                </a:lnTo>
                <a:lnTo>
                  <a:pt x="2211" y="7182"/>
                </a:lnTo>
                <a:lnTo>
                  <a:pt x="2219" y="7190"/>
                </a:lnTo>
                <a:lnTo>
                  <a:pt x="2216" y="7202"/>
                </a:lnTo>
                <a:lnTo>
                  <a:pt x="2212" y="7213"/>
                </a:lnTo>
                <a:lnTo>
                  <a:pt x="2223" y="7226"/>
                </a:lnTo>
                <a:lnTo>
                  <a:pt x="2237" y="7227"/>
                </a:lnTo>
                <a:lnTo>
                  <a:pt x="2248" y="7226"/>
                </a:lnTo>
                <a:lnTo>
                  <a:pt x="2258" y="7216"/>
                </a:lnTo>
                <a:lnTo>
                  <a:pt x="2255" y="7209"/>
                </a:lnTo>
                <a:lnTo>
                  <a:pt x="2253" y="7201"/>
                </a:lnTo>
                <a:lnTo>
                  <a:pt x="2261" y="7191"/>
                </a:lnTo>
                <a:lnTo>
                  <a:pt x="2271" y="7191"/>
                </a:lnTo>
                <a:lnTo>
                  <a:pt x="2283" y="7190"/>
                </a:lnTo>
                <a:lnTo>
                  <a:pt x="2299" y="7182"/>
                </a:lnTo>
                <a:lnTo>
                  <a:pt x="2300" y="7175"/>
                </a:lnTo>
                <a:lnTo>
                  <a:pt x="2302" y="7168"/>
                </a:lnTo>
                <a:lnTo>
                  <a:pt x="2317" y="7162"/>
                </a:lnTo>
                <a:lnTo>
                  <a:pt x="2340" y="7165"/>
                </a:lnTo>
                <a:lnTo>
                  <a:pt x="2365" y="7176"/>
                </a:lnTo>
                <a:lnTo>
                  <a:pt x="2374" y="7186"/>
                </a:lnTo>
                <a:lnTo>
                  <a:pt x="2384" y="7193"/>
                </a:lnTo>
                <a:lnTo>
                  <a:pt x="2407" y="7198"/>
                </a:lnTo>
                <a:lnTo>
                  <a:pt x="2429" y="7195"/>
                </a:lnTo>
                <a:lnTo>
                  <a:pt x="2444" y="7182"/>
                </a:lnTo>
                <a:lnTo>
                  <a:pt x="2445" y="7173"/>
                </a:lnTo>
                <a:lnTo>
                  <a:pt x="2443" y="7168"/>
                </a:lnTo>
                <a:lnTo>
                  <a:pt x="2423" y="7155"/>
                </a:lnTo>
                <a:lnTo>
                  <a:pt x="2409" y="7149"/>
                </a:lnTo>
                <a:lnTo>
                  <a:pt x="2395" y="7145"/>
                </a:lnTo>
                <a:lnTo>
                  <a:pt x="2375" y="7128"/>
                </a:lnTo>
                <a:lnTo>
                  <a:pt x="2373" y="7121"/>
                </a:lnTo>
                <a:lnTo>
                  <a:pt x="2374" y="7112"/>
                </a:lnTo>
                <a:lnTo>
                  <a:pt x="2389" y="7102"/>
                </a:lnTo>
                <a:lnTo>
                  <a:pt x="2410" y="7102"/>
                </a:lnTo>
                <a:lnTo>
                  <a:pt x="2431" y="7112"/>
                </a:lnTo>
                <a:lnTo>
                  <a:pt x="2439" y="7121"/>
                </a:lnTo>
                <a:lnTo>
                  <a:pt x="2444" y="7127"/>
                </a:lnTo>
                <a:lnTo>
                  <a:pt x="2473" y="7133"/>
                </a:lnTo>
                <a:lnTo>
                  <a:pt x="2491" y="7130"/>
                </a:lnTo>
                <a:lnTo>
                  <a:pt x="2511" y="7125"/>
                </a:lnTo>
                <a:lnTo>
                  <a:pt x="2531" y="7132"/>
                </a:lnTo>
                <a:lnTo>
                  <a:pt x="2541" y="7141"/>
                </a:lnTo>
                <a:lnTo>
                  <a:pt x="2543" y="7149"/>
                </a:lnTo>
                <a:lnTo>
                  <a:pt x="2551" y="7163"/>
                </a:lnTo>
                <a:lnTo>
                  <a:pt x="2562" y="7168"/>
                </a:lnTo>
                <a:lnTo>
                  <a:pt x="2570" y="7163"/>
                </a:lnTo>
                <a:lnTo>
                  <a:pt x="2576" y="7159"/>
                </a:lnTo>
                <a:lnTo>
                  <a:pt x="2581" y="7152"/>
                </a:lnTo>
                <a:lnTo>
                  <a:pt x="2584" y="7139"/>
                </a:lnTo>
                <a:lnTo>
                  <a:pt x="2571" y="7115"/>
                </a:lnTo>
                <a:lnTo>
                  <a:pt x="2547" y="7091"/>
                </a:lnTo>
                <a:lnTo>
                  <a:pt x="2527" y="7072"/>
                </a:lnTo>
                <a:lnTo>
                  <a:pt x="2508" y="7047"/>
                </a:lnTo>
                <a:lnTo>
                  <a:pt x="2504" y="7036"/>
                </a:lnTo>
                <a:lnTo>
                  <a:pt x="2505" y="7034"/>
                </a:lnTo>
                <a:lnTo>
                  <a:pt x="2511" y="7032"/>
                </a:lnTo>
                <a:lnTo>
                  <a:pt x="2533" y="7043"/>
                </a:lnTo>
                <a:lnTo>
                  <a:pt x="2545" y="7053"/>
                </a:lnTo>
                <a:lnTo>
                  <a:pt x="2559" y="7066"/>
                </a:lnTo>
                <a:lnTo>
                  <a:pt x="2594" y="7093"/>
                </a:lnTo>
                <a:lnTo>
                  <a:pt x="2610" y="7100"/>
                </a:lnTo>
                <a:lnTo>
                  <a:pt x="2620" y="7106"/>
                </a:lnTo>
                <a:lnTo>
                  <a:pt x="2634" y="7110"/>
                </a:lnTo>
                <a:lnTo>
                  <a:pt x="2642" y="7107"/>
                </a:lnTo>
                <a:lnTo>
                  <a:pt x="2645" y="7094"/>
                </a:lnTo>
                <a:lnTo>
                  <a:pt x="2645" y="7083"/>
                </a:lnTo>
                <a:lnTo>
                  <a:pt x="2644" y="7074"/>
                </a:lnTo>
                <a:lnTo>
                  <a:pt x="2640" y="7060"/>
                </a:lnTo>
                <a:lnTo>
                  <a:pt x="2631" y="7051"/>
                </a:lnTo>
                <a:lnTo>
                  <a:pt x="2617" y="7047"/>
                </a:lnTo>
                <a:lnTo>
                  <a:pt x="2608" y="7046"/>
                </a:lnTo>
                <a:lnTo>
                  <a:pt x="2594" y="7045"/>
                </a:lnTo>
                <a:lnTo>
                  <a:pt x="2575" y="7035"/>
                </a:lnTo>
                <a:lnTo>
                  <a:pt x="2572" y="7028"/>
                </a:lnTo>
                <a:lnTo>
                  <a:pt x="2573" y="7018"/>
                </a:lnTo>
                <a:lnTo>
                  <a:pt x="2589" y="7010"/>
                </a:lnTo>
                <a:lnTo>
                  <a:pt x="2614" y="7015"/>
                </a:lnTo>
                <a:lnTo>
                  <a:pt x="2644" y="7033"/>
                </a:lnTo>
                <a:lnTo>
                  <a:pt x="2659" y="7046"/>
                </a:lnTo>
                <a:lnTo>
                  <a:pt x="2677" y="7063"/>
                </a:lnTo>
                <a:lnTo>
                  <a:pt x="2696" y="7088"/>
                </a:lnTo>
                <a:lnTo>
                  <a:pt x="2696" y="7107"/>
                </a:lnTo>
                <a:lnTo>
                  <a:pt x="2677" y="7121"/>
                </a:lnTo>
                <a:lnTo>
                  <a:pt x="2659" y="7126"/>
                </a:lnTo>
                <a:lnTo>
                  <a:pt x="2618" y="7137"/>
                </a:lnTo>
                <a:lnTo>
                  <a:pt x="2663" y="7173"/>
                </a:lnTo>
                <a:lnTo>
                  <a:pt x="2680" y="7186"/>
                </a:lnTo>
                <a:lnTo>
                  <a:pt x="2707" y="7200"/>
                </a:lnTo>
                <a:lnTo>
                  <a:pt x="2727" y="7202"/>
                </a:lnTo>
                <a:lnTo>
                  <a:pt x="2737" y="7193"/>
                </a:lnTo>
                <a:lnTo>
                  <a:pt x="2736" y="7182"/>
                </a:lnTo>
                <a:lnTo>
                  <a:pt x="2737" y="7175"/>
                </a:lnTo>
                <a:lnTo>
                  <a:pt x="2755" y="7159"/>
                </a:lnTo>
                <a:lnTo>
                  <a:pt x="2770" y="7151"/>
                </a:lnTo>
                <a:lnTo>
                  <a:pt x="2786" y="7145"/>
                </a:lnTo>
                <a:lnTo>
                  <a:pt x="2806" y="7123"/>
                </a:lnTo>
                <a:lnTo>
                  <a:pt x="2808" y="7113"/>
                </a:lnTo>
                <a:lnTo>
                  <a:pt x="2806" y="7100"/>
                </a:lnTo>
                <a:lnTo>
                  <a:pt x="2792" y="7075"/>
                </a:lnTo>
                <a:lnTo>
                  <a:pt x="2769" y="7058"/>
                </a:lnTo>
                <a:lnTo>
                  <a:pt x="2745" y="7051"/>
                </a:lnTo>
                <a:lnTo>
                  <a:pt x="2736" y="7056"/>
                </a:lnTo>
                <a:lnTo>
                  <a:pt x="2729" y="7058"/>
                </a:lnTo>
                <a:lnTo>
                  <a:pt x="2718" y="7055"/>
                </a:lnTo>
                <a:lnTo>
                  <a:pt x="2717" y="7048"/>
                </a:lnTo>
                <a:lnTo>
                  <a:pt x="2718" y="7039"/>
                </a:lnTo>
                <a:lnTo>
                  <a:pt x="2729" y="7027"/>
                </a:lnTo>
                <a:lnTo>
                  <a:pt x="2736" y="7026"/>
                </a:lnTo>
                <a:lnTo>
                  <a:pt x="2754" y="7023"/>
                </a:lnTo>
                <a:lnTo>
                  <a:pt x="2771" y="7019"/>
                </a:lnTo>
                <a:lnTo>
                  <a:pt x="2791" y="7015"/>
                </a:lnTo>
                <a:lnTo>
                  <a:pt x="2810" y="7012"/>
                </a:lnTo>
                <a:lnTo>
                  <a:pt x="2816" y="7011"/>
                </a:lnTo>
                <a:lnTo>
                  <a:pt x="2821" y="7000"/>
                </a:lnTo>
                <a:lnTo>
                  <a:pt x="2819" y="6994"/>
                </a:lnTo>
                <a:lnTo>
                  <a:pt x="2818" y="6989"/>
                </a:lnTo>
                <a:lnTo>
                  <a:pt x="2825" y="6974"/>
                </a:lnTo>
                <a:lnTo>
                  <a:pt x="2850" y="6943"/>
                </a:lnTo>
                <a:lnTo>
                  <a:pt x="2877" y="6918"/>
                </a:lnTo>
                <a:lnTo>
                  <a:pt x="2903" y="6893"/>
                </a:lnTo>
                <a:lnTo>
                  <a:pt x="2938" y="6852"/>
                </a:lnTo>
                <a:lnTo>
                  <a:pt x="2940" y="6844"/>
                </a:lnTo>
                <a:lnTo>
                  <a:pt x="2940" y="6840"/>
                </a:lnTo>
                <a:lnTo>
                  <a:pt x="2945" y="6835"/>
                </a:lnTo>
                <a:lnTo>
                  <a:pt x="2965" y="6830"/>
                </a:lnTo>
                <a:lnTo>
                  <a:pt x="2986" y="6828"/>
                </a:lnTo>
                <a:lnTo>
                  <a:pt x="3009" y="6825"/>
                </a:lnTo>
                <a:lnTo>
                  <a:pt x="3069" y="6795"/>
                </a:lnTo>
                <a:lnTo>
                  <a:pt x="3098" y="6773"/>
                </a:lnTo>
                <a:lnTo>
                  <a:pt x="3122" y="6752"/>
                </a:lnTo>
                <a:lnTo>
                  <a:pt x="3138" y="6733"/>
                </a:lnTo>
                <a:lnTo>
                  <a:pt x="3138" y="6728"/>
                </a:lnTo>
                <a:lnTo>
                  <a:pt x="3133" y="6730"/>
                </a:lnTo>
                <a:lnTo>
                  <a:pt x="3117" y="6734"/>
                </a:lnTo>
                <a:lnTo>
                  <a:pt x="3095" y="6726"/>
                </a:lnTo>
                <a:lnTo>
                  <a:pt x="3085" y="6709"/>
                </a:lnTo>
                <a:lnTo>
                  <a:pt x="3091" y="6686"/>
                </a:lnTo>
                <a:lnTo>
                  <a:pt x="3103" y="6675"/>
                </a:lnTo>
                <a:lnTo>
                  <a:pt x="3116" y="6663"/>
                </a:lnTo>
                <a:lnTo>
                  <a:pt x="3133" y="6631"/>
                </a:lnTo>
                <a:lnTo>
                  <a:pt x="3135" y="6613"/>
                </a:lnTo>
                <a:lnTo>
                  <a:pt x="3136" y="6599"/>
                </a:lnTo>
                <a:lnTo>
                  <a:pt x="3149" y="6581"/>
                </a:lnTo>
                <a:lnTo>
                  <a:pt x="3168" y="6574"/>
                </a:lnTo>
                <a:lnTo>
                  <a:pt x="3187" y="6583"/>
                </a:lnTo>
                <a:lnTo>
                  <a:pt x="3192" y="6595"/>
                </a:lnTo>
                <a:lnTo>
                  <a:pt x="3195" y="6599"/>
                </a:lnTo>
                <a:lnTo>
                  <a:pt x="3204" y="6599"/>
                </a:lnTo>
                <a:lnTo>
                  <a:pt x="3227" y="6590"/>
                </a:lnTo>
                <a:lnTo>
                  <a:pt x="3249" y="6575"/>
                </a:lnTo>
                <a:lnTo>
                  <a:pt x="3261" y="6565"/>
                </a:lnTo>
                <a:lnTo>
                  <a:pt x="3278" y="6546"/>
                </a:lnTo>
                <a:lnTo>
                  <a:pt x="3288" y="6527"/>
                </a:lnTo>
                <a:lnTo>
                  <a:pt x="3290" y="6510"/>
                </a:lnTo>
                <a:lnTo>
                  <a:pt x="3288" y="6501"/>
                </a:lnTo>
                <a:lnTo>
                  <a:pt x="3286" y="6492"/>
                </a:lnTo>
                <a:lnTo>
                  <a:pt x="3285" y="6478"/>
                </a:lnTo>
                <a:lnTo>
                  <a:pt x="3290" y="6471"/>
                </a:lnTo>
                <a:lnTo>
                  <a:pt x="3303" y="6467"/>
                </a:lnTo>
                <a:lnTo>
                  <a:pt x="3312" y="6467"/>
                </a:lnTo>
                <a:lnTo>
                  <a:pt x="3320" y="6465"/>
                </a:lnTo>
                <a:lnTo>
                  <a:pt x="3339" y="6455"/>
                </a:lnTo>
                <a:lnTo>
                  <a:pt x="3373" y="6424"/>
                </a:lnTo>
                <a:lnTo>
                  <a:pt x="3414" y="6369"/>
                </a:lnTo>
                <a:lnTo>
                  <a:pt x="3433" y="6331"/>
                </a:lnTo>
                <a:lnTo>
                  <a:pt x="3436" y="6311"/>
                </a:lnTo>
                <a:lnTo>
                  <a:pt x="3434" y="6306"/>
                </a:lnTo>
                <a:lnTo>
                  <a:pt x="3431" y="6297"/>
                </a:lnTo>
                <a:lnTo>
                  <a:pt x="3435" y="6286"/>
                </a:lnTo>
                <a:lnTo>
                  <a:pt x="3440" y="6285"/>
                </a:lnTo>
                <a:lnTo>
                  <a:pt x="3449" y="6284"/>
                </a:lnTo>
                <a:lnTo>
                  <a:pt x="3460" y="6268"/>
                </a:lnTo>
                <a:lnTo>
                  <a:pt x="3461" y="6257"/>
                </a:lnTo>
                <a:lnTo>
                  <a:pt x="3462" y="6244"/>
                </a:lnTo>
                <a:lnTo>
                  <a:pt x="3476" y="6235"/>
                </a:lnTo>
                <a:lnTo>
                  <a:pt x="3488" y="6238"/>
                </a:lnTo>
                <a:lnTo>
                  <a:pt x="3499" y="6240"/>
                </a:lnTo>
                <a:lnTo>
                  <a:pt x="3526" y="6234"/>
                </a:lnTo>
                <a:lnTo>
                  <a:pt x="3538" y="6225"/>
                </a:lnTo>
                <a:lnTo>
                  <a:pt x="3564" y="6204"/>
                </a:lnTo>
                <a:lnTo>
                  <a:pt x="3597" y="6184"/>
                </a:lnTo>
                <a:lnTo>
                  <a:pt x="3606" y="6179"/>
                </a:lnTo>
                <a:lnTo>
                  <a:pt x="3620" y="6163"/>
                </a:lnTo>
                <a:lnTo>
                  <a:pt x="3628" y="6144"/>
                </a:lnTo>
                <a:lnTo>
                  <a:pt x="3632" y="6120"/>
                </a:lnTo>
                <a:lnTo>
                  <a:pt x="3631" y="6106"/>
                </a:lnTo>
                <a:lnTo>
                  <a:pt x="3631" y="6093"/>
                </a:lnTo>
                <a:lnTo>
                  <a:pt x="3634" y="6070"/>
                </a:lnTo>
                <a:lnTo>
                  <a:pt x="3642" y="6055"/>
                </a:lnTo>
                <a:lnTo>
                  <a:pt x="3654" y="6044"/>
                </a:lnTo>
                <a:lnTo>
                  <a:pt x="3662" y="6040"/>
                </a:lnTo>
                <a:lnTo>
                  <a:pt x="3669" y="6037"/>
                </a:lnTo>
                <a:lnTo>
                  <a:pt x="3683" y="6024"/>
                </a:lnTo>
                <a:lnTo>
                  <a:pt x="3699" y="5992"/>
                </a:lnTo>
                <a:lnTo>
                  <a:pt x="3706" y="5961"/>
                </a:lnTo>
                <a:lnTo>
                  <a:pt x="3712" y="5930"/>
                </a:lnTo>
                <a:lnTo>
                  <a:pt x="3736" y="5876"/>
                </a:lnTo>
                <a:lnTo>
                  <a:pt x="3769" y="5837"/>
                </a:lnTo>
                <a:lnTo>
                  <a:pt x="3799" y="5821"/>
                </a:lnTo>
                <a:lnTo>
                  <a:pt x="3821" y="5814"/>
                </a:lnTo>
                <a:lnTo>
                  <a:pt x="3832" y="5814"/>
                </a:lnTo>
                <a:lnTo>
                  <a:pt x="3845" y="5814"/>
                </a:lnTo>
                <a:lnTo>
                  <a:pt x="3862" y="5819"/>
                </a:lnTo>
                <a:lnTo>
                  <a:pt x="3873" y="5830"/>
                </a:lnTo>
                <a:lnTo>
                  <a:pt x="3878" y="5848"/>
                </a:lnTo>
                <a:lnTo>
                  <a:pt x="3878" y="5861"/>
                </a:lnTo>
                <a:lnTo>
                  <a:pt x="3878" y="5873"/>
                </a:lnTo>
                <a:lnTo>
                  <a:pt x="3873" y="5892"/>
                </a:lnTo>
                <a:lnTo>
                  <a:pt x="3865" y="5906"/>
                </a:lnTo>
                <a:lnTo>
                  <a:pt x="3851" y="5916"/>
                </a:lnTo>
                <a:lnTo>
                  <a:pt x="3842" y="5918"/>
                </a:lnTo>
                <a:lnTo>
                  <a:pt x="3827" y="5923"/>
                </a:lnTo>
                <a:lnTo>
                  <a:pt x="3807" y="5942"/>
                </a:lnTo>
                <a:lnTo>
                  <a:pt x="3805" y="5952"/>
                </a:lnTo>
                <a:lnTo>
                  <a:pt x="3804" y="5962"/>
                </a:lnTo>
                <a:lnTo>
                  <a:pt x="3793" y="5976"/>
                </a:lnTo>
                <a:lnTo>
                  <a:pt x="3785" y="5977"/>
                </a:lnTo>
                <a:lnTo>
                  <a:pt x="3781" y="5979"/>
                </a:lnTo>
                <a:lnTo>
                  <a:pt x="3775" y="5987"/>
                </a:lnTo>
                <a:lnTo>
                  <a:pt x="3771" y="6012"/>
                </a:lnTo>
                <a:lnTo>
                  <a:pt x="3772" y="6035"/>
                </a:lnTo>
                <a:lnTo>
                  <a:pt x="3774" y="6067"/>
                </a:lnTo>
                <a:lnTo>
                  <a:pt x="3768" y="6087"/>
                </a:lnTo>
                <a:lnTo>
                  <a:pt x="3756" y="6090"/>
                </a:lnTo>
                <a:lnTo>
                  <a:pt x="3747" y="6089"/>
                </a:lnTo>
                <a:lnTo>
                  <a:pt x="3734" y="6088"/>
                </a:lnTo>
                <a:lnTo>
                  <a:pt x="3717" y="6097"/>
                </a:lnTo>
                <a:lnTo>
                  <a:pt x="3715" y="6105"/>
                </a:lnTo>
                <a:lnTo>
                  <a:pt x="3716" y="6111"/>
                </a:lnTo>
                <a:lnTo>
                  <a:pt x="3729" y="6119"/>
                </a:lnTo>
                <a:lnTo>
                  <a:pt x="3738" y="6117"/>
                </a:lnTo>
                <a:lnTo>
                  <a:pt x="3743" y="6117"/>
                </a:lnTo>
                <a:lnTo>
                  <a:pt x="3752" y="6124"/>
                </a:lnTo>
                <a:lnTo>
                  <a:pt x="3761" y="6147"/>
                </a:lnTo>
                <a:lnTo>
                  <a:pt x="3766" y="6171"/>
                </a:lnTo>
                <a:lnTo>
                  <a:pt x="3767" y="6201"/>
                </a:lnTo>
                <a:lnTo>
                  <a:pt x="3760" y="6224"/>
                </a:lnTo>
                <a:lnTo>
                  <a:pt x="3750" y="6231"/>
                </a:lnTo>
                <a:lnTo>
                  <a:pt x="3744" y="6231"/>
                </a:lnTo>
                <a:lnTo>
                  <a:pt x="3737" y="6231"/>
                </a:lnTo>
                <a:lnTo>
                  <a:pt x="3726" y="6225"/>
                </a:lnTo>
                <a:lnTo>
                  <a:pt x="3716" y="6208"/>
                </a:lnTo>
                <a:lnTo>
                  <a:pt x="3715" y="6192"/>
                </a:lnTo>
                <a:lnTo>
                  <a:pt x="3715" y="6168"/>
                </a:lnTo>
                <a:lnTo>
                  <a:pt x="3703" y="6163"/>
                </a:lnTo>
                <a:lnTo>
                  <a:pt x="3684" y="6182"/>
                </a:lnTo>
                <a:lnTo>
                  <a:pt x="3673" y="6193"/>
                </a:lnTo>
                <a:lnTo>
                  <a:pt x="3661" y="6208"/>
                </a:lnTo>
                <a:lnTo>
                  <a:pt x="3661" y="6218"/>
                </a:lnTo>
                <a:lnTo>
                  <a:pt x="3673" y="6227"/>
                </a:lnTo>
                <a:lnTo>
                  <a:pt x="3684" y="6233"/>
                </a:lnTo>
                <a:lnTo>
                  <a:pt x="3697" y="6242"/>
                </a:lnTo>
                <a:lnTo>
                  <a:pt x="3712" y="6260"/>
                </a:lnTo>
                <a:lnTo>
                  <a:pt x="3711" y="6275"/>
                </a:lnTo>
                <a:lnTo>
                  <a:pt x="3695" y="6284"/>
                </a:lnTo>
                <a:lnTo>
                  <a:pt x="3680" y="6285"/>
                </a:lnTo>
                <a:lnTo>
                  <a:pt x="3671" y="6286"/>
                </a:lnTo>
                <a:lnTo>
                  <a:pt x="3659" y="6290"/>
                </a:lnTo>
                <a:lnTo>
                  <a:pt x="3654" y="6301"/>
                </a:lnTo>
                <a:lnTo>
                  <a:pt x="3655" y="6319"/>
                </a:lnTo>
                <a:lnTo>
                  <a:pt x="3657" y="6331"/>
                </a:lnTo>
                <a:lnTo>
                  <a:pt x="3658" y="6350"/>
                </a:lnTo>
                <a:lnTo>
                  <a:pt x="3655" y="6369"/>
                </a:lnTo>
                <a:lnTo>
                  <a:pt x="3648" y="6375"/>
                </a:lnTo>
                <a:lnTo>
                  <a:pt x="3644" y="6376"/>
                </a:lnTo>
                <a:lnTo>
                  <a:pt x="3638" y="6376"/>
                </a:lnTo>
                <a:lnTo>
                  <a:pt x="3632" y="6381"/>
                </a:lnTo>
                <a:lnTo>
                  <a:pt x="3634" y="6395"/>
                </a:lnTo>
                <a:lnTo>
                  <a:pt x="3644" y="6414"/>
                </a:lnTo>
                <a:lnTo>
                  <a:pt x="3655" y="6436"/>
                </a:lnTo>
                <a:lnTo>
                  <a:pt x="3647" y="6446"/>
                </a:lnTo>
                <a:lnTo>
                  <a:pt x="3624" y="6439"/>
                </a:lnTo>
                <a:lnTo>
                  <a:pt x="3607" y="6434"/>
                </a:lnTo>
                <a:lnTo>
                  <a:pt x="3594" y="6436"/>
                </a:lnTo>
                <a:lnTo>
                  <a:pt x="3593" y="6440"/>
                </a:lnTo>
                <a:lnTo>
                  <a:pt x="3595" y="6445"/>
                </a:lnTo>
                <a:lnTo>
                  <a:pt x="3602" y="6453"/>
                </a:lnTo>
                <a:lnTo>
                  <a:pt x="3648" y="6470"/>
                </a:lnTo>
                <a:lnTo>
                  <a:pt x="3679" y="6475"/>
                </a:lnTo>
                <a:lnTo>
                  <a:pt x="3707" y="6482"/>
                </a:lnTo>
                <a:lnTo>
                  <a:pt x="3738" y="6493"/>
                </a:lnTo>
                <a:lnTo>
                  <a:pt x="3749" y="6499"/>
                </a:lnTo>
                <a:lnTo>
                  <a:pt x="3750" y="6502"/>
                </a:lnTo>
                <a:lnTo>
                  <a:pt x="3752" y="6509"/>
                </a:lnTo>
                <a:lnTo>
                  <a:pt x="3761" y="6526"/>
                </a:lnTo>
                <a:lnTo>
                  <a:pt x="3786" y="6558"/>
                </a:lnTo>
                <a:lnTo>
                  <a:pt x="3833" y="6599"/>
                </a:lnTo>
                <a:lnTo>
                  <a:pt x="3865" y="6620"/>
                </a:lnTo>
                <a:lnTo>
                  <a:pt x="3881" y="6625"/>
                </a:lnTo>
                <a:lnTo>
                  <a:pt x="3886" y="6624"/>
                </a:lnTo>
                <a:lnTo>
                  <a:pt x="3898" y="6622"/>
                </a:lnTo>
                <a:lnTo>
                  <a:pt x="3934" y="6633"/>
                </a:lnTo>
                <a:lnTo>
                  <a:pt x="3952" y="6644"/>
                </a:lnTo>
                <a:lnTo>
                  <a:pt x="3964" y="6655"/>
                </a:lnTo>
                <a:lnTo>
                  <a:pt x="3978" y="6669"/>
                </a:lnTo>
                <a:lnTo>
                  <a:pt x="3980" y="6681"/>
                </a:lnTo>
                <a:lnTo>
                  <a:pt x="3970" y="6693"/>
                </a:lnTo>
                <a:lnTo>
                  <a:pt x="3961" y="6700"/>
                </a:lnTo>
                <a:lnTo>
                  <a:pt x="3952" y="6708"/>
                </a:lnTo>
                <a:lnTo>
                  <a:pt x="3936" y="6714"/>
                </a:lnTo>
                <a:lnTo>
                  <a:pt x="3921" y="6711"/>
                </a:lnTo>
                <a:lnTo>
                  <a:pt x="3903" y="6698"/>
                </a:lnTo>
                <a:lnTo>
                  <a:pt x="3891" y="6686"/>
                </a:lnTo>
                <a:lnTo>
                  <a:pt x="3872" y="6670"/>
                </a:lnTo>
                <a:lnTo>
                  <a:pt x="3845" y="6651"/>
                </a:lnTo>
                <a:lnTo>
                  <a:pt x="3830" y="6650"/>
                </a:lnTo>
                <a:lnTo>
                  <a:pt x="3823" y="6668"/>
                </a:lnTo>
                <a:lnTo>
                  <a:pt x="3823" y="6684"/>
                </a:lnTo>
                <a:lnTo>
                  <a:pt x="3823" y="6699"/>
                </a:lnTo>
                <a:lnTo>
                  <a:pt x="3819" y="6717"/>
                </a:lnTo>
                <a:lnTo>
                  <a:pt x="3806" y="6718"/>
                </a:lnTo>
                <a:lnTo>
                  <a:pt x="3781" y="6705"/>
                </a:lnTo>
                <a:lnTo>
                  <a:pt x="3761" y="6692"/>
                </a:lnTo>
                <a:lnTo>
                  <a:pt x="3746" y="6683"/>
                </a:lnTo>
                <a:lnTo>
                  <a:pt x="3718" y="6677"/>
                </a:lnTo>
                <a:lnTo>
                  <a:pt x="3700" y="6686"/>
                </a:lnTo>
                <a:lnTo>
                  <a:pt x="3698" y="6707"/>
                </a:lnTo>
                <a:lnTo>
                  <a:pt x="3706" y="6720"/>
                </a:lnTo>
                <a:lnTo>
                  <a:pt x="3707" y="6723"/>
                </a:lnTo>
                <a:lnTo>
                  <a:pt x="3706" y="6730"/>
                </a:lnTo>
                <a:lnTo>
                  <a:pt x="3694" y="6737"/>
                </a:lnTo>
                <a:lnTo>
                  <a:pt x="3680" y="6738"/>
                </a:lnTo>
                <a:lnTo>
                  <a:pt x="3666" y="6737"/>
                </a:lnTo>
                <a:lnTo>
                  <a:pt x="3642" y="6724"/>
                </a:lnTo>
                <a:lnTo>
                  <a:pt x="3636" y="6714"/>
                </a:lnTo>
                <a:lnTo>
                  <a:pt x="3632" y="6707"/>
                </a:lnTo>
                <a:lnTo>
                  <a:pt x="3626" y="6711"/>
                </a:lnTo>
                <a:lnTo>
                  <a:pt x="3625" y="6724"/>
                </a:lnTo>
                <a:lnTo>
                  <a:pt x="3625" y="6731"/>
                </a:lnTo>
                <a:lnTo>
                  <a:pt x="3632" y="6744"/>
                </a:lnTo>
                <a:lnTo>
                  <a:pt x="3655" y="6759"/>
                </a:lnTo>
                <a:lnTo>
                  <a:pt x="3680" y="6765"/>
                </a:lnTo>
                <a:lnTo>
                  <a:pt x="3705" y="6772"/>
                </a:lnTo>
                <a:lnTo>
                  <a:pt x="3724" y="6786"/>
                </a:lnTo>
                <a:lnTo>
                  <a:pt x="3728" y="6797"/>
                </a:lnTo>
                <a:lnTo>
                  <a:pt x="3725" y="6803"/>
                </a:lnTo>
                <a:lnTo>
                  <a:pt x="3723" y="6809"/>
                </a:lnTo>
                <a:lnTo>
                  <a:pt x="3724" y="6819"/>
                </a:lnTo>
                <a:lnTo>
                  <a:pt x="3736" y="6827"/>
                </a:lnTo>
                <a:lnTo>
                  <a:pt x="3753" y="6828"/>
                </a:lnTo>
                <a:lnTo>
                  <a:pt x="3763" y="6828"/>
                </a:lnTo>
                <a:lnTo>
                  <a:pt x="3779" y="6824"/>
                </a:lnTo>
                <a:lnTo>
                  <a:pt x="3784" y="6814"/>
                </a:lnTo>
                <a:lnTo>
                  <a:pt x="3782" y="6795"/>
                </a:lnTo>
                <a:lnTo>
                  <a:pt x="3778" y="6780"/>
                </a:lnTo>
                <a:lnTo>
                  <a:pt x="3773" y="6760"/>
                </a:lnTo>
                <a:lnTo>
                  <a:pt x="3774" y="6743"/>
                </a:lnTo>
                <a:lnTo>
                  <a:pt x="3778" y="6740"/>
                </a:lnTo>
                <a:lnTo>
                  <a:pt x="3780" y="6742"/>
                </a:lnTo>
                <a:lnTo>
                  <a:pt x="3786" y="6746"/>
                </a:lnTo>
                <a:lnTo>
                  <a:pt x="3811" y="6744"/>
                </a:lnTo>
                <a:lnTo>
                  <a:pt x="3825" y="6736"/>
                </a:lnTo>
                <a:lnTo>
                  <a:pt x="3834" y="6732"/>
                </a:lnTo>
                <a:lnTo>
                  <a:pt x="3852" y="6730"/>
                </a:lnTo>
                <a:lnTo>
                  <a:pt x="3869" y="6735"/>
                </a:lnTo>
                <a:lnTo>
                  <a:pt x="3889" y="6749"/>
                </a:lnTo>
                <a:lnTo>
                  <a:pt x="3899" y="6760"/>
                </a:lnTo>
                <a:lnTo>
                  <a:pt x="3941" y="6801"/>
                </a:lnTo>
                <a:lnTo>
                  <a:pt x="3897" y="6807"/>
                </a:lnTo>
                <a:lnTo>
                  <a:pt x="3884" y="6810"/>
                </a:lnTo>
                <a:lnTo>
                  <a:pt x="3870" y="6815"/>
                </a:lnTo>
                <a:lnTo>
                  <a:pt x="3882" y="6832"/>
                </a:lnTo>
                <a:lnTo>
                  <a:pt x="3919" y="6858"/>
                </a:lnTo>
                <a:lnTo>
                  <a:pt x="3947" y="6875"/>
                </a:lnTo>
                <a:lnTo>
                  <a:pt x="3998" y="6899"/>
                </a:lnTo>
                <a:lnTo>
                  <a:pt x="4016" y="6901"/>
                </a:lnTo>
                <a:lnTo>
                  <a:pt x="4028" y="6902"/>
                </a:lnTo>
                <a:lnTo>
                  <a:pt x="4038" y="6916"/>
                </a:lnTo>
                <a:lnTo>
                  <a:pt x="4033" y="6928"/>
                </a:lnTo>
                <a:lnTo>
                  <a:pt x="4031" y="6939"/>
                </a:lnTo>
                <a:lnTo>
                  <a:pt x="4035" y="6955"/>
                </a:lnTo>
                <a:lnTo>
                  <a:pt x="4043" y="6956"/>
                </a:lnTo>
                <a:lnTo>
                  <a:pt x="4050" y="6957"/>
                </a:lnTo>
                <a:lnTo>
                  <a:pt x="4053" y="6966"/>
                </a:lnTo>
                <a:lnTo>
                  <a:pt x="4050" y="6974"/>
                </a:lnTo>
                <a:lnTo>
                  <a:pt x="4047" y="6980"/>
                </a:lnTo>
                <a:lnTo>
                  <a:pt x="4054" y="6985"/>
                </a:lnTo>
                <a:lnTo>
                  <a:pt x="4063" y="6983"/>
                </a:lnTo>
                <a:lnTo>
                  <a:pt x="4068" y="6982"/>
                </a:lnTo>
                <a:lnTo>
                  <a:pt x="4083" y="6985"/>
                </a:lnTo>
                <a:lnTo>
                  <a:pt x="4110" y="7001"/>
                </a:lnTo>
                <a:lnTo>
                  <a:pt x="4128" y="7019"/>
                </a:lnTo>
                <a:lnTo>
                  <a:pt x="4145" y="7037"/>
                </a:lnTo>
                <a:lnTo>
                  <a:pt x="4180" y="7062"/>
                </a:lnTo>
                <a:lnTo>
                  <a:pt x="4193" y="7064"/>
                </a:lnTo>
                <a:lnTo>
                  <a:pt x="4203" y="7066"/>
                </a:lnTo>
                <a:lnTo>
                  <a:pt x="4223" y="7086"/>
                </a:lnTo>
                <a:lnTo>
                  <a:pt x="4228" y="7100"/>
                </a:lnTo>
                <a:lnTo>
                  <a:pt x="4233" y="7115"/>
                </a:lnTo>
                <a:lnTo>
                  <a:pt x="4256" y="7141"/>
                </a:lnTo>
                <a:lnTo>
                  <a:pt x="4271" y="7148"/>
                </a:lnTo>
                <a:lnTo>
                  <a:pt x="4311" y="7164"/>
                </a:lnTo>
                <a:lnTo>
                  <a:pt x="4367" y="7187"/>
                </a:lnTo>
                <a:lnTo>
                  <a:pt x="4397" y="7199"/>
                </a:lnTo>
                <a:lnTo>
                  <a:pt x="4459" y="7210"/>
                </a:lnTo>
                <a:lnTo>
                  <a:pt x="4518" y="7207"/>
                </a:lnTo>
                <a:lnTo>
                  <a:pt x="4553" y="7196"/>
                </a:lnTo>
                <a:lnTo>
                  <a:pt x="4570" y="7185"/>
                </a:lnTo>
                <a:lnTo>
                  <a:pt x="4576" y="7178"/>
                </a:lnTo>
                <a:lnTo>
                  <a:pt x="4580" y="7172"/>
                </a:lnTo>
                <a:lnTo>
                  <a:pt x="4588" y="7170"/>
                </a:lnTo>
                <a:lnTo>
                  <a:pt x="4593" y="7190"/>
                </a:lnTo>
                <a:lnTo>
                  <a:pt x="4593" y="7227"/>
                </a:lnTo>
                <a:lnTo>
                  <a:pt x="4595" y="7258"/>
                </a:lnTo>
                <a:lnTo>
                  <a:pt x="4601" y="7303"/>
                </a:lnTo>
                <a:lnTo>
                  <a:pt x="4606" y="7311"/>
                </a:lnTo>
                <a:lnTo>
                  <a:pt x="4613" y="7314"/>
                </a:lnTo>
                <a:lnTo>
                  <a:pt x="4621" y="7311"/>
                </a:lnTo>
                <a:lnTo>
                  <a:pt x="4621" y="7306"/>
                </a:lnTo>
                <a:lnTo>
                  <a:pt x="4625" y="7299"/>
                </a:lnTo>
                <a:lnTo>
                  <a:pt x="4660" y="7280"/>
                </a:lnTo>
                <a:lnTo>
                  <a:pt x="4685" y="7271"/>
                </a:lnTo>
                <a:lnTo>
                  <a:pt x="4720" y="7261"/>
                </a:lnTo>
                <a:lnTo>
                  <a:pt x="4749" y="7262"/>
                </a:lnTo>
                <a:lnTo>
                  <a:pt x="4764" y="7271"/>
                </a:lnTo>
                <a:lnTo>
                  <a:pt x="4772" y="7278"/>
                </a:lnTo>
                <a:lnTo>
                  <a:pt x="4782" y="7293"/>
                </a:lnTo>
                <a:lnTo>
                  <a:pt x="4783" y="7305"/>
                </a:lnTo>
                <a:lnTo>
                  <a:pt x="4777" y="7310"/>
                </a:lnTo>
                <a:lnTo>
                  <a:pt x="4772" y="7312"/>
                </a:lnTo>
                <a:lnTo>
                  <a:pt x="4760" y="7318"/>
                </a:lnTo>
                <a:lnTo>
                  <a:pt x="4750" y="7332"/>
                </a:lnTo>
                <a:lnTo>
                  <a:pt x="4752" y="7356"/>
                </a:lnTo>
                <a:lnTo>
                  <a:pt x="4770" y="7388"/>
                </a:lnTo>
                <a:lnTo>
                  <a:pt x="4784" y="7409"/>
                </a:lnTo>
                <a:lnTo>
                  <a:pt x="4793" y="7420"/>
                </a:lnTo>
                <a:lnTo>
                  <a:pt x="4813" y="7439"/>
                </a:lnTo>
                <a:lnTo>
                  <a:pt x="4837" y="7454"/>
                </a:lnTo>
                <a:lnTo>
                  <a:pt x="4860" y="7464"/>
                </a:lnTo>
                <a:lnTo>
                  <a:pt x="4871" y="7466"/>
                </a:lnTo>
                <a:lnTo>
                  <a:pt x="4886" y="7469"/>
                </a:lnTo>
                <a:lnTo>
                  <a:pt x="4906" y="7475"/>
                </a:lnTo>
                <a:lnTo>
                  <a:pt x="4914" y="7487"/>
                </a:lnTo>
                <a:lnTo>
                  <a:pt x="4917" y="7509"/>
                </a:lnTo>
                <a:lnTo>
                  <a:pt x="4914" y="7524"/>
                </a:lnTo>
                <a:lnTo>
                  <a:pt x="4913" y="7539"/>
                </a:lnTo>
                <a:lnTo>
                  <a:pt x="4913" y="7558"/>
                </a:lnTo>
                <a:lnTo>
                  <a:pt x="4919" y="7566"/>
                </a:lnTo>
                <a:lnTo>
                  <a:pt x="4931" y="7568"/>
                </a:lnTo>
                <a:lnTo>
                  <a:pt x="4940" y="7564"/>
                </a:lnTo>
                <a:lnTo>
                  <a:pt x="4948" y="7562"/>
                </a:lnTo>
                <a:lnTo>
                  <a:pt x="4967" y="7565"/>
                </a:lnTo>
                <a:lnTo>
                  <a:pt x="4999" y="7585"/>
                </a:lnTo>
                <a:lnTo>
                  <a:pt x="5027" y="7611"/>
                </a:lnTo>
                <a:lnTo>
                  <a:pt x="5055" y="7638"/>
                </a:lnTo>
                <a:lnTo>
                  <a:pt x="5091" y="7663"/>
                </a:lnTo>
                <a:lnTo>
                  <a:pt x="5113" y="7672"/>
                </a:lnTo>
                <a:lnTo>
                  <a:pt x="5133" y="7674"/>
                </a:lnTo>
                <a:lnTo>
                  <a:pt x="5151" y="7669"/>
                </a:lnTo>
                <a:lnTo>
                  <a:pt x="5167" y="7656"/>
                </a:lnTo>
                <a:lnTo>
                  <a:pt x="5181" y="7637"/>
                </a:lnTo>
                <a:lnTo>
                  <a:pt x="5186" y="7624"/>
                </a:lnTo>
                <a:lnTo>
                  <a:pt x="5198" y="7601"/>
                </a:lnTo>
                <a:lnTo>
                  <a:pt x="5215" y="7583"/>
                </a:lnTo>
                <a:lnTo>
                  <a:pt x="5223" y="7578"/>
                </a:lnTo>
                <a:lnTo>
                  <a:pt x="5232" y="7582"/>
                </a:lnTo>
                <a:lnTo>
                  <a:pt x="5237" y="7591"/>
                </a:lnTo>
                <a:lnTo>
                  <a:pt x="5243" y="7618"/>
                </a:lnTo>
                <a:lnTo>
                  <a:pt x="5243" y="7646"/>
                </a:lnTo>
                <a:lnTo>
                  <a:pt x="5242" y="7673"/>
                </a:lnTo>
                <a:lnTo>
                  <a:pt x="5245" y="7729"/>
                </a:lnTo>
                <a:lnTo>
                  <a:pt x="5248" y="7749"/>
                </a:lnTo>
                <a:lnTo>
                  <a:pt x="5257" y="7793"/>
                </a:lnTo>
                <a:lnTo>
                  <a:pt x="5294" y="7746"/>
                </a:lnTo>
                <a:lnTo>
                  <a:pt x="5309" y="7723"/>
                </a:lnTo>
                <a:lnTo>
                  <a:pt x="5320" y="7691"/>
                </a:lnTo>
                <a:lnTo>
                  <a:pt x="5321" y="7671"/>
                </a:lnTo>
                <a:lnTo>
                  <a:pt x="5319" y="7662"/>
                </a:lnTo>
                <a:lnTo>
                  <a:pt x="5315" y="7644"/>
                </a:lnTo>
                <a:lnTo>
                  <a:pt x="5320" y="7606"/>
                </a:lnTo>
                <a:lnTo>
                  <a:pt x="5341" y="7574"/>
                </a:lnTo>
                <a:lnTo>
                  <a:pt x="5370" y="7556"/>
                </a:lnTo>
                <a:lnTo>
                  <a:pt x="5388" y="7553"/>
                </a:lnTo>
                <a:lnTo>
                  <a:pt x="5407" y="7553"/>
                </a:lnTo>
                <a:lnTo>
                  <a:pt x="5414" y="7545"/>
                </a:lnTo>
                <a:lnTo>
                  <a:pt x="5401" y="7535"/>
                </a:lnTo>
                <a:lnTo>
                  <a:pt x="5393" y="7531"/>
                </a:lnTo>
                <a:lnTo>
                  <a:pt x="5385" y="7521"/>
                </a:lnTo>
                <a:lnTo>
                  <a:pt x="5386" y="7500"/>
                </a:lnTo>
                <a:lnTo>
                  <a:pt x="5401" y="7474"/>
                </a:lnTo>
                <a:lnTo>
                  <a:pt x="5411" y="7456"/>
                </a:lnTo>
                <a:lnTo>
                  <a:pt x="5434" y="7429"/>
                </a:lnTo>
                <a:lnTo>
                  <a:pt x="5442" y="7426"/>
                </a:lnTo>
                <a:lnTo>
                  <a:pt x="5446" y="7427"/>
                </a:lnTo>
                <a:lnTo>
                  <a:pt x="5450" y="7431"/>
                </a:lnTo>
                <a:lnTo>
                  <a:pt x="5447" y="7440"/>
                </a:lnTo>
                <a:lnTo>
                  <a:pt x="5441" y="7450"/>
                </a:lnTo>
                <a:lnTo>
                  <a:pt x="5435" y="7460"/>
                </a:lnTo>
                <a:lnTo>
                  <a:pt x="5438" y="7487"/>
                </a:lnTo>
                <a:lnTo>
                  <a:pt x="5451" y="7514"/>
                </a:lnTo>
                <a:lnTo>
                  <a:pt x="5470" y="7534"/>
                </a:lnTo>
                <a:lnTo>
                  <a:pt x="5482" y="7535"/>
                </a:lnTo>
                <a:lnTo>
                  <a:pt x="5486" y="7534"/>
                </a:lnTo>
                <a:lnTo>
                  <a:pt x="5481" y="7519"/>
                </a:lnTo>
                <a:lnTo>
                  <a:pt x="5473" y="7508"/>
                </a:lnTo>
                <a:lnTo>
                  <a:pt x="5464" y="7495"/>
                </a:lnTo>
                <a:lnTo>
                  <a:pt x="5458" y="7475"/>
                </a:lnTo>
                <a:lnTo>
                  <a:pt x="5467" y="7465"/>
                </a:lnTo>
                <a:lnTo>
                  <a:pt x="5486" y="7470"/>
                </a:lnTo>
                <a:lnTo>
                  <a:pt x="5498" y="7479"/>
                </a:lnTo>
                <a:lnTo>
                  <a:pt x="5510" y="7487"/>
                </a:lnTo>
                <a:lnTo>
                  <a:pt x="5537" y="7493"/>
                </a:lnTo>
                <a:lnTo>
                  <a:pt x="5547" y="7488"/>
                </a:lnTo>
                <a:lnTo>
                  <a:pt x="5552" y="7485"/>
                </a:lnTo>
                <a:lnTo>
                  <a:pt x="5555" y="7478"/>
                </a:lnTo>
                <a:lnTo>
                  <a:pt x="5544" y="7463"/>
                </a:lnTo>
                <a:lnTo>
                  <a:pt x="5526" y="7452"/>
                </a:lnTo>
                <a:lnTo>
                  <a:pt x="5508" y="7441"/>
                </a:lnTo>
                <a:lnTo>
                  <a:pt x="5500" y="7431"/>
                </a:lnTo>
                <a:lnTo>
                  <a:pt x="5504" y="7427"/>
                </a:lnTo>
                <a:lnTo>
                  <a:pt x="5509" y="7426"/>
                </a:lnTo>
                <a:lnTo>
                  <a:pt x="5517" y="7426"/>
                </a:lnTo>
                <a:lnTo>
                  <a:pt x="5525" y="7423"/>
                </a:lnTo>
                <a:lnTo>
                  <a:pt x="5519" y="7413"/>
                </a:lnTo>
                <a:lnTo>
                  <a:pt x="5502" y="7399"/>
                </a:lnTo>
                <a:lnTo>
                  <a:pt x="5483" y="7384"/>
                </a:lnTo>
                <a:lnTo>
                  <a:pt x="5479" y="7372"/>
                </a:lnTo>
                <a:lnTo>
                  <a:pt x="5488" y="7365"/>
                </a:lnTo>
                <a:lnTo>
                  <a:pt x="5496" y="7361"/>
                </a:lnTo>
                <a:lnTo>
                  <a:pt x="5508" y="7357"/>
                </a:lnTo>
                <a:lnTo>
                  <a:pt x="5520" y="7343"/>
                </a:lnTo>
                <a:lnTo>
                  <a:pt x="5518" y="7336"/>
                </a:lnTo>
                <a:lnTo>
                  <a:pt x="5516" y="7330"/>
                </a:lnTo>
                <a:lnTo>
                  <a:pt x="5519" y="7315"/>
                </a:lnTo>
                <a:lnTo>
                  <a:pt x="5526" y="7311"/>
                </a:lnTo>
                <a:lnTo>
                  <a:pt x="5537" y="7306"/>
                </a:lnTo>
                <a:lnTo>
                  <a:pt x="5552" y="7312"/>
                </a:lnTo>
                <a:lnTo>
                  <a:pt x="5556" y="7332"/>
                </a:lnTo>
                <a:lnTo>
                  <a:pt x="5548" y="7355"/>
                </a:lnTo>
                <a:lnTo>
                  <a:pt x="5539" y="7363"/>
                </a:lnTo>
                <a:lnTo>
                  <a:pt x="5523" y="7375"/>
                </a:lnTo>
                <a:lnTo>
                  <a:pt x="5519" y="7389"/>
                </a:lnTo>
                <a:lnTo>
                  <a:pt x="5525" y="7398"/>
                </a:lnTo>
                <a:lnTo>
                  <a:pt x="5531" y="7403"/>
                </a:lnTo>
                <a:lnTo>
                  <a:pt x="5548" y="7415"/>
                </a:lnTo>
                <a:lnTo>
                  <a:pt x="5580" y="7429"/>
                </a:lnTo>
                <a:lnTo>
                  <a:pt x="5608" y="7434"/>
                </a:lnTo>
                <a:lnTo>
                  <a:pt x="5632" y="7426"/>
                </a:lnTo>
                <a:lnTo>
                  <a:pt x="5642" y="7418"/>
                </a:lnTo>
                <a:lnTo>
                  <a:pt x="5655" y="7407"/>
                </a:lnTo>
                <a:lnTo>
                  <a:pt x="5671" y="7403"/>
                </a:lnTo>
                <a:lnTo>
                  <a:pt x="5682" y="7408"/>
                </a:lnTo>
                <a:lnTo>
                  <a:pt x="5687" y="7412"/>
                </a:lnTo>
                <a:lnTo>
                  <a:pt x="5696" y="7419"/>
                </a:lnTo>
                <a:lnTo>
                  <a:pt x="5725" y="7418"/>
                </a:lnTo>
                <a:lnTo>
                  <a:pt x="5755" y="7403"/>
                </a:lnTo>
                <a:lnTo>
                  <a:pt x="5781" y="7378"/>
                </a:lnTo>
                <a:lnTo>
                  <a:pt x="5789" y="7363"/>
                </a:lnTo>
                <a:lnTo>
                  <a:pt x="5793" y="7352"/>
                </a:lnTo>
                <a:lnTo>
                  <a:pt x="5811" y="7337"/>
                </a:lnTo>
                <a:lnTo>
                  <a:pt x="5819" y="7336"/>
                </a:lnTo>
                <a:lnTo>
                  <a:pt x="5831" y="7334"/>
                </a:lnTo>
                <a:lnTo>
                  <a:pt x="5861" y="7312"/>
                </a:lnTo>
                <a:lnTo>
                  <a:pt x="5887" y="7282"/>
                </a:lnTo>
                <a:lnTo>
                  <a:pt x="5898" y="7260"/>
                </a:lnTo>
                <a:lnTo>
                  <a:pt x="5899" y="7248"/>
                </a:lnTo>
                <a:lnTo>
                  <a:pt x="5898" y="7244"/>
                </a:lnTo>
                <a:lnTo>
                  <a:pt x="5894" y="7236"/>
                </a:lnTo>
                <a:lnTo>
                  <a:pt x="5903" y="7228"/>
                </a:lnTo>
                <a:lnTo>
                  <a:pt x="5923" y="7230"/>
                </a:lnTo>
                <a:lnTo>
                  <a:pt x="5950" y="7238"/>
                </a:lnTo>
                <a:lnTo>
                  <a:pt x="5963" y="7246"/>
                </a:lnTo>
                <a:lnTo>
                  <a:pt x="5971" y="7250"/>
                </a:lnTo>
                <a:lnTo>
                  <a:pt x="5978" y="7260"/>
                </a:lnTo>
                <a:lnTo>
                  <a:pt x="5979" y="7278"/>
                </a:lnTo>
                <a:lnTo>
                  <a:pt x="5969" y="7295"/>
                </a:lnTo>
                <a:lnTo>
                  <a:pt x="5962" y="7310"/>
                </a:lnTo>
                <a:lnTo>
                  <a:pt x="5953" y="7352"/>
                </a:lnTo>
                <a:lnTo>
                  <a:pt x="5953" y="7372"/>
                </a:lnTo>
                <a:lnTo>
                  <a:pt x="5955" y="7391"/>
                </a:lnTo>
                <a:lnTo>
                  <a:pt x="5947" y="7429"/>
                </a:lnTo>
                <a:lnTo>
                  <a:pt x="5939" y="7441"/>
                </a:lnTo>
                <a:lnTo>
                  <a:pt x="5931" y="7452"/>
                </a:lnTo>
                <a:lnTo>
                  <a:pt x="5932" y="7474"/>
                </a:lnTo>
                <a:lnTo>
                  <a:pt x="5942" y="7486"/>
                </a:lnTo>
                <a:lnTo>
                  <a:pt x="5949" y="7491"/>
                </a:lnTo>
                <a:lnTo>
                  <a:pt x="5957" y="7496"/>
                </a:lnTo>
                <a:lnTo>
                  <a:pt x="5968" y="7487"/>
                </a:lnTo>
                <a:lnTo>
                  <a:pt x="5974" y="7466"/>
                </a:lnTo>
                <a:lnTo>
                  <a:pt x="5979" y="7450"/>
                </a:lnTo>
                <a:lnTo>
                  <a:pt x="5993" y="7428"/>
                </a:lnTo>
                <a:lnTo>
                  <a:pt x="5999" y="7426"/>
                </a:lnTo>
                <a:lnTo>
                  <a:pt x="6004" y="7425"/>
                </a:lnTo>
                <a:lnTo>
                  <a:pt x="6010" y="7409"/>
                </a:lnTo>
                <a:lnTo>
                  <a:pt x="6010" y="7398"/>
                </a:lnTo>
                <a:lnTo>
                  <a:pt x="6011" y="7385"/>
                </a:lnTo>
                <a:lnTo>
                  <a:pt x="6023" y="7364"/>
                </a:lnTo>
                <a:lnTo>
                  <a:pt x="6031" y="7360"/>
                </a:lnTo>
                <a:lnTo>
                  <a:pt x="6040" y="7357"/>
                </a:lnTo>
                <a:lnTo>
                  <a:pt x="6047" y="7366"/>
                </a:lnTo>
                <a:lnTo>
                  <a:pt x="6042" y="7377"/>
                </a:lnTo>
                <a:lnTo>
                  <a:pt x="6041" y="7384"/>
                </a:lnTo>
                <a:lnTo>
                  <a:pt x="6042" y="7395"/>
                </a:lnTo>
                <a:lnTo>
                  <a:pt x="6054" y="7408"/>
                </a:lnTo>
                <a:lnTo>
                  <a:pt x="6070" y="7414"/>
                </a:lnTo>
                <a:lnTo>
                  <a:pt x="6085" y="7416"/>
                </a:lnTo>
                <a:lnTo>
                  <a:pt x="6098" y="7414"/>
                </a:lnTo>
                <a:lnTo>
                  <a:pt x="6099" y="7410"/>
                </a:lnTo>
                <a:lnTo>
                  <a:pt x="6097" y="7407"/>
                </a:lnTo>
                <a:lnTo>
                  <a:pt x="6096" y="7403"/>
                </a:lnTo>
                <a:lnTo>
                  <a:pt x="6098" y="7398"/>
                </a:lnTo>
                <a:lnTo>
                  <a:pt x="6109" y="7391"/>
                </a:lnTo>
                <a:lnTo>
                  <a:pt x="6122" y="7390"/>
                </a:lnTo>
                <a:lnTo>
                  <a:pt x="6138" y="7389"/>
                </a:lnTo>
                <a:lnTo>
                  <a:pt x="6169" y="7374"/>
                </a:lnTo>
                <a:lnTo>
                  <a:pt x="6180" y="7363"/>
                </a:lnTo>
                <a:lnTo>
                  <a:pt x="6191" y="7352"/>
                </a:lnTo>
                <a:lnTo>
                  <a:pt x="6222" y="7337"/>
                </a:lnTo>
                <a:lnTo>
                  <a:pt x="6236" y="7336"/>
                </a:lnTo>
                <a:lnTo>
                  <a:pt x="6250" y="7335"/>
                </a:lnTo>
                <a:lnTo>
                  <a:pt x="6269" y="7320"/>
                </a:lnTo>
                <a:lnTo>
                  <a:pt x="6271" y="7309"/>
                </a:lnTo>
                <a:lnTo>
                  <a:pt x="6273" y="7293"/>
                </a:lnTo>
                <a:lnTo>
                  <a:pt x="6289" y="7253"/>
                </a:lnTo>
                <a:lnTo>
                  <a:pt x="6315" y="7216"/>
                </a:lnTo>
                <a:lnTo>
                  <a:pt x="6344" y="7194"/>
                </a:lnTo>
                <a:lnTo>
                  <a:pt x="6356" y="7191"/>
                </a:lnTo>
                <a:lnTo>
                  <a:pt x="6368" y="7189"/>
                </a:lnTo>
                <a:lnTo>
                  <a:pt x="6399" y="7168"/>
                </a:lnTo>
                <a:lnTo>
                  <a:pt x="6428" y="7136"/>
                </a:lnTo>
                <a:lnTo>
                  <a:pt x="6449" y="7103"/>
                </a:lnTo>
                <a:lnTo>
                  <a:pt x="6452" y="7089"/>
                </a:lnTo>
                <a:lnTo>
                  <a:pt x="6452" y="7082"/>
                </a:lnTo>
                <a:lnTo>
                  <a:pt x="6462" y="7063"/>
                </a:lnTo>
                <a:lnTo>
                  <a:pt x="6488" y="7032"/>
                </a:lnTo>
                <a:lnTo>
                  <a:pt x="6535" y="6991"/>
                </a:lnTo>
                <a:lnTo>
                  <a:pt x="6569" y="6972"/>
                </a:lnTo>
                <a:lnTo>
                  <a:pt x="6587" y="6968"/>
                </a:lnTo>
                <a:lnTo>
                  <a:pt x="6594" y="6969"/>
                </a:lnTo>
                <a:lnTo>
                  <a:pt x="6610" y="6975"/>
                </a:lnTo>
                <a:lnTo>
                  <a:pt x="6612" y="6965"/>
                </a:lnTo>
                <a:lnTo>
                  <a:pt x="6597" y="6945"/>
                </a:lnTo>
                <a:lnTo>
                  <a:pt x="6587" y="6932"/>
                </a:lnTo>
                <a:lnTo>
                  <a:pt x="6583" y="6922"/>
                </a:lnTo>
                <a:lnTo>
                  <a:pt x="6584" y="6921"/>
                </a:lnTo>
                <a:lnTo>
                  <a:pt x="6586" y="6923"/>
                </a:lnTo>
                <a:lnTo>
                  <a:pt x="6591" y="6925"/>
                </a:lnTo>
                <a:lnTo>
                  <a:pt x="6604" y="6923"/>
                </a:lnTo>
                <a:lnTo>
                  <a:pt x="6633" y="6910"/>
                </a:lnTo>
                <a:lnTo>
                  <a:pt x="6655" y="6893"/>
                </a:lnTo>
                <a:lnTo>
                  <a:pt x="6672" y="6877"/>
                </a:lnTo>
                <a:lnTo>
                  <a:pt x="6696" y="6862"/>
                </a:lnTo>
                <a:lnTo>
                  <a:pt x="6716" y="6859"/>
                </a:lnTo>
                <a:lnTo>
                  <a:pt x="6741" y="6870"/>
                </a:lnTo>
                <a:lnTo>
                  <a:pt x="6758" y="6880"/>
                </a:lnTo>
                <a:lnTo>
                  <a:pt x="6780" y="6892"/>
                </a:lnTo>
                <a:lnTo>
                  <a:pt x="6796" y="6907"/>
                </a:lnTo>
                <a:lnTo>
                  <a:pt x="6801" y="6916"/>
                </a:lnTo>
                <a:lnTo>
                  <a:pt x="6793" y="6933"/>
                </a:lnTo>
                <a:lnTo>
                  <a:pt x="6755" y="6963"/>
                </a:lnTo>
                <a:lnTo>
                  <a:pt x="6722" y="6985"/>
                </a:lnTo>
                <a:lnTo>
                  <a:pt x="6695" y="7002"/>
                </a:lnTo>
                <a:lnTo>
                  <a:pt x="6668" y="7031"/>
                </a:lnTo>
                <a:lnTo>
                  <a:pt x="6657" y="7050"/>
                </a:lnTo>
                <a:lnTo>
                  <a:pt x="6651" y="7072"/>
                </a:lnTo>
                <a:lnTo>
                  <a:pt x="6653" y="7096"/>
                </a:lnTo>
                <a:lnTo>
                  <a:pt x="6665" y="7136"/>
                </a:lnTo>
                <a:lnTo>
                  <a:pt x="6681" y="7170"/>
                </a:lnTo>
                <a:lnTo>
                  <a:pt x="6692" y="7195"/>
                </a:lnTo>
                <a:lnTo>
                  <a:pt x="6709" y="7249"/>
                </a:lnTo>
                <a:lnTo>
                  <a:pt x="6713" y="7269"/>
                </a:lnTo>
                <a:lnTo>
                  <a:pt x="6716" y="7286"/>
                </a:lnTo>
                <a:lnTo>
                  <a:pt x="6725" y="7322"/>
                </a:lnTo>
                <a:lnTo>
                  <a:pt x="6731" y="7334"/>
                </a:lnTo>
                <a:lnTo>
                  <a:pt x="6736" y="7345"/>
                </a:lnTo>
                <a:lnTo>
                  <a:pt x="6733" y="7369"/>
                </a:lnTo>
                <a:lnTo>
                  <a:pt x="6725" y="7377"/>
                </a:lnTo>
                <a:lnTo>
                  <a:pt x="6716" y="7386"/>
                </a:lnTo>
                <a:lnTo>
                  <a:pt x="6707" y="7381"/>
                </a:lnTo>
                <a:lnTo>
                  <a:pt x="6706" y="7366"/>
                </a:lnTo>
                <a:lnTo>
                  <a:pt x="6705" y="7355"/>
                </a:lnTo>
                <a:lnTo>
                  <a:pt x="6688" y="7338"/>
                </a:lnTo>
                <a:lnTo>
                  <a:pt x="6677" y="7336"/>
                </a:lnTo>
                <a:lnTo>
                  <a:pt x="6665" y="7337"/>
                </a:lnTo>
                <a:lnTo>
                  <a:pt x="6655" y="7351"/>
                </a:lnTo>
                <a:lnTo>
                  <a:pt x="6659" y="7363"/>
                </a:lnTo>
                <a:lnTo>
                  <a:pt x="6661" y="7375"/>
                </a:lnTo>
                <a:lnTo>
                  <a:pt x="6654" y="7389"/>
                </a:lnTo>
                <a:lnTo>
                  <a:pt x="6643" y="7390"/>
                </a:lnTo>
                <a:lnTo>
                  <a:pt x="6632" y="7390"/>
                </a:lnTo>
                <a:lnTo>
                  <a:pt x="6620" y="7398"/>
                </a:lnTo>
                <a:lnTo>
                  <a:pt x="6616" y="7412"/>
                </a:lnTo>
                <a:lnTo>
                  <a:pt x="6621" y="7436"/>
                </a:lnTo>
                <a:lnTo>
                  <a:pt x="6626" y="7452"/>
                </a:lnTo>
                <a:lnTo>
                  <a:pt x="6631" y="7463"/>
                </a:lnTo>
                <a:lnTo>
                  <a:pt x="6645" y="7474"/>
                </a:lnTo>
                <a:lnTo>
                  <a:pt x="6651" y="7472"/>
                </a:lnTo>
                <a:lnTo>
                  <a:pt x="6654" y="7471"/>
                </a:lnTo>
                <a:lnTo>
                  <a:pt x="6657" y="7475"/>
                </a:lnTo>
                <a:lnTo>
                  <a:pt x="6658" y="7493"/>
                </a:lnTo>
                <a:lnTo>
                  <a:pt x="6655" y="7512"/>
                </a:lnTo>
                <a:lnTo>
                  <a:pt x="6653" y="7534"/>
                </a:lnTo>
                <a:lnTo>
                  <a:pt x="6656" y="7548"/>
                </a:lnTo>
                <a:lnTo>
                  <a:pt x="6662" y="7549"/>
                </a:lnTo>
                <a:lnTo>
                  <a:pt x="6668" y="7546"/>
                </a:lnTo>
                <a:lnTo>
                  <a:pt x="6675" y="7539"/>
                </a:lnTo>
                <a:lnTo>
                  <a:pt x="6687" y="7515"/>
                </a:lnTo>
                <a:lnTo>
                  <a:pt x="6690" y="7502"/>
                </a:lnTo>
                <a:lnTo>
                  <a:pt x="6690" y="7498"/>
                </a:lnTo>
                <a:lnTo>
                  <a:pt x="6694" y="7497"/>
                </a:lnTo>
                <a:lnTo>
                  <a:pt x="6707" y="7515"/>
                </a:lnTo>
                <a:lnTo>
                  <a:pt x="6719" y="7543"/>
                </a:lnTo>
                <a:lnTo>
                  <a:pt x="6732" y="7577"/>
                </a:lnTo>
                <a:lnTo>
                  <a:pt x="6736" y="7608"/>
                </a:lnTo>
                <a:lnTo>
                  <a:pt x="6731" y="7621"/>
                </a:lnTo>
                <a:lnTo>
                  <a:pt x="6725" y="7624"/>
                </a:lnTo>
                <a:lnTo>
                  <a:pt x="6720" y="7628"/>
                </a:lnTo>
                <a:lnTo>
                  <a:pt x="6713" y="7639"/>
                </a:lnTo>
                <a:lnTo>
                  <a:pt x="6715" y="7663"/>
                </a:lnTo>
                <a:lnTo>
                  <a:pt x="6724" y="7687"/>
                </a:lnTo>
                <a:lnTo>
                  <a:pt x="6732" y="7707"/>
                </a:lnTo>
                <a:lnTo>
                  <a:pt x="6746" y="7723"/>
                </a:lnTo>
                <a:lnTo>
                  <a:pt x="6756" y="7727"/>
                </a:lnTo>
                <a:lnTo>
                  <a:pt x="6760" y="7725"/>
                </a:lnTo>
                <a:lnTo>
                  <a:pt x="6767" y="7723"/>
                </a:lnTo>
                <a:lnTo>
                  <a:pt x="6778" y="7727"/>
                </a:lnTo>
                <a:lnTo>
                  <a:pt x="6779" y="7735"/>
                </a:lnTo>
                <a:lnTo>
                  <a:pt x="6779" y="7743"/>
                </a:lnTo>
                <a:lnTo>
                  <a:pt x="6789" y="7748"/>
                </a:lnTo>
                <a:lnTo>
                  <a:pt x="6795" y="7744"/>
                </a:lnTo>
                <a:lnTo>
                  <a:pt x="6803" y="7740"/>
                </a:lnTo>
                <a:lnTo>
                  <a:pt x="6819" y="7747"/>
                </a:lnTo>
                <a:lnTo>
                  <a:pt x="6823" y="7754"/>
                </a:lnTo>
                <a:lnTo>
                  <a:pt x="6830" y="7761"/>
                </a:lnTo>
                <a:lnTo>
                  <a:pt x="6849" y="7766"/>
                </a:lnTo>
                <a:lnTo>
                  <a:pt x="6860" y="7763"/>
                </a:lnTo>
                <a:lnTo>
                  <a:pt x="6873" y="7761"/>
                </a:lnTo>
                <a:lnTo>
                  <a:pt x="6896" y="7771"/>
                </a:lnTo>
                <a:lnTo>
                  <a:pt x="6913" y="7796"/>
                </a:lnTo>
                <a:lnTo>
                  <a:pt x="6918" y="7828"/>
                </a:lnTo>
                <a:lnTo>
                  <a:pt x="6915" y="7847"/>
                </a:lnTo>
                <a:lnTo>
                  <a:pt x="6910" y="7869"/>
                </a:lnTo>
                <a:lnTo>
                  <a:pt x="6916" y="7896"/>
                </a:lnTo>
                <a:lnTo>
                  <a:pt x="6927" y="7911"/>
                </a:lnTo>
                <a:lnTo>
                  <a:pt x="6934" y="7917"/>
                </a:lnTo>
                <a:lnTo>
                  <a:pt x="6953" y="7931"/>
                </a:lnTo>
                <a:lnTo>
                  <a:pt x="6960" y="7929"/>
                </a:lnTo>
                <a:lnTo>
                  <a:pt x="6954" y="7912"/>
                </a:lnTo>
                <a:lnTo>
                  <a:pt x="6952" y="7904"/>
                </a:lnTo>
                <a:lnTo>
                  <a:pt x="6952" y="7891"/>
                </a:lnTo>
                <a:lnTo>
                  <a:pt x="6958" y="7881"/>
                </a:lnTo>
                <a:lnTo>
                  <a:pt x="6970" y="7873"/>
                </a:lnTo>
                <a:lnTo>
                  <a:pt x="6980" y="7871"/>
                </a:lnTo>
                <a:lnTo>
                  <a:pt x="6993" y="7864"/>
                </a:lnTo>
                <a:lnTo>
                  <a:pt x="7004" y="7852"/>
                </a:lnTo>
                <a:lnTo>
                  <a:pt x="7006" y="7845"/>
                </a:lnTo>
                <a:lnTo>
                  <a:pt x="7005" y="7841"/>
                </a:lnTo>
                <a:lnTo>
                  <a:pt x="7003" y="7836"/>
                </a:lnTo>
                <a:lnTo>
                  <a:pt x="7012" y="7833"/>
                </a:lnTo>
                <a:lnTo>
                  <a:pt x="7021" y="7836"/>
                </a:lnTo>
                <a:lnTo>
                  <a:pt x="7029" y="7838"/>
                </a:lnTo>
                <a:lnTo>
                  <a:pt x="7041" y="7839"/>
                </a:lnTo>
                <a:lnTo>
                  <a:pt x="7047" y="7834"/>
                </a:lnTo>
                <a:lnTo>
                  <a:pt x="7049" y="7824"/>
                </a:lnTo>
                <a:lnTo>
                  <a:pt x="7044" y="7801"/>
                </a:lnTo>
                <a:lnTo>
                  <a:pt x="7020" y="7754"/>
                </a:lnTo>
                <a:lnTo>
                  <a:pt x="7002" y="7725"/>
                </a:lnTo>
                <a:lnTo>
                  <a:pt x="6983" y="7698"/>
                </a:lnTo>
                <a:lnTo>
                  <a:pt x="6958" y="7653"/>
                </a:lnTo>
                <a:lnTo>
                  <a:pt x="6947" y="7624"/>
                </a:lnTo>
                <a:lnTo>
                  <a:pt x="6951" y="7612"/>
                </a:lnTo>
                <a:lnTo>
                  <a:pt x="6957" y="7608"/>
                </a:lnTo>
                <a:lnTo>
                  <a:pt x="6961" y="7608"/>
                </a:lnTo>
                <a:lnTo>
                  <a:pt x="6968" y="7609"/>
                </a:lnTo>
                <a:lnTo>
                  <a:pt x="6977" y="7618"/>
                </a:lnTo>
                <a:lnTo>
                  <a:pt x="6978" y="7624"/>
                </a:lnTo>
                <a:lnTo>
                  <a:pt x="6981" y="7636"/>
                </a:lnTo>
                <a:lnTo>
                  <a:pt x="7012" y="7690"/>
                </a:lnTo>
                <a:lnTo>
                  <a:pt x="7055" y="7756"/>
                </a:lnTo>
                <a:lnTo>
                  <a:pt x="7094" y="7807"/>
                </a:lnTo>
                <a:lnTo>
                  <a:pt x="7106" y="7816"/>
                </a:lnTo>
                <a:lnTo>
                  <a:pt x="7109" y="7819"/>
                </a:lnTo>
                <a:lnTo>
                  <a:pt x="7116" y="7818"/>
                </a:lnTo>
                <a:lnTo>
                  <a:pt x="7121" y="7809"/>
                </a:lnTo>
                <a:lnTo>
                  <a:pt x="7122" y="7798"/>
                </a:lnTo>
                <a:lnTo>
                  <a:pt x="7127" y="7784"/>
                </a:lnTo>
                <a:lnTo>
                  <a:pt x="7162" y="7738"/>
                </a:lnTo>
                <a:lnTo>
                  <a:pt x="7187" y="7714"/>
                </a:lnTo>
                <a:lnTo>
                  <a:pt x="7212" y="7690"/>
                </a:lnTo>
                <a:lnTo>
                  <a:pt x="7239" y="7656"/>
                </a:lnTo>
                <a:lnTo>
                  <a:pt x="7249" y="7636"/>
                </a:lnTo>
                <a:lnTo>
                  <a:pt x="7250" y="7629"/>
                </a:lnTo>
                <a:lnTo>
                  <a:pt x="7251" y="7620"/>
                </a:lnTo>
                <a:lnTo>
                  <a:pt x="7256" y="7609"/>
                </a:lnTo>
                <a:lnTo>
                  <a:pt x="7261" y="7611"/>
                </a:lnTo>
                <a:lnTo>
                  <a:pt x="7265" y="7614"/>
                </a:lnTo>
                <a:lnTo>
                  <a:pt x="7276" y="7612"/>
                </a:lnTo>
                <a:lnTo>
                  <a:pt x="7300" y="7595"/>
                </a:lnTo>
                <a:lnTo>
                  <a:pt x="7331" y="7556"/>
                </a:lnTo>
                <a:lnTo>
                  <a:pt x="7348" y="7526"/>
                </a:lnTo>
                <a:lnTo>
                  <a:pt x="7352" y="7510"/>
                </a:lnTo>
                <a:lnTo>
                  <a:pt x="7351" y="7504"/>
                </a:lnTo>
                <a:lnTo>
                  <a:pt x="7347" y="7491"/>
                </a:lnTo>
                <a:lnTo>
                  <a:pt x="7355" y="7484"/>
                </a:lnTo>
                <a:lnTo>
                  <a:pt x="7369" y="7488"/>
                </a:lnTo>
                <a:lnTo>
                  <a:pt x="7377" y="7490"/>
                </a:lnTo>
                <a:lnTo>
                  <a:pt x="7394" y="7488"/>
                </a:lnTo>
                <a:lnTo>
                  <a:pt x="7425" y="7471"/>
                </a:lnTo>
                <a:lnTo>
                  <a:pt x="7449" y="7448"/>
                </a:lnTo>
                <a:lnTo>
                  <a:pt x="7469" y="7428"/>
                </a:lnTo>
                <a:lnTo>
                  <a:pt x="7508" y="7406"/>
                </a:lnTo>
                <a:lnTo>
                  <a:pt x="7525" y="7404"/>
                </a:lnTo>
                <a:lnTo>
                  <a:pt x="7531" y="7409"/>
                </a:lnTo>
                <a:lnTo>
                  <a:pt x="7527" y="7426"/>
                </a:lnTo>
                <a:lnTo>
                  <a:pt x="7511" y="7447"/>
                </a:lnTo>
                <a:lnTo>
                  <a:pt x="7501" y="7458"/>
                </a:lnTo>
                <a:lnTo>
                  <a:pt x="7490" y="7473"/>
                </a:lnTo>
                <a:lnTo>
                  <a:pt x="7491" y="7482"/>
                </a:lnTo>
                <a:lnTo>
                  <a:pt x="7505" y="7489"/>
                </a:lnTo>
                <a:lnTo>
                  <a:pt x="7518" y="7494"/>
                </a:lnTo>
                <a:lnTo>
                  <a:pt x="7533" y="7501"/>
                </a:lnTo>
                <a:lnTo>
                  <a:pt x="7545" y="7514"/>
                </a:lnTo>
                <a:lnTo>
                  <a:pt x="7546" y="7523"/>
                </a:lnTo>
                <a:lnTo>
                  <a:pt x="7543" y="7526"/>
                </a:lnTo>
                <a:lnTo>
                  <a:pt x="7523" y="7550"/>
                </a:lnTo>
                <a:lnTo>
                  <a:pt x="7485" y="7578"/>
                </a:lnTo>
                <a:lnTo>
                  <a:pt x="7473" y="7584"/>
                </a:lnTo>
                <a:lnTo>
                  <a:pt x="7468" y="7582"/>
                </a:lnTo>
                <a:lnTo>
                  <a:pt x="7469" y="7578"/>
                </a:lnTo>
                <a:lnTo>
                  <a:pt x="7472" y="7560"/>
                </a:lnTo>
                <a:lnTo>
                  <a:pt x="7469" y="7536"/>
                </a:lnTo>
                <a:lnTo>
                  <a:pt x="7461" y="7531"/>
                </a:lnTo>
                <a:lnTo>
                  <a:pt x="7447" y="7544"/>
                </a:lnTo>
                <a:lnTo>
                  <a:pt x="7438" y="7559"/>
                </a:lnTo>
                <a:lnTo>
                  <a:pt x="7427" y="7581"/>
                </a:lnTo>
                <a:lnTo>
                  <a:pt x="7417" y="7614"/>
                </a:lnTo>
                <a:lnTo>
                  <a:pt x="7421" y="7622"/>
                </a:lnTo>
                <a:lnTo>
                  <a:pt x="7424" y="7625"/>
                </a:lnTo>
                <a:lnTo>
                  <a:pt x="7430" y="7619"/>
                </a:lnTo>
                <a:lnTo>
                  <a:pt x="7431" y="7610"/>
                </a:lnTo>
                <a:lnTo>
                  <a:pt x="7432" y="7601"/>
                </a:lnTo>
                <a:lnTo>
                  <a:pt x="7442" y="7596"/>
                </a:lnTo>
                <a:lnTo>
                  <a:pt x="7449" y="7599"/>
                </a:lnTo>
                <a:lnTo>
                  <a:pt x="7459" y="7606"/>
                </a:lnTo>
                <a:lnTo>
                  <a:pt x="7467" y="7620"/>
                </a:lnTo>
                <a:lnTo>
                  <a:pt x="7463" y="7634"/>
                </a:lnTo>
                <a:lnTo>
                  <a:pt x="7444" y="7645"/>
                </a:lnTo>
                <a:lnTo>
                  <a:pt x="7431" y="7649"/>
                </a:lnTo>
                <a:lnTo>
                  <a:pt x="7416" y="7654"/>
                </a:lnTo>
                <a:lnTo>
                  <a:pt x="7397" y="7675"/>
                </a:lnTo>
                <a:lnTo>
                  <a:pt x="7394" y="7687"/>
                </a:lnTo>
                <a:lnTo>
                  <a:pt x="7393" y="7699"/>
                </a:lnTo>
                <a:lnTo>
                  <a:pt x="7382" y="7715"/>
                </a:lnTo>
                <a:lnTo>
                  <a:pt x="7375" y="7716"/>
                </a:lnTo>
                <a:lnTo>
                  <a:pt x="7368" y="7718"/>
                </a:lnTo>
                <a:lnTo>
                  <a:pt x="7365" y="7728"/>
                </a:lnTo>
                <a:lnTo>
                  <a:pt x="7367" y="7736"/>
                </a:lnTo>
                <a:lnTo>
                  <a:pt x="7372" y="7740"/>
                </a:lnTo>
                <a:lnTo>
                  <a:pt x="7380" y="7744"/>
                </a:lnTo>
                <a:lnTo>
                  <a:pt x="7397" y="7739"/>
                </a:lnTo>
                <a:lnTo>
                  <a:pt x="7411" y="7727"/>
                </a:lnTo>
                <a:lnTo>
                  <a:pt x="7425" y="7715"/>
                </a:lnTo>
                <a:lnTo>
                  <a:pt x="7452" y="7701"/>
                </a:lnTo>
                <a:lnTo>
                  <a:pt x="7473" y="7699"/>
                </a:lnTo>
                <a:lnTo>
                  <a:pt x="7485" y="7710"/>
                </a:lnTo>
                <a:lnTo>
                  <a:pt x="7486" y="7720"/>
                </a:lnTo>
                <a:lnTo>
                  <a:pt x="7486" y="7725"/>
                </a:lnTo>
                <a:lnTo>
                  <a:pt x="7490" y="7729"/>
                </a:lnTo>
                <a:lnTo>
                  <a:pt x="7501" y="7724"/>
                </a:lnTo>
                <a:lnTo>
                  <a:pt x="7511" y="7711"/>
                </a:lnTo>
                <a:lnTo>
                  <a:pt x="7522" y="7698"/>
                </a:lnTo>
                <a:lnTo>
                  <a:pt x="7537" y="7690"/>
                </a:lnTo>
                <a:lnTo>
                  <a:pt x="7545" y="7693"/>
                </a:lnTo>
                <a:lnTo>
                  <a:pt x="7547" y="7697"/>
                </a:lnTo>
                <a:lnTo>
                  <a:pt x="7549" y="7700"/>
                </a:lnTo>
                <a:lnTo>
                  <a:pt x="7547" y="7713"/>
                </a:lnTo>
                <a:lnTo>
                  <a:pt x="7530" y="7740"/>
                </a:lnTo>
                <a:lnTo>
                  <a:pt x="7513" y="7760"/>
                </a:lnTo>
                <a:lnTo>
                  <a:pt x="7497" y="7776"/>
                </a:lnTo>
                <a:lnTo>
                  <a:pt x="7476" y="7806"/>
                </a:lnTo>
                <a:lnTo>
                  <a:pt x="7466" y="7828"/>
                </a:lnTo>
                <a:lnTo>
                  <a:pt x="7473" y="7842"/>
                </a:lnTo>
                <a:lnTo>
                  <a:pt x="7481" y="7844"/>
                </a:lnTo>
                <a:lnTo>
                  <a:pt x="7491" y="7841"/>
                </a:lnTo>
                <a:lnTo>
                  <a:pt x="7516" y="7826"/>
                </a:lnTo>
                <a:lnTo>
                  <a:pt x="7540" y="7804"/>
                </a:lnTo>
                <a:lnTo>
                  <a:pt x="7557" y="7782"/>
                </a:lnTo>
                <a:lnTo>
                  <a:pt x="7558" y="7773"/>
                </a:lnTo>
                <a:lnTo>
                  <a:pt x="7559" y="7769"/>
                </a:lnTo>
                <a:lnTo>
                  <a:pt x="7565" y="7761"/>
                </a:lnTo>
                <a:lnTo>
                  <a:pt x="7585" y="7753"/>
                </a:lnTo>
                <a:lnTo>
                  <a:pt x="7603" y="7752"/>
                </a:lnTo>
                <a:lnTo>
                  <a:pt x="7614" y="7752"/>
                </a:lnTo>
                <a:lnTo>
                  <a:pt x="7636" y="7745"/>
                </a:lnTo>
                <a:lnTo>
                  <a:pt x="7667" y="7722"/>
                </a:lnTo>
                <a:lnTo>
                  <a:pt x="7688" y="7698"/>
                </a:lnTo>
                <a:lnTo>
                  <a:pt x="7706" y="7676"/>
                </a:lnTo>
                <a:lnTo>
                  <a:pt x="7732" y="7657"/>
                </a:lnTo>
                <a:lnTo>
                  <a:pt x="7747" y="7650"/>
                </a:lnTo>
                <a:lnTo>
                  <a:pt x="7752" y="7651"/>
                </a:lnTo>
                <a:lnTo>
                  <a:pt x="7761" y="7654"/>
                </a:lnTo>
                <a:lnTo>
                  <a:pt x="7774" y="7650"/>
                </a:lnTo>
                <a:lnTo>
                  <a:pt x="7775" y="7644"/>
                </a:lnTo>
                <a:lnTo>
                  <a:pt x="7777" y="7638"/>
                </a:lnTo>
                <a:lnTo>
                  <a:pt x="7793" y="7635"/>
                </a:lnTo>
                <a:lnTo>
                  <a:pt x="7805" y="7638"/>
                </a:lnTo>
                <a:lnTo>
                  <a:pt x="7813" y="7641"/>
                </a:lnTo>
                <a:lnTo>
                  <a:pt x="7823" y="7643"/>
                </a:lnTo>
                <a:lnTo>
                  <a:pt x="7827" y="7629"/>
                </a:lnTo>
                <a:lnTo>
                  <a:pt x="7821" y="7608"/>
                </a:lnTo>
                <a:lnTo>
                  <a:pt x="7814" y="7586"/>
                </a:lnTo>
                <a:lnTo>
                  <a:pt x="7818" y="7574"/>
                </a:lnTo>
                <a:lnTo>
                  <a:pt x="7827" y="7574"/>
                </a:lnTo>
                <a:lnTo>
                  <a:pt x="7835" y="7577"/>
                </a:lnTo>
                <a:lnTo>
                  <a:pt x="7843" y="7577"/>
                </a:lnTo>
                <a:lnTo>
                  <a:pt x="7867" y="7569"/>
                </a:lnTo>
                <a:lnTo>
                  <a:pt x="7917" y="7538"/>
                </a:lnTo>
                <a:lnTo>
                  <a:pt x="7988" y="7481"/>
                </a:lnTo>
                <a:lnTo>
                  <a:pt x="8025" y="7441"/>
                </a:lnTo>
                <a:lnTo>
                  <a:pt x="8035" y="7423"/>
                </a:lnTo>
                <a:lnTo>
                  <a:pt x="8033" y="7418"/>
                </a:lnTo>
                <a:lnTo>
                  <a:pt x="8031" y="7414"/>
                </a:lnTo>
                <a:lnTo>
                  <a:pt x="8032" y="7411"/>
                </a:lnTo>
                <a:lnTo>
                  <a:pt x="8043" y="7412"/>
                </a:lnTo>
                <a:lnTo>
                  <a:pt x="8057" y="7418"/>
                </a:lnTo>
                <a:lnTo>
                  <a:pt x="8092" y="7428"/>
                </a:lnTo>
                <a:lnTo>
                  <a:pt x="8125" y="7434"/>
                </a:lnTo>
                <a:lnTo>
                  <a:pt x="8137" y="7435"/>
                </a:lnTo>
                <a:lnTo>
                  <a:pt x="8155" y="7441"/>
                </a:lnTo>
                <a:lnTo>
                  <a:pt x="8156" y="7447"/>
                </a:lnTo>
                <a:lnTo>
                  <a:pt x="8159" y="7450"/>
                </a:lnTo>
                <a:lnTo>
                  <a:pt x="8183" y="7451"/>
                </a:lnTo>
                <a:lnTo>
                  <a:pt x="8202" y="7448"/>
                </a:lnTo>
                <a:lnTo>
                  <a:pt x="8220" y="7444"/>
                </a:lnTo>
                <a:lnTo>
                  <a:pt x="8240" y="7431"/>
                </a:lnTo>
                <a:lnTo>
                  <a:pt x="8246" y="7421"/>
                </a:lnTo>
                <a:lnTo>
                  <a:pt x="8247" y="7415"/>
                </a:lnTo>
                <a:lnTo>
                  <a:pt x="8248" y="7406"/>
                </a:lnTo>
                <a:lnTo>
                  <a:pt x="8261" y="7391"/>
                </a:lnTo>
                <a:lnTo>
                  <a:pt x="8272" y="7390"/>
                </a:lnTo>
                <a:lnTo>
                  <a:pt x="8278" y="7389"/>
                </a:lnTo>
                <a:lnTo>
                  <a:pt x="8289" y="7384"/>
                </a:lnTo>
                <a:lnTo>
                  <a:pt x="8301" y="7365"/>
                </a:lnTo>
                <a:lnTo>
                  <a:pt x="8305" y="7349"/>
                </a:lnTo>
                <a:lnTo>
                  <a:pt x="8309" y="7333"/>
                </a:lnTo>
                <a:lnTo>
                  <a:pt x="8320" y="7318"/>
                </a:lnTo>
                <a:lnTo>
                  <a:pt x="8329" y="7312"/>
                </a:lnTo>
                <a:lnTo>
                  <a:pt x="8334" y="7312"/>
                </a:lnTo>
                <a:lnTo>
                  <a:pt x="8339" y="7313"/>
                </a:lnTo>
                <a:lnTo>
                  <a:pt x="8346" y="7308"/>
                </a:lnTo>
                <a:lnTo>
                  <a:pt x="8355" y="7286"/>
                </a:lnTo>
                <a:lnTo>
                  <a:pt x="8356" y="7263"/>
                </a:lnTo>
                <a:lnTo>
                  <a:pt x="8356" y="7237"/>
                </a:lnTo>
                <a:lnTo>
                  <a:pt x="8366" y="7220"/>
                </a:lnTo>
                <a:lnTo>
                  <a:pt x="8377" y="7219"/>
                </a:lnTo>
                <a:lnTo>
                  <a:pt x="8384" y="7222"/>
                </a:lnTo>
                <a:lnTo>
                  <a:pt x="8391" y="7224"/>
                </a:lnTo>
                <a:lnTo>
                  <a:pt x="8403" y="7223"/>
                </a:lnTo>
                <a:lnTo>
                  <a:pt x="8417" y="7211"/>
                </a:lnTo>
                <a:lnTo>
                  <a:pt x="8422" y="7193"/>
                </a:lnTo>
                <a:lnTo>
                  <a:pt x="8428" y="7175"/>
                </a:lnTo>
                <a:lnTo>
                  <a:pt x="8439" y="7158"/>
                </a:lnTo>
                <a:lnTo>
                  <a:pt x="8453" y="7161"/>
                </a:lnTo>
                <a:lnTo>
                  <a:pt x="8468" y="7184"/>
                </a:lnTo>
                <a:lnTo>
                  <a:pt x="8477" y="7203"/>
                </a:lnTo>
                <a:lnTo>
                  <a:pt x="8490" y="7235"/>
                </a:lnTo>
                <a:lnTo>
                  <a:pt x="8500" y="7243"/>
                </a:lnTo>
                <a:lnTo>
                  <a:pt x="8505" y="7227"/>
                </a:lnTo>
                <a:lnTo>
                  <a:pt x="8509" y="7213"/>
                </a:lnTo>
                <a:lnTo>
                  <a:pt x="8517" y="7196"/>
                </a:lnTo>
                <a:lnTo>
                  <a:pt x="8532" y="7182"/>
                </a:lnTo>
                <a:lnTo>
                  <a:pt x="8542" y="7178"/>
                </a:lnTo>
                <a:lnTo>
                  <a:pt x="8547" y="7181"/>
                </a:lnTo>
                <a:lnTo>
                  <a:pt x="8558" y="7184"/>
                </a:lnTo>
                <a:lnTo>
                  <a:pt x="8570" y="7184"/>
                </a:lnTo>
                <a:lnTo>
                  <a:pt x="8569" y="7164"/>
                </a:lnTo>
                <a:lnTo>
                  <a:pt x="8553" y="7133"/>
                </a:lnTo>
                <a:lnTo>
                  <a:pt x="8543" y="7112"/>
                </a:lnTo>
                <a:lnTo>
                  <a:pt x="8543" y="7101"/>
                </a:lnTo>
                <a:lnTo>
                  <a:pt x="8553" y="7103"/>
                </a:lnTo>
                <a:lnTo>
                  <a:pt x="8561" y="7106"/>
                </a:lnTo>
                <a:lnTo>
                  <a:pt x="8574" y="7110"/>
                </a:lnTo>
                <a:lnTo>
                  <a:pt x="8583" y="7103"/>
                </a:lnTo>
                <a:lnTo>
                  <a:pt x="8580" y="7094"/>
                </a:lnTo>
                <a:lnTo>
                  <a:pt x="8578" y="7087"/>
                </a:lnTo>
                <a:lnTo>
                  <a:pt x="8580" y="7078"/>
                </a:lnTo>
                <a:lnTo>
                  <a:pt x="8595" y="7074"/>
                </a:lnTo>
                <a:lnTo>
                  <a:pt x="8617" y="7077"/>
                </a:lnTo>
                <a:lnTo>
                  <a:pt x="8632" y="7082"/>
                </a:lnTo>
                <a:lnTo>
                  <a:pt x="8656" y="7100"/>
                </a:lnTo>
                <a:lnTo>
                  <a:pt x="8666" y="7121"/>
                </a:lnTo>
                <a:lnTo>
                  <a:pt x="8662" y="7132"/>
                </a:lnTo>
                <a:lnTo>
                  <a:pt x="8653" y="7136"/>
                </a:lnTo>
                <a:lnTo>
                  <a:pt x="8645" y="7137"/>
                </a:lnTo>
                <a:lnTo>
                  <a:pt x="8639" y="7138"/>
                </a:lnTo>
                <a:lnTo>
                  <a:pt x="8629" y="7149"/>
                </a:lnTo>
                <a:lnTo>
                  <a:pt x="8628" y="7159"/>
                </a:lnTo>
                <a:lnTo>
                  <a:pt x="8628" y="7162"/>
                </a:lnTo>
                <a:lnTo>
                  <a:pt x="8633" y="7164"/>
                </a:lnTo>
                <a:lnTo>
                  <a:pt x="8649" y="7158"/>
                </a:lnTo>
                <a:lnTo>
                  <a:pt x="8664" y="7146"/>
                </a:lnTo>
                <a:lnTo>
                  <a:pt x="8678" y="7132"/>
                </a:lnTo>
                <a:lnTo>
                  <a:pt x="8691" y="7106"/>
                </a:lnTo>
                <a:lnTo>
                  <a:pt x="8689" y="7099"/>
                </a:lnTo>
                <a:lnTo>
                  <a:pt x="8688" y="7089"/>
                </a:lnTo>
                <a:lnTo>
                  <a:pt x="8702" y="7052"/>
                </a:lnTo>
                <a:lnTo>
                  <a:pt x="8733" y="7003"/>
                </a:lnTo>
                <a:lnTo>
                  <a:pt x="8774" y="6953"/>
                </a:lnTo>
                <a:lnTo>
                  <a:pt x="8794" y="6932"/>
                </a:lnTo>
                <a:lnTo>
                  <a:pt x="8813" y="6916"/>
                </a:lnTo>
                <a:lnTo>
                  <a:pt x="8834" y="6908"/>
                </a:lnTo>
                <a:lnTo>
                  <a:pt x="8843" y="6909"/>
                </a:lnTo>
                <a:lnTo>
                  <a:pt x="8849" y="6916"/>
                </a:lnTo>
                <a:lnTo>
                  <a:pt x="8849" y="6927"/>
                </a:lnTo>
                <a:lnTo>
                  <a:pt x="8841" y="6952"/>
                </a:lnTo>
                <a:lnTo>
                  <a:pt x="8827" y="6974"/>
                </a:lnTo>
                <a:lnTo>
                  <a:pt x="8813" y="6995"/>
                </a:lnTo>
                <a:lnTo>
                  <a:pt x="8793" y="7038"/>
                </a:lnTo>
                <a:lnTo>
                  <a:pt x="8791" y="7051"/>
                </a:lnTo>
                <a:lnTo>
                  <a:pt x="8790" y="7063"/>
                </a:lnTo>
                <a:lnTo>
                  <a:pt x="8783" y="7082"/>
                </a:lnTo>
                <a:lnTo>
                  <a:pt x="8778" y="7086"/>
                </a:lnTo>
                <a:lnTo>
                  <a:pt x="8772" y="7091"/>
                </a:lnTo>
                <a:lnTo>
                  <a:pt x="8748" y="7124"/>
                </a:lnTo>
                <a:lnTo>
                  <a:pt x="8720" y="7169"/>
                </a:lnTo>
                <a:lnTo>
                  <a:pt x="8702" y="7207"/>
                </a:lnTo>
                <a:lnTo>
                  <a:pt x="8700" y="7216"/>
                </a:lnTo>
                <a:lnTo>
                  <a:pt x="8703" y="7221"/>
                </a:lnTo>
                <a:lnTo>
                  <a:pt x="8727" y="7226"/>
                </a:lnTo>
                <a:lnTo>
                  <a:pt x="8745" y="7227"/>
                </a:lnTo>
                <a:lnTo>
                  <a:pt x="8758" y="7227"/>
                </a:lnTo>
                <a:lnTo>
                  <a:pt x="8777" y="7222"/>
                </a:lnTo>
                <a:lnTo>
                  <a:pt x="8789" y="7208"/>
                </a:lnTo>
                <a:lnTo>
                  <a:pt x="8798" y="7184"/>
                </a:lnTo>
                <a:lnTo>
                  <a:pt x="8802" y="7165"/>
                </a:lnTo>
                <a:lnTo>
                  <a:pt x="8807" y="7136"/>
                </a:lnTo>
                <a:lnTo>
                  <a:pt x="8820" y="7114"/>
                </a:lnTo>
                <a:lnTo>
                  <a:pt x="8831" y="7111"/>
                </a:lnTo>
                <a:lnTo>
                  <a:pt x="8838" y="7113"/>
                </a:lnTo>
                <a:lnTo>
                  <a:pt x="8849" y="7115"/>
                </a:lnTo>
                <a:lnTo>
                  <a:pt x="8880" y="7107"/>
                </a:lnTo>
                <a:lnTo>
                  <a:pt x="8918" y="7086"/>
                </a:lnTo>
                <a:lnTo>
                  <a:pt x="8960" y="7057"/>
                </a:lnTo>
                <a:lnTo>
                  <a:pt x="9000" y="7021"/>
                </a:lnTo>
                <a:lnTo>
                  <a:pt x="9036" y="6982"/>
                </a:lnTo>
                <a:lnTo>
                  <a:pt x="9063" y="6945"/>
                </a:lnTo>
                <a:lnTo>
                  <a:pt x="9079" y="6911"/>
                </a:lnTo>
                <a:lnTo>
                  <a:pt x="9080" y="6898"/>
                </a:lnTo>
                <a:lnTo>
                  <a:pt x="9083" y="6880"/>
                </a:lnTo>
                <a:lnTo>
                  <a:pt x="9098" y="6844"/>
                </a:lnTo>
                <a:lnTo>
                  <a:pt x="9124" y="6813"/>
                </a:lnTo>
                <a:lnTo>
                  <a:pt x="9154" y="6795"/>
                </a:lnTo>
                <a:lnTo>
                  <a:pt x="9170" y="6793"/>
                </a:lnTo>
                <a:lnTo>
                  <a:pt x="9178" y="6792"/>
                </a:lnTo>
                <a:lnTo>
                  <a:pt x="9183" y="6781"/>
                </a:lnTo>
                <a:lnTo>
                  <a:pt x="9178" y="6773"/>
                </a:lnTo>
                <a:lnTo>
                  <a:pt x="9177" y="6768"/>
                </a:lnTo>
                <a:lnTo>
                  <a:pt x="9181" y="6753"/>
                </a:lnTo>
                <a:lnTo>
                  <a:pt x="9195" y="6725"/>
                </a:lnTo>
                <a:lnTo>
                  <a:pt x="9211" y="6706"/>
                </a:lnTo>
                <a:lnTo>
                  <a:pt x="9231" y="6684"/>
                </a:lnTo>
                <a:lnTo>
                  <a:pt x="9262" y="6639"/>
                </a:lnTo>
                <a:lnTo>
                  <a:pt x="9270" y="6622"/>
                </a:lnTo>
                <a:lnTo>
                  <a:pt x="9273" y="6612"/>
                </a:lnTo>
                <a:lnTo>
                  <a:pt x="9281" y="6601"/>
                </a:lnTo>
                <a:lnTo>
                  <a:pt x="9296" y="6608"/>
                </a:lnTo>
                <a:lnTo>
                  <a:pt x="9319" y="6632"/>
                </a:lnTo>
                <a:lnTo>
                  <a:pt x="9336" y="6651"/>
                </a:lnTo>
                <a:lnTo>
                  <a:pt x="9353" y="6661"/>
                </a:lnTo>
                <a:lnTo>
                  <a:pt x="9361" y="6657"/>
                </a:lnTo>
                <a:lnTo>
                  <a:pt x="9363" y="6651"/>
                </a:lnTo>
                <a:lnTo>
                  <a:pt x="9369" y="6643"/>
                </a:lnTo>
                <a:lnTo>
                  <a:pt x="9388" y="6631"/>
                </a:lnTo>
                <a:lnTo>
                  <a:pt x="9400" y="6630"/>
                </a:lnTo>
                <a:lnTo>
                  <a:pt x="9406" y="6628"/>
                </a:lnTo>
                <a:lnTo>
                  <a:pt x="9414" y="6623"/>
                </a:lnTo>
                <a:lnTo>
                  <a:pt x="9424" y="6603"/>
                </a:lnTo>
                <a:lnTo>
                  <a:pt x="9425" y="6584"/>
                </a:lnTo>
                <a:lnTo>
                  <a:pt x="9426" y="6565"/>
                </a:lnTo>
                <a:lnTo>
                  <a:pt x="9436" y="6542"/>
                </a:lnTo>
                <a:lnTo>
                  <a:pt x="9444" y="6539"/>
                </a:lnTo>
                <a:lnTo>
                  <a:pt x="9451" y="6537"/>
                </a:lnTo>
                <a:lnTo>
                  <a:pt x="9460" y="6522"/>
                </a:lnTo>
                <a:lnTo>
                  <a:pt x="9461" y="6512"/>
                </a:lnTo>
                <a:lnTo>
                  <a:pt x="9462" y="6501"/>
                </a:lnTo>
                <a:lnTo>
                  <a:pt x="9473" y="6486"/>
                </a:lnTo>
                <a:lnTo>
                  <a:pt x="9480" y="6485"/>
                </a:lnTo>
                <a:lnTo>
                  <a:pt x="9486" y="6484"/>
                </a:lnTo>
                <a:lnTo>
                  <a:pt x="9494" y="6480"/>
                </a:lnTo>
                <a:lnTo>
                  <a:pt x="9499" y="6467"/>
                </a:lnTo>
                <a:lnTo>
                  <a:pt x="9493" y="6443"/>
                </a:lnTo>
                <a:lnTo>
                  <a:pt x="9473" y="6422"/>
                </a:lnTo>
                <a:lnTo>
                  <a:pt x="9460" y="6415"/>
                </a:lnTo>
                <a:lnTo>
                  <a:pt x="9448" y="6411"/>
                </a:lnTo>
                <a:lnTo>
                  <a:pt x="9436" y="6404"/>
                </a:lnTo>
                <a:lnTo>
                  <a:pt x="9444" y="6390"/>
                </a:lnTo>
                <a:lnTo>
                  <a:pt x="9474" y="6376"/>
                </a:lnTo>
                <a:lnTo>
                  <a:pt x="9516" y="6351"/>
                </a:lnTo>
                <a:lnTo>
                  <a:pt x="9537" y="6333"/>
                </a:lnTo>
                <a:lnTo>
                  <a:pt x="9541" y="6329"/>
                </a:lnTo>
                <a:lnTo>
                  <a:pt x="9548" y="6325"/>
                </a:lnTo>
                <a:lnTo>
                  <a:pt x="9563" y="6329"/>
                </a:lnTo>
                <a:lnTo>
                  <a:pt x="9575" y="6338"/>
                </a:lnTo>
                <a:lnTo>
                  <a:pt x="9584" y="6344"/>
                </a:lnTo>
                <a:lnTo>
                  <a:pt x="9597" y="6349"/>
                </a:lnTo>
                <a:lnTo>
                  <a:pt x="9609" y="6345"/>
                </a:lnTo>
                <a:lnTo>
                  <a:pt x="9622" y="6331"/>
                </a:lnTo>
                <a:lnTo>
                  <a:pt x="9630" y="6320"/>
                </a:lnTo>
                <a:lnTo>
                  <a:pt x="9642" y="6302"/>
                </a:lnTo>
                <a:lnTo>
                  <a:pt x="9650" y="6269"/>
                </a:lnTo>
                <a:lnTo>
                  <a:pt x="9648" y="6257"/>
                </a:lnTo>
                <a:lnTo>
                  <a:pt x="9647" y="6251"/>
                </a:lnTo>
                <a:lnTo>
                  <a:pt x="9652" y="6235"/>
                </a:lnTo>
                <a:lnTo>
                  <a:pt x="9670" y="6206"/>
                </a:lnTo>
                <a:lnTo>
                  <a:pt x="9690" y="6186"/>
                </a:lnTo>
                <a:lnTo>
                  <a:pt x="9739" y="6140"/>
                </a:lnTo>
                <a:lnTo>
                  <a:pt x="9695" y="6138"/>
                </a:lnTo>
                <a:lnTo>
                  <a:pt x="9678" y="6138"/>
                </a:lnTo>
                <a:lnTo>
                  <a:pt x="9670" y="6134"/>
                </a:lnTo>
                <a:lnTo>
                  <a:pt x="9673" y="6130"/>
                </a:lnTo>
                <a:lnTo>
                  <a:pt x="9679" y="6127"/>
                </a:lnTo>
                <a:lnTo>
                  <a:pt x="9696" y="6121"/>
                </a:lnTo>
                <a:lnTo>
                  <a:pt x="9729" y="6098"/>
                </a:lnTo>
                <a:lnTo>
                  <a:pt x="9760" y="6068"/>
                </a:lnTo>
                <a:lnTo>
                  <a:pt x="9785" y="6032"/>
                </a:lnTo>
                <a:lnTo>
                  <a:pt x="9793" y="6013"/>
                </a:lnTo>
                <a:lnTo>
                  <a:pt x="9805" y="5986"/>
                </a:lnTo>
                <a:lnTo>
                  <a:pt x="9815" y="5984"/>
                </a:lnTo>
                <a:lnTo>
                  <a:pt x="9819" y="6008"/>
                </a:lnTo>
                <a:lnTo>
                  <a:pt x="9823" y="6024"/>
                </a:lnTo>
                <a:lnTo>
                  <a:pt x="9842" y="6051"/>
                </a:lnTo>
                <a:lnTo>
                  <a:pt x="9853" y="6057"/>
                </a:lnTo>
                <a:lnTo>
                  <a:pt x="9860" y="6059"/>
                </a:lnTo>
                <a:lnTo>
                  <a:pt x="9870" y="6060"/>
                </a:lnTo>
                <a:lnTo>
                  <a:pt x="9875" y="6049"/>
                </a:lnTo>
                <a:lnTo>
                  <a:pt x="9869" y="6032"/>
                </a:lnTo>
                <a:lnTo>
                  <a:pt x="9866" y="6018"/>
                </a:lnTo>
                <a:lnTo>
                  <a:pt x="9868" y="6001"/>
                </a:lnTo>
                <a:lnTo>
                  <a:pt x="9872" y="5996"/>
                </a:lnTo>
                <a:lnTo>
                  <a:pt x="9877" y="5996"/>
                </a:lnTo>
                <a:lnTo>
                  <a:pt x="9884" y="5997"/>
                </a:lnTo>
                <a:lnTo>
                  <a:pt x="9896" y="6009"/>
                </a:lnTo>
                <a:lnTo>
                  <a:pt x="9898" y="6018"/>
                </a:lnTo>
                <a:lnTo>
                  <a:pt x="9898" y="6022"/>
                </a:lnTo>
                <a:lnTo>
                  <a:pt x="9901" y="6024"/>
                </a:lnTo>
                <a:lnTo>
                  <a:pt x="9907" y="6018"/>
                </a:lnTo>
                <a:lnTo>
                  <a:pt x="9913" y="6005"/>
                </a:lnTo>
                <a:lnTo>
                  <a:pt x="9919" y="5988"/>
                </a:lnTo>
                <a:lnTo>
                  <a:pt x="9919" y="5948"/>
                </a:lnTo>
                <a:lnTo>
                  <a:pt x="9913" y="5931"/>
                </a:lnTo>
                <a:lnTo>
                  <a:pt x="9910" y="5920"/>
                </a:lnTo>
                <a:lnTo>
                  <a:pt x="9913" y="5897"/>
                </a:lnTo>
                <a:lnTo>
                  <a:pt x="9923" y="5874"/>
                </a:lnTo>
                <a:lnTo>
                  <a:pt x="9941" y="5851"/>
                </a:lnTo>
                <a:lnTo>
                  <a:pt x="9963" y="5833"/>
                </a:lnTo>
                <a:lnTo>
                  <a:pt x="9987" y="5818"/>
                </a:lnTo>
                <a:lnTo>
                  <a:pt x="10010" y="5810"/>
                </a:lnTo>
                <a:lnTo>
                  <a:pt x="10033" y="5810"/>
                </a:lnTo>
                <a:lnTo>
                  <a:pt x="10043" y="5814"/>
                </a:lnTo>
                <a:lnTo>
                  <a:pt x="10052" y="5820"/>
                </a:lnTo>
                <a:lnTo>
                  <a:pt x="10069" y="5824"/>
                </a:lnTo>
                <a:lnTo>
                  <a:pt x="10095" y="5821"/>
                </a:lnTo>
                <a:lnTo>
                  <a:pt x="10114" y="5811"/>
                </a:lnTo>
                <a:lnTo>
                  <a:pt x="10130" y="5799"/>
                </a:lnTo>
                <a:lnTo>
                  <a:pt x="10145" y="5773"/>
                </a:lnTo>
                <a:lnTo>
                  <a:pt x="10141" y="5749"/>
                </a:lnTo>
                <a:lnTo>
                  <a:pt x="10118" y="5735"/>
                </a:lnTo>
                <a:lnTo>
                  <a:pt x="10100" y="5735"/>
                </a:lnTo>
                <a:lnTo>
                  <a:pt x="10082" y="5735"/>
                </a:lnTo>
                <a:lnTo>
                  <a:pt x="10067" y="5733"/>
                </a:lnTo>
                <a:lnTo>
                  <a:pt x="10063" y="5729"/>
                </a:lnTo>
                <a:lnTo>
                  <a:pt x="10065" y="5717"/>
                </a:lnTo>
                <a:lnTo>
                  <a:pt x="10087" y="5691"/>
                </a:lnTo>
                <a:lnTo>
                  <a:pt x="10107" y="5671"/>
                </a:lnTo>
                <a:lnTo>
                  <a:pt x="10121" y="5658"/>
                </a:lnTo>
                <a:lnTo>
                  <a:pt x="10142" y="5642"/>
                </a:lnTo>
                <a:lnTo>
                  <a:pt x="10155" y="5639"/>
                </a:lnTo>
                <a:lnTo>
                  <a:pt x="10168" y="5650"/>
                </a:lnTo>
                <a:lnTo>
                  <a:pt x="10176" y="5660"/>
                </a:lnTo>
                <a:lnTo>
                  <a:pt x="10182" y="5668"/>
                </a:lnTo>
                <a:lnTo>
                  <a:pt x="10196" y="5679"/>
                </a:lnTo>
                <a:lnTo>
                  <a:pt x="10222" y="5684"/>
                </a:lnTo>
                <a:lnTo>
                  <a:pt x="10254" y="5674"/>
                </a:lnTo>
                <a:lnTo>
                  <a:pt x="10270" y="5655"/>
                </a:lnTo>
                <a:lnTo>
                  <a:pt x="10277" y="5637"/>
                </a:lnTo>
                <a:lnTo>
                  <a:pt x="10277" y="5627"/>
                </a:lnTo>
                <a:lnTo>
                  <a:pt x="10278" y="5609"/>
                </a:lnTo>
                <a:lnTo>
                  <a:pt x="10284" y="5601"/>
                </a:lnTo>
                <a:lnTo>
                  <a:pt x="10290" y="5606"/>
                </a:lnTo>
                <a:lnTo>
                  <a:pt x="10293" y="5611"/>
                </a:lnTo>
                <a:lnTo>
                  <a:pt x="10298" y="5619"/>
                </a:lnTo>
                <a:lnTo>
                  <a:pt x="10304" y="5624"/>
                </a:lnTo>
                <a:lnTo>
                  <a:pt x="10313" y="5618"/>
                </a:lnTo>
                <a:lnTo>
                  <a:pt x="10319" y="5599"/>
                </a:lnTo>
                <a:lnTo>
                  <a:pt x="10320" y="5584"/>
                </a:lnTo>
                <a:lnTo>
                  <a:pt x="10316" y="5561"/>
                </a:lnTo>
                <a:lnTo>
                  <a:pt x="10310" y="5557"/>
                </a:lnTo>
                <a:lnTo>
                  <a:pt x="10306" y="5556"/>
                </a:lnTo>
                <a:lnTo>
                  <a:pt x="10301" y="5547"/>
                </a:lnTo>
                <a:lnTo>
                  <a:pt x="10299" y="5527"/>
                </a:lnTo>
                <a:lnTo>
                  <a:pt x="10303" y="5510"/>
                </a:lnTo>
                <a:lnTo>
                  <a:pt x="10309" y="5495"/>
                </a:lnTo>
                <a:lnTo>
                  <a:pt x="10320" y="5481"/>
                </a:lnTo>
                <a:lnTo>
                  <a:pt x="10327" y="5478"/>
                </a:lnTo>
                <a:lnTo>
                  <a:pt x="10330" y="5480"/>
                </a:lnTo>
                <a:lnTo>
                  <a:pt x="10334" y="5480"/>
                </a:lnTo>
                <a:lnTo>
                  <a:pt x="10342" y="5476"/>
                </a:lnTo>
                <a:lnTo>
                  <a:pt x="10355" y="5460"/>
                </a:lnTo>
                <a:lnTo>
                  <a:pt x="10364" y="5443"/>
                </a:lnTo>
                <a:lnTo>
                  <a:pt x="10375" y="5424"/>
                </a:lnTo>
                <a:lnTo>
                  <a:pt x="10394" y="5405"/>
                </a:lnTo>
                <a:lnTo>
                  <a:pt x="10408" y="5398"/>
                </a:lnTo>
                <a:lnTo>
                  <a:pt x="10413" y="5398"/>
                </a:lnTo>
                <a:lnTo>
                  <a:pt x="10424" y="5396"/>
                </a:lnTo>
                <a:lnTo>
                  <a:pt x="10439" y="5384"/>
                </a:lnTo>
                <a:lnTo>
                  <a:pt x="10440" y="5374"/>
                </a:lnTo>
                <a:lnTo>
                  <a:pt x="10441" y="5364"/>
                </a:lnTo>
                <a:lnTo>
                  <a:pt x="10449" y="5367"/>
                </a:lnTo>
                <a:lnTo>
                  <a:pt x="10456" y="5378"/>
                </a:lnTo>
                <a:lnTo>
                  <a:pt x="10462" y="5385"/>
                </a:lnTo>
                <a:lnTo>
                  <a:pt x="10473" y="5391"/>
                </a:lnTo>
                <a:lnTo>
                  <a:pt x="10498" y="5382"/>
                </a:lnTo>
                <a:lnTo>
                  <a:pt x="10527" y="5361"/>
                </a:lnTo>
                <a:lnTo>
                  <a:pt x="10555" y="5339"/>
                </a:lnTo>
                <a:lnTo>
                  <a:pt x="10594" y="5296"/>
                </a:lnTo>
                <a:lnTo>
                  <a:pt x="10608" y="5262"/>
                </a:lnTo>
                <a:lnTo>
                  <a:pt x="10612" y="5241"/>
                </a:lnTo>
                <a:lnTo>
                  <a:pt x="10610" y="5220"/>
                </a:lnTo>
                <a:lnTo>
                  <a:pt x="10602" y="5199"/>
                </a:lnTo>
                <a:lnTo>
                  <a:pt x="10597" y="5189"/>
                </a:lnTo>
                <a:lnTo>
                  <a:pt x="10588" y="5176"/>
                </a:lnTo>
                <a:lnTo>
                  <a:pt x="10578" y="5157"/>
                </a:lnTo>
                <a:lnTo>
                  <a:pt x="10578" y="5143"/>
                </a:lnTo>
                <a:lnTo>
                  <a:pt x="10589" y="5130"/>
                </a:lnTo>
                <a:lnTo>
                  <a:pt x="10598" y="5122"/>
                </a:lnTo>
                <a:lnTo>
                  <a:pt x="10614" y="5110"/>
                </a:lnTo>
                <a:lnTo>
                  <a:pt x="10622" y="5111"/>
                </a:lnTo>
                <a:lnTo>
                  <a:pt x="10614" y="5126"/>
                </a:lnTo>
                <a:lnTo>
                  <a:pt x="10612" y="5131"/>
                </a:lnTo>
                <a:lnTo>
                  <a:pt x="10614" y="5133"/>
                </a:lnTo>
                <a:lnTo>
                  <a:pt x="10629" y="5121"/>
                </a:lnTo>
                <a:lnTo>
                  <a:pt x="10647" y="5103"/>
                </a:lnTo>
                <a:lnTo>
                  <a:pt x="10665" y="5081"/>
                </a:lnTo>
                <a:lnTo>
                  <a:pt x="10691" y="5040"/>
                </a:lnTo>
                <a:lnTo>
                  <a:pt x="10695" y="5026"/>
                </a:lnTo>
                <a:lnTo>
                  <a:pt x="10696" y="5015"/>
                </a:lnTo>
                <a:lnTo>
                  <a:pt x="10714" y="4988"/>
                </a:lnTo>
                <a:lnTo>
                  <a:pt x="10728" y="4978"/>
                </a:lnTo>
                <a:lnTo>
                  <a:pt x="10743" y="4965"/>
                </a:lnTo>
                <a:lnTo>
                  <a:pt x="10768" y="4919"/>
                </a:lnTo>
                <a:lnTo>
                  <a:pt x="10774" y="4894"/>
                </a:lnTo>
                <a:lnTo>
                  <a:pt x="10777" y="4880"/>
                </a:lnTo>
                <a:lnTo>
                  <a:pt x="10787" y="4858"/>
                </a:lnTo>
                <a:lnTo>
                  <a:pt x="10798" y="4844"/>
                </a:lnTo>
                <a:lnTo>
                  <a:pt x="10812" y="4837"/>
                </a:lnTo>
                <a:lnTo>
                  <a:pt x="10821" y="4836"/>
                </a:lnTo>
                <a:lnTo>
                  <a:pt x="10828" y="4835"/>
                </a:lnTo>
                <a:lnTo>
                  <a:pt x="10845" y="4828"/>
                </a:lnTo>
                <a:lnTo>
                  <a:pt x="10869" y="4804"/>
                </a:lnTo>
                <a:lnTo>
                  <a:pt x="10892" y="4763"/>
                </a:lnTo>
                <a:lnTo>
                  <a:pt x="10896" y="4736"/>
                </a:lnTo>
                <a:lnTo>
                  <a:pt x="10892" y="4723"/>
                </a:lnTo>
                <a:lnTo>
                  <a:pt x="10886" y="4720"/>
                </a:lnTo>
                <a:lnTo>
                  <a:pt x="10883" y="4719"/>
                </a:lnTo>
                <a:lnTo>
                  <a:pt x="10883" y="4716"/>
                </a:lnTo>
                <a:lnTo>
                  <a:pt x="10894" y="4712"/>
                </a:lnTo>
                <a:lnTo>
                  <a:pt x="10908" y="4711"/>
                </a:lnTo>
                <a:lnTo>
                  <a:pt x="10918" y="4710"/>
                </a:lnTo>
                <a:lnTo>
                  <a:pt x="10935" y="4705"/>
                </a:lnTo>
                <a:lnTo>
                  <a:pt x="10949" y="4695"/>
                </a:lnTo>
                <a:lnTo>
                  <a:pt x="10958" y="4681"/>
                </a:lnTo>
                <a:lnTo>
                  <a:pt x="10961" y="4673"/>
                </a:lnTo>
                <a:lnTo>
                  <a:pt x="10963" y="4663"/>
                </a:lnTo>
                <a:lnTo>
                  <a:pt x="10971" y="4650"/>
                </a:lnTo>
                <a:lnTo>
                  <a:pt x="10982" y="4644"/>
                </a:lnTo>
                <a:lnTo>
                  <a:pt x="10996" y="4644"/>
                </a:lnTo>
                <a:lnTo>
                  <a:pt x="11005" y="4646"/>
                </a:lnTo>
                <a:lnTo>
                  <a:pt x="11021" y="4651"/>
                </a:lnTo>
                <a:lnTo>
                  <a:pt x="11031" y="4647"/>
                </a:lnTo>
                <a:lnTo>
                  <a:pt x="11030" y="4638"/>
                </a:lnTo>
                <a:lnTo>
                  <a:pt x="11028" y="4632"/>
                </a:lnTo>
                <a:lnTo>
                  <a:pt x="11025" y="4620"/>
                </a:lnTo>
                <a:lnTo>
                  <a:pt x="11030" y="4599"/>
                </a:lnTo>
                <a:lnTo>
                  <a:pt x="11037" y="4594"/>
                </a:lnTo>
                <a:lnTo>
                  <a:pt x="11044" y="4587"/>
                </a:lnTo>
                <a:lnTo>
                  <a:pt x="11048" y="4567"/>
                </a:lnTo>
                <a:lnTo>
                  <a:pt x="11044" y="4556"/>
                </a:lnTo>
                <a:lnTo>
                  <a:pt x="11042" y="4544"/>
                </a:lnTo>
                <a:lnTo>
                  <a:pt x="11048" y="4534"/>
                </a:lnTo>
                <a:lnTo>
                  <a:pt x="11060" y="4537"/>
                </a:lnTo>
                <a:lnTo>
                  <a:pt x="11067" y="4538"/>
                </a:lnTo>
                <a:lnTo>
                  <a:pt x="11082" y="4537"/>
                </a:lnTo>
                <a:lnTo>
                  <a:pt x="11111" y="4525"/>
                </a:lnTo>
                <a:lnTo>
                  <a:pt x="11130" y="4510"/>
                </a:lnTo>
                <a:lnTo>
                  <a:pt x="11148" y="4496"/>
                </a:lnTo>
                <a:lnTo>
                  <a:pt x="11183" y="4477"/>
                </a:lnTo>
                <a:lnTo>
                  <a:pt x="11195" y="4474"/>
                </a:lnTo>
                <a:lnTo>
                  <a:pt x="11205" y="4472"/>
                </a:lnTo>
                <a:lnTo>
                  <a:pt x="11223" y="4453"/>
                </a:lnTo>
                <a:lnTo>
                  <a:pt x="11229" y="4437"/>
                </a:lnTo>
                <a:lnTo>
                  <a:pt x="11236" y="4419"/>
                </a:lnTo>
                <a:lnTo>
                  <a:pt x="11253" y="4405"/>
                </a:lnTo>
                <a:lnTo>
                  <a:pt x="11264" y="4403"/>
                </a:lnTo>
                <a:lnTo>
                  <a:pt x="11281" y="4408"/>
                </a:lnTo>
                <a:lnTo>
                  <a:pt x="11299" y="4434"/>
                </a:lnTo>
                <a:lnTo>
                  <a:pt x="11305" y="4456"/>
                </a:lnTo>
                <a:lnTo>
                  <a:pt x="11311" y="4487"/>
                </a:lnTo>
                <a:lnTo>
                  <a:pt x="11321" y="4498"/>
                </a:lnTo>
                <a:lnTo>
                  <a:pt x="11331" y="4490"/>
                </a:lnTo>
                <a:lnTo>
                  <a:pt x="11338" y="4480"/>
                </a:lnTo>
                <a:lnTo>
                  <a:pt x="11344" y="4470"/>
                </a:lnTo>
                <a:lnTo>
                  <a:pt x="11350" y="4456"/>
                </a:lnTo>
                <a:lnTo>
                  <a:pt x="11346" y="4442"/>
                </a:lnTo>
                <a:lnTo>
                  <a:pt x="11333" y="4427"/>
                </a:lnTo>
                <a:lnTo>
                  <a:pt x="11321" y="4418"/>
                </a:lnTo>
                <a:lnTo>
                  <a:pt x="11283" y="4387"/>
                </a:lnTo>
                <a:lnTo>
                  <a:pt x="11334" y="4340"/>
                </a:lnTo>
                <a:lnTo>
                  <a:pt x="11354" y="4321"/>
                </a:lnTo>
                <a:lnTo>
                  <a:pt x="11376" y="4295"/>
                </a:lnTo>
                <a:lnTo>
                  <a:pt x="11375" y="4293"/>
                </a:lnTo>
                <a:lnTo>
                  <a:pt x="11372" y="4293"/>
                </a:lnTo>
                <a:lnTo>
                  <a:pt x="11371" y="4288"/>
                </a:lnTo>
                <a:lnTo>
                  <a:pt x="11379" y="4277"/>
                </a:lnTo>
                <a:lnTo>
                  <a:pt x="11391" y="4266"/>
                </a:lnTo>
                <a:lnTo>
                  <a:pt x="11402" y="4255"/>
                </a:lnTo>
                <a:lnTo>
                  <a:pt x="11428" y="4240"/>
                </a:lnTo>
                <a:lnTo>
                  <a:pt x="11438" y="4238"/>
                </a:lnTo>
                <a:lnTo>
                  <a:pt x="11442" y="4238"/>
                </a:lnTo>
                <a:lnTo>
                  <a:pt x="11449" y="4233"/>
                </a:lnTo>
                <a:lnTo>
                  <a:pt x="11453" y="4220"/>
                </a:lnTo>
                <a:lnTo>
                  <a:pt x="11449" y="4206"/>
                </a:lnTo>
                <a:lnTo>
                  <a:pt x="11447" y="4200"/>
                </a:lnTo>
                <a:lnTo>
                  <a:pt x="11450" y="4197"/>
                </a:lnTo>
                <a:lnTo>
                  <a:pt x="11465" y="4209"/>
                </a:lnTo>
                <a:lnTo>
                  <a:pt x="11483" y="4230"/>
                </a:lnTo>
                <a:lnTo>
                  <a:pt x="11530" y="4284"/>
                </a:lnTo>
                <a:lnTo>
                  <a:pt x="11501" y="4215"/>
                </a:lnTo>
                <a:lnTo>
                  <a:pt x="11491" y="4186"/>
                </a:lnTo>
                <a:lnTo>
                  <a:pt x="11485" y="4161"/>
                </a:lnTo>
                <a:lnTo>
                  <a:pt x="11488" y="4154"/>
                </a:lnTo>
                <a:lnTo>
                  <a:pt x="11490" y="4155"/>
                </a:lnTo>
                <a:lnTo>
                  <a:pt x="11494" y="4157"/>
                </a:lnTo>
                <a:lnTo>
                  <a:pt x="11505" y="4156"/>
                </a:lnTo>
                <a:lnTo>
                  <a:pt x="11521" y="4145"/>
                </a:lnTo>
                <a:lnTo>
                  <a:pt x="11532" y="4130"/>
                </a:lnTo>
                <a:lnTo>
                  <a:pt x="11542" y="4116"/>
                </a:lnTo>
                <a:lnTo>
                  <a:pt x="11564" y="4096"/>
                </a:lnTo>
                <a:lnTo>
                  <a:pt x="11571" y="4094"/>
                </a:lnTo>
                <a:lnTo>
                  <a:pt x="11581" y="4091"/>
                </a:lnTo>
                <a:lnTo>
                  <a:pt x="11616" y="4064"/>
                </a:lnTo>
                <a:lnTo>
                  <a:pt x="11637" y="4043"/>
                </a:lnTo>
                <a:lnTo>
                  <a:pt x="11692" y="3987"/>
                </a:lnTo>
                <a:lnTo>
                  <a:pt x="11769" y="3916"/>
                </a:lnTo>
                <a:lnTo>
                  <a:pt x="11803" y="3884"/>
                </a:lnTo>
                <a:lnTo>
                  <a:pt x="11840" y="3841"/>
                </a:lnTo>
                <a:lnTo>
                  <a:pt x="11853" y="3819"/>
                </a:lnTo>
                <a:lnTo>
                  <a:pt x="11854" y="3812"/>
                </a:lnTo>
                <a:lnTo>
                  <a:pt x="11855" y="3803"/>
                </a:lnTo>
                <a:lnTo>
                  <a:pt x="11864" y="3787"/>
                </a:lnTo>
                <a:lnTo>
                  <a:pt x="11871" y="3785"/>
                </a:lnTo>
                <a:lnTo>
                  <a:pt x="11883" y="3781"/>
                </a:lnTo>
                <a:lnTo>
                  <a:pt x="11937" y="3739"/>
                </a:lnTo>
                <a:lnTo>
                  <a:pt x="11973" y="3708"/>
                </a:lnTo>
                <a:lnTo>
                  <a:pt x="11996" y="3685"/>
                </a:lnTo>
                <a:lnTo>
                  <a:pt x="12028" y="3652"/>
                </a:lnTo>
                <a:lnTo>
                  <a:pt x="12046" y="3624"/>
                </a:lnTo>
                <a:lnTo>
                  <a:pt x="12049" y="3602"/>
                </a:lnTo>
                <a:lnTo>
                  <a:pt x="12047" y="3590"/>
                </a:lnTo>
                <a:lnTo>
                  <a:pt x="12042" y="3574"/>
                </a:lnTo>
                <a:lnTo>
                  <a:pt x="12046" y="3549"/>
                </a:lnTo>
                <a:lnTo>
                  <a:pt x="12052" y="3543"/>
                </a:lnTo>
                <a:lnTo>
                  <a:pt x="12055" y="3542"/>
                </a:lnTo>
                <a:lnTo>
                  <a:pt x="12063" y="3544"/>
                </a:lnTo>
                <a:lnTo>
                  <a:pt x="12074" y="3559"/>
                </a:lnTo>
                <a:lnTo>
                  <a:pt x="12079" y="3578"/>
                </a:lnTo>
                <a:lnTo>
                  <a:pt x="12086" y="3596"/>
                </a:lnTo>
                <a:lnTo>
                  <a:pt x="12101" y="3620"/>
                </a:lnTo>
                <a:lnTo>
                  <a:pt x="12109" y="3622"/>
                </a:lnTo>
                <a:lnTo>
                  <a:pt x="12116" y="3622"/>
                </a:lnTo>
                <a:lnTo>
                  <a:pt x="12125" y="3615"/>
                </a:lnTo>
                <a:lnTo>
                  <a:pt x="12125" y="3602"/>
                </a:lnTo>
                <a:lnTo>
                  <a:pt x="12117" y="3582"/>
                </a:lnTo>
                <a:lnTo>
                  <a:pt x="12110" y="3570"/>
                </a:lnTo>
                <a:lnTo>
                  <a:pt x="12107" y="3562"/>
                </a:lnTo>
                <a:lnTo>
                  <a:pt x="12107" y="3549"/>
                </a:lnTo>
                <a:lnTo>
                  <a:pt x="12125" y="3528"/>
                </a:lnTo>
                <a:lnTo>
                  <a:pt x="12156" y="3510"/>
                </a:lnTo>
                <a:lnTo>
                  <a:pt x="12182" y="3498"/>
                </a:lnTo>
                <a:lnTo>
                  <a:pt x="12227" y="3486"/>
                </a:lnTo>
                <a:lnTo>
                  <a:pt x="12239" y="3489"/>
                </a:lnTo>
                <a:lnTo>
                  <a:pt x="12247" y="3493"/>
                </a:lnTo>
                <a:lnTo>
                  <a:pt x="12250" y="3490"/>
                </a:lnTo>
                <a:lnTo>
                  <a:pt x="12246" y="3481"/>
                </a:lnTo>
                <a:lnTo>
                  <a:pt x="12245" y="3476"/>
                </a:lnTo>
                <a:lnTo>
                  <a:pt x="12248" y="3460"/>
                </a:lnTo>
                <a:lnTo>
                  <a:pt x="12269" y="3431"/>
                </a:lnTo>
                <a:lnTo>
                  <a:pt x="12292" y="3410"/>
                </a:lnTo>
                <a:lnTo>
                  <a:pt x="12347" y="3360"/>
                </a:lnTo>
                <a:lnTo>
                  <a:pt x="12420" y="3289"/>
                </a:lnTo>
                <a:lnTo>
                  <a:pt x="12458" y="3244"/>
                </a:lnTo>
                <a:lnTo>
                  <a:pt x="12479" y="3222"/>
                </a:lnTo>
                <a:lnTo>
                  <a:pt x="12506" y="3199"/>
                </a:lnTo>
                <a:lnTo>
                  <a:pt x="12520" y="3194"/>
                </a:lnTo>
                <a:lnTo>
                  <a:pt x="12523" y="3195"/>
                </a:lnTo>
                <a:lnTo>
                  <a:pt x="12531" y="3197"/>
                </a:lnTo>
                <a:lnTo>
                  <a:pt x="12551" y="3182"/>
                </a:lnTo>
                <a:lnTo>
                  <a:pt x="12561" y="3168"/>
                </a:lnTo>
                <a:lnTo>
                  <a:pt x="12573" y="3155"/>
                </a:lnTo>
                <a:lnTo>
                  <a:pt x="12600" y="3135"/>
                </a:lnTo>
                <a:lnTo>
                  <a:pt x="12610" y="3133"/>
                </a:lnTo>
                <a:lnTo>
                  <a:pt x="12619" y="3131"/>
                </a:lnTo>
                <a:lnTo>
                  <a:pt x="12636" y="3111"/>
                </a:lnTo>
                <a:lnTo>
                  <a:pt x="12643" y="3097"/>
                </a:lnTo>
                <a:lnTo>
                  <a:pt x="12646" y="3090"/>
                </a:lnTo>
                <a:lnTo>
                  <a:pt x="12660" y="3074"/>
                </a:lnTo>
                <a:lnTo>
                  <a:pt x="12692" y="3051"/>
                </a:lnTo>
                <a:lnTo>
                  <a:pt x="12718" y="3040"/>
                </a:lnTo>
                <a:lnTo>
                  <a:pt x="12742" y="3031"/>
                </a:lnTo>
                <a:lnTo>
                  <a:pt x="12776" y="3010"/>
                </a:lnTo>
                <a:lnTo>
                  <a:pt x="12779" y="3003"/>
                </a:lnTo>
                <a:lnTo>
                  <a:pt x="12782" y="2993"/>
                </a:lnTo>
                <a:lnTo>
                  <a:pt x="12804" y="2966"/>
                </a:lnTo>
                <a:lnTo>
                  <a:pt x="12836" y="2940"/>
                </a:lnTo>
                <a:lnTo>
                  <a:pt x="12866" y="2926"/>
                </a:lnTo>
                <a:lnTo>
                  <a:pt x="12873" y="2927"/>
                </a:lnTo>
                <a:lnTo>
                  <a:pt x="12879" y="2930"/>
                </a:lnTo>
                <a:lnTo>
                  <a:pt x="12887" y="2921"/>
                </a:lnTo>
                <a:lnTo>
                  <a:pt x="12888" y="2913"/>
                </a:lnTo>
                <a:lnTo>
                  <a:pt x="12889" y="2903"/>
                </a:lnTo>
                <a:lnTo>
                  <a:pt x="12897" y="2904"/>
                </a:lnTo>
                <a:lnTo>
                  <a:pt x="12906" y="2916"/>
                </a:lnTo>
                <a:lnTo>
                  <a:pt x="12913" y="2927"/>
                </a:lnTo>
                <a:lnTo>
                  <a:pt x="12924" y="2936"/>
                </a:lnTo>
                <a:lnTo>
                  <a:pt x="12926" y="2934"/>
                </a:lnTo>
                <a:lnTo>
                  <a:pt x="12928" y="2919"/>
                </a:lnTo>
                <a:lnTo>
                  <a:pt x="12933" y="2889"/>
                </a:lnTo>
                <a:lnTo>
                  <a:pt x="12938" y="2873"/>
                </a:lnTo>
                <a:lnTo>
                  <a:pt x="12957" y="2843"/>
                </a:lnTo>
                <a:lnTo>
                  <a:pt x="12969" y="2834"/>
                </a:lnTo>
                <a:lnTo>
                  <a:pt x="13001" y="2813"/>
                </a:lnTo>
                <a:lnTo>
                  <a:pt x="13037" y="2784"/>
                </a:lnTo>
                <a:lnTo>
                  <a:pt x="13070" y="2760"/>
                </a:lnTo>
                <a:lnTo>
                  <a:pt x="13089" y="2753"/>
                </a:lnTo>
                <a:lnTo>
                  <a:pt x="13095" y="2752"/>
                </a:lnTo>
                <a:lnTo>
                  <a:pt x="13098" y="2736"/>
                </a:lnTo>
                <a:lnTo>
                  <a:pt x="13094" y="2726"/>
                </a:lnTo>
                <a:lnTo>
                  <a:pt x="13092" y="2719"/>
                </a:lnTo>
                <a:lnTo>
                  <a:pt x="13092" y="2709"/>
                </a:lnTo>
                <a:lnTo>
                  <a:pt x="13104" y="2700"/>
                </a:lnTo>
                <a:lnTo>
                  <a:pt x="13121" y="2698"/>
                </a:lnTo>
                <a:lnTo>
                  <a:pt x="13138" y="2697"/>
                </a:lnTo>
                <a:lnTo>
                  <a:pt x="13165" y="2682"/>
                </a:lnTo>
                <a:lnTo>
                  <a:pt x="13170" y="2671"/>
                </a:lnTo>
                <a:lnTo>
                  <a:pt x="13177" y="2661"/>
                </a:lnTo>
                <a:lnTo>
                  <a:pt x="13195" y="2646"/>
                </a:lnTo>
                <a:lnTo>
                  <a:pt x="13205" y="2644"/>
                </a:lnTo>
                <a:lnTo>
                  <a:pt x="13215" y="2643"/>
                </a:lnTo>
                <a:lnTo>
                  <a:pt x="13235" y="2627"/>
                </a:lnTo>
                <a:lnTo>
                  <a:pt x="13240" y="2616"/>
                </a:lnTo>
                <a:lnTo>
                  <a:pt x="13244" y="2605"/>
                </a:lnTo>
                <a:lnTo>
                  <a:pt x="13261" y="2596"/>
                </a:lnTo>
                <a:lnTo>
                  <a:pt x="13268" y="2600"/>
                </a:lnTo>
                <a:lnTo>
                  <a:pt x="13276" y="2602"/>
                </a:lnTo>
                <a:lnTo>
                  <a:pt x="13286" y="2592"/>
                </a:lnTo>
                <a:lnTo>
                  <a:pt x="13287" y="2581"/>
                </a:lnTo>
                <a:lnTo>
                  <a:pt x="13288" y="2575"/>
                </a:lnTo>
                <a:lnTo>
                  <a:pt x="13298" y="2560"/>
                </a:lnTo>
                <a:lnTo>
                  <a:pt x="13325" y="2538"/>
                </a:lnTo>
                <a:lnTo>
                  <a:pt x="13350" y="2525"/>
                </a:lnTo>
                <a:lnTo>
                  <a:pt x="13374" y="2514"/>
                </a:lnTo>
                <a:lnTo>
                  <a:pt x="13401" y="2492"/>
                </a:lnTo>
                <a:lnTo>
                  <a:pt x="13403" y="2480"/>
                </a:lnTo>
                <a:lnTo>
                  <a:pt x="13398" y="2475"/>
                </a:lnTo>
                <a:lnTo>
                  <a:pt x="13377" y="2471"/>
                </a:lnTo>
                <a:lnTo>
                  <a:pt x="13354" y="2476"/>
                </a:lnTo>
                <a:lnTo>
                  <a:pt x="13314" y="2486"/>
                </a:lnTo>
                <a:lnTo>
                  <a:pt x="13355" y="2445"/>
                </a:lnTo>
                <a:lnTo>
                  <a:pt x="13374" y="2430"/>
                </a:lnTo>
                <a:lnTo>
                  <a:pt x="13402" y="2415"/>
                </a:lnTo>
                <a:lnTo>
                  <a:pt x="13409" y="2416"/>
                </a:lnTo>
                <a:lnTo>
                  <a:pt x="13411" y="2418"/>
                </a:lnTo>
                <a:lnTo>
                  <a:pt x="13418" y="2415"/>
                </a:lnTo>
                <a:lnTo>
                  <a:pt x="13431" y="2402"/>
                </a:lnTo>
                <a:lnTo>
                  <a:pt x="13441" y="2385"/>
                </a:lnTo>
                <a:lnTo>
                  <a:pt x="13446" y="2377"/>
                </a:lnTo>
                <a:lnTo>
                  <a:pt x="13459" y="2363"/>
                </a:lnTo>
                <a:lnTo>
                  <a:pt x="13474" y="2353"/>
                </a:lnTo>
                <a:lnTo>
                  <a:pt x="13491" y="2348"/>
                </a:lnTo>
                <a:lnTo>
                  <a:pt x="13501" y="2350"/>
                </a:lnTo>
                <a:lnTo>
                  <a:pt x="13511" y="2351"/>
                </a:lnTo>
                <a:lnTo>
                  <a:pt x="13526" y="2348"/>
                </a:lnTo>
                <a:lnTo>
                  <a:pt x="13536" y="2341"/>
                </a:lnTo>
                <a:lnTo>
                  <a:pt x="13540" y="2328"/>
                </a:lnTo>
                <a:lnTo>
                  <a:pt x="13540" y="2318"/>
                </a:lnTo>
                <a:lnTo>
                  <a:pt x="13541" y="2304"/>
                </a:lnTo>
                <a:lnTo>
                  <a:pt x="13550" y="2281"/>
                </a:lnTo>
                <a:lnTo>
                  <a:pt x="13563" y="2271"/>
                </a:lnTo>
                <a:lnTo>
                  <a:pt x="13577" y="2276"/>
                </a:lnTo>
                <a:lnTo>
                  <a:pt x="13583" y="2285"/>
                </a:lnTo>
                <a:lnTo>
                  <a:pt x="13586" y="2294"/>
                </a:lnTo>
                <a:lnTo>
                  <a:pt x="13592" y="2288"/>
                </a:lnTo>
                <a:lnTo>
                  <a:pt x="13594" y="2275"/>
                </a:lnTo>
                <a:lnTo>
                  <a:pt x="13595" y="2258"/>
                </a:lnTo>
                <a:lnTo>
                  <a:pt x="13603" y="2252"/>
                </a:lnTo>
                <a:lnTo>
                  <a:pt x="13612" y="2257"/>
                </a:lnTo>
                <a:lnTo>
                  <a:pt x="13619" y="2263"/>
                </a:lnTo>
                <a:lnTo>
                  <a:pt x="13629" y="2270"/>
                </a:lnTo>
                <a:lnTo>
                  <a:pt x="13647" y="2273"/>
                </a:lnTo>
                <a:lnTo>
                  <a:pt x="13660" y="2264"/>
                </a:lnTo>
                <a:lnTo>
                  <a:pt x="13666" y="2241"/>
                </a:lnTo>
                <a:lnTo>
                  <a:pt x="13668" y="2225"/>
                </a:lnTo>
                <a:lnTo>
                  <a:pt x="13668" y="2215"/>
                </a:lnTo>
                <a:lnTo>
                  <a:pt x="13672" y="2203"/>
                </a:lnTo>
                <a:lnTo>
                  <a:pt x="13680" y="2197"/>
                </a:lnTo>
                <a:lnTo>
                  <a:pt x="13693" y="2197"/>
                </a:lnTo>
                <a:lnTo>
                  <a:pt x="13702" y="2201"/>
                </a:lnTo>
                <a:lnTo>
                  <a:pt x="13711" y="2204"/>
                </a:lnTo>
                <a:lnTo>
                  <a:pt x="13724" y="2204"/>
                </a:lnTo>
                <a:lnTo>
                  <a:pt x="13730" y="2195"/>
                </a:lnTo>
                <a:lnTo>
                  <a:pt x="13730" y="2178"/>
                </a:lnTo>
                <a:lnTo>
                  <a:pt x="13727" y="2165"/>
                </a:lnTo>
                <a:lnTo>
                  <a:pt x="13725" y="2152"/>
                </a:lnTo>
                <a:lnTo>
                  <a:pt x="13725" y="2133"/>
                </a:lnTo>
                <a:lnTo>
                  <a:pt x="13733" y="2119"/>
                </a:lnTo>
                <a:lnTo>
                  <a:pt x="13748" y="2107"/>
                </a:lnTo>
                <a:lnTo>
                  <a:pt x="13760" y="2103"/>
                </a:lnTo>
                <a:lnTo>
                  <a:pt x="13777" y="2096"/>
                </a:lnTo>
                <a:lnTo>
                  <a:pt x="13808" y="2092"/>
                </a:lnTo>
                <a:lnTo>
                  <a:pt x="13814" y="2094"/>
                </a:lnTo>
                <a:lnTo>
                  <a:pt x="13818" y="2094"/>
                </a:lnTo>
                <a:lnTo>
                  <a:pt x="13823" y="2090"/>
                </a:lnTo>
                <a:lnTo>
                  <a:pt x="13831" y="2073"/>
                </a:lnTo>
                <a:lnTo>
                  <a:pt x="13834" y="2056"/>
                </a:lnTo>
                <a:lnTo>
                  <a:pt x="13837" y="2038"/>
                </a:lnTo>
                <a:lnTo>
                  <a:pt x="13834" y="2013"/>
                </a:lnTo>
                <a:lnTo>
                  <a:pt x="13829" y="2010"/>
                </a:lnTo>
                <a:lnTo>
                  <a:pt x="13825" y="2009"/>
                </a:lnTo>
                <a:lnTo>
                  <a:pt x="13820" y="2000"/>
                </a:lnTo>
                <a:lnTo>
                  <a:pt x="13813" y="1972"/>
                </a:lnTo>
                <a:lnTo>
                  <a:pt x="13812" y="1947"/>
                </a:lnTo>
                <a:lnTo>
                  <a:pt x="13813" y="1916"/>
                </a:lnTo>
                <a:lnTo>
                  <a:pt x="13821" y="1895"/>
                </a:lnTo>
                <a:lnTo>
                  <a:pt x="13832" y="1892"/>
                </a:lnTo>
                <a:lnTo>
                  <a:pt x="13839" y="1894"/>
                </a:lnTo>
                <a:lnTo>
                  <a:pt x="13850" y="1898"/>
                </a:lnTo>
                <a:lnTo>
                  <a:pt x="13866" y="1893"/>
                </a:lnTo>
                <a:lnTo>
                  <a:pt x="13867" y="1885"/>
                </a:lnTo>
                <a:lnTo>
                  <a:pt x="13866" y="1878"/>
                </a:lnTo>
                <a:lnTo>
                  <a:pt x="13857" y="1867"/>
                </a:lnTo>
                <a:lnTo>
                  <a:pt x="13850" y="1866"/>
                </a:lnTo>
                <a:lnTo>
                  <a:pt x="13842" y="1863"/>
                </a:lnTo>
                <a:lnTo>
                  <a:pt x="13810" y="1829"/>
                </a:lnTo>
                <a:lnTo>
                  <a:pt x="13793" y="1804"/>
                </a:lnTo>
                <a:lnTo>
                  <a:pt x="13773" y="1778"/>
                </a:lnTo>
                <a:lnTo>
                  <a:pt x="13724" y="1729"/>
                </a:lnTo>
                <a:lnTo>
                  <a:pt x="13703" y="1715"/>
                </a:lnTo>
                <a:lnTo>
                  <a:pt x="13683" y="1701"/>
                </a:lnTo>
                <a:lnTo>
                  <a:pt x="13634" y="1644"/>
                </a:lnTo>
                <a:lnTo>
                  <a:pt x="13613" y="1614"/>
                </a:lnTo>
                <a:lnTo>
                  <a:pt x="13596" y="1585"/>
                </a:lnTo>
                <a:lnTo>
                  <a:pt x="13570" y="1552"/>
                </a:lnTo>
                <a:lnTo>
                  <a:pt x="13553" y="1543"/>
                </a:lnTo>
                <a:lnTo>
                  <a:pt x="13542" y="1544"/>
                </a:lnTo>
                <a:lnTo>
                  <a:pt x="13525" y="1554"/>
                </a:lnTo>
                <a:lnTo>
                  <a:pt x="13510" y="1568"/>
                </a:lnTo>
                <a:lnTo>
                  <a:pt x="13436" y="1629"/>
                </a:lnTo>
                <a:lnTo>
                  <a:pt x="13260" y="1771"/>
                </a:lnTo>
                <a:lnTo>
                  <a:pt x="13077" y="1920"/>
                </a:lnTo>
                <a:lnTo>
                  <a:pt x="12982" y="2005"/>
                </a:lnTo>
                <a:lnTo>
                  <a:pt x="12932" y="2051"/>
                </a:lnTo>
                <a:lnTo>
                  <a:pt x="12914" y="2065"/>
                </a:lnTo>
                <a:lnTo>
                  <a:pt x="12902" y="2069"/>
                </a:lnTo>
                <a:lnTo>
                  <a:pt x="12841" y="2108"/>
                </a:lnTo>
                <a:lnTo>
                  <a:pt x="12767" y="2162"/>
                </a:lnTo>
                <a:lnTo>
                  <a:pt x="12712" y="2205"/>
                </a:lnTo>
                <a:lnTo>
                  <a:pt x="12707" y="2214"/>
                </a:lnTo>
                <a:lnTo>
                  <a:pt x="12705" y="2219"/>
                </a:lnTo>
                <a:lnTo>
                  <a:pt x="12690" y="2227"/>
                </a:lnTo>
                <a:lnTo>
                  <a:pt x="12680" y="2228"/>
                </a:lnTo>
                <a:lnTo>
                  <a:pt x="12669" y="2230"/>
                </a:lnTo>
                <a:lnTo>
                  <a:pt x="12644" y="2246"/>
                </a:lnTo>
                <a:lnTo>
                  <a:pt x="12636" y="2258"/>
                </a:lnTo>
                <a:lnTo>
                  <a:pt x="12628" y="2272"/>
                </a:lnTo>
                <a:lnTo>
                  <a:pt x="12619" y="2282"/>
                </a:lnTo>
                <a:lnTo>
                  <a:pt x="12620" y="2263"/>
                </a:lnTo>
                <a:lnTo>
                  <a:pt x="12632" y="2219"/>
                </a:lnTo>
                <a:lnTo>
                  <a:pt x="12636" y="2202"/>
                </a:lnTo>
                <a:lnTo>
                  <a:pt x="12640" y="2180"/>
                </a:lnTo>
                <a:lnTo>
                  <a:pt x="12634" y="2168"/>
                </a:lnTo>
                <a:lnTo>
                  <a:pt x="12618" y="2165"/>
                </a:lnTo>
                <a:lnTo>
                  <a:pt x="12605" y="2165"/>
                </a:lnTo>
                <a:lnTo>
                  <a:pt x="12594" y="2165"/>
                </a:lnTo>
                <a:lnTo>
                  <a:pt x="12578" y="2169"/>
                </a:lnTo>
                <a:lnTo>
                  <a:pt x="12567" y="2178"/>
                </a:lnTo>
                <a:lnTo>
                  <a:pt x="12562" y="2191"/>
                </a:lnTo>
                <a:lnTo>
                  <a:pt x="12561" y="2198"/>
                </a:lnTo>
                <a:lnTo>
                  <a:pt x="12561" y="2216"/>
                </a:lnTo>
                <a:lnTo>
                  <a:pt x="12549" y="2221"/>
                </a:lnTo>
                <a:lnTo>
                  <a:pt x="12536" y="2212"/>
                </a:lnTo>
                <a:lnTo>
                  <a:pt x="12525" y="2203"/>
                </a:lnTo>
                <a:lnTo>
                  <a:pt x="12508" y="2200"/>
                </a:lnTo>
                <a:lnTo>
                  <a:pt x="12504" y="2204"/>
                </a:lnTo>
                <a:lnTo>
                  <a:pt x="12500" y="2208"/>
                </a:lnTo>
                <a:lnTo>
                  <a:pt x="12499" y="2204"/>
                </a:lnTo>
                <a:lnTo>
                  <a:pt x="12501" y="2195"/>
                </a:lnTo>
                <a:lnTo>
                  <a:pt x="12506" y="2170"/>
                </a:lnTo>
                <a:lnTo>
                  <a:pt x="12507" y="2144"/>
                </a:lnTo>
                <a:lnTo>
                  <a:pt x="12508" y="2133"/>
                </a:lnTo>
                <a:lnTo>
                  <a:pt x="12517" y="2123"/>
                </a:lnTo>
                <a:lnTo>
                  <a:pt x="12523" y="2127"/>
                </a:lnTo>
                <a:lnTo>
                  <a:pt x="12530" y="2129"/>
                </a:lnTo>
                <a:lnTo>
                  <a:pt x="12545" y="2118"/>
                </a:lnTo>
                <a:lnTo>
                  <a:pt x="12556" y="2097"/>
                </a:lnTo>
                <a:lnTo>
                  <a:pt x="12558" y="2077"/>
                </a:lnTo>
                <a:lnTo>
                  <a:pt x="12555" y="2070"/>
                </a:lnTo>
                <a:lnTo>
                  <a:pt x="12547" y="2069"/>
                </a:lnTo>
                <a:lnTo>
                  <a:pt x="12507" y="2088"/>
                </a:lnTo>
                <a:lnTo>
                  <a:pt x="12457" y="2119"/>
                </a:lnTo>
                <a:lnTo>
                  <a:pt x="12421" y="2148"/>
                </a:lnTo>
                <a:lnTo>
                  <a:pt x="12417" y="2157"/>
                </a:lnTo>
                <a:lnTo>
                  <a:pt x="12416" y="2164"/>
                </a:lnTo>
                <a:lnTo>
                  <a:pt x="12402" y="2172"/>
                </a:lnTo>
                <a:lnTo>
                  <a:pt x="12393" y="2173"/>
                </a:lnTo>
                <a:lnTo>
                  <a:pt x="12381" y="2176"/>
                </a:lnTo>
                <a:lnTo>
                  <a:pt x="12349" y="2195"/>
                </a:lnTo>
                <a:lnTo>
                  <a:pt x="12335" y="2209"/>
                </a:lnTo>
                <a:lnTo>
                  <a:pt x="12320" y="2225"/>
                </a:lnTo>
                <a:lnTo>
                  <a:pt x="12285" y="2244"/>
                </a:lnTo>
                <a:lnTo>
                  <a:pt x="12272" y="2246"/>
                </a:lnTo>
                <a:lnTo>
                  <a:pt x="12258" y="2247"/>
                </a:lnTo>
                <a:lnTo>
                  <a:pt x="12235" y="2263"/>
                </a:lnTo>
                <a:lnTo>
                  <a:pt x="12228" y="2273"/>
                </a:lnTo>
                <a:lnTo>
                  <a:pt x="12223" y="2283"/>
                </a:lnTo>
                <a:lnTo>
                  <a:pt x="12207" y="2298"/>
                </a:lnTo>
                <a:lnTo>
                  <a:pt x="12197" y="2301"/>
                </a:lnTo>
                <a:lnTo>
                  <a:pt x="12191" y="2300"/>
                </a:lnTo>
                <a:lnTo>
                  <a:pt x="12184" y="2297"/>
                </a:lnTo>
                <a:lnTo>
                  <a:pt x="12185" y="2286"/>
                </a:lnTo>
                <a:lnTo>
                  <a:pt x="12233" y="2234"/>
                </a:lnTo>
                <a:lnTo>
                  <a:pt x="12317" y="2163"/>
                </a:lnTo>
                <a:lnTo>
                  <a:pt x="12418" y="2078"/>
                </a:lnTo>
                <a:lnTo>
                  <a:pt x="12453" y="2046"/>
                </a:lnTo>
                <a:lnTo>
                  <a:pt x="12483" y="2021"/>
                </a:lnTo>
                <a:lnTo>
                  <a:pt x="12561" y="1956"/>
                </a:lnTo>
                <a:lnTo>
                  <a:pt x="12641" y="1891"/>
                </a:lnTo>
                <a:lnTo>
                  <a:pt x="12670" y="1864"/>
                </a:lnTo>
                <a:lnTo>
                  <a:pt x="12707" y="1834"/>
                </a:lnTo>
                <a:lnTo>
                  <a:pt x="12806" y="1758"/>
                </a:lnTo>
                <a:lnTo>
                  <a:pt x="12859" y="1718"/>
                </a:lnTo>
                <a:lnTo>
                  <a:pt x="12963" y="1632"/>
                </a:lnTo>
                <a:lnTo>
                  <a:pt x="13049" y="1553"/>
                </a:lnTo>
                <a:lnTo>
                  <a:pt x="13101" y="1497"/>
                </a:lnTo>
                <a:lnTo>
                  <a:pt x="13105" y="1485"/>
                </a:lnTo>
                <a:lnTo>
                  <a:pt x="13107" y="1478"/>
                </a:lnTo>
                <a:lnTo>
                  <a:pt x="13125" y="1465"/>
                </a:lnTo>
                <a:lnTo>
                  <a:pt x="13138" y="1459"/>
                </a:lnTo>
                <a:lnTo>
                  <a:pt x="13152" y="1454"/>
                </a:lnTo>
                <a:lnTo>
                  <a:pt x="13168" y="1434"/>
                </a:lnTo>
                <a:lnTo>
                  <a:pt x="13172" y="1415"/>
                </a:lnTo>
                <a:lnTo>
                  <a:pt x="13160" y="1402"/>
                </a:lnTo>
                <a:lnTo>
                  <a:pt x="13148" y="1402"/>
                </a:lnTo>
                <a:lnTo>
                  <a:pt x="13141" y="1402"/>
                </a:lnTo>
                <a:lnTo>
                  <a:pt x="13127" y="1390"/>
                </a:lnTo>
                <a:lnTo>
                  <a:pt x="13106" y="1356"/>
                </a:lnTo>
                <a:lnTo>
                  <a:pt x="13093" y="1322"/>
                </a:lnTo>
                <a:lnTo>
                  <a:pt x="13080" y="1288"/>
                </a:lnTo>
                <a:lnTo>
                  <a:pt x="13046" y="1222"/>
                </a:lnTo>
                <a:lnTo>
                  <a:pt x="13031" y="1203"/>
                </a:lnTo>
                <a:lnTo>
                  <a:pt x="13018" y="1187"/>
                </a:lnTo>
                <a:lnTo>
                  <a:pt x="12999" y="1152"/>
                </a:lnTo>
                <a:lnTo>
                  <a:pt x="12996" y="1139"/>
                </a:lnTo>
                <a:lnTo>
                  <a:pt x="12996" y="1127"/>
                </a:lnTo>
                <a:lnTo>
                  <a:pt x="12989" y="1125"/>
                </a:lnTo>
                <a:lnTo>
                  <a:pt x="12980" y="1138"/>
                </a:lnTo>
                <a:lnTo>
                  <a:pt x="12977" y="1143"/>
                </a:lnTo>
                <a:lnTo>
                  <a:pt x="12963" y="1151"/>
                </a:lnTo>
                <a:lnTo>
                  <a:pt x="12935" y="1158"/>
                </a:lnTo>
                <a:lnTo>
                  <a:pt x="12914" y="1157"/>
                </a:lnTo>
                <a:lnTo>
                  <a:pt x="12891" y="1156"/>
                </a:lnTo>
                <a:lnTo>
                  <a:pt x="12845" y="1167"/>
                </a:lnTo>
                <a:lnTo>
                  <a:pt x="12806" y="1188"/>
                </a:lnTo>
                <a:lnTo>
                  <a:pt x="12786" y="1207"/>
                </a:lnTo>
                <a:lnTo>
                  <a:pt x="12780" y="1221"/>
                </a:lnTo>
                <a:lnTo>
                  <a:pt x="12779" y="1228"/>
                </a:lnTo>
                <a:lnTo>
                  <a:pt x="12778" y="1245"/>
                </a:lnTo>
                <a:lnTo>
                  <a:pt x="12758" y="1274"/>
                </a:lnTo>
                <a:lnTo>
                  <a:pt x="12722" y="1295"/>
                </a:lnTo>
                <a:lnTo>
                  <a:pt x="12670" y="1307"/>
                </a:lnTo>
                <a:lnTo>
                  <a:pt x="12640" y="1309"/>
                </a:lnTo>
                <a:lnTo>
                  <a:pt x="12605" y="1312"/>
                </a:lnTo>
                <a:lnTo>
                  <a:pt x="12553" y="1326"/>
                </a:lnTo>
                <a:lnTo>
                  <a:pt x="12530" y="1342"/>
                </a:lnTo>
                <a:lnTo>
                  <a:pt x="12522" y="1356"/>
                </a:lnTo>
                <a:lnTo>
                  <a:pt x="12520" y="1372"/>
                </a:lnTo>
                <a:lnTo>
                  <a:pt x="12524" y="1390"/>
                </a:lnTo>
                <a:lnTo>
                  <a:pt x="12529" y="1400"/>
                </a:lnTo>
                <a:lnTo>
                  <a:pt x="12536" y="1417"/>
                </a:lnTo>
                <a:lnTo>
                  <a:pt x="12540" y="1450"/>
                </a:lnTo>
                <a:lnTo>
                  <a:pt x="12531" y="1471"/>
                </a:lnTo>
                <a:lnTo>
                  <a:pt x="12518" y="1477"/>
                </a:lnTo>
                <a:lnTo>
                  <a:pt x="12508" y="1474"/>
                </a:lnTo>
                <a:lnTo>
                  <a:pt x="12501" y="1469"/>
                </a:lnTo>
                <a:lnTo>
                  <a:pt x="12492" y="1463"/>
                </a:lnTo>
                <a:lnTo>
                  <a:pt x="12454" y="1458"/>
                </a:lnTo>
                <a:lnTo>
                  <a:pt x="12410" y="1462"/>
                </a:lnTo>
                <a:lnTo>
                  <a:pt x="12373" y="1472"/>
                </a:lnTo>
                <a:lnTo>
                  <a:pt x="12362" y="1480"/>
                </a:lnTo>
                <a:lnTo>
                  <a:pt x="12358" y="1487"/>
                </a:lnTo>
                <a:lnTo>
                  <a:pt x="12354" y="1527"/>
                </a:lnTo>
                <a:lnTo>
                  <a:pt x="12354" y="1554"/>
                </a:lnTo>
                <a:lnTo>
                  <a:pt x="12354" y="1619"/>
                </a:lnTo>
                <a:lnTo>
                  <a:pt x="12261" y="1614"/>
                </a:lnTo>
                <a:lnTo>
                  <a:pt x="12231" y="1613"/>
                </a:lnTo>
                <a:lnTo>
                  <a:pt x="12190" y="1614"/>
                </a:lnTo>
                <a:lnTo>
                  <a:pt x="12168" y="1624"/>
                </a:lnTo>
                <a:lnTo>
                  <a:pt x="12152" y="1646"/>
                </a:lnTo>
                <a:lnTo>
                  <a:pt x="12145" y="1665"/>
                </a:lnTo>
                <a:lnTo>
                  <a:pt x="12134" y="1687"/>
                </a:lnTo>
                <a:lnTo>
                  <a:pt x="12111" y="1719"/>
                </a:lnTo>
                <a:lnTo>
                  <a:pt x="12101" y="1725"/>
                </a:lnTo>
                <a:lnTo>
                  <a:pt x="12082" y="1726"/>
                </a:lnTo>
                <a:lnTo>
                  <a:pt x="12060" y="1728"/>
                </a:lnTo>
                <a:lnTo>
                  <a:pt x="12051" y="1729"/>
                </a:lnTo>
                <a:lnTo>
                  <a:pt x="12027" y="1743"/>
                </a:lnTo>
                <a:lnTo>
                  <a:pt x="11970" y="1793"/>
                </a:lnTo>
                <a:lnTo>
                  <a:pt x="11902" y="1860"/>
                </a:lnTo>
                <a:lnTo>
                  <a:pt x="11877" y="1884"/>
                </a:lnTo>
                <a:lnTo>
                  <a:pt x="11829" y="1917"/>
                </a:lnTo>
                <a:lnTo>
                  <a:pt x="11815" y="1920"/>
                </a:lnTo>
                <a:lnTo>
                  <a:pt x="11809" y="1921"/>
                </a:lnTo>
                <a:lnTo>
                  <a:pt x="11786" y="1935"/>
                </a:lnTo>
                <a:lnTo>
                  <a:pt x="11739" y="1976"/>
                </a:lnTo>
                <a:lnTo>
                  <a:pt x="11704" y="2013"/>
                </a:lnTo>
                <a:lnTo>
                  <a:pt x="11680" y="2039"/>
                </a:lnTo>
                <a:lnTo>
                  <a:pt x="11649" y="2079"/>
                </a:lnTo>
                <a:lnTo>
                  <a:pt x="11635" y="2107"/>
                </a:lnTo>
                <a:lnTo>
                  <a:pt x="11635" y="2129"/>
                </a:lnTo>
                <a:lnTo>
                  <a:pt x="11639" y="2139"/>
                </a:lnTo>
                <a:lnTo>
                  <a:pt x="11645" y="2153"/>
                </a:lnTo>
                <a:lnTo>
                  <a:pt x="11649" y="2169"/>
                </a:lnTo>
                <a:lnTo>
                  <a:pt x="11640" y="2172"/>
                </a:lnTo>
                <a:lnTo>
                  <a:pt x="11617" y="2163"/>
                </a:lnTo>
                <a:lnTo>
                  <a:pt x="11599" y="2154"/>
                </a:lnTo>
                <a:lnTo>
                  <a:pt x="11589" y="2148"/>
                </a:lnTo>
                <a:lnTo>
                  <a:pt x="11570" y="2144"/>
                </a:lnTo>
                <a:lnTo>
                  <a:pt x="11553" y="2145"/>
                </a:lnTo>
                <a:lnTo>
                  <a:pt x="11533" y="2154"/>
                </a:lnTo>
                <a:lnTo>
                  <a:pt x="11522" y="2160"/>
                </a:lnTo>
                <a:lnTo>
                  <a:pt x="11466" y="2205"/>
                </a:lnTo>
                <a:lnTo>
                  <a:pt x="11355" y="2307"/>
                </a:lnTo>
                <a:lnTo>
                  <a:pt x="11306" y="2357"/>
                </a:lnTo>
                <a:lnTo>
                  <a:pt x="11299" y="2367"/>
                </a:lnTo>
                <a:lnTo>
                  <a:pt x="11296" y="2393"/>
                </a:lnTo>
                <a:lnTo>
                  <a:pt x="11285" y="2440"/>
                </a:lnTo>
                <a:lnTo>
                  <a:pt x="11281" y="2458"/>
                </a:lnTo>
                <a:lnTo>
                  <a:pt x="11271" y="2481"/>
                </a:lnTo>
                <a:lnTo>
                  <a:pt x="11259" y="2492"/>
                </a:lnTo>
                <a:lnTo>
                  <a:pt x="11241" y="2492"/>
                </a:lnTo>
                <a:lnTo>
                  <a:pt x="11228" y="2489"/>
                </a:lnTo>
                <a:lnTo>
                  <a:pt x="11207" y="2485"/>
                </a:lnTo>
                <a:lnTo>
                  <a:pt x="11167" y="2496"/>
                </a:lnTo>
                <a:lnTo>
                  <a:pt x="11133" y="2521"/>
                </a:lnTo>
                <a:lnTo>
                  <a:pt x="11118" y="2547"/>
                </a:lnTo>
                <a:lnTo>
                  <a:pt x="11111" y="2566"/>
                </a:lnTo>
                <a:lnTo>
                  <a:pt x="11111" y="2576"/>
                </a:lnTo>
                <a:lnTo>
                  <a:pt x="11110" y="2589"/>
                </a:lnTo>
                <a:lnTo>
                  <a:pt x="11104" y="2600"/>
                </a:lnTo>
                <a:lnTo>
                  <a:pt x="11097" y="2601"/>
                </a:lnTo>
                <a:lnTo>
                  <a:pt x="11093" y="2600"/>
                </a:lnTo>
                <a:lnTo>
                  <a:pt x="11090" y="2597"/>
                </a:lnTo>
                <a:lnTo>
                  <a:pt x="11083" y="2600"/>
                </a:lnTo>
                <a:lnTo>
                  <a:pt x="11076" y="2610"/>
                </a:lnTo>
                <a:lnTo>
                  <a:pt x="11075" y="2625"/>
                </a:lnTo>
                <a:lnTo>
                  <a:pt x="11074" y="2644"/>
                </a:lnTo>
                <a:lnTo>
                  <a:pt x="11065" y="2666"/>
                </a:lnTo>
                <a:lnTo>
                  <a:pt x="11048" y="2667"/>
                </a:lnTo>
                <a:lnTo>
                  <a:pt x="11028" y="2646"/>
                </a:lnTo>
                <a:lnTo>
                  <a:pt x="11016" y="2628"/>
                </a:lnTo>
                <a:lnTo>
                  <a:pt x="11005" y="2606"/>
                </a:lnTo>
                <a:lnTo>
                  <a:pt x="10995" y="2548"/>
                </a:lnTo>
                <a:lnTo>
                  <a:pt x="10997" y="2489"/>
                </a:lnTo>
                <a:lnTo>
                  <a:pt x="11007" y="2457"/>
                </a:lnTo>
                <a:lnTo>
                  <a:pt x="11017" y="2446"/>
                </a:lnTo>
                <a:lnTo>
                  <a:pt x="11022" y="2445"/>
                </a:lnTo>
                <a:lnTo>
                  <a:pt x="11028" y="2444"/>
                </a:lnTo>
                <a:lnTo>
                  <a:pt x="11035" y="2435"/>
                </a:lnTo>
                <a:lnTo>
                  <a:pt x="11040" y="2411"/>
                </a:lnTo>
                <a:lnTo>
                  <a:pt x="11033" y="2367"/>
                </a:lnTo>
                <a:lnTo>
                  <a:pt x="11016" y="2323"/>
                </a:lnTo>
                <a:lnTo>
                  <a:pt x="11003" y="2309"/>
                </a:lnTo>
                <a:lnTo>
                  <a:pt x="10994" y="2301"/>
                </a:lnTo>
                <a:lnTo>
                  <a:pt x="10982" y="2285"/>
                </a:lnTo>
                <a:lnTo>
                  <a:pt x="10978" y="2270"/>
                </a:lnTo>
                <a:lnTo>
                  <a:pt x="10980" y="2253"/>
                </a:lnTo>
                <a:lnTo>
                  <a:pt x="10984" y="2244"/>
                </a:lnTo>
                <a:lnTo>
                  <a:pt x="10992" y="2230"/>
                </a:lnTo>
                <a:lnTo>
                  <a:pt x="10995" y="2196"/>
                </a:lnTo>
                <a:lnTo>
                  <a:pt x="10992" y="2182"/>
                </a:lnTo>
                <a:lnTo>
                  <a:pt x="10989" y="2176"/>
                </a:lnTo>
                <a:lnTo>
                  <a:pt x="10989" y="2160"/>
                </a:lnTo>
                <a:lnTo>
                  <a:pt x="10999" y="2135"/>
                </a:lnTo>
                <a:lnTo>
                  <a:pt x="11011" y="2119"/>
                </a:lnTo>
                <a:lnTo>
                  <a:pt x="11023" y="2104"/>
                </a:lnTo>
                <a:lnTo>
                  <a:pt x="11036" y="2067"/>
                </a:lnTo>
                <a:lnTo>
                  <a:pt x="11035" y="2052"/>
                </a:lnTo>
                <a:lnTo>
                  <a:pt x="11032" y="2038"/>
                </a:lnTo>
                <a:lnTo>
                  <a:pt x="11019" y="2027"/>
                </a:lnTo>
                <a:lnTo>
                  <a:pt x="11006" y="2035"/>
                </a:lnTo>
                <a:lnTo>
                  <a:pt x="10997" y="2057"/>
                </a:lnTo>
                <a:lnTo>
                  <a:pt x="10997" y="2073"/>
                </a:lnTo>
                <a:lnTo>
                  <a:pt x="10999" y="2087"/>
                </a:lnTo>
                <a:lnTo>
                  <a:pt x="10996" y="2094"/>
                </a:lnTo>
                <a:lnTo>
                  <a:pt x="10992" y="2087"/>
                </a:lnTo>
                <a:lnTo>
                  <a:pt x="10986" y="2078"/>
                </a:lnTo>
                <a:lnTo>
                  <a:pt x="10969" y="2066"/>
                </a:lnTo>
                <a:lnTo>
                  <a:pt x="10959" y="2065"/>
                </a:lnTo>
                <a:lnTo>
                  <a:pt x="10948" y="2063"/>
                </a:lnTo>
                <a:lnTo>
                  <a:pt x="10923" y="2038"/>
                </a:lnTo>
                <a:lnTo>
                  <a:pt x="10904" y="2002"/>
                </a:lnTo>
                <a:lnTo>
                  <a:pt x="10896" y="1978"/>
                </a:lnTo>
                <a:lnTo>
                  <a:pt x="10897" y="1966"/>
                </a:lnTo>
                <a:lnTo>
                  <a:pt x="10899" y="1962"/>
                </a:lnTo>
                <a:lnTo>
                  <a:pt x="10904" y="1956"/>
                </a:lnTo>
                <a:lnTo>
                  <a:pt x="10898" y="1938"/>
                </a:lnTo>
                <a:lnTo>
                  <a:pt x="10883" y="1917"/>
                </a:lnTo>
                <a:lnTo>
                  <a:pt x="10863" y="1903"/>
                </a:lnTo>
                <a:lnTo>
                  <a:pt x="10854" y="1902"/>
                </a:lnTo>
                <a:lnTo>
                  <a:pt x="10847" y="1903"/>
                </a:lnTo>
                <a:lnTo>
                  <a:pt x="10843" y="1918"/>
                </a:lnTo>
                <a:lnTo>
                  <a:pt x="10847" y="1929"/>
                </a:lnTo>
                <a:lnTo>
                  <a:pt x="10849" y="1941"/>
                </a:lnTo>
                <a:lnTo>
                  <a:pt x="10842" y="1955"/>
                </a:lnTo>
                <a:lnTo>
                  <a:pt x="10831" y="1956"/>
                </a:lnTo>
                <a:lnTo>
                  <a:pt x="10820" y="1955"/>
                </a:lnTo>
                <a:lnTo>
                  <a:pt x="10805" y="1950"/>
                </a:lnTo>
                <a:lnTo>
                  <a:pt x="10803" y="1945"/>
                </a:lnTo>
                <a:lnTo>
                  <a:pt x="10808" y="1925"/>
                </a:lnTo>
                <a:lnTo>
                  <a:pt x="10846" y="1862"/>
                </a:lnTo>
                <a:lnTo>
                  <a:pt x="10861" y="1845"/>
                </a:lnTo>
                <a:lnTo>
                  <a:pt x="10864" y="1843"/>
                </a:lnTo>
                <a:lnTo>
                  <a:pt x="10867" y="1833"/>
                </a:lnTo>
                <a:lnTo>
                  <a:pt x="10863" y="1813"/>
                </a:lnTo>
                <a:lnTo>
                  <a:pt x="10846" y="1776"/>
                </a:lnTo>
                <a:lnTo>
                  <a:pt x="10817" y="1737"/>
                </a:lnTo>
                <a:lnTo>
                  <a:pt x="10799" y="1719"/>
                </a:lnTo>
                <a:lnTo>
                  <a:pt x="10786" y="1706"/>
                </a:lnTo>
                <a:lnTo>
                  <a:pt x="10769" y="1682"/>
                </a:lnTo>
                <a:lnTo>
                  <a:pt x="10766" y="1676"/>
                </a:lnTo>
                <a:lnTo>
                  <a:pt x="10764" y="1668"/>
                </a:lnTo>
                <a:lnTo>
                  <a:pt x="10737" y="1638"/>
                </a:lnTo>
                <a:lnTo>
                  <a:pt x="10718" y="1621"/>
                </a:lnTo>
                <a:lnTo>
                  <a:pt x="10706" y="1610"/>
                </a:lnTo>
                <a:lnTo>
                  <a:pt x="10683" y="1595"/>
                </a:lnTo>
                <a:lnTo>
                  <a:pt x="10662" y="1589"/>
                </a:lnTo>
                <a:lnTo>
                  <a:pt x="10642" y="1590"/>
                </a:lnTo>
                <a:lnTo>
                  <a:pt x="10633" y="1594"/>
                </a:lnTo>
                <a:lnTo>
                  <a:pt x="10623" y="1596"/>
                </a:lnTo>
                <a:lnTo>
                  <a:pt x="10604" y="1597"/>
                </a:lnTo>
                <a:lnTo>
                  <a:pt x="10588" y="1592"/>
                </a:lnTo>
                <a:lnTo>
                  <a:pt x="10572" y="1580"/>
                </a:lnTo>
                <a:lnTo>
                  <a:pt x="10564" y="1570"/>
                </a:lnTo>
                <a:lnTo>
                  <a:pt x="10551" y="1555"/>
                </a:lnTo>
                <a:lnTo>
                  <a:pt x="10540" y="1528"/>
                </a:lnTo>
                <a:lnTo>
                  <a:pt x="10542" y="1519"/>
                </a:lnTo>
                <a:lnTo>
                  <a:pt x="10545" y="1514"/>
                </a:lnTo>
                <a:lnTo>
                  <a:pt x="10534" y="1510"/>
                </a:lnTo>
                <a:lnTo>
                  <a:pt x="10524" y="1514"/>
                </a:lnTo>
                <a:lnTo>
                  <a:pt x="10512" y="1517"/>
                </a:lnTo>
                <a:lnTo>
                  <a:pt x="10497" y="1514"/>
                </a:lnTo>
                <a:lnTo>
                  <a:pt x="10495" y="1507"/>
                </a:lnTo>
                <a:lnTo>
                  <a:pt x="10493" y="1503"/>
                </a:lnTo>
                <a:lnTo>
                  <a:pt x="10483" y="1494"/>
                </a:lnTo>
                <a:lnTo>
                  <a:pt x="10449" y="1478"/>
                </a:lnTo>
                <a:lnTo>
                  <a:pt x="10418" y="1469"/>
                </a:lnTo>
                <a:lnTo>
                  <a:pt x="10380" y="1458"/>
                </a:lnTo>
                <a:lnTo>
                  <a:pt x="10327" y="1440"/>
                </a:lnTo>
                <a:lnTo>
                  <a:pt x="10306" y="1426"/>
                </a:lnTo>
                <a:lnTo>
                  <a:pt x="10300" y="1416"/>
                </a:lnTo>
                <a:lnTo>
                  <a:pt x="10301" y="1402"/>
                </a:lnTo>
                <a:lnTo>
                  <a:pt x="10310" y="1391"/>
                </a:lnTo>
                <a:lnTo>
                  <a:pt x="10317" y="1384"/>
                </a:lnTo>
                <a:lnTo>
                  <a:pt x="10328" y="1378"/>
                </a:lnTo>
                <a:lnTo>
                  <a:pt x="10338" y="1379"/>
                </a:lnTo>
                <a:lnTo>
                  <a:pt x="10347" y="1390"/>
                </a:lnTo>
                <a:lnTo>
                  <a:pt x="10352" y="1399"/>
                </a:lnTo>
                <a:lnTo>
                  <a:pt x="10360" y="1410"/>
                </a:lnTo>
                <a:lnTo>
                  <a:pt x="10383" y="1427"/>
                </a:lnTo>
                <a:lnTo>
                  <a:pt x="10405" y="1431"/>
                </a:lnTo>
                <a:lnTo>
                  <a:pt x="10421" y="1422"/>
                </a:lnTo>
                <a:lnTo>
                  <a:pt x="10423" y="1413"/>
                </a:lnTo>
                <a:lnTo>
                  <a:pt x="10422" y="1405"/>
                </a:lnTo>
                <a:lnTo>
                  <a:pt x="10410" y="1395"/>
                </a:lnTo>
                <a:lnTo>
                  <a:pt x="10401" y="1394"/>
                </a:lnTo>
                <a:lnTo>
                  <a:pt x="10390" y="1394"/>
                </a:lnTo>
                <a:lnTo>
                  <a:pt x="10390" y="1383"/>
                </a:lnTo>
                <a:lnTo>
                  <a:pt x="10401" y="1372"/>
                </a:lnTo>
                <a:lnTo>
                  <a:pt x="10412" y="1360"/>
                </a:lnTo>
                <a:lnTo>
                  <a:pt x="10422" y="1342"/>
                </a:lnTo>
                <a:lnTo>
                  <a:pt x="10415" y="1330"/>
                </a:lnTo>
                <a:lnTo>
                  <a:pt x="10392" y="1321"/>
                </a:lnTo>
                <a:lnTo>
                  <a:pt x="10374" y="1318"/>
                </a:lnTo>
                <a:lnTo>
                  <a:pt x="10361" y="1317"/>
                </a:lnTo>
                <a:lnTo>
                  <a:pt x="10342" y="1311"/>
                </a:lnTo>
                <a:lnTo>
                  <a:pt x="10330" y="1302"/>
                </a:lnTo>
                <a:lnTo>
                  <a:pt x="10325" y="1290"/>
                </a:lnTo>
                <a:lnTo>
                  <a:pt x="10325" y="1282"/>
                </a:lnTo>
                <a:lnTo>
                  <a:pt x="10325" y="1275"/>
                </a:lnTo>
                <a:lnTo>
                  <a:pt x="10322" y="1264"/>
                </a:lnTo>
                <a:lnTo>
                  <a:pt x="10312" y="1258"/>
                </a:lnTo>
                <a:lnTo>
                  <a:pt x="10291" y="1269"/>
                </a:lnTo>
                <a:lnTo>
                  <a:pt x="10273" y="1296"/>
                </a:lnTo>
                <a:lnTo>
                  <a:pt x="10266" y="1315"/>
                </a:lnTo>
                <a:lnTo>
                  <a:pt x="10263" y="1332"/>
                </a:lnTo>
                <a:lnTo>
                  <a:pt x="10263" y="1364"/>
                </a:lnTo>
                <a:lnTo>
                  <a:pt x="10266" y="1372"/>
                </a:lnTo>
                <a:lnTo>
                  <a:pt x="10268" y="1377"/>
                </a:lnTo>
                <a:lnTo>
                  <a:pt x="10263" y="1385"/>
                </a:lnTo>
                <a:lnTo>
                  <a:pt x="10242" y="1401"/>
                </a:lnTo>
                <a:lnTo>
                  <a:pt x="10200" y="1418"/>
                </a:lnTo>
                <a:lnTo>
                  <a:pt x="10161" y="1425"/>
                </a:lnTo>
                <a:lnTo>
                  <a:pt x="10149" y="1420"/>
                </a:lnTo>
                <a:lnTo>
                  <a:pt x="10140" y="1414"/>
                </a:lnTo>
                <a:lnTo>
                  <a:pt x="10132" y="1399"/>
                </a:lnTo>
                <a:lnTo>
                  <a:pt x="10136" y="1385"/>
                </a:lnTo>
                <a:lnTo>
                  <a:pt x="10150" y="1381"/>
                </a:lnTo>
                <a:lnTo>
                  <a:pt x="10160" y="1383"/>
                </a:lnTo>
                <a:lnTo>
                  <a:pt x="10173" y="1388"/>
                </a:lnTo>
                <a:lnTo>
                  <a:pt x="10186" y="1385"/>
                </a:lnTo>
                <a:lnTo>
                  <a:pt x="10182" y="1372"/>
                </a:lnTo>
                <a:lnTo>
                  <a:pt x="10165" y="1354"/>
                </a:lnTo>
                <a:lnTo>
                  <a:pt x="10151" y="1344"/>
                </a:lnTo>
                <a:lnTo>
                  <a:pt x="10142" y="1339"/>
                </a:lnTo>
                <a:lnTo>
                  <a:pt x="10129" y="1324"/>
                </a:lnTo>
                <a:lnTo>
                  <a:pt x="10116" y="1295"/>
                </a:lnTo>
                <a:lnTo>
                  <a:pt x="10114" y="1275"/>
                </a:lnTo>
                <a:lnTo>
                  <a:pt x="10114" y="1258"/>
                </a:lnTo>
                <a:lnTo>
                  <a:pt x="10109" y="1239"/>
                </a:lnTo>
                <a:lnTo>
                  <a:pt x="10091" y="1232"/>
                </a:lnTo>
                <a:lnTo>
                  <a:pt x="10051" y="1234"/>
                </a:lnTo>
                <a:lnTo>
                  <a:pt x="10018" y="1239"/>
                </a:lnTo>
                <a:lnTo>
                  <a:pt x="9987" y="1242"/>
                </a:lnTo>
                <a:lnTo>
                  <a:pt x="9945" y="1244"/>
                </a:lnTo>
                <a:lnTo>
                  <a:pt x="9927" y="1238"/>
                </a:lnTo>
                <a:lnTo>
                  <a:pt x="9921" y="1221"/>
                </a:lnTo>
                <a:lnTo>
                  <a:pt x="9922" y="1208"/>
                </a:lnTo>
                <a:lnTo>
                  <a:pt x="9922" y="1196"/>
                </a:lnTo>
                <a:lnTo>
                  <a:pt x="9917" y="1178"/>
                </a:lnTo>
                <a:lnTo>
                  <a:pt x="9906" y="1166"/>
                </a:lnTo>
                <a:lnTo>
                  <a:pt x="9890" y="1161"/>
                </a:lnTo>
                <a:lnTo>
                  <a:pt x="9869" y="1163"/>
                </a:lnTo>
                <a:lnTo>
                  <a:pt x="9846" y="1171"/>
                </a:lnTo>
                <a:lnTo>
                  <a:pt x="9807" y="1195"/>
                </a:lnTo>
                <a:lnTo>
                  <a:pt x="9779" y="1220"/>
                </a:lnTo>
                <a:lnTo>
                  <a:pt x="9756" y="1243"/>
                </a:lnTo>
                <a:lnTo>
                  <a:pt x="9711" y="1274"/>
                </a:lnTo>
                <a:lnTo>
                  <a:pt x="9661" y="1289"/>
                </a:lnTo>
                <a:lnTo>
                  <a:pt x="9598" y="1291"/>
                </a:lnTo>
                <a:lnTo>
                  <a:pt x="9558" y="1288"/>
                </a:lnTo>
                <a:lnTo>
                  <a:pt x="9549" y="1288"/>
                </a:lnTo>
                <a:lnTo>
                  <a:pt x="9531" y="1292"/>
                </a:lnTo>
                <a:lnTo>
                  <a:pt x="9505" y="1309"/>
                </a:lnTo>
                <a:lnTo>
                  <a:pt x="9491" y="1326"/>
                </a:lnTo>
                <a:lnTo>
                  <a:pt x="9483" y="1336"/>
                </a:lnTo>
                <a:lnTo>
                  <a:pt x="9463" y="1351"/>
                </a:lnTo>
                <a:lnTo>
                  <a:pt x="9439" y="1363"/>
                </a:lnTo>
                <a:lnTo>
                  <a:pt x="9411" y="1369"/>
                </a:lnTo>
                <a:lnTo>
                  <a:pt x="9395" y="1371"/>
                </a:lnTo>
                <a:lnTo>
                  <a:pt x="9367" y="1374"/>
                </a:lnTo>
                <a:lnTo>
                  <a:pt x="9335" y="1383"/>
                </a:lnTo>
                <a:lnTo>
                  <a:pt x="9321" y="1392"/>
                </a:lnTo>
                <a:lnTo>
                  <a:pt x="9319" y="1396"/>
                </a:lnTo>
                <a:lnTo>
                  <a:pt x="9313" y="1406"/>
                </a:lnTo>
                <a:lnTo>
                  <a:pt x="9287" y="1438"/>
                </a:lnTo>
                <a:lnTo>
                  <a:pt x="9270" y="1454"/>
                </a:lnTo>
                <a:lnTo>
                  <a:pt x="9250" y="1472"/>
                </a:lnTo>
                <a:lnTo>
                  <a:pt x="9238" y="1496"/>
                </a:lnTo>
                <a:lnTo>
                  <a:pt x="9238" y="1510"/>
                </a:lnTo>
                <a:lnTo>
                  <a:pt x="9243" y="1518"/>
                </a:lnTo>
                <a:lnTo>
                  <a:pt x="9246" y="1526"/>
                </a:lnTo>
                <a:lnTo>
                  <a:pt x="9248" y="1539"/>
                </a:lnTo>
                <a:lnTo>
                  <a:pt x="9234" y="1558"/>
                </a:lnTo>
                <a:lnTo>
                  <a:pt x="9211" y="1572"/>
                </a:lnTo>
                <a:lnTo>
                  <a:pt x="9197" y="1579"/>
                </a:lnTo>
                <a:lnTo>
                  <a:pt x="9176" y="1587"/>
                </a:lnTo>
                <a:lnTo>
                  <a:pt x="9161" y="1584"/>
                </a:lnTo>
                <a:lnTo>
                  <a:pt x="9148" y="1574"/>
                </a:lnTo>
                <a:lnTo>
                  <a:pt x="9140" y="1563"/>
                </a:lnTo>
                <a:lnTo>
                  <a:pt x="9130" y="1550"/>
                </a:lnTo>
                <a:lnTo>
                  <a:pt x="9123" y="1517"/>
                </a:lnTo>
                <a:lnTo>
                  <a:pt x="9126" y="1505"/>
                </a:lnTo>
                <a:lnTo>
                  <a:pt x="9127" y="1500"/>
                </a:lnTo>
                <a:lnTo>
                  <a:pt x="9120" y="1480"/>
                </a:lnTo>
                <a:lnTo>
                  <a:pt x="9091" y="1442"/>
                </a:lnTo>
                <a:lnTo>
                  <a:pt x="9036" y="1384"/>
                </a:lnTo>
                <a:lnTo>
                  <a:pt x="8996" y="1353"/>
                </a:lnTo>
                <a:lnTo>
                  <a:pt x="8973" y="1340"/>
                </a:lnTo>
                <a:lnTo>
                  <a:pt x="8965" y="1339"/>
                </a:lnTo>
                <a:lnTo>
                  <a:pt x="8961" y="1338"/>
                </a:lnTo>
                <a:lnTo>
                  <a:pt x="8961" y="1336"/>
                </a:lnTo>
                <a:lnTo>
                  <a:pt x="8971" y="1329"/>
                </a:lnTo>
                <a:lnTo>
                  <a:pt x="8987" y="1322"/>
                </a:lnTo>
                <a:lnTo>
                  <a:pt x="9002" y="1314"/>
                </a:lnTo>
                <a:lnTo>
                  <a:pt x="9022" y="1291"/>
                </a:lnTo>
                <a:lnTo>
                  <a:pt x="9026" y="1267"/>
                </a:lnTo>
                <a:lnTo>
                  <a:pt x="9017" y="1255"/>
                </a:lnTo>
                <a:lnTo>
                  <a:pt x="9006" y="1250"/>
                </a:lnTo>
                <a:lnTo>
                  <a:pt x="8999" y="1250"/>
                </a:lnTo>
                <a:lnTo>
                  <a:pt x="8989" y="1249"/>
                </a:lnTo>
                <a:lnTo>
                  <a:pt x="8974" y="1233"/>
                </a:lnTo>
                <a:lnTo>
                  <a:pt x="8972" y="1222"/>
                </a:lnTo>
                <a:lnTo>
                  <a:pt x="8972" y="1215"/>
                </a:lnTo>
                <a:lnTo>
                  <a:pt x="8968" y="1206"/>
                </a:lnTo>
                <a:lnTo>
                  <a:pt x="8955" y="1205"/>
                </a:lnTo>
                <a:lnTo>
                  <a:pt x="8938" y="1214"/>
                </a:lnTo>
                <a:lnTo>
                  <a:pt x="8929" y="1218"/>
                </a:lnTo>
                <a:lnTo>
                  <a:pt x="8917" y="1229"/>
                </a:lnTo>
                <a:lnTo>
                  <a:pt x="8912" y="1243"/>
                </a:lnTo>
                <a:lnTo>
                  <a:pt x="8911" y="1259"/>
                </a:lnTo>
                <a:lnTo>
                  <a:pt x="8912" y="1268"/>
                </a:lnTo>
                <a:lnTo>
                  <a:pt x="8915" y="1282"/>
                </a:lnTo>
                <a:lnTo>
                  <a:pt x="8911" y="1297"/>
                </a:lnTo>
                <a:lnTo>
                  <a:pt x="8905" y="1304"/>
                </a:lnTo>
                <a:lnTo>
                  <a:pt x="8901" y="1304"/>
                </a:lnTo>
                <a:lnTo>
                  <a:pt x="8893" y="1303"/>
                </a:lnTo>
                <a:lnTo>
                  <a:pt x="8882" y="1288"/>
                </a:lnTo>
                <a:lnTo>
                  <a:pt x="8881" y="1277"/>
                </a:lnTo>
                <a:lnTo>
                  <a:pt x="8880" y="1266"/>
                </a:lnTo>
                <a:lnTo>
                  <a:pt x="8869" y="1251"/>
                </a:lnTo>
                <a:lnTo>
                  <a:pt x="8862" y="1250"/>
                </a:lnTo>
                <a:lnTo>
                  <a:pt x="8857" y="1249"/>
                </a:lnTo>
                <a:lnTo>
                  <a:pt x="8851" y="1243"/>
                </a:lnTo>
                <a:lnTo>
                  <a:pt x="8849" y="1222"/>
                </a:lnTo>
                <a:lnTo>
                  <a:pt x="8852" y="1203"/>
                </a:lnTo>
                <a:lnTo>
                  <a:pt x="8856" y="1188"/>
                </a:lnTo>
                <a:lnTo>
                  <a:pt x="8857" y="1170"/>
                </a:lnTo>
                <a:lnTo>
                  <a:pt x="8850" y="1162"/>
                </a:lnTo>
                <a:lnTo>
                  <a:pt x="8830" y="1161"/>
                </a:lnTo>
                <a:lnTo>
                  <a:pt x="8814" y="1163"/>
                </a:lnTo>
                <a:lnTo>
                  <a:pt x="8800" y="1164"/>
                </a:lnTo>
                <a:lnTo>
                  <a:pt x="8779" y="1170"/>
                </a:lnTo>
                <a:lnTo>
                  <a:pt x="8768" y="1183"/>
                </a:lnTo>
                <a:lnTo>
                  <a:pt x="8764" y="1204"/>
                </a:lnTo>
                <a:lnTo>
                  <a:pt x="8764" y="1219"/>
                </a:lnTo>
                <a:lnTo>
                  <a:pt x="8764" y="1231"/>
                </a:lnTo>
                <a:lnTo>
                  <a:pt x="8767" y="1254"/>
                </a:lnTo>
                <a:lnTo>
                  <a:pt x="8777" y="1274"/>
                </a:lnTo>
                <a:lnTo>
                  <a:pt x="8790" y="1290"/>
                </a:lnTo>
                <a:lnTo>
                  <a:pt x="8798" y="1296"/>
                </a:lnTo>
                <a:lnTo>
                  <a:pt x="8812" y="1307"/>
                </a:lnTo>
                <a:lnTo>
                  <a:pt x="8823" y="1322"/>
                </a:lnTo>
                <a:lnTo>
                  <a:pt x="8824" y="1330"/>
                </a:lnTo>
                <a:lnTo>
                  <a:pt x="8822" y="1333"/>
                </a:lnTo>
                <a:lnTo>
                  <a:pt x="8818" y="1336"/>
                </a:lnTo>
                <a:lnTo>
                  <a:pt x="8809" y="1333"/>
                </a:lnTo>
                <a:lnTo>
                  <a:pt x="8789" y="1318"/>
                </a:lnTo>
                <a:lnTo>
                  <a:pt x="8775" y="1301"/>
                </a:lnTo>
                <a:lnTo>
                  <a:pt x="8764" y="1288"/>
                </a:lnTo>
                <a:lnTo>
                  <a:pt x="8741" y="1269"/>
                </a:lnTo>
                <a:lnTo>
                  <a:pt x="8711" y="1258"/>
                </a:lnTo>
                <a:lnTo>
                  <a:pt x="8669" y="1253"/>
                </a:lnTo>
                <a:lnTo>
                  <a:pt x="8642" y="1252"/>
                </a:lnTo>
                <a:lnTo>
                  <a:pt x="8605" y="1250"/>
                </a:lnTo>
                <a:lnTo>
                  <a:pt x="8559" y="1245"/>
                </a:lnTo>
                <a:lnTo>
                  <a:pt x="8544" y="1240"/>
                </a:lnTo>
                <a:lnTo>
                  <a:pt x="8540" y="1233"/>
                </a:lnTo>
                <a:lnTo>
                  <a:pt x="8542" y="1220"/>
                </a:lnTo>
                <a:lnTo>
                  <a:pt x="8547" y="1206"/>
                </a:lnTo>
                <a:lnTo>
                  <a:pt x="8554" y="1194"/>
                </a:lnTo>
                <a:lnTo>
                  <a:pt x="8566" y="1188"/>
                </a:lnTo>
                <a:lnTo>
                  <a:pt x="8576" y="1189"/>
                </a:lnTo>
                <a:lnTo>
                  <a:pt x="8580" y="1192"/>
                </a:lnTo>
                <a:lnTo>
                  <a:pt x="8595" y="1202"/>
                </a:lnTo>
                <a:lnTo>
                  <a:pt x="8628" y="1209"/>
                </a:lnTo>
                <a:lnTo>
                  <a:pt x="8659" y="1203"/>
                </a:lnTo>
                <a:lnTo>
                  <a:pt x="8685" y="1183"/>
                </a:lnTo>
                <a:lnTo>
                  <a:pt x="8693" y="1168"/>
                </a:lnTo>
                <a:lnTo>
                  <a:pt x="8700" y="1151"/>
                </a:lnTo>
                <a:lnTo>
                  <a:pt x="8702" y="1116"/>
                </a:lnTo>
                <a:lnTo>
                  <a:pt x="8691" y="1087"/>
                </a:lnTo>
                <a:lnTo>
                  <a:pt x="8668" y="1070"/>
                </a:lnTo>
                <a:lnTo>
                  <a:pt x="8653" y="1068"/>
                </a:lnTo>
                <a:lnTo>
                  <a:pt x="8645" y="1068"/>
                </a:lnTo>
                <a:lnTo>
                  <a:pt x="8637" y="1065"/>
                </a:lnTo>
                <a:lnTo>
                  <a:pt x="8637" y="1051"/>
                </a:lnTo>
                <a:lnTo>
                  <a:pt x="8648" y="1030"/>
                </a:lnTo>
                <a:lnTo>
                  <a:pt x="8657" y="1009"/>
                </a:lnTo>
                <a:lnTo>
                  <a:pt x="8657" y="991"/>
                </a:lnTo>
                <a:lnTo>
                  <a:pt x="8650" y="981"/>
                </a:lnTo>
                <a:lnTo>
                  <a:pt x="8644" y="976"/>
                </a:lnTo>
                <a:lnTo>
                  <a:pt x="8628" y="967"/>
                </a:lnTo>
                <a:lnTo>
                  <a:pt x="8596" y="959"/>
                </a:lnTo>
                <a:lnTo>
                  <a:pt x="8571" y="965"/>
                </a:lnTo>
                <a:lnTo>
                  <a:pt x="8556" y="981"/>
                </a:lnTo>
                <a:lnTo>
                  <a:pt x="8555" y="994"/>
                </a:lnTo>
                <a:lnTo>
                  <a:pt x="8554" y="1004"/>
                </a:lnTo>
                <a:lnTo>
                  <a:pt x="8541" y="1017"/>
                </a:lnTo>
                <a:lnTo>
                  <a:pt x="8518" y="1026"/>
                </a:lnTo>
                <a:lnTo>
                  <a:pt x="8489" y="1029"/>
                </a:lnTo>
                <a:lnTo>
                  <a:pt x="8438" y="1024"/>
                </a:lnTo>
                <a:lnTo>
                  <a:pt x="8391" y="1007"/>
                </a:lnTo>
                <a:lnTo>
                  <a:pt x="8366" y="991"/>
                </a:lnTo>
                <a:lnTo>
                  <a:pt x="8357" y="981"/>
                </a:lnTo>
                <a:lnTo>
                  <a:pt x="8342" y="962"/>
                </a:lnTo>
                <a:lnTo>
                  <a:pt x="8323" y="952"/>
                </a:lnTo>
                <a:lnTo>
                  <a:pt x="8312" y="956"/>
                </a:lnTo>
                <a:lnTo>
                  <a:pt x="8307" y="962"/>
                </a:lnTo>
                <a:lnTo>
                  <a:pt x="8296" y="971"/>
                </a:lnTo>
                <a:lnTo>
                  <a:pt x="8291" y="963"/>
                </a:lnTo>
                <a:lnTo>
                  <a:pt x="8296" y="943"/>
                </a:lnTo>
                <a:lnTo>
                  <a:pt x="8298" y="928"/>
                </a:lnTo>
                <a:lnTo>
                  <a:pt x="8295" y="912"/>
                </a:lnTo>
                <a:lnTo>
                  <a:pt x="8290" y="906"/>
                </a:lnTo>
                <a:lnTo>
                  <a:pt x="8285" y="905"/>
                </a:lnTo>
                <a:lnTo>
                  <a:pt x="8277" y="907"/>
                </a:lnTo>
                <a:lnTo>
                  <a:pt x="8266" y="922"/>
                </a:lnTo>
                <a:lnTo>
                  <a:pt x="8265" y="932"/>
                </a:lnTo>
                <a:lnTo>
                  <a:pt x="8262" y="943"/>
                </a:lnTo>
                <a:lnTo>
                  <a:pt x="8244" y="958"/>
                </a:lnTo>
                <a:lnTo>
                  <a:pt x="8231" y="959"/>
                </a:lnTo>
                <a:lnTo>
                  <a:pt x="8216" y="961"/>
                </a:lnTo>
                <a:lnTo>
                  <a:pt x="8190" y="970"/>
                </a:lnTo>
                <a:lnTo>
                  <a:pt x="8183" y="978"/>
                </a:lnTo>
                <a:lnTo>
                  <a:pt x="8174" y="988"/>
                </a:lnTo>
                <a:lnTo>
                  <a:pt x="8150" y="996"/>
                </a:lnTo>
                <a:lnTo>
                  <a:pt x="8123" y="991"/>
                </a:lnTo>
                <a:lnTo>
                  <a:pt x="8101" y="974"/>
                </a:lnTo>
                <a:lnTo>
                  <a:pt x="8096" y="959"/>
                </a:lnTo>
                <a:lnTo>
                  <a:pt x="8094" y="952"/>
                </a:lnTo>
                <a:lnTo>
                  <a:pt x="8085" y="939"/>
                </a:lnTo>
                <a:lnTo>
                  <a:pt x="8072" y="929"/>
                </a:lnTo>
                <a:lnTo>
                  <a:pt x="8057" y="924"/>
                </a:lnTo>
                <a:lnTo>
                  <a:pt x="8049" y="924"/>
                </a:lnTo>
                <a:lnTo>
                  <a:pt x="8039" y="925"/>
                </a:lnTo>
                <a:lnTo>
                  <a:pt x="8008" y="936"/>
                </a:lnTo>
                <a:lnTo>
                  <a:pt x="7947" y="966"/>
                </a:lnTo>
                <a:lnTo>
                  <a:pt x="7861" y="1019"/>
                </a:lnTo>
                <a:lnTo>
                  <a:pt x="7816" y="1054"/>
                </a:lnTo>
                <a:lnTo>
                  <a:pt x="7803" y="1069"/>
                </a:lnTo>
                <a:lnTo>
                  <a:pt x="7805" y="1074"/>
                </a:lnTo>
                <a:lnTo>
                  <a:pt x="7807" y="1077"/>
                </a:lnTo>
                <a:lnTo>
                  <a:pt x="7807" y="1081"/>
                </a:lnTo>
                <a:lnTo>
                  <a:pt x="7796" y="1086"/>
                </a:lnTo>
                <a:lnTo>
                  <a:pt x="7783" y="1087"/>
                </a:lnTo>
                <a:lnTo>
                  <a:pt x="7768" y="1089"/>
                </a:lnTo>
                <a:lnTo>
                  <a:pt x="7736" y="1109"/>
                </a:lnTo>
                <a:lnTo>
                  <a:pt x="7725" y="1125"/>
                </a:lnTo>
                <a:lnTo>
                  <a:pt x="7714" y="1139"/>
                </a:lnTo>
                <a:lnTo>
                  <a:pt x="7695" y="1151"/>
                </a:lnTo>
                <a:lnTo>
                  <a:pt x="7682" y="1153"/>
                </a:lnTo>
                <a:lnTo>
                  <a:pt x="7676" y="1152"/>
                </a:lnTo>
                <a:lnTo>
                  <a:pt x="7663" y="1150"/>
                </a:lnTo>
                <a:lnTo>
                  <a:pt x="7627" y="1163"/>
                </a:lnTo>
                <a:lnTo>
                  <a:pt x="7609" y="1176"/>
                </a:lnTo>
                <a:lnTo>
                  <a:pt x="7588" y="1191"/>
                </a:lnTo>
                <a:lnTo>
                  <a:pt x="7553" y="1212"/>
                </a:lnTo>
                <a:lnTo>
                  <a:pt x="7524" y="1220"/>
                </a:lnTo>
                <a:lnTo>
                  <a:pt x="7497" y="1217"/>
                </a:lnTo>
                <a:lnTo>
                  <a:pt x="7484" y="1212"/>
                </a:lnTo>
                <a:lnTo>
                  <a:pt x="7469" y="1207"/>
                </a:lnTo>
                <a:lnTo>
                  <a:pt x="7432" y="1205"/>
                </a:lnTo>
                <a:lnTo>
                  <a:pt x="7415" y="1208"/>
                </a:lnTo>
                <a:lnTo>
                  <a:pt x="7403" y="1212"/>
                </a:lnTo>
                <a:lnTo>
                  <a:pt x="7387" y="1220"/>
                </a:lnTo>
                <a:lnTo>
                  <a:pt x="7380" y="1233"/>
                </a:lnTo>
                <a:lnTo>
                  <a:pt x="7381" y="1255"/>
                </a:lnTo>
                <a:lnTo>
                  <a:pt x="7384" y="1269"/>
                </a:lnTo>
                <a:lnTo>
                  <a:pt x="7387" y="1286"/>
                </a:lnTo>
                <a:lnTo>
                  <a:pt x="7387" y="1307"/>
                </a:lnTo>
                <a:lnTo>
                  <a:pt x="7378" y="1321"/>
                </a:lnTo>
                <a:lnTo>
                  <a:pt x="7360" y="1330"/>
                </a:lnTo>
                <a:lnTo>
                  <a:pt x="7344" y="1333"/>
                </a:lnTo>
                <a:lnTo>
                  <a:pt x="7299" y="1343"/>
                </a:lnTo>
                <a:lnTo>
                  <a:pt x="7263" y="1353"/>
                </a:lnTo>
                <a:lnTo>
                  <a:pt x="7249" y="1358"/>
                </a:lnTo>
                <a:lnTo>
                  <a:pt x="7220" y="1388"/>
                </a:lnTo>
                <a:lnTo>
                  <a:pt x="7198" y="1428"/>
                </a:lnTo>
                <a:lnTo>
                  <a:pt x="7188" y="1466"/>
                </a:lnTo>
                <a:lnTo>
                  <a:pt x="7190" y="1480"/>
                </a:lnTo>
                <a:lnTo>
                  <a:pt x="7191" y="1485"/>
                </a:lnTo>
                <a:lnTo>
                  <a:pt x="7189" y="1493"/>
                </a:lnTo>
                <a:lnTo>
                  <a:pt x="7176" y="1502"/>
                </a:lnTo>
                <a:lnTo>
                  <a:pt x="7161" y="1503"/>
                </a:lnTo>
                <a:lnTo>
                  <a:pt x="7145" y="1504"/>
                </a:lnTo>
                <a:lnTo>
                  <a:pt x="7129" y="1513"/>
                </a:lnTo>
                <a:lnTo>
                  <a:pt x="7124" y="1520"/>
                </a:lnTo>
                <a:lnTo>
                  <a:pt x="7122" y="1525"/>
                </a:lnTo>
                <a:lnTo>
                  <a:pt x="7122" y="1529"/>
                </a:lnTo>
                <a:lnTo>
                  <a:pt x="7119" y="1531"/>
                </a:lnTo>
                <a:lnTo>
                  <a:pt x="7108" y="1526"/>
                </a:lnTo>
                <a:lnTo>
                  <a:pt x="7100" y="1514"/>
                </a:lnTo>
                <a:lnTo>
                  <a:pt x="7093" y="1506"/>
                </a:lnTo>
                <a:lnTo>
                  <a:pt x="7080" y="1496"/>
                </a:lnTo>
                <a:lnTo>
                  <a:pt x="7066" y="1492"/>
                </a:lnTo>
                <a:lnTo>
                  <a:pt x="7051" y="1493"/>
                </a:lnTo>
                <a:lnTo>
                  <a:pt x="7030" y="1504"/>
                </a:lnTo>
                <a:lnTo>
                  <a:pt x="7007" y="1537"/>
                </a:lnTo>
                <a:lnTo>
                  <a:pt x="7002" y="1559"/>
                </a:lnTo>
                <a:lnTo>
                  <a:pt x="6996" y="1577"/>
                </a:lnTo>
                <a:lnTo>
                  <a:pt x="6979" y="1607"/>
                </a:lnTo>
                <a:lnTo>
                  <a:pt x="6958" y="1626"/>
                </a:lnTo>
                <a:lnTo>
                  <a:pt x="6946" y="1626"/>
                </a:lnTo>
                <a:lnTo>
                  <a:pt x="6942" y="1618"/>
                </a:lnTo>
                <a:lnTo>
                  <a:pt x="6942" y="1612"/>
                </a:lnTo>
                <a:lnTo>
                  <a:pt x="6941" y="1599"/>
                </a:lnTo>
                <a:lnTo>
                  <a:pt x="6928" y="1592"/>
                </a:lnTo>
                <a:lnTo>
                  <a:pt x="6909" y="1604"/>
                </a:lnTo>
                <a:lnTo>
                  <a:pt x="6889" y="1632"/>
                </a:lnTo>
                <a:lnTo>
                  <a:pt x="6880" y="1652"/>
                </a:lnTo>
                <a:lnTo>
                  <a:pt x="6870" y="1672"/>
                </a:lnTo>
                <a:lnTo>
                  <a:pt x="6843" y="1702"/>
                </a:lnTo>
                <a:lnTo>
                  <a:pt x="6812" y="1715"/>
                </a:lnTo>
                <a:lnTo>
                  <a:pt x="6781" y="1709"/>
                </a:lnTo>
                <a:lnTo>
                  <a:pt x="6766" y="1699"/>
                </a:lnTo>
                <a:lnTo>
                  <a:pt x="6759" y="1694"/>
                </a:lnTo>
                <a:lnTo>
                  <a:pt x="6750" y="1693"/>
                </a:lnTo>
                <a:lnTo>
                  <a:pt x="6743" y="1713"/>
                </a:lnTo>
                <a:lnTo>
                  <a:pt x="6742" y="1746"/>
                </a:lnTo>
                <a:lnTo>
                  <a:pt x="6741" y="1774"/>
                </a:lnTo>
                <a:lnTo>
                  <a:pt x="6734" y="1799"/>
                </a:lnTo>
                <a:lnTo>
                  <a:pt x="6728" y="1804"/>
                </a:lnTo>
                <a:lnTo>
                  <a:pt x="6724" y="1802"/>
                </a:lnTo>
                <a:lnTo>
                  <a:pt x="6720" y="1801"/>
                </a:lnTo>
                <a:lnTo>
                  <a:pt x="6713" y="1803"/>
                </a:lnTo>
                <a:lnTo>
                  <a:pt x="6707" y="1817"/>
                </a:lnTo>
                <a:lnTo>
                  <a:pt x="6706" y="1833"/>
                </a:lnTo>
                <a:lnTo>
                  <a:pt x="6705" y="1853"/>
                </a:lnTo>
                <a:lnTo>
                  <a:pt x="6698" y="1882"/>
                </a:lnTo>
                <a:lnTo>
                  <a:pt x="6683" y="1902"/>
                </a:lnTo>
                <a:lnTo>
                  <a:pt x="6659" y="1913"/>
                </a:lnTo>
                <a:lnTo>
                  <a:pt x="6643" y="1915"/>
                </a:lnTo>
                <a:lnTo>
                  <a:pt x="6605" y="1919"/>
                </a:lnTo>
                <a:lnTo>
                  <a:pt x="6567" y="1929"/>
                </a:lnTo>
                <a:lnTo>
                  <a:pt x="6556" y="1932"/>
                </a:lnTo>
                <a:lnTo>
                  <a:pt x="6539" y="1934"/>
                </a:lnTo>
                <a:lnTo>
                  <a:pt x="6530" y="1930"/>
                </a:lnTo>
                <a:lnTo>
                  <a:pt x="6525" y="1920"/>
                </a:lnTo>
                <a:lnTo>
                  <a:pt x="6524" y="1913"/>
                </a:lnTo>
                <a:lnTo>
                  <a:pt x="6524" y="1904"/>
                </a:lnTo>
                <a:lnTo>
                  <a:pt x="6520" y="1895"/>
                </a:lnTo>
                <a:lnTo>
                  <a:pt x="6501" y="1893"/>
                </a:lnTo>
                <a:lnTo>
                  <a:pt x="6475" y="1904"/>
                </a:lnTo>
                <a:lnTo>
                  <a:pt x="6455" y="1913"/>
                </a:lnTo>
                <a:lnTo>
                  <a:pt x="6420" y="1934"/>
                </a:lnTo>
                <a:lnTo>
                  <a:pt x="6412" y="1943"/>
                </a:lnTo>
                <a:lnTo>
                  <a:pt x="6406" y="1952"/>
                </a:lnTo>
                <a:lnTo>
                  <a:pt x="6398" y="1948"/>
                </a:lnTo>
                <a:lnTo>
                  <a:pt x="6398" y="1934"/>
                </a:lnTo>
                <a:lnTo>
                  <a:pt x="6397" y="1921"/>
                </a:lnTo>
                <a:lnTo>
                  <a:pt x="6385" y="1897"/>
                </a:lnTo>
                <a:lnTo>
                  <a:pt x="6376" y="1891"/>
                </a:lnTo>
                <a:lnTo>
                  <a:pt x="6368" y="1887"/>
                </a:lnTo>
                <a:lnTo>
                  <a:pt x="6364" y="1890"/>
                </a:lnTo>
                <a:lnTo>
                  <a:pt x="6369" y="1898"/>
                </a:lnTo>
                <a:lnTo>
                  <a:pt x="6373" y="1907"/>
                </a:lnTo>
                <a:lnTo>
                  <a:pt x="6365" y="1919"/>
                </a:lnTo>
                <a:lnTo>
                  <a:pt x="6355" y="1920"/>
                </a:lnTo>
                <a:lnTo>
                  <a:pt x="6343" y="1919"/>
                </a:lnTo>
                <a:lnTo>
                  <a:pt x="6328" y="1913"/>
                </a:lnTo>
                <a:lnTo>
                  <a:pt x="6325" y="1900"/>
                </a:lnTo>
                <a:lnTo>
                  <a:pt x="6335" y="1881"/>
                </a:lnTo>
                <a:lnTo>
                  <a:pt x="6345" y="1871"/>
                </a:lnTo>
                <a:lnTo>
                  <a:pt x="6352" y="1862"/>
                </a:lnTo>
                <a:lnTo>
                  <a:pt x="6358" y="1835"/>
                </a:lnTo>
                <a:lnTo>
                  <a:pt x="6351" y="1812"/>
                </a:lnTo>
                <a:lnTo>
                  <a:pt x="6336" y="1795"/>
                </a:lnTo>
                <a:lnTo>
                  <a:pt x="6325" y="1793"/>
                </a:lnTo>
                <a:lnTo>
                  <a:pt x="6318" y="1794"/>
                </a:lnTo>
                <a:lnTo>
                  <a:pt x="6313" y="1804"/>
                </a:lnTo>
                <a:lnTo>
                  <a:pt x="6316" y="1812"/>
                </a:lnTo>
                <a:lnTo>
                  <a:pt x="6319" y="1820"/>
                </a:lnTo>
                <a:lnTo>
                  <a:pt x="6311" y="1851"/>
                </a:lnTo>
                <a:lnTo>
                  <a:pt x="6301" y="1867"/>
                </a:lnTo>
                <a:lnTo>
                  <a:pt x="6289" y="1882"/>
                </a:lnTo>
                <a:lnTo>
                  <a:pt x="6274" y="1891"/>
                </a:lnTo>
                <a:lnTo>
                  <a:pt x="6265" y="1889"/>
                </a:lnTo>
                <a:lnTo>
                  <a:pt x="6262" y="1885"/>
                </a:lnTo>
                <a:lnTo>
                  <a:pt x="6259" y="1878"/>
                </a:lnTo>
                <a:lnTo>
                  <a:pt x="6264" y="1867"/>
                </a:lnTo>
                <a:lnTo>
                  <a:pt x="6273" y="1866"/>
                </a:lnTo>
                <a:lnTo>
                  <a:pt x="6277" y="1865"/>
                </a:lnTo>
                <a:lnTo>
                  <a:pt x="6283" y="1863"/>
                </a:lnTo>
                <a:lnTo>
                  <a:pt x="6278" y="1853"/>
                </a:lnTo>
                <a:lnTo>
                  <a:pt x="6268" y="1842"/>
                </a:lnTo>
                <a:lnTo>
                  <a:pt x="6254" y="1831"/>
                </a:lnTo>
                <a:lnTo>
                  <a:pt x="6234" y="1794"/>
                </a:lnTo>
                <a:lnTo>
                  <a:pt x="6229" y="1775"/>
                </a:lnTo>
                <a:lnTo>
                  <a:pt x="6224" y="1747"/>
                </a:lnTo>
                <a:lnTo>
                  <a:pt x="6221" y="1750"/>
                </a:lnTo>
                <a:lnTo>
                  <a:pt x="6219" y="1780"/>
                </a:lnTo>
                <a:lnTo>
                  <a:pt x="6217" y="1803"/>
                </a:lnTo>
                <a:lnTo>
                  <a:pt x="6209" y="1819"/>
                </a:lnTo>
                <a:lnTo>
                  <a:pt x="6201" y="1821"/>
                </a:lnTo>
                <a:lnTo>
                  <a:pt x="6197" y="1818"/>
                </a:lnTo>
                <a:lnTo>
                  <a:pt x="6191" y="1817"/>
                </a:lnTo>
                <a:lnTo>
                  <a:pt x="6175" y="1822"/>
                </a:lnTo>
                <a:lnTo>
                  <a:pt x="6141" y="1844"/>
                </a:lnTo>
                <a:lnTo>
                  <a:pt x="6115" y="1867"/>
                </a:lnTo>
                <a:lnTo>
                  <a:pt x="6086" y="1894"/>
                </a:lnTo>
                <a:lnTo>
                  <a:pt x="6056" y="1913"/>
                </a:lnTo>
                <a:lnTo>
                  <a:pt x="6045" y="1915"/>
                </a:lnTo>
                <a:lnTo>
                  <a:pt x="6041" y="1909"/>
                </a:lnTo>
                <a:lnTo>
                  <a:pt x="6046" y="1895"/>
                </a:lnTo>
                <a:lnTo>
                  <a:pt x="6067" y="1863"/>
                </a:lnTo>
                <a:lnTo>
                  <a:pt x="6095" y="1833"/>
                </a:lnTo>
                <a:lnTo>
                  <a:pt x="6118" y="1808"/>
                </a:lnTo>
                <a:lnTo>
                  <a:pt x="6151" y="1767"/>
                </a:lnTo>
                <a:lnTo>
                  <a:pt x="6162" y="1747"/>
                </a:lnTo>
                <a:lnTo>
                  <a:pt x="6163" y="1741"/>
                </a:lnTo>
                <a:lnTo>
                  <a:pt x="6152" y="1743"/>
                </a:lnTo>
                <a:lnTo>
                  <a:pt x="6135" y="1757"/>
                </a:lnTo>
                <a:lnTo>
                  <a:pt x="6120" y="1768"/>
                </a:lnTo>
                <a:lnTo>
                  <a:pt x="6108" y="1762"/>
                </a:lnTo>
                <a:lnTo>
                  <a:pt x="6108" y="1741"/>
                </a:lnTo>
                <a:lnTo>
                  <a:pt x="6109" y="1726"/>
                </a:lnTo>
                <a:lnTo>
                  <a:pt x="6118" y="1705"/>
                </a:lnTo>
                <a:lnTo>
                  <a:pt x="6126" y="1703"/>
                </a:lnTo>
                <a:lnTo>
                  <a:pt x="6134" y="1699"/>
                </a:lnTo>
                <a:lnTo>
                  <a:pt x="6160" y="1664"/>
                </a:lnTo>
                <a:lnTo>
                  <a:pt x="6173" y="1639"/>
                </a:lnTo>
                <a:lnTo>
                  <a:pt x="6186" y="1614"/>
                </a:lnTo>
                <a:lnTo>
                  <a:pt x="6210" y="1579"/>
                </a:lnTo>
                <a:lnTo>
                  <a:pt x="6219" y="1576"/>
                </a:lnTo>
                <a:lnTo>
                  <a:pt x="6225" y="1575"/>
                </a:lnTo>
                <a:lnTo>
                  <a:pt x="6234" y="1558"/>
                </a:lnTo>
                <a:lnTo>
                  <a:pt x="6235" y="1546"/>
                </a:lnTo>
                <a:lnTo>
                  <a:pt x="6238" y="1531"/>
                </a:lnTo>
                <a:lnTo>
                  <a:pt x="6268" y="1478"/>
                </a:lnTo>
                <a:lnTo>
                  <a:pt x="6289" y="1449"/>
                </a:lnTo>
                <a:lnTo>
                  <a:pt x="6311" y="1420"/>
                </a:lnTo>
                <a:lnTo>
                  <a:pt x="6340" y="1371"/>
                </a:lnTo>
                <a:lnTo>
                  <a:pt x="6344" y="1360"/>
                </a:lnTo>
                <a:lnTo>
                  <a:pt x="6344" y="1351"/>
                </a:lnTo>
                <a:lnTo>
                  <a:pt x="6350" y="1341"/>
                </a:lnTo>
                <a:lnTo>
                  <a:pt x="6362" y="1343"/>
                </a:lnTo>
                <a:lnTo>
                  <a:pt x="6380" y="1356"/>
                </a:lnTo>
                <a:lnTo>
                  <a:pt x="6390" y="1367"/>
                </a:lnTo>
                <a:lnTo>
                  <a:pt x="6402" y="1378"/>
                </a:lnTo>
                <a:lnTo>
                  <a:pt x="6424" y="1391"/>
                </a:lnTo>
                <a:lnTo>
                  <a:pt x="6442" y="1394"/>
                </a:lnTo>
                <a:lnTo>
                  <a:pt x="6451" y="1385"/>
                </a:lnTo>
                <a:lnTo>
                  <a:pt x="6452" y="1377"/>
                </a:lnTo>
                <a:lnTo>
                  <a:pt x="6450" y="1369"/>
                </a:lnTo>
                <a:lnTo>
                  <a:pt x="6433" y="1359"/>
                </a:lnTo>
                <a:lnTo>
                  <a:pt x="6421" y="1358"/>
                </a:lnTo>
                <a:lnTo>
                  <a:pt x="6403" y="1358"/>
                </a:lnTo>
                <a:lnTo>
                  <a:pt x="6401" y="1350"/>
                </a:lnTo>
                <a:lnTo>
                  <a:pt x="6415" y="1340"/>
                </a:lnTo>
                <a:lnTo>
                  <a:pt x="6428" y="1331"/>
                </a:lnTo>
                <a:lnTo>
                  <a:pt x="6431" y="1322"/>
                </a:lnTo>
                <a:lnTo>
                  <a:pt x="6420" y="1322"/>
                </a:lnTo>
                <a:lnTo>
                  <a:pt x="6409" y="1320"/>
                </a:lnTo>
                <a:lnTo>
                  <a:pt x="6384" y="1307"/>
                </a:lnTo>
                <a:lnTo>
                  <a:pt x="6360" y="1288"/>
                </a:lnTo>
                <a:lnTo>
                  <a:pt x="6345" y="1267"/>
                </a:lnTo>
                <a:lnTo>
                  <a:pt x="6344" y="1258"/>
                </a:lnTo>
                <a:lnTo>
                  <a:pt x="6346" y="1255"/>
                </a:lnTo>
                <a:lnTo>
                  <a:pt x="6368" y="1255"/>
                </a:lnTo>
                <a:lnTo>
                  <a:pt x="6383" y="1258"/>
                </a:lnTo>
                <a:lnTo>
                  <a:pt x="6403" y="1265"/>
                </a:lnTo>
                <a:lnTo>
                  <a:pt x="6414" y="1261"/>
                </a:lnTo>
                <a:lnTo>
                  <a:pt x="6413" y="1250"/>
                </a:lnTo>
                <a:lnTo>
                  <a:pt x="6410" y="1241"/>
                </a:lnTo>
                <a:lnTo>
                  <a:pt x="6400" y="1216"/>
                </a:lnTo>
                <a:lnTo>
                  <a:pt x="6398" y="1204"/>
                </a:lnTo>
                <a:lnTo>
                  <a:pt x="6396" y="1202"/>
                </a:lnTo>
                <a:lnTo>
                  <a:pt x="6376" y="1204"/>
                </a:lnTo>
                <a:lnTo>
                  <a:pt x="6361" y="1208"/>
                </a:lnTo>
                <a:lnTo>
                  <a:pt x="6347" y="1211"/>
                </a:lnTo>
                <a:lnTo>
                  <a:pt x="6332" y="1207"/>
                </a:lnTo>
                <a:lnTo>
                  <a:pt x="6325" y="1201"/>
                </a:lnTo>
                <a:lnTo>
                  <a:pt x="6325" y="1197"/>
                </a:lnTo>
                <a:lnTo>
                  <a:pt x="6324" y="1189"/>
                </a:lnTo>
                <a:lnTo>
                  <a:pt x="6313" y="1178"/>
                </a:lnTo>
                <a:lnTo>
                  <a:pt x="6306" y="1177"/>
                </a:lnTo>
                <a:lnTo>
                  <a:pt x="6298" y="1179"/>
                </a:lnTo>
                <a:lnTo>
                  <a:pt x="6291" y="1192"/>
                </a:lnTo>
                <a:lnTo>
                  <a:pt x="6295" y="1203"/>
                </a:lnTo>
                <a:lnTo>
                  <a:pt x="6297" y="1214"/>
                </a:lnTo>
                <a:lnTo>
                  <a:pt x="6286" y="1241"/>
                </a:lnTo>
                <a:lnTo>
                  <a:pt x="6274" y="1253"/>
                </a:lnTo>
                <a:lnTo>
                  <a:pt x="6264" y="1262"/>
                </a:lnTo>
                <a:lnTo>
                  <a:pt x="6256" y="1265"/>
                </a:lnTo>
                <a:lnTo>
                  <a:pt x="6254" y="1262"/>
                </a:lnTo>
                <a:lnTo>
                  <a:pt x="6257" y="1258"/>
                </a:lnTo>
                <a:lnTo>
                  <a:pt x="6260" y="1249"/>
                </a:lnTo>
                <a:lnTo>
                  <a:pt x="6250" y="1219"/>
                </a:lnTo>
                <a:lnTo>
                  <a:pt x="6240" y="1204"/>
                </a:lnTo>
                <a:lnTo>
                  <a:pt x="6223" y="1182"/>
                </a:lnTo>
                <a:lnTo>
                  <a:pt x="6217" y="1184"/>
                </a:lnTo>
                <a:lnTo>
                  <a:pt x="6225" y="1209"/>
                </a:lnTo>
                <a:lnTo>
                  <a:pt x="6229" y="1228"/>
                </a:lnTo>
                <a:lnTo>
                  <a:pt x="6225" y="1264"/>
                </a:lnTo>
                <a:lnTo>
                  <a:pt x="6216" y="1277"/>
                </a:lnTo>
                <a:lnTo>
                  <a:pt x="6209" y="1288"/>
                </a:lnTo>
                <a:lnTo>
                  <a:pt x="6200" y="1314"/>
                </a:lnTo>
                <a:lnTo>
                  <a:pt x="6200" y="1326"/>
                </a:lnTo>
                <a:lnTo>
                  <a:pt x="6202" y="1345"/>
                </a:lnTo>
                <a:lnTo>
                  <a:pt x="6201" y="1378"/>
                </a:lnTo>
                <a:lnTo>
                  <a:pt x="6196" y="1399"/>
                </a:lnTo>
                <a:lnTo>
                  <a:pt x="6185" y="1405"/>
                </a:lnTo>
                <a:lnTo>
                  <a:pt x="6178" y="1402"/>
                </a:lnTo>
                <a:lnTo>
                  <a:pt x="6170" y="1397"/>
                </a:lnTo>
                <a:lnTo>
                  <a:pt x="6163" y="1404"/>
                </a:lnTo>
                <a:lnTo>
                  <a:pt x="6165" y="1413"/>
                </a:lnTo>
                <a:lnTo>
                  <a:pt x="6171" y="1426"/>
                </a:lnTo>
                <a:lnTo>
                  <a:pt x="6182" y="1440"/>
                </a:lnTo>
                <a:lnTo>
                  <a:pt x="6195" y="1443"/>
                </a:lnTo>
                <a:lnTo>
                  <a:pt x="6208" y="1435"/>
                </a:lnTo>
                <a:lnTo>
                  <a:pt x="6225" y="1408"/>
                </a:lnTo>
                <a:lnTo>
                  <a:pt x="6239" y="1349"/>
                </a:lnTo>
                <a:lnTo>
                  <a:pt x="6238" y="1313"/>
                </a:lnTo>
                <a:lnTo>
                  <a:pt x="6237" y="1294"/>
                </a:lnTo>
                <a:lnTo>
                  <a:pt x="6245" y="1291"/>
                </a:lnTo>
                <a:lnTo>
                  <a:pt x="6252" y="1304"/>
                </a:lnTo>
                <a:lnTo>
                  <a:pt x="6259" y="1314"/>
                </a:lnTo>
                <a:lnTo>
                  <a:pt x="6269" y="1324"/>
                </a:lnTo>
                <a:lnTo>
                  <a:pt x="6285" y="1311"/>
                </a:lnTo>
                <a:lnTo>
                  <a:pt x="6303" y="1277"/>
                </a:lnTo>
                <a:lnTo>
                  <a:pt x="6315" y="1254"/>
                </a:lnTo>
                <a:lnTo>
                  <a:pt x="6324" y="1255"/>
                </a:lnTo>
                <a:lnTo>
                  <a:pt x="6325" y="1280"/>
                </a:lnTo>
                <a:lnTo>
                  <a:pt x="6324" y="1297"/>
                </a:lnTo>
                <a:lnTo>
                  <a:pt x="6309" y="1333"/>
                </a:lnTo>
                <a:lnTo>
                  <a:pt x="6298" y="1347"/>
                </a:lnTo>
                <a:lnTo>
                  <a:pt x="6287" y="1358"/>
                </a:lnTo>
                <a:lnTo>
                  <a:pt x="6272" y="1380"/>
                </a:lnTo>
                <a:lnTo>
                  <a:pt x="6271" y="1388"/>
                </a:lnTo>
                <a:lnTo>
                  <a:pt x="6263" y="1414"/>
                </a:lnTo>
                <a:lnTo>
                  <a:pt x="6240" y="1469"/>
                </a:lnTo>
                <a:lnTo>
                  <a:pt x="6227" y="1494"/>
                </a:lnTo>
                <a:lnTo>
                  <a:pt x="6202" y="1526"/>
                </a:lnTo>
                <a:lnTo>
                  <a:pt x="6187" y="1531"/>
                </a:lnTo>
                <a:lnTo>
                  <a:pt x="6179" y="1528"/>
                </a:lnTo>
                <a:lnTo>
                  <a:pt x="6173" y="1510"/>
                </a:lnTo>
                <a:lnTo>
                  <a:pt x="6175" y="1489"/>
                </a:lnTo>
                <a:lnTo>
                  <a:pt x="6175" y="1474"/>
                </a:lnTo>
                <a:lnTo>
                  <a:pt x="6164" y="1442"/>
                </a:lnTo>
                <a:lnTo>
                  <a:pt x="6154" y="1431"/>
                </a:lnTo>
                <a:lnTo>
                  <a:pt x="6147" y="1425"/>
                </a:lnTo>
                <a:lnTo>
                  <a:pt x="6139" y="1413"/>
                </a:lnTo>
                <a:lnTo>
                  <a:pt x="6140" y="1390"/>
                </a:lnTo>
                <a:lnTo>
                  <a:pt x="6153" y="1364"/>
                </a:lnTo>
                <a:lnTo>
                  <a:pt x="6164" y="1340"/>
                </a:lnTo>
                <a:lnTo>
                  <a:pt x="6169" y="1313"/>
                </a:lnTo>
                <a:lnTo>
                  <a:pt x="6164" y="1297"/>
                </a:lnTo>
                <a:lnTo>
                  <a:pt x="6160" y="1291"/>
                </a:lnTo>
                <a:lnTo>
                  <a:pt x="6153" y="1282"/>
                </a:lnTo>
                <a:lnTo>
                  <a:pt x="6150" y="1257"/>
                </a:lnTo>
                <a:lnTo>
                  <a:pt x="6154" y="1247"/>
                </a:lnTo>
                <a:lnTo>
                  <a:pt x="6159" y="1239"/>
                </a:lnTo>
                <a:lnTo>
                  <a:pt x="6155" y="1234"/>
                </a:lnTo>
                <a:lnTo>
                  <a:pt x="6148" y="1239"/>
                </a:lnTo>
                <a:lnTo>
                  <a:pt x="6138" y="1243"/>
                </a:lnTo>
                <a:lnTo>
                  <a:pt x="6127" y="1239"/>
                </a:lnTo>
                <a:lnTo>
                  <a:pt x="6126" y="1231"/>
                </a:lnTo>
                <a:lnTo>
                  <a:pt x="6127" y="1224"/>
                </a:lnTo>
                <a:lnTo>
                  <a:pt x="6140" y="1208"/>
                </a:lnTo>
                <a:lnTo>
                  <a:pt x="6149" y="1204"/>
                </a:lnTo>
                <a:lnTo>
                  <a:pt x="6158" y="1197"/>
                </a:lnTo>
                <a:lnTo>
                  <a:pt x="6172" y="1159"/>
                </a:lnTo>
                <a:lnTo>
                  <a:pt x="6175" y="1136"/>
                </a:lnTo>
                <a:lnTo>
                  <a:pt x="6174" y="1114"/>
                </a:lnTo>
                <a:lnTo>
                  <a:pt x="6172" y="1097"/>
                </a:lnTo>
                <a:lnTo>
                  <a:pt x="6170" y="1096"/>
                </a:lnTo>
                <a:lnTo>
                  <a:pt x="6167" y="1100"/>
                </a:lnTo>
                <a:lnTo>
                  <a:pt x="6162" y="1112"/>
                </a:lnTo>
                <a:lnTo>
                  <a:pt x="6151" y="1122"/>
                </a:lnTo>
                <a:lnTo>
                  <a:pt x="6140" y="1117"/>
                </a:lnTo>
                <a:lnTo>
                  <a:pt x="6134" y="1097"/>
                </a:lnTo>
                <a:lnTo>
                  <a:pt x="6133" y="1081"/>
                </a:lnTo>
                <a:lnTo>
                  <a:pt x="6132" y="1045"/>
                </a:lnTo>
                <a:lnTo>
                  <a:pt x="6124" y="1016"/>
                </a:lnTo>
                <a:lnTo>
                  <a:pt x="6123" y="1006"/>
                </a:lnTo>
                <a:lnTo>
                  <a:pt x="6132" y="987"/>
                </a:lnTo>
                <a:lnTo>
                  <a:pt x="6142" y="981"/>
                </a:lnTo>
                <a:lnTo>
                  <a:pt x="6148" y="980"/>
                </a:lnTo>
                <a:lnTo>
                  <a:pt x="6157" y="980"/>
                </a:lnTo>
                <a:lnTo>
                  <a:pt x="6160" y="990"/>
                </a:lnTo>
                <a:lnTo>
                  <a:pt x="6154" y="1007"/>
                </a:lnTo>
                <a:lnTo>
                  <a:pt x="6147" y="1026"/>
                </a:lnTo>
                <a:lnTo>
                  <a:pt x="6158" y="1026"/>
                </a:lnTo>
                <a:lnTo>
                  <a:pt x="6180" y="1005"/>
                </a:lnTo>
                <a:lnTo>
                  <a:pt x="6194" y="991"/>
                </a:lnTo>
                <a:lnTo>
                  <a:pt x="6204" y="972"/>
                </a:lnTo>
                <a:lnTo>
                  <a:pt x="6204" y="964"/>
                </a:lnTo>
                <a:lnTo>
                  <a:pt x="6202" y="962"/>
                </a:lnTo>
                <a:lnTo>
                  <a:pt x="6194" y="952"/>
                </a:lnTo>
                <a:lnTo>
                  <a:pt x="6167" y="891"/>
                </a:lnTo>
                <a:lnTo>
                  <a:pt x="6153" y="851"/>
                </a:lnTo>
                <a:lnTo>
                  <a:pt x="6126" y="775"/>
                </a:lnTo>
                <a:lnTo>
                  <a:pt x="6110" y="746"/>
                </a:lnTo>
                <a:lnTo>
                  <a:pt x="6103" y="744"/>
                </a:lnTo>
                <a:lnTo>
                  <a:pt x="6091" y="751"/>
                </a:lnTo>
                <a:lnTo>
                  <a:pt x="6078" y="761"/>
                </a:lnTo>
                <a:lnTo>
                  <a:pt x="6071" y="768"/>
                </a:lnTo>
                <a:lnTo>
                  <a:pt x="6058" y="776"/>
                </a:lnTo>
                <a:lnTo>
                  <a:pt x="6048" y="775"/>
                </a:lnTo>
                <a:lnTo>
                  <a:pt x="6040" y="766"/>
                </a:lnTo>
                <a:lnTo>
                  <a:pt x="6035" y="758"/>
                </a:lnTo>
                <a:lnTo>
                  <a:pt x="6031" y="752"/>
                </a:lnTo>
                <a:lnTo>
                  <a:pt x="6030" y="741"/>
                </a:lnTo>
                <a:lnTo>
                  <a:pt x="6046" y="729"/>
                </a:lnTo>
                <a:lnTo>
                  <a:pt x="6072" y="723"/>
                </a:lnTo>
                <a:lnTo>
                  <a:pt x="6093" y="717"/>
                </a:lnTo>
                <a:lnTo>
                  <a:pt x="6134" y="696"/>
                </a:lnTo>
                <a:lnTo>
                  <a:pt x="6163" y="670"/>
                </a:lnTo>
                <a:lnTo>
                  <a:pt x="6173" y="651"/>
                </a:lnTo>
                <a:lnTo>
                  <a:pt x="6174" y="639"/>
                </a:lnTo>
                <a:lnTo>
                  <a:pt x="6171" y="633"/>
                </a:lnTo>
                <a:lnTo>
                  <a:pt x="6163" y="625"/>
                </a:lnTo>
                <a:lnTo>
                  <a:pt x="6143" y="616"/>
                </a:lnTo>
                <a:lnTo>
                  <a:pt x="6123" y="619"/>
                </a:lnTo>
                <a:lnTo>
                  <a:pt x="6109" y="632"/>
                </a:lnTo>
                <a:lnTo>
                  <a:pt x="6108" y="643"/>
                </a:lnTo>
                <a:lnTo>
                  <a:pt x="6107" y="658"/>
                </a:lnTo>
                <a:lnTo>
                  <a:pt x="6098" y="670"/>
                </a:lnTo>
                <a:lnTo>
                  <a:pt x="6085" y="665"/>
                </a:lnTo>
                <a:lnTo>
                  <a:pt x="6072" y="642"/>
                </a:lnTo>
                <a:lnTo>
                  <a:pt x="6067" y="625"/>
                </a:lnTo>
                <a:lnTo>
                  <a:pt x="6065" y="612"/>
                </a:lnTo>
                <a:lnTo>
                  <a:pt x="6065" y="593"/>
                </a:lnTo>
                <a:lnTo>
                  <a:pt x="6073" y="583"/>
                </a:lnTo>
                <a:lnTo>
                  <a:pt x="6089" y="580"/>
                </a:lnTo>
                <a:lnTo>
                  <a:pt x="6102" y="579"/>
                </a:lnTo>
                <a:lnTo>
                  <a:pt x="6122" y="578"/>
                </a:lnTo>
                <a:lnTo>
                  <a:pt x="6149" y="563"/>
                </a:lnTo>
                <a:lnTo>
                  <a:pt x="6158" y="537"/>
                </a:lnTo>
                <a:lnTo>
                  <a:pt x="6148" y="505"/>
                </a:lnTo>
                <a:lnTo>
                  <a:pt x="6135" y="489"/>
                </a:lnTo>
                <a:lnTo>
                  <a:pt x="6118" y="473"/>
                </a:lnTo>
                <a:lnTo>
                  <a:pt x="6093" y="455"/>
                </a:lnTo>
                <a:lnTo>
                  <a:pt x="6081" y="455"/>
                </a:lnTo>
                <a:lnTo>
                  <a:pt x="6077" y="462"/>
                </a:lnTo>
                <a:lnTo>
                  <a:pt x="6075" y="479"/>
                </a:lnTo>
                <a:lnTo>
                  <a:pt x="6078" y="498"/>
                </a:lnTo>
                <a:lnTo>
                  <a:pt x="6083" y="516"/>
                </a:lnTo>
                <a:lnTo>
                  <a:pt x="6080" y="536"/>
                </a:lnTo>
                <a:lnTo>
                  <a:pt x="6076" y="542"/>
                </a:lnTo>
                <a:lnTo>
                  <a:pt x="6073" y="543"/>
                </a:lnTo>
                <a:lnTo>
                  <a:pt x="6070" y="542"/>
                </a:lnTo>
                <a:lnTo>
                  <a:pt x="6061" y="532"/>
                </a:lnTo>
                <a:lnTo>
                  <a:pt x="6049" y="504"/>
                </a:lnTo>
                <a:lnTo>
                  <a:pt x="6042" y="478"/>
                </a:lnTo>
                <a:lnTo>
                  <a:pt x="6037" y="454"/>
                </a:lnTo>
                <a:lnTo>
                  <a:pt x="6016" y="411"/>
                </a:lnTo>
                <a:lnTo>
                  <a:pt x="5985" y="370"/>
                </a:lnTo>
                <a:lnTo>
                  <a:pt x="5943" y="337"/>
                </a:lnTo>
                <a:lnTo>
                  <a:pt x="5919" y="323"/>
                </a:lnTo>
                <a:lnTo>
                  <a:pt x="5909" y="317"/>
                </a:lnTo>
                <a:lnTo>
                  <a:pt x="5895" y="313"/>
                </a:lnTo>
                <a:lnTo>
                  <a:pt x="5890" y="327"/>
                </a:lnTo>
                <a:lnTo>
                  <a:pt x="5895" y="358"/>
                </a:lnTo>
                <a:lnTo>
                  <a:pt x="5899" y="375"/>
                </a:lnTo>
                <a:lnTo>
                  <a:pt x="5900" y="398"/>
                </a:lnTo>
                <a:lnTo>
                  <a:pt x="5892" y="411"/>
                </a:lnTo>
                <a:lnTo>
                  <a:pt x="5876" y="418"/>
                </a:lnTo>
                <a:lnTo>
                  <a:pt x="5863" y="421"/>
                </a:lnTo>
                <a:lnTo>
                  <a:pt x="5842" y="425"/>
                </a:lnTo>
                <a:lnTo>
                  <a:pt x="5824" y="419"/>
                </a:lnTo>
                <a:lnTo>
                  <a:pt x="5818" y="412"/>
                </a:lnTo>
                <a:lnTo>
                  <a:pt x="5817" y="405"/>
                </a:lnTo>
                <a:lnTo>
                  <a:pt x="5818" y="395"/>
                </a:lnTo>
                <a:lnTo>
                  <a:pt x="5829" y="381"/>
                </a:lnTo>
                <a:lnTo>
                  <a:pt x="5838" y="380"/>
                </a:lnTo>
                <a:lnTo>
                  <a:pt x="5842" y="380"/>
                </a:lnTo>
                <a:lnTo>
                  <a:pt x="5848" y="377"/>
                </a:lnTo>
                <a:lnTo>
                  <a:pt x="5845" y="365"/>
                </a:lnTo>
                <a:lnTo>
                  <a:pt x="5836" y="353"/>
                </a:lnTo>
                <a:lnTo>
                  <a:pt x="5824" y="340"/>
                </a:lnTo>
                <a:lnTo>
                  <a:pt x="5805" y="327"/>
                </a:lnTo>
                <a:lnTo>
                  <a:pt x="5793" y="329"/>
                </a:lnTo>
                <a:lnTo>
                  <a:pt x="5791" y="346"/>
                </a:lnTo>
                <a:lnTo>
                  <a:pt x="5794" y="362"/>
                </a:lnTo>
                <a:lnTo>
                  <a:pt x="5797" y="377"/>
                </a:lnTo>
                <a:lnTo>
                  <a:pt x="5793" y="392"/>
                </a:lnTo>
                <a:lnTo>
                  <a:pt x="5787" y="398"/>
                </a:lnTo>
                <a:lnTo>
                  <a:pt x="5783" y="399"/>
                </a:lnTo>
                <a:lnTo>
                  <a:pt x="5776" y="398"/>
                </a:lnTo>
                <a:lnTo>
                  <a:pt x="5766" y="390"/>
                </a:lnTo>
                <a:lnTo>
                  <a:pt x="5765" y="383"/>
                </a:lnTo>
                <a:lnTo>
                  <a:pt x="5767" y="370"/>
                </a:lnTo>
                <a:lnTo>
                  <a:pt x="5766" y="354"/>
                </a:lnTo>
                <a:lnTo>
                  <a:pt x="5758" y="351"/>
                </a:lnTo>
                <a:lnTo>
                  <a:pt x="5746" y="361"/>
                </a:lnTo>
                <a:lnTo>
                  <a:pt x="5738" y="371"/>
                </a:lnTo>
                <a:lnTo>
                  <a:pt x="5727" y="382"/>
                </a:lnTo>
                <a:lnTo>
                  <a:pt x="5699" y="393"/>
                </a:lnTo>
                <a:lnTo>
                  <a:pt x="5670" y="390"/>
                </a:lnTo>
                <a:lnTo>
                  <a:pt x="5659" y="380"/>
                </a:lnTo>
                <a:lnTo>
                  <a:pt x="5661" y="370"/>
                </a:lnTo>
                <a:lnTo>
                  <a:pt x="5664" y="364"/>
                </a:lnTo>
                <a:lnTo>
                  <a:pt x="5666" y="356"/>
                </a:lnTo>
                <a:lnTo>
                  <a:pt x="5661" y="339"/>
                </a:lnTo>
                <a:lnTo>
                  <a:pt x="5653" y="333"/>
                </a:lnTo>
                <a:lnTo>
                  <a:pt x="5644" y="329"/>
                </a:lnTo>
                <a:lnTo>
                  <a:pt x="5640" y="332"/>
                </a:lnTo>
                <a:lnTo>
                  <a:pt x="5643" y="340"/>
                </a:lnTo>
                <a:lnTo>
                  <a:pt x="5649" y="353"/>
                </a:lnTo>
                <a:lnTo>
                  <a:pt x="5643" y="368"/>
                </a:lnTo>
                <a:lnTo>
                  <a:pt x="5625" y="373"/>
                </a:lnTo>
                <a:lnTo>
                  <a:pt x="5602" y="363"/>
                </a:lnTo>
                <a:lnTo>
                  <a:pt x="5593" y="351"/>
                </a:lnTo>
                <a:lnTo>
                  <a:pt x="5582" y="340"/>
                </a:lnTo>
                <a:lnTo>
                  <a:pt x="5559" y="329"/>
                </a:lnTo>
                <a:lnTo>
                  <a:pt x="5551" y="331"/>
                </a:lnTo>
                <a:lnTo>
                  <a:pt x="5547" y="333"/>
                </a:lnTo>
                <a:lnTo>
                  <a:pt x="5539" y="332"/>
                </a:lnTo>
                <a:lnTo>
                  <a:pt x="5527" y="321"/>
                </a:lnTo>
                <a:lnTo>
                  <a:pt x="5522" y="307"/>
                </a:lnTo>
                <a:lnTo>
                  <a:pt x="5519" y="292"/>
                </a:lnTo>
                <a:lnTo>
                  <a:pt x="5523" y="267"/>
                </a:lnTo>
                <a:lnTo>
                  <a:pt x="5529" y="261"/>
                </a:lnTo>
                <a:lnTo>
                  <a:pt x="5535" y="254"/>
                </a:lnTo>
                <a:lnTo>
                  <a:pt x="5544" y="228"/>
                </a:lnTo>
                <a:lnTo>
                  <a:pt x="5545" y="212"/>
                </a:lnTo>
                <a:lnTo>
                  <a:pt x="5545" y="188"/>
                </a:lnTo>
                <a:lnTo>
                  <a:pt x="5535" y="190"/>
                </a:lnTo>
                <a:lnTo>
                  <a:pt x="5522" y="217"/>
                </a:lnTo>
                <a:lnTo>
                  <a:pt x="5516" y="229"/>
                </a:lnTo>
                <a:lnTo>
                  <a:pt x="5502" y="245"/>
                </a:lnTo>
                <a:lnTo>
                  <a:pt x="5485" y="255"/>
                </a:lnTo>
                <a:lnTo>
                  <a:pt x="5466" y="257"/>
                </a:lnTo>
                <a:lnTo>
                  <a:pt x="5455" y="257"/>
                </a:lnTo>
                <a:lnTo>
                  <a:pt x="5432" y="255"/>
                </a:lnTo>
                <a:lnTo>
                  <a:pt x="5423" y="261"/>
                </a:lnTo>
                <a:lnTo>
                  <a:pt x="5436" y="271"/>
                </a:lnTo>
                <a:lnTo>
                  <a:pt x="5445" y="277"/>
                </a:lnTo>
                <a:lnTo>
                  <a:pt x="5453" y="285"/>
                </a:lnTo>
                <a:lnTo>
                  <a:pt x="5446" y="294"/>
                </a:lnTo>
                <a:lnTo>
                  <a:pt x="5426" y="301"/>
                </a:lnTo>
                <a:lnTo>
                  <a:pt x="5409" y="307"/>
                </a:lnTo>
                <a:lnTo>
                  <a:pt x="5376" y="339"/>
                </a:lnTo>
                <a:lnTo>
                  <a:pt x="5365" y="358"/>
                </a:lnTo>
                <a:lnTo>
                  <a:pt x="5343" y="404"/>
                </a:lnTo>
                <a:lnTo>
                  <a:pt x="5324" y="440"/>
                </a:lnTo>
                <a:lnTo>
                  <a:pt x="5319" y="454"/>
                </a:lnTo>
                <a:lnTo>
                  <a:pt x="5316" y="480"/>
                </a:lnTo>
                <a:lnTo>
                  <a:pt x="5319" y="489"/>
                </a:lnTo>
                <a:lnTo>
                  <a:pt x="5321" y="498"/>
                </a:lnTo>
                <a:lnTo>
                  <a:pt x="5316" y="533"/>
                </a:lnTo>
                <a:lnTo>
                  <a:pt x="5310" y="554"/>
                </a:lnTo>
                <a:lnTo>
                  <a:pt x="5304" y="569"/>
                </a:lnTo>
                <a:lnTo>
                  <a:pt x="5299" y="593"/>
                </a:lnTo>
                <a:lnTo>
                  <a:pt x="5304" y="611"/>
                </a:lnTo>
                <a:lnTo>
                  <a:pt x="5319" y="629"/>
                </a:lnTo>
                <a:lnTo>
                  <a:pt x="5332" y="639"/>
                </a:lnTo>
                <a:lnTo>
                  <a:pt x="5373" y="674"/>
                </a:lnTo>
                <a:lnTo>
                  <a:pt x="5319" y="661"/>
                </a:lnTo>
                <a:lnTo>
                  <a:pt x="5295" y="655"/>
                </a:lnTo>
                <a:lnTo>
                  <a:pt x="5262" y="638"/>
                </a:lnTo>
                <a:lnTo>
                  <a:pt x="5250" y="624"/>
                </a:lnTo>
                <a:lnTo>
                  <a:pt x="5248" y="613"/>
                </a:lnTo>
                <a:lnTo>
                  <a:pt x="5254" y="595"/>
                </a:lnTo>
                <a:lnTo>
                  <a:pt x="5267" y="584"/>
                </a:lnTo>
                <a:lnTo>
                  <a:pt x="5277" y="576"/>
                </a:lnTo>
                <a:lnTo>
                  <a:pt x="5282" y="563"/>
                </a:lnTo>
                <a:lnTo>
                  <a:pt x="5280" y="556"/>
                </a:lnTo>
                <a:lnTo>
                  <a:pt x="5278" y="554"/>
                </a:lnTo>
                <a:lnTo>
                  <a:pt x="5272" y="552"/>
                </a:lnTo>
                <a:lnTo>
                  <a:pt x="5260" y="555"/>
                </a:lnTo>
                <a:lnTo>
                  <a:pt x="5240" y="574"/>
                </a:lnTo>
                <a:lnTo>
                  <a:pt x="5216" y="619"/>
                </a:lnTo>
                <a:lnTo>
                  <a:pt x="5199" y="673"/>
                </a:lnTo>
                <a:lnTo>
                  <a:pt x="5197" y="699"/>
                </a:lnTo>
                <a:lnTo>
                  <a:pt x="5197" y="724"/>
                </a:lnTo>
                <a:lnTo>
                  <a:pt x="5192" y="748"/>
                </a:lnTo>
                <a:lnTo>
                  <a:pt x="5187" y="754"/>
                </a:lnTo>
                <a:lnTo>
                  <a:pt x="5185" y="753"/>
                </a:lnTo>
                <a:lnTo>
                  <a:pt x="5176" y="750"/>
                </a:lnTo>
                <a:lnTo>
                  <a:pt x="5158" y="754"/>
                </a:lnTo>
                <a:lnTo>
                  <a:pt x="5137" y="773"/>
                </a:lnTo>
                <a:lnTo>
                  <a:pt x="5116" y="805"/>
                </a:lnTo>
                <a:lnTo>
                  <a:pt x="5104" y="828"/>
                </a:lnTo>
                <a:lnTo>
                  <a:pt x="5092" y="850"/>
                </a:lnTo>
                <a:lnTo>
                  <a:pt x="5069" y="878"/>
                </a:lnTo>
                <a:lnTo>
                  <a:pt x="5055" y="888"/>
                </a:lnTo>
                <a:lnTo>
                  <a:pt x="5047" y="888"/>
                </a:lnTo>
                <a:lnTo>
                  <a:pt x="5039" y="878"/>
                </a:lnTo>
                <a:lnTo>
                  <a:pt x="5038" y="864"/>
                </a:lnTo>
                <a:lnTo>
                  <a:pt x="5037" y="858"/>
                </a:lnTo>
                <a:lnTo>
                  <a:pt x="5029" y="850"/>
                </a:lnTo>
                <a:lnTo>
                  <a:pt x="4999" y="842"/>
                </a:lnTo>
                <a:lnTo>
                  <a:pt x="4965" y="842"/>
                </a:lnTo>
                <a:lnTo>
                  <a:pt x="4928" y="843"/>
                </a:lnTo>
                <a:lnTo>
                  <a:pt x="4908" y="837"/>
                </a:lnTo>
                <a:lnTo>
                  <a:pt x="4908" y="828"/>
                </a:lnTo>
                <a:lnTo>
                  <a:pt x="4913" y="823"/>
                </a:lnTo>
                <a:lnTo>
                  <a:pt x="4920" y="813"/>
                </a:lnTo>
                <a:lnTo>
                  <a:pt x="4923" y="791"/>
                </a:lnTo>
                <a:lnTo>
                  <a:pt x="4917" y="774"/>
                </a:lnTo>
                <a:lnTo>
                  <a:pt x="4901" y="762"/>
                </a:lnTo>
                <a:lnTo>
                  <a:pt x="4891" y="761"/>
                </a:lnTo>
                <a:lnTo>
                  <a:pt x="4885" y="762"/>
                </a:lnTo>
                <a:lnTo>
                  <a:pt x="4875" y="777"/>
                </a:lnTo>
                <a:lnTo>
                  <a:pt x="4875" y="788"/>
                </a:lnTo>
                <a:lnTo>
                  <a:pt x="4874" y="793"/>
                </a:lnTo>
                <a:lnTo>
                  <a:pt x="4869" y="803"/>
                </a:lnTo>
                <a:lnTo>
                  <a:pt x="4853" y="814"/>
                </a:lnTo>
                <a:lnTo>
                  <a:pt x="4838" y="815"/>
                </a:lnTo>
                <a:lnTo>
                  <a:pt x="4824" y="816"/>
                </a:lnTo>
                <a:lnTo>
                  <a:pt x="4804" y="823"/>
                </a:lnTo>
                <a:lnTo>
                  <a:pt x="4802" y="828"/>
                </a:lnTo>
                <a:lnTo>
                  <a:pt x="4801" y="831"/>
                </a:lnTo>
                <a:lnTo>
                  <a:pt x="4793" y="837"/>
                </a:lnTo>
                <a:lnTo>
                  <a:pt x="4770" y="842"/>
                </a:lnTo>
                <a:lnTo>
                  <a:pt x="4748" y="844"/>
                </a:lnTo>
                <a:lnTo>
                  <a:pt x="4715" y="844"/>
                </a:lnTo>
                <a:lnTo>
                  <a:pt x="4703" y="837"/>
                </a:lnTo>
                <a:lnTo>
                  <a:pt x="4713" y="824"/>
                </a:lnTo>
                <a:lnTo>
                  <a:pt x="4723" y="813"/>
                </a:lnTo>
                <a:lnTo>
                  <a:pt x="4735" y="800"/>
                </a:lnTo>
                <a:lnTo>
                  <a:pt x="4759" y="786"/>
                </a:lnTo>
                <a:lnTo>
                  <a:pt x="4766" y="788"/>
                </a:lnTo>
                <a:lnTo>
                  <a:pt x="4772" y="787"/>
                </a:lnTo>
                <a:lnTo>
                  <a:pt x="4793" y="756"/>
                </a:lnTo>
                <a:lnTo>
                  <a:pt x="4802" y="731"/>
                </a:lnTo>
                <a:lnTo>
                  <a:pt x="4814" y="707"/>
                </a:lnTo>
                <a:lnTo>
                  <a:pt x="4833" y="682"/>
                </a:lnTo>
                <a:lnTo>
                  <a:pt x="4845" y="676"/>
                </a:lnTo>
                <a:lnTo>
                  <a:pt x="4849" y="677"/>
                </a:lnTo>
                <a:lnTo>
                  <a:pt x="4855" y="679"/>
                </a:lnTo>
                <a:lnTo>
                  <a:pt x="4868" y="677"/>
                </a:lnTo>
                <a:lnTo>
                  <a:pt x="4889" y="665"/>
                </a:lnTo>
                <a:lnTo>
                  <a:pt x="4902" y="652"/>
                </a:lnTo>
                <a:lnTo>
                  <a:pt x="4917" y="637"/>
                </a:lnTo>
                <a:lnTo>
                  <a:pt x="4951" y="613"/>
                </a:lnTo>
                <a:lnTo>
                  <a:pt x="4965" y="606"/>
                </a:lnTo>
                <a:lnTo>
                  <a:pt x="4979" y="601"/>
                </a:lnTo>
                <a:lnTo>
                  <a:pt x="5001" y="576"/>
                </a:lnTo>
                <a:lnTo>
                  <a:pt x="5007" y="562"/>
                </a:lnTo>
                <a:lnTo>
                  <a:pt x="5012" y="546"/>
                </a:lnTo>
                <a:lnTo>
                  <a:pt x="5033" y="527"/>
                </a:lnTo>
                <a:lnTo>
                  <a:pt x="5045" y="525"/>
                </a:lnTo>
                <a:lnTo>
                  <a:pt x="5057" y="524"/>
                </a:lnTo>
                <a:lnTo>
                  <a:pt x="5073" y="514"/>
                </a:lnTo>
                <a:lnTo>
                  <a:pt x="5074" y="507"/>
                </a:lnTo>
                <a:lnTo>
                  <a:pt x="5075" y="500"/>
                </a:lnTo>
                <a:lnTo>
                  <a:pt x="5088" y="490"/>
                </a:lnTo>
                <a:lnTo>
                  <a:pt x="5098" y="491"/>
                </a:lnTo>
                <a:lnTo>
                  <a:pt x="5121" y="491"/>
                </a:lnTo>
                <a:lnTo>
                  <a:pt x="5158" y="478"/>
                </a:lnTo>
                <a:lnTo>
                  <a:pt x="5175" y="459"/>
                </a:lnTo>
                <a:lnTo>
                  <a:pt x="5180" y="445"/>
                </a:lnTo>
                <a:lnTo>
                  <a:pt x="5178" y="431"/>
                </a:lnTo>
                <a:lnTo>
                  <a:pt x="5169" y="417"/>
                </a:lnTo>
                <a:lnTo>
                  <a:pt x="5161" y="411"/>
                </a:lnTo>
                <a:lnTo>
                  <a:pt x="5156" y="407"/>
                </a:lnTo>
                <a:lnTo>
                  <a:pt x="5154" y="403"/>
                </a:lnTo>
                <a:lnTo>
                  <a:pt x="5167" y="402"/>
                </a:lnTo>
                <a:lnTo>
                  <a:pt x="5188" y="405"/>
                </a:lnTo>
                <a:lnTo>
                  <a:pt x="5212" y="411"/>
                </a:lnTo>
                <a:lnTo>
                  <a:pt x="5232" y="407"/>
                </a:lnTo>
                <a:lnTo>
                  <a:pt x="5237" y="398"/>
                </a:lnTo>
                <a:lnTo>
                  <a:pt x="5237" y="391"/>
                </a:lnTo>
                <a:lnTo>
                  <a:pt x="5238" y="379"/>
                </a:lnTo>
                <a:lnTo>
                  <a:pt x="5253" y="370"/>
                </a:lnTo>
                <a:lnTo>
                  <a:pt x="5265" y="373"/>
                </a:lnTo>
                <a:lnTo>
                  <a:pt x="5278" y="378"/>
                </a:lnTo>
                <a:lnTo>
                  <a:pt x="5285" y="369"/>
                </a:lnTo>
                <a:lnTo>
                  <a:pt x="5281" y="355"/>
                </a:lnTo>
                <a:lnTo>
                  <a:pt x="5275" y="343"/>
                </a:lnTo>
                <a:lnTo>
                  <a:pt x="5258" y="327"/>
                </a:lnTo>
                <a:lnTo>
                  <a:pt x="5248" y="326"/>
                </a:lnTo>
                <a:lnTo>
                  <a:pt x="5240" y="325"/>
                </a:lnTo>
                <a:lnTo>
                  <a:pt x="5241" y="317"/>
                </a:lnTo>
                <a:lnTo>
                  <a:pt x="5250" y="312"/>
                </a:lnTo>
                <a:lnTo>
                  <a:pt x="5255" y="308"/>
                </a:lnTo>
                <a:lnTo>
                  <a:pt x="5261" y="298"/>
                </a:lnTo>
                <a:lnTo>
                  <a:pt x="5265" y="274"/>
                </a:lnTo>
                <a:lnTo>
                  <a:pt x="5261" y="255"/>
                </a:lnTo>
                <a:lnTo>
                  <a:pt x="5256" y="239"/>
                </a:lnTo>
                <a:lnTo>
                  <a:pt x="5246" y="230"/>
                </a:lnTo>
                <a:lnTo>
                  <a:pt x="5240" y="232"/>
                </a:lnTo>
                <a:lnTo>
                  <a:pt x="5230" y="245"/>
                </a:lnTo>
                <a:lnTo>
                  <a:pt x="5220" y="282"/>
                </a:lnTo>
                <a:lnTo>
                  <a:pt x="5218" y="307"/>
                </a:lnTo>
                <a:lnTo>
                  <a:pt x="5216" y="327"/>
                </a:lnTo>
                <a:lnTo>
                  <a:pt x="5210" y="333"/>
                </a:lnTo>
                <a:lnTo>
                  <a:pt x="5207" y="320"/>
                </a:lnTo>
                <a:lnTo>
                  <a:pt x="5203" y="308"/>
                </a:lnTo>
                <a:lnTo>
                  <a:pt x="5186" y="290"/>
                </a:lnTo>
                <a:lnTo>
                  <a:pt x="5178" y="288"/>
                </a:lnTo>
                <a:lnTo>
                  <a:pt x="5157" y="285"/>
                </a:lnTo>
                <a:lnTo>
                  <a:pt x="5137" y="280"/>
                </a:lnTo>
                <a:lnTo>
                  <a:pt x="5120" y="277"/>
                </a:lnTo>
                <a:lnTo>
                  <a:pt x="5101" y="274"/>
                </a:lnTo>
                <a:lnTo>
                  <a:pt x="5098" y="271"/>
                </a:lnTo>
                <a:lnTo>
                  <a:pt x="5099" y="267"/>
                </a:lnTo>
                <a:lnTo>
                  <a:pt x="5113" y="257"/>
                </a:lnTo>
                <a:lnTo>
                  <a:pt x="5147" y="242"/>
                </a:lnTo>
                <a:lnTo>
                  <a:pt x="5182" y="232"/>
                </a:lnTo>
                <a:lnTo>
                  <a:pt x="5194" y="233"/>
                </a:lnTo>
                <a:lnTo>
                  <a:pt x="5200" y="233"/>
                </a:lnTo>
                <a:lnTo>
                  <a:pt x="5213" y="227"/>
                </a:lnTo>
                <a:lnTo>
                  <a:pt x="5224" y="213"/>
                </a:lnTo>
                <a:lnTo>
                  <a:pt x="5232" y="193"/>
                </a:lnTo>
                <a:lnTo>
                  <a:pt x="5234" y="181"/>
                </a:lnTo>
                <a:lnTo>
                  <a:pt x="5242" y="158"/>
                </a:lnTo>
                <a:lnTo>
                  <a:pt x="5265" y="101"/>
                </a:lnTo>
                <a:lnTo>
                  <a:pt x="5275" y="74"/>
                </a:lnTo>
                <a:lnTo>
                  <a:pt x="5285" y="37"/>
                </a:lnTo>
                <a:lnTo>
                  <a:pt x="5282" y="24"/>
                </a:lnTo>
                <a:lnTo>
                  <a:pt x="5277" y="21"/>
                </a:lnTo>
                <a:lnTo>
                  <a:pt x="5260" y="29"/>
                </a:lnTo>
                <a:lnTo>
                  <a:pt x="5245" y="43"/>
                </a:lnTo>
                <a:lnTo>
                  <a:pt x="5231" y="55"/>
                </a:lnTo>
                <a:lnTo>
                  <a:pt x="5200" y="67"/>
                </a:lnTo>
                <a:lnTo>
                  <a:pt x="5188" y="65"/>
                </a:lnTo>
                <a:lnTo>
                  <a:pt x="5158" y="56"/>
                </a:lnTo>
                <a:lnTo>
                  <a:pt x="5120" y="54"/>
                </a:lnTo>
                <a:lnTo>
                  <a:pt x="5101" y="53"/>
                </a:lnTo>
                <a:lnTo>
                  <a:pt x="5063" y="38"/>
                </a:lnTo>
                <a:lnTo>
                  <a:pt x="5049" y="27"/>
                </a:lnTo>
                <a:lnTo>
                  <a:pt x="5037" y="16"/>
                </a:lnTo>
                <a:lnTo>
                  <a:pt x="5013" y="1"/>
                </a:lnTo>
                <a:lnTo>
                  <a:pt x="5006" y="0"/>
                </a:lnTo>
                <a:lnTo>
                  <a:pt x="4997" y="1"/>
                </a:lnTo>
                <a:lnTo>
                  <a:pt x="4982" y="16"/>
                </a:lnTo>
                <a:lnTo>
                  <a:pt x="4976" y="27"/>
                </a:lnTo>
                <a:close/>
                <a:moveTo>
                  <a:pt x="5159" y="166"/>
                </a:moveTo>
                <a:lnTo>
                  <a:pt x="5156" y="175"/>
                </a:lnTo>
                <a:lnTo>
                  <a:pt x="5149" y="168"/>
                </a:lnTo>
                <a:lnTo>
                  <a:pt x="5148" y="155"/>
                </a:lnTo>
                <a:lnTo>
                  <a:pt x="5148" y="142"/>
                </a:lnTo>
                <a:lnTo>
                  <a:pt x="5151" y="131"/>
                </a:lnTo>
                <a:lnTo>
                  <a:pt x="5156" y="130"/>
                </a:lnTo>
                <a:lnTo>
                  <a:pt x="5158" y="132"/>
                </a:lnTo>
                <a:lnTo>
                  <a:pt x="5161" y="138"/>
                </a:lnTo>
                <a:lnTo>
                  <a:pt x="5162" y="156"/>
                </a:lnTo>
                <a:lnTo>
                  <a:pt x="5159" y="166"/>
                </a:lnTo>
                <a:close/>
                <a:moveTo>
                  <a:pt x="5007" y="236"/>
                </a:moveTo>
                <a:lnTo>
                  <a:pt x="5002" y="250"/>
                </a:lnTo>
                <a:lnTo>
                  <a:pt x="4988" y="269"/>
                </a:lnTo>
                <a:lnTo>
                  <a:pt x="4980" y="271"/>
                </a:lnTo>
                <a:lnTo>
                  <a:pt x="4977" y="271"/>
                </a:lnTo>
                <a:lnTo>
                  <a:pt x="4974" y="265"/>
                </a:lnTo>
                <a:lnTo>
                  <a:pt x="4976" y="250"/>
                </a:lnTo>
                <a:lnTo>
                  <a:pt x="4984" y="236"/>
                </a:lnTo>
                <a:lnTo>
                  <a:pt x="5000" y="207"/>
                </a:lnTo>
                <a:lnTo>
                  <a:pt x="5009" y="199"/>
                </a:lnTo>
                <a:lnTo>
                  <a:pt x="5011" y="201"/>
                </a:lnTo>
                <a:lnTo>
                  <a:pt x="5010" y="220"/>
                </a:lnTo>
                <a:lnTo>
                  <a:pt x="5007" y="236"/>
                </a:lnTo>
                <a:close/>
                <a:moveTo>
                  <a:pt x="5074" y="236"/>
                </a:moveTo>
                <a:lnTo>
                  <a:pt x="5072" y="249"/>
                </a:lnTo>
                <a:lnTo>
                  <a:pt x="5067" y="253"/>
                </a:lnTo>
                <a:lnTo>
                  <a:pt x="5057" y="249"/>
                </a:lnTo>
                <a:lnTo>
                  <a:pt x="5047" y="236"/>
                </a:lnTo>
                <a:lnTo>
                  <a:pt x="5044" y="228"/>
                </a:lnTo>
                <a:lnTo>
                  <a:pt x="5048" y="218"/>
                </a:lnTo>
                <a:lnTo>
                  <a:pt x="5055" y="217"/>
                </a:lnTo>
                <a:lnTo>
                  <a:pt x="5062" y="218"/>
                </a:lnTo>
                <a:lnTo>
                  <a:pt x="5073" y="228"/>
                </a:lnTo>
                <a:lnTo>
                  <a:pt x="5074" y="236"/>
                </a:lnTo>
                <a:close/>
                <a:moveTo>
                  <a:pt x="4911" y="337"/>
                </a:moveTo>
                <a:lnTo>
                  <a:pt x="4910" y="346"/>
                </a:lnTo>
                <a:lnTo>
                  <a:pt x="4900" y="355"/>
                </a:lnTo>
                <a:lnTo>
                  <a:pt x="4893" y="353"/>
                </a:lnTo>
                <a:lnTo>
                  <a:pt x="4886" y="348"/>
                </a:lnTo>
                <a:lnTo>
                  <a:pt x="4876" y="326"/>
                </a:lnTo>
                <a:lnTo>
                  <a:pt x="4875" y="315"/>
                </a:lnTo>
                <a:lnTo>
                  <a:pt x="4876" y="305"/>
                </a:lnTo>
                <a:lnTo>
                  <a:pt x="4886" y="296"/>
                </a:lnTo>
                <a:lnTo>
                  <a:pt x="4893" y="299"/>
                </a:lnTo>
                <a:lnTo>
                  <a:pt x="4900" y="304"/>
                </a:lnTo>
                <a:lnTo>
                  <a:pt x="4910" y="326"/>
                </a:lnTo>
                <a:lnTo>
                  <a:pt x="4911" y="337"/>
                </a:lnTo>
                <a:close/>
                <a:moveTo>
                  <a:pt x="5118" y="342"/>
                </a:moveTo>
                <a:lnTo>
                  <a:pt x="5122" y="351"/>
                </a:lnTo>
                <a:lnTo>
                  <a:pt x="5119" y="383"/>
                </a:lnTo>
                <a:lnTo>
                  <a:pt x="5112" y="402"/>
                </a:lnTo>
                <a:lnTo>
                  <a:pt x="5096" y="443"/>
                </a:lnTo>
                <a:lnTo>
                  <a:pt x="5077" y="399"/>
                </a:lnTo>
                <a:lnTo>
                  <a:pt x="5071" y="379"/>
                </a:lnTo>
                <a:lnTo>
                  <a:pt x="5066" y="348"/>
                </a:lnTo>
                <a:lnTo>
                  <a:pt x="5069" y="339"/>
                </a:lnTo>
                <a:lnTo>
                  <a:pt x="5073" y="332"/>
                </a:lnTo>
                <a:lnTo>
                  <a:pt x="5086" y="326"/>
                </a:lnTo>
                <a:lnTo>
                  <a:pt x="5100" y="327"/>
                </a:lnTo>
                <a:lnTo>
                  <a:pt x="5113" y="336"/>
                </a:lnTo>
                <a:lnTo>
                  <a:pt x="5118" y="342"/>
                </a:lnTo>
                <a:close/>
                <a:moveTo>
                  <a:pt x="5401" y="434"/>
                </a:moveTo>
                <a:lnTo>
                  <a:pt x="5408" y="451"/>
                </a:lnTo>
                <a:lnTo>
                  <a:pt x="5411" y="482"/>
                </a:lnTo>
                <a:lnTo>
                  <a:pt x="5408" y="492"/>
                </a:lnTo>
                <a:lnTo>
                  <a:pt x="5405" y="498"/>
                </a:lnTo>
                <a:lnTo>
                  <a:pt x="5397" y="501"/>
                </a:lnTo>
                <a:lnTo>
                  <a:pt x="5388" y="493"/>
                </a:lnTo>
                <a:lnTo>
                  <a:pt x="5381" y="478"/>
                </a:lnTo>
                <a:lnTo>
                  <a:pt x="5371" y="452"/>
                </a:lnTo>
                <a:lnTo>
                  <a:pt x="5365" y="414"/>
                </a:lnTo>
                <a:lnTo>
                  <a:pt x="5369" y="402"/>
                </a:lnTo>
                <a:lnTo>
                  <a:pt x="5374" y="401"/>
                </a:lnTo>
                <a:lnTo>
                  <a:pt x="5389" y="414"/>
                </a:lnTo>
                <a:lnTo>
                  <a:pt x="5401" y="434"/>
                </a:lnTo>
                <a:close/>
                <a:moveTo>
                  <a:pt x="4625" y="456"/>
                </a:moveTo>
                <a:lnTo>
                  <a:pt x="4615" y="464"/>
                </a:lnTo>
                <a:lnTo>
                  <a:pt x="4606" y="467"/>
                </a:lnTo>
                <a:lnTo>
                  <a:pt x="4603" y="464"/>
                </a:lnTo>
                <a:lnTo>
                  <a:pt x="4603" y="459"/>
                </a:lnTo>
                <a:lnTo>
                  <a:pt x="4603" y="451"/>
                </a:lnTo>
                <a:lnTo>
                  <a:pt x="4610" y="434"/>
                </a:lnTo>
                <a:lnTo>
                  <a:pt x="4621" y="424"/>
                </a:lnTo>
                <a:lnTo>
                  <a:pt x="4633" y="421"/>
                </a:lnTo>
                <a:lnTo>
                  <a:pt x="4637" y="426"/>
                </a:lnTo>
                <a:lnTo>
                  <a:pt x="4639" y="430"/>
                </a:lnTo>
                <a:lnTo>
                  <a:pt x="4633" y="448"/>
                </a:lnTo>
                <a:lnTo>
                  <a:pt x="4625" y="456"/>
                </a:lnTo>
                <a:close/>
                <a:moveTo>
                  <a:pt x="5528" y="503"/>
                </a:moveTo>
                <a:lnTo>
                  <a:pt x="5526" y="508"/>
                </a:lnTo>
                <a:lnTo>
                  <a:pt x="5506" y="517"/>
                </a:lnTo>
                <a:lnTo>
                  <a:pt x="5493" y="518"/>
                </a:lnTo>
                <a:lnTo>
                  <a:pt x="5476" y="517"/>
                </a:lnTo>
                <a:lnTo>
                  <a:pt x="5468" y="509"/>
                </a:lnTo>
                <a:lnTo>
                  <a:pt x="5472" y="501"/>
                </a:lnTo>
                <a:lnTo>
                  <a:pt x="5477" y="494"/>
                </a:lnTo>
                <a:lnTo>
                  <a:pt x="5484" y="487"/>
                </a:lnTo>
                <a:lnTo>
                  <a:pt x="5501" y="480"/>
                </a:lnTo>
                <a:lnTo>
                  <a:pt x="5517" y="483"/>
                </a:lnTo>
                <a:lnTo>
                  <a:pt x="5527" y="494"/>
                </a:lnTo>
                <a:lnTo>
                  <a:pt x="5528" y="503"/>
                </a:lnTo>
                <a:close/>
                <a:moveTo>
                  <a:pt x="5735" y="508"/>
                </a:moveTo>
                <a:lnTo>
                  <a:pt x="5729" y="515"/>
                </a:lnTo>
                <a:lnTo>
                  <a:pt x="5716" y="518"/>
                </a:lnTo>
                <a:lnTo>
                  <a:pt x="5702" y="511"/>
                </a:lnTo>
                <a:lnTo>
                  <a:pt x="5692" y="498"/>
                </a:lnTo>
                <a:lnTo>
                  <a:pt x="5691" y="489"/>
                </a:lnTo>
                <a:lnTo>
                  <a:pt x="5692" y="482"/>
                </a:lnTo>
                <a:lnTo>
                  <a:pt x="5707" y="479"/>
                </a:lnTo>
                <a:lnTo>
                  <a:pt x="5718" y="481"/>
                </a:lnTo>
                <a:lnTo>
                  <a:pt x="5728" y="488"/>
                </a:lnTo>
                <a:lnTo>
                  <a:pt x="5737" y="502"/>
                </a:lnTo>
                <a:lnTo>
                  <a:pt x="5735" y="508"/>
                </a:lnTo>
                <a:close/>
                <a:moveTo>
                  <a:pt x="6001" y="639"/>
                </a:moveTo>
                <a:lnTo>
                  <a:pt x="5992" y="646"/>
                </a:lnTo>
                <a:lnTo>
                  <a:pt x="5976" y="651"/>
                </a:lnTo>
                <a:lnTo>
                  <a:pt x="5966" y="643"/>
                </a:lnTo>
                <a:lnTo>
                  <a:pt x="5966" y="627"/>
                </a:lnTo>
                <a:lnTo>
                  <a:pt x="5972" y="617"/>
                </a:lnTo>
                <a:lnTo>
                  <a:pt x="5977" y="611"/>
                </a:lnTo>
                <a:lnTo>
                  <a:pt x="5993" y="605"/>
                </a:lnTo>
                <a:lnTo>
                  <a:pt x="6002" y="608"/>
                </a:lnTo>
                <a:lnTo>
                  <a:pt x="6010" y="614"/>
                </a:lnTo>
                <a:lnTo>
                  <a:pt x="6009" y="630"/>
                </a:lnTo>
                <a:lnTo>
                  <a:pt x="6001" y="639"/>
                </a:lnTo>
                <a:close/>
                <a:moveTo>
                  <a:pt x="4875" y="633"/>
                </a:moveTo>
                <a:lnTo>
                  <a:pt x="4874" y="641"/>
                </a:lnTo>
                <a:lnTo>
                  <a:pt x="4863" y="651"/>
                </a:lnTo>
                <a:lnTo>
                  <a:pt x="4855" y="652"/>
                </a:lnTo>
                <a:lnTo>
                  <a:pt x="4849" y="651"/>
                </a:lnTo>
                <a:lnTo>
                  <a:pt x="4845" y="641"/>
                </a:lnTo>
                <a:lnTo>
                  <a:pt x="4848" y="633"/>
                </a:lnTo>
                <a:lnTo>
                  <a:pt x="4852" y="626"/>
                </a:lnTo>
                <a:lnTo>
                  <a:pt x="4863" y="616"/>
                </a:lnTo>
                <a:lnTo>
                  <a:pt x="4868" y="616"/>
                </a:lnTo>
                <a:lnTo>
                  <a:pt x="4870" y="616"/>
                </a:lnTo>
                <a:lnTo>
                  <a:pt x="4874" y="626"/>
                </a:lnTo>
                <a:lnTo>
                  <a:pt x="4875" y="633"/>
                </a:lnTo>
                <a:close/>
                <a:moveTo>
                  <a:pt x="6002" y="861"/>
                </a:moveTo>
                <a:lnTo>
                  <a:pt x="5998" y="883"/>
                </a:lnTo>
                <a:lnTo>
                  <a:pt x="5988" y="894"/>
                </a:lnTo>
                <a:lnTo>
                  <a:pt x="5977" y="891"/>
                </a:lnTo>
                <a:lnTo>
                  <a:pt x="5969" y="886"/>
                </a:lnTo>
                <a:lnTo>
                  <a:pt x="5961" y="877"/>
                </a:lnTo>
                <a:lnTo>
                  <a:pt x="5954" y="854"/>
                </a:lnTo>
                <a:lnTo>
                  <a:pt x="5961" y="831"/>
                </a:lnTo>
                <a:lnTo>
                  <a:pt x="5977" y="816"/>
                </a:lnTo>
                <a:lnTo>
                  <a:pt x="5990" y="815"/>
                </a:lnTo>
                <a:lnTo>
                  <a:pt x="5994" y="815"/>
                </a:lnTo>
                <a:lnTo>
                  <a:pt x="6002" y="821"/>
                </a:lnTo>
                <a:lnTo>
                  <a:pt x="6005" y="840"/>
                </a:lnTo>
                <a:lnTo>
                  <a:pt x="6002" y="861"/>
                </a:lnTo>
                <a:close/>
                <a:moveTo>
                  <a:pt x="6121" y="902"/>
                </a:moveTo>
                <a:lnTo>
                  <a:pt x="6108" y="917"/>
                </a:lnTo>
                <a:lnTo>
                  <a:pt x="6091" y="950"/>
                </a:lnTo>
                <a:lnTo>
                  <a:pt x="6089" y="962"/>
                </a:lnTo>
                <a:lnTo>
                  <a:pt x="6087" y="975"/>
                </a:lnTo>
                <a:lnTo>
                  <a:pt x="6072" y="1013"/>
                </a:lnTo>
                <a:lnTo>
                  <a:pt x="6061" y="1032"/>
                </a:lnTo>
                <a:lnTo>
                  <a:pt x="6043" y="1061"/>
                </a:lnTo>
                <a:lnTo>
                  <a:pt x="6038" y="1054"/>
                </a:lnTo>
                <a:lnTo>
                  <a:pt x="6046" y="1014"/>
                </a:lnTo>
                <a:lnTo>
                  <a:pt x="6052" y="988"/>
                </a:lnTo>
                <a:lnTo>
                  <a:pt x="6072" y="937"/>
                </a:lnTo>
                <a:lnTo>
                  <a:pt x="6096" y="895"/>
                </a:lnTo>
                <a:lnTo>
                  <a:pt x="6120" y="871"/>
                </a:lnTo>
                <a:lnTo>
                  <a:pt x="6132" y="869"/>
                </a:lnTo>
                <a:lnTo>
                  <a:pt x="6134" y="869"/>
                </a:lnTo>
                <a:lnTo>
                  <a:pt x="6136" y="875"/>
                </a:lnTo>
                <a:lnTo>
                  <a:pt x="6130" y="889"/>
                </a:lnTo>
                <a:lnTo>
                  <a:pt x="6121" y="902"/>
                </a:lnTo>
                <a:close/>
                <a:moveTo>
                  <a:pt x="4909" y="931"/>
                </a:moveTo>
                <a:lnTo>
                  <a:pt x="4905" y="958"/>
                </a:lnTo>
                <a:lnTo>
                  <a:pt x="4886" y="999"/>
                </a:lnTo>
                <a:lnTo>
                  <a:pt x="4880" y="1007"/>
                </a:lnTo>
                <a:lnTo>
                  <a:pt x="4877" y="1005"/>
                </a:lnTo>
                <a:lnTo>
                  <a:pt x="4876" y="1002"/>
                </a:lnTo>
                <a:lnTo>
                  <a:pt x="4874" y="993"/>
                </a:lnTo>
                <a:lnTo>
                  <a:pt x="4856" y="986"/>
                </a:lnTo>
                <a:lnTo>
                  <a:pt x="4844" y="989"/>
                </a:lnTo>
                <a:lnTo>
                  <a:pt x="4825" y="994"/>
                </a:lnTo>
                <a:lnTo>
                  <a:pt x="4825" y="989"/>
                </a:lnTo>
                <a:lnTo>
                  <a:pt x="4844" y="972"/>
                </a:lnTo>
                <a:lnTo>
                  <a:pt x="4857" y="959"/>
                </a:lnTo>
                <a:lnTo>
                  <a:pt x="4865" y="938"/>
                </a:lnTo>
                <a:lnTo>
                  <a:pt x="4866" y="924"/>
                </a:lnTo>
                <a:lnTo>
                  <a:pt x="4864" y="916"/>
                </a:lnTo>
                <a:lnTo>
                  <a:pt x="4859" y="902"/>
                </a:lnTo>
                <a:lnTo>
                  <a:pt x="4868" y="893"/>
                </a:lnTo>
                <a:lnTo>
                  <a:pt x="4882" y="899"/>
                </a:lnTo>
                <a:lnTo>
                  <a:pt x="4894" y="903"/>
                </a:lnTo>
                <a:lnTo>
                  <a:pt x="4909" y="921"/>
                </a:lnTo>
                <a:lnTo>
                  <a:pt x="4909" y="931"/>
                </a:lnTo>
                <a:close/>
                <a:moveTo>
                  <a:pt x="5001" y="905"/>
                </a:moveTo>
                <a:lnTo>
                  <a:pt x="5000" y="913"/>
                </a:lnTo>
                <a:lnTo>
                  <a:pt x="4992" y="922"/>
                </a:lnTo>
                <a:lnTo>
                  <a:pt x="4984" y="924"/>
                </a:lnTo>
                <a:lnTo>
                  <a:pt x="4976" y="922"/>
                </a:lnTo>
                <a:lnTo>
                  <a:pt x="4967" y="913"/>
                </a:lnTo>
                <a:lnTo>
                  <a:pt x="4965" y="905"/>
                </a:lnTo>
                <a:lnTo>
                  <a:pt x="4967" y="897"/>
                </a:lnTo>
                <a:lnTo>
                  <a:pt x="4976" y="888"/>
                </a:lnTo>
                <a:lnTo>
                  <a:pt x="4984" y="888"/>
                </a:lnTo>
                <a:lnTo>
                  <a:pt x="4992" y="888"/>
                </a:lnTo>
                <a:lnTo>
                  <a:pt x="5000" y="897"/>
                </a:lnTo>
                <a:lnTo>
                  <a:pt x="5001" y="905"/>
                </a:lnTo>
                <a:close/>
                <a:moveTo>
                  <a:pt x="4658" y="940"/>
                </a:moveTo>
                <a:lnTo>
                  <a:pt x="4657" y="955"/>
                </a:lnTo>
                <a:lnTo>
                  <a:pt x="4647" y="981"/>
                </a:lnTo>
                <a:lnTo>
                  <a:pt x="4639" y="987"/>
                </a:lnTo>
                <a:lnTo>
                  <a:pt x="4635" y="989"/>
                </a:lnTo>
                <a:lnTo>
                  <a:pt x="4628" y="987"/>
                </a:lnTo>
                <a:lnTo>
                  <a:pt x="4622" y="970"/>
                </a:lnTo>
                <a:lnTo>
                  <a:pt x="4621" y="953"/>
                </a:lnTo>
                <a:lnTo>
                  <a:pt x="4622" y="934"/>
                </a:lnTo>
                <a:lnTo>
                  <a:pt x="4633" y="908"/>
                </a:lnTo>
                <a:lnTo>
                  <a:pt x="4639" y="905"/>
                </a:lnTo>
                <a:lnTo>
                  <a:pt x="4647" y="907"/>
                </a:lnTo>
                <a:lnTo>
                  <a:pt x="4657" y="927"/>
                </a:lnTo>
                <a:lnTo>
                  <a:pt x="4658" y="940"/>
                </a:lnTo>
                <a:close/>
                <a:moveTo>
                  <a:pt x="4473" y="1019"/>
                </a:moveTo>
                <a:lnTo>
                  <a:pt x="4472" y="1061"/>
                </a:lnTo>
                <a:lnTo>
                  <a:pt x="4463" y="1127"/>
                </a:lnTo>
                <a:lnTo>
                  <a:pt x="4456" y="1143"/>
                </a:lnTo>
                <a:lnTo>
                  <a:pt x="4452" y="1149"/>
                </a:lnTo>
                <a:lnTo>
                  <a:pt x="4446" y="1151"/>
                </a:lnTo>
                <a:lnTo>
                  <a:pt x="4440" y="1132"/>
                </a:lnTo>
                <a:lnTo>
                  <a:pt x="4440" y="1103"/>
                </a:lnTo>
                <a:lnTo>
                  <a:pt x="4442" y="1049"/>
                </a:lnTo>
                <a:lnTo>
                  <a:pt x="4454" y="963"/>
                </a:lnTo>
                <a:lnTo>
                  <a:pt x="4463" y="927"/>
                </a:lnTo>
                <a:lnTo>
                  <a:pt x="4467" y="924"/>
                </a:lnTo>
                <a:lnTo>
                  <a:pt x="4471" y="945"/>
                </a:lnTo>
                <a:lnTo>
                  <a:pt x="4473" y="1019"/>
                </a:lnTo>
                <a:close/>
                <a:moveTo>
                  <a:pt x="5980" y="940"/>
                </a:moveTo>
                <a:lnTo>
                  <a:pt x="5979" y="949"/>
                </a:lnTo>
                <a:lnTo>
                  <a:pt x="5971" y="964"/>
                </a:lnTo>
                <a:lnTo>
                  <a:pt x="5963" y="969"/>
                </a:lnTo>
                <a:lnTo>
                  <a:pt x="5955" y="971"/>
                </a:lnTo>
                <a:lnTo>
                  <a:pt x="5946" y="963"/>
                </a:lnTo>
                <a:lnTo>
                  <a:pt x="5944" y="953"/>
                </a:lnTo>
                <a:lnTo>
                  <a:pt x="5946" y="941"/>
                </a:lnTo>
                <a:lnTo>
                  <a:pt x="5955" y="925"/>
                </a:lnTo>
                <a:lnTo>
                  <a:pt x="5963" y="924"/>
                </a:lnTo>
                <a:lnTo>
                  <a:pt x="5971" y="925"/>
                </a:lnTo>
                <a:lnTo>
                  <a:pt x="5979" y="933"/>
                </a:lnTo>
                <a:lnTo>
                  <a:pt x="5980" y="940"/>
                </a:lnTo>
                <a:close/>
                <a:moveTo>
                  <a:pt x="5910" y="1056"/>
                </a:moveTo>
                <a:lnTo>
                  <a:pt x="5902" y="1063"/>
                </a:lnTo>
                <a:lnTo>
                  <a:pt x="5892" y="1064"/>
                </a:lnTo>
                <a:lnTo>
                  <a:pt x="5890" y="1049"/>
                </a:lnTo>
                <a:lnTo>
                  <a:pt x="5895" y="1020"/>
                </a:lnTo>
                <a:lnTo>
                  <a:pt x="5903" y="1002"/>
                </a:lnTo>
                <a:lnTo>
                  <a:pt x="5911" y="982"/>
                </a:lnTo>
                <a:lnTo>
                  <a:pt x="5919" y="983"/>
                </a:lnTo>
                <a:lnTo>
                  <a:pt x="5923" y="1003"/>
                </a:lnTo>
                <a:lnTo>
                  <a:pt x="5924" y="1017"/>
                </a:lnTo>
                <a:lnTo>
                  <a:pt x="5917" y="1046"/>
                </a:lnTo>
                <a:lnTo>
                  <a:pt x="5910" y="1056"/>
                </a:lnTo>
                <a:close/>
                <a:moveTo>
                  <a:pt x="8609" y="1003"/>
                </a:moveTo>
                <a:lnTo>
                  <a:pt x="8608" y="1007"/>
                </a:lnTo>
                <a:lnTo>
                  <a:pt x="8599" y="1018"/>
                </a:lnTo>
                <a:lnTo>
                  <a:pt x="8591" y="1024"/>
                </a:lnTo>
                <a:lnTo>
                  <a:pt x="8584" y="1026"/>
                </a:lnTo>
                <a:lnTo>
                  <a:pt x="8575" y="1022"/>
                </a:lnTo>
                <a:lnTo>
                  <a:pt x="8574" y="1016"/>
                </a:lnTo>
                <a:lnTo>
                  <a:pt x="8575" y="1008"/>
                </a:lnTo>
                <a:lnTo>
                  <a:pt x="8584" y="997"/>
                </a:lnTo>
                <a:lnTo>
                  <a:pt x="8591" y="996"/>
                </a:lnTo>
                <a:lnTo>
                  <a:pt x="8599" y="996"/>
                </a:lnTo>
                <a:lnTo>
                  <a:pt x="8608" y="1001"/>
                </a:lnTo>
                <a:lnTo>
                  <a:pt x="8609" y="1003"/>
                </a:lnTo>
                <a:close/>
                <a:moveTo>
                  <a:pt x="4612" y="1087"/>
                </a:moveTo>
                <a:lnTo>
                  <a:pt x="4615" y="1093"/>
                </a:lnTo>
                <a:lnTo>
                  <a:pt x="4611" y="1104"/>
                </a:lnTo>
                <a:lnTo>
                  <a:pt x="4604" y="1105"/>
                </a:lnTo>
                <a:lnTo>
                  <a:pt x="4597" y="1104"/>
                </a:lnTo>
                <a:lnTo>
                  <a:pt x="4586" y="1093"/>
                </a:lnTo>
                <a:lnTo>
                  <a:pt x="4585" y="1087"/>
                </a:lnTo>
                <a:lnTo>
                  <a:pt x="4585" y="1079"/>
                </a:lnTo>
                <a:lnTo>
                  <a:pt x="4589" y="1069"/>
                </a:lnTo>
                <a:lnTo>
                  <a:pt x="4592" y="1068"/>
                </a:lnTo>
                <a:lnTo>
                  <a:pt x="4597" y="1069"/>
                </a:lnTo>
                <a:lnTo>
                  <a:pt x="4608" y="1079"/>
                </a:lnTo>
                <a:lnTo>
                  <a:pt x="4612" y="1087"/>
                </a:lnTo>
                <a:close/>
                <a:moveTo>
                  <a:pt x="4713" y="1117"/>
                </a:moveTo>
                <a:lnTo>
                  <a:pt x="4704" y="1134"/>
                </a:lnTo>
                <a:lnTo>
                  <a:pt x="4695" y="1136"/>
                </a:lnTo>
                <a:lnTo>
                  <a:pt x="4694" y="1121"/>
                </a:lnTo>
                <a:lnTo>
                  <a:pt x="4695" y="1109"/>
                </a:lnTo>
                <a:lnTo>
                  <a:pt x="4700" y="1090"/>
                </a:lnTo>
                <a:lnTo>
                  <a:pt x="4710" y="1076"/>
                </a:lnTo>
                <a:lnTo>
                  <a:pt x="4721" y="1072"/>
                </a:lnTo>
                <a:lnTo>
                  <a:pt x="4726" y="1076"/>
                </a:lnTo>
                <a:lnTo>
                  <a:pt x="4727" y="1081"/>
                </a:lnTo>
                <a:lnTo>
                  <a:pt x="4721" y="1104"/>
                </a:lnTo>
                <a:lnTo>
                  <a:pt x="4713" y="1117"/>
                </a:lnTo>
                <a:close/>
                <a:moveTo>
                  <a:pt x="6108" y="1121"/>
                </a:moveTo>
                <a:lnTo>
                  <a:pt x="6107" y="1129"/>
                </a:lnTo>
                <a:lnTo>
                  <a:pt x="6097" y="1145"/>
                </a:lnTo>
                <a:lnTo>
                  <a:pt x="6089" y="1150"/>
                </a:lnTo>
                <a:lnTo>
                  <a:pt x="6083" y="1153"/>
                </a:lnTo>
                <a:lnTo>
                  <a:pt x="6073" y="1143"/>
                </a:lnTo>
                <a:lnTo>
                  <a:pt x="6072" y="1133"/>
                </a:lnTo>
                <a:lnTo>
                  <a:pt x="6073" y="1121"/>
                </a:lnTo>
                <a:lnTo>
                  <a:pt x="6083" y="1106"/>
                </a:lnTo>
                <a:lnTo>
                  <a:pt x="6089" y="1105"/>
                </a:lnTo>
                <a:lnTo>
                  <a:pt x="6097" y="1105"/>
                </a:lnTo>
                <a:lnTo>
                  <a:pt x="6107" y="1115"/>
                </a:lnTo>
                <a:lnTo>
                  <a:pt x="6108" y="1121"/>
                </a:lnTo>
                <a:close/>
                <a:moveTo>
                  <a:pt x="5964" y="1219"/>
                </a:moveTo>
                <a:lnTo>
                  <a:pt x="5953" y="1229"/>
                </a:lnTo>
                <a:lnTo>
                  <a:pt x="5949" y="1224"/>
                </a:lnTo>
                <a:lnTo>
                  <a:pt x="5955" y="1208"/>
                </a:lnTo>
                <a:lnTo>
                  <a:pt x="5960" y="1195"/>
                </a:lnTo>
                <a:lnTo>
                  <a:pt x="5973" y="1184"/>
                </a:lnTo>
                <a:lnTo>
                  <a:pt x="5977" y="1187"/>
                </a:lnTo>
                <a:lnTo>
                  <a:pt x="5979" y="1191"/>
                </a:lnTo>
                <a:lnTo>
                  <a:pt x="5973" y="1209"/>
                </a:lnTo>
                <a:lnTo>
                  <a:pt x="5964" y="1219"/>
                </a:lnTo>
                <a:close/>
                <a:moveTo>
                  <a:pt x="4675" y="1231"/>
                </a:moveTo>
                <a:lnTo>
                  <a:pt x="4674" y="1245"/>
                </a:lnTo>
                <a:lnTo>
                  <a:pt x="4668" y="1250"/>
                </a:lnTo>
                <a:lnTo>
                  <a:pt x="4658" y="1245"/>
                </a:lnTo>
                <a:lnTo>
                  <a:pt x="4648" y="1231"/>
                </a:lnTo>
                <a:lnTo>
                  <a:pt x="4646" y="1224"/>
                </a:lnTo>
                <a:lnTo>
                  <a:pt x="4649" y="1214"/>
                </a:lnTo>
                <a:lnTo>
                  <a:pt x="4655" y="1214"/>
                </a:lnTo>
                <a:lnTo>
                  <a:pt x="4663" y="1214"/>
                </a:lnTo>
                <a:lnTo>
                  <a:pt x="4674" y="1224"/>
                </a:lnTo>
                <a:lnTo>
                  <a:pt x="4675" y="1231"/>
                </a:lnTo>
                <a:close/>
                <a:moveTo>
                  <a:pt x="2097" y="1264"/>
                </a:moveTo>
                <a:lnTo>
                  <a:pt x="2084" y="1268"/>
                </a:lnTo>
                <a:lnTo>
                  <a:pt x="2067" y="1291"/>
                </a:lnTo>
                <a:lnTo>
                  <a:pt x="2064" y="1306"/>
                </a:lnTo>
                <a:lnTo>
                  <a:pt x="2064" y="1316"/>
                </a:lnTo>
                <a:lnTo>
                  <a:pt x="2060" y="1329"/>
                </a:lnTo>
                <a:lnTo>
                  <a:pt x="2047" y="1334"/>
                </a:lnTo>
                <a:lnTo>
                  <a:pt x="2024" y="1333"/>
                </a:lnTo>
                <a:lnTo>
                  <a:pt x="2007" y="1331"/>
                </a:lnTo>
                <a:lnTo>
                  <a:pt x="1982" y="1327"/>
                </a:lnTo>
                <a:lnTo>
                  <a:pt x="1951" y="1318"/>
                </a:lnTo>
                <a:lnTo>
                  <a:pt x="1939" y="1306"/>
                </a:lnTo>
                <a:lnTo>
                  <a:pt x="1940" y="1289"/>
                </a:lnTo>
                <a:lnTo>
                  <a:pt x="1945" y="1275"/>
                </a:lnTo>
                <a:lnTo>
                  <a:pt x="1948" y="1267"/>
                </a:lnTo>
                <a:lnTo>
                  <a:pt x="1959" y="1257"/>
                </a:lnTo>
                <a:lnTo>
                  <a:pt x="1985" y="1251"/>
                </a:lnTo>
                <a:lnTo>
                  <a:pt x="2012" y="1253"/>
                </a:lnTo>
                <a:lnTo>
                  <a:pt x="2034" y="1256"/>
                </a:lnTo>
                <a:lnTo>
                  <a:pt x="2069" y="1252"/>
                </a:lnTo>
                <a:lnTo>
                  <a:pt x="2075" y="1246"/>
                </a:lnTo>
                <a:lnTo>
                  <a:pt x="2081" y="1240"/>
                </a:lnTo>
                <a:lnTo>
                  <a:pt x="2098" y="1240"/>
                </a:lnTo>
                <a:lnTo>
                  <a:pt x="2107" y="1244"/>
                </a:lnTo>
                <a:lnTo>
                  <a:pt x="2116" y="1251"/>
                </a:lnTo>
                <a:lnTo>
                  <a:pt x="2111" y="1261"/>
                </a:lnTo>
                <a:lnTo>
                  <a:pt x="2097" y="1264"/>
                </a:lnTo>
                <a:close/>
                <a:moveTo>
                  <a:pt x="2246" y="1333"/>
                </a:moveTo>
                <a:lnTo>
                  <a:pt x="2245" y="1343"/>
                </a:lnTo>
                <a:lnTo>
                  <a:pt x="2230" y="1357"/>
                </a:lnTo>
                <a:lnTo>
                  <a:pt x="2219" y="1358"/>
                </a:lnTo>
                <a:lnTo>
                  <a:pt x="2212" y="1358"/>
                </a:lnTo>
                <a:lnTo>
                  <a:pt x="2201" y="1365"/>
                </a:lnTo>
                <a:lnTo>
                  <a:pt x="2195" y="1388"/>
                </a:lnTo>
                <a:lnTo>
                  <a:pt x="2195" y="1416"/>
                </a:lnTo>
                <a:lnTo>
                  <a:pt x="2197" y="1444"/>
                </a:lnTo>
                <a:lnTo>
                  <a:pt x="2192" y="1466"/>
                </a:lnTo>
                <a:lnTo>
                  <a:pt x="2183" y="1471"/>
                </a:lnTo>
                <a:lnTo>
                  <a:pt x="2178" y="1470"/>
                </a:lnTo>
                <a:lnTo>
                  <a:pt x="2168" y="1470"/>
                </a:lnTo>
                <a:lnTo>
                  <a:pt x="2149" y="1482"/>
                </a:lnTo>
                <a:lnTo>
                  <a:pt x="2145" y="1492"/>
                </a:lnTo>
                <a:lnTo>
                  <a:pt x="2142" y="1499"/>
                </a:lnTo>
                <a:lnTo>
                  <a:pt x="2134" y="1506"/>
                </a:lnTo>
                <a:lnTo>
                  <a:pt x="2117" y="1512"/>
                </a:lnTo>
                <a:lnTo>
                  <a:pt x="2105" y="1508"/>
                </a:lnTo>
                <a:lnTo>
                  <a:pt x="2086" y="1503"/>
                </a:lnTo>
                <a:lnTo>
                  <a:pt x="2086" y="1508"/>
                </a:lnTo>
                <a:lnTo>
                  <a:pt x="2105" y="1524"/>
                </a:lnTo>
                <a:lnTo>
                  <a:pt x="2110" y="1529"/>
                </a:lnTo>
                <a:lnTo>
                  <a:pt x="2119" y="1544"/>
                </a:lnTo>
                <a:lnTo>
                  <a:pt x="2126" y="1575"/>
                </a:lnTo>
                <a:lnTo>
                  <a:pt x="2124" y="1616"/>
                </a:lnTo>
                <a:lnTo>
                  <a:pt x="2113" y="1639"/>
                </a:lnTo>
                <a:lnTo>
                  <a:pt x="2104" y="1647"/>
                </a:lnTo>
                <a:lnTo>
                  <a:pt x="2097" y="1649"/>
                </a:lnTo>
                <a:lnTo>
                  <a:pt x="2092" y="1647"/>
                </a:lnTo>
                <a:lnTo>
                  <a:pt x="2088" y="1637"/>
                </a:lnTo>
                <a:lnTo>
                  <a:pt x="2092" y="1630"/>
                </a:lnTo>
                <a:lnTo>
                  <a:pt x="2096" y="1622"/>
                </a:lnTo>
                <a:lnTo>
                  <a:pt x="2096" y="1613"/>
                </a:lnTo>
                <a:lnTo>
                  <a:pt x="2092" y="1612"/>
                </a:lnTo>
                <a:lnTo>
                  <a:pt x="2085" y="1618"/>
                </a:lnTo>
                <a:lnTo>
                  <a:pt x="2050" y="1682"/>
                </a:lnTo>
                <a:lnTo>
                  <a:pt x="2029" y="1730"/>
                </a:lnTo>
                <a:lnTo>
                  <a:pt x="2007" y="1777"/>
                </a:lnTo>
                <a:lnTo>
                  <a:pt x="1977" y="1828"/>
                </a:lnTo>
                <a:lnTo>
                  <a:pt x="1963" y="1845"/>
                </a:lnTo>
                <a:lnTo>
                  <a:pt x="1960" y="1847"/>
                </a:lnTo>
                <a:lnTo>
                  <a:pt x="1952" y="1845"/>
                </a:lnTo>
                <a:lnTo>
                  <a:pt x="1928" y="1825"/>
                </a:lnTo>
                <a:lnTo>
                  <a:pt x="1876" y="1765"/>
                </a:lnTo>
                <a:lnTo>
                  <a:pt x="1835" y="1706"/>
                </a:lnTo>
                <a:lnTo>
                  <a:pt x="1817" y="1680"/>
                </a:lnTo>
                <a:lnTo>
                  <a:pt x="1797" y="1645"/>
                </a:lnTo>
                <a:lnTo>
                  <a:pt x="1795" y="1634"/>
                </a:lnTo>
                <a:lnTo>
                  <a:pt x="1799" y="1634"/>
                </a:lnTo>
                <a:lnTo>
                  <a:pt x="1813" y="1643"/>
                </a:lnTo>
                <a:lnTo>
                  <a:pt x="1829" y="1657"/>
                </a:lnTo>
                <a:lnTo>
                  <a:pt x="1844" y="1672"/>
                </a:lnTo>
                <a:lnTo>
                  <a:pt x="1863" y="1705"/>
                </a:lnTo>
                <a:lnTo>
                  <a:pt x="1865" y="1717"/>
                </a:lnTo>
                <a:lnTo>
                  <a:pt x="1866" y="1728"/>
                </a:lnTo>
                <a:lnTo>
                  <a:pt x="1873" y="1735"/>
                </a:lnTo>
                <a:lnTo>
                  <a:pt x="1878" y="1733"/>
                </a:lnTo>
                <a:lnTo>
                  <a:pt x="1881" y="1731"/>
                </a:lnTo>
                <a:lnTo>
                  <a:pt x="1889" y="1734"/>
                </a:lnTo>
                <a:lnTo>
                  <a:pt x="1908" y="1750"/>
                </a:lnTo>
                <a:lnTo>
                  <a:pt x="1922" y="1768"/>
                </a:lnTo>
                <a:lnTo>
                  <a:pt x="1936" y="1789"/>
                </a:lnTo>
                <a:lnTo>
                  <a:pt x="1952" y="1801"/>
                </a:lnTo>
                <a:lnTo>
                  <a:pt x="1961" y="1797"/>
                </a:lnTo>
                <a:lnTo>
                  <a:pt x="1965" y="1793"/>
                </a:lnTo>
                <a:lnTo>
                  <a:pt x="1969" y="1783"/>
                </a:lnTo>
                <a:lnTo>
                  <a:pt x="1963" y="1762"/>
                </a:lnTo>
                <a:lnTo>
                  <a:pt x="1955" y="1753"/>
                </a:lnTo>
                <a:lnTo>
                  <a:pt x="1941" y="1744"/>
                </a:lnTo>
                <a:lnTo>
                  <a:pt x="1941" y="1731"/>
                </a:lnTo>
                <a:lnTo>
                  <a:pt x="1952" y="1726"/>
                </a:lnTo>
                <a:lnTo>
                  <a:pt x="1960" y="1721"/>
                </a:lnTo>
                <a:lnTo>
                  <a:pt x="1973" y="1703"/>
                </a:lnTo>
                <a:lnTo>
                  <a:pt x="1974" y="1693"/>
                </a:lnTo>
                <a:lnTo>
                  <a:pt x="1975" y="1683"/>
                </a:lnTo>
                <a:lnTo>
                  <a:pt x="1988" y="1665"/>
                </a:lnTo>
                <a:lnTo>
                  <a:pt x="1998" y="1659"/>
                </a:lnTo>
                <a:lnTo>
                  <a:pt x="2009" y="1653"/>
                </a:lnTo>
                <a:lnTo>
                  <a:pt x="2009" y="1643"/>
                </a:lnTo>
                <a:lnTo>
                  <a:pt x="1998" y="1638"/>
                </a:lnTo>
                <a:lnTo>
                  <a:pt x="1985" y="1631"/>
                </a:lnTo>
                <a:lnTo>
                  <a:pt x="1974" y="1616"/>
                </a:lnTo>
                <a:lnTo>
                  <a:pt x="1978" y="1604"/>
                </a:lnTo>
                <a:lnTo>
                  <a:pt x="1995" y="1600"/>
                </a:lnTo>
                <a:lnTo>
                  <a:pt x="2009" y="1603"/>
                </a:lnTo>
                <a:lnTo>
                  <a:pt x="2018" y="1605"/>
                </a:lnTo>
                <a:lnTo>
                  <a:pt x="2031" y="1605"/>
                </a:lnTo>
                <a:lnTo>
                  <a:pt x="2037" y="1597"/>
                </a:lnTo>
                <a:lnTo>
                  <a:pt x="2038" y="1580"/>
                </a:lnTo>
                <a:lnTo>
                  <a:pt x="2037" y="1567"/>
                </a:lnTo>
                <a:lnTo>
                  <a:pt x="2036" y="1549"/>
                </a:lnTo>
                <a:lnTo>
                  <a:pt x="2040" y="1529"/>
                </a:lnTo>
                <a:lnTo>
                  <a:pt x="2045" y="1522"/>
                </a:lnTo>
                <a:lnTo>
                  <a:pt x="2048" y="1521"/>
                </a:lnTo>
                <a:lnTo>
                  <a:pt x="2056" y="1519"/>
                </a:lnTo>
                <a:lnTo>
                  <a:pt x="2070" y="1494"/>
                </a:lnTo>
                <a:lnTo>
                  <a:pt x="2075" y="1476"/>
                </a:lnTo>
                <a:lnTo>
                  <a:pt x="2081" y="1457"/>
                </a:lnTo>
                <a:lnTo>
                  <a:pt x="2096" y="1433"/>
                </a:lnTo>
                <a:lnTo>
                  <a:pt x="2102" y="1431"/>
                </a:lnTo>
                <a:lnTo>
                  <a:pt x="2109" y="1429"/>
                </a:lnTo>
                <a:lnTo>
                  <a:pt x="2118" y="1414"/>
                </a:lnTo>
                <a:lnTo>
                  <a:pt x="2119" y="1404"/>
                </a:lnTo>
                <a:lnTo>
                  <a:pt x="2120" y="1393"/>
                </a:lnTo>
                <a:lnTo>
                  <a:pt x="2131" y="1378"/>
                </a:lnTo>
                <a:lnTo>
                  <a:pt x="2139" y="1377"/>
                </a:lnTo>
                <a:lnTo>
                  <a:pt x="2144" y="1376"/>
                </a:lnTo>
                <a:lnTo>
                  <a:pt x="2150" y="1368"/>
                </a:lnTo>
                <a:lnTo>
                  <a:pt x="2155" y="1346"/>
                </a:lnTo>
                <a:lnTo>
                  <a:pt x="2151" y="1324"/>
                </a:lnTo>
                <a:lnTo>
                  <a:pt x="2149" y="1306"/>
                </a:lnTo>
                <a:lnTo>
                  <a:pt x="2149" y="1286"/>
                </a:lnTo>
                <a:lnTo>
                  <a:pt x="2158" y="1279"/>
                </a:lnTo>
                <a:lnTo>
                  <a:pt x="2179" y="1284"/>
                </a:lnTo>
                <a:lnTo>
                  <a:pt x="2195" y="1290"/>
                </a:lnTo>
                <a:lnTo>
                  <a:pt x="2216" y="1299"/>
                </a:lnTo>
                <a:lnTo>
                  <a:pt x="2237" y="1316"/>
                </a:lnTo>
                <a:lnTo>
                  <a:pt x="2245" y="1328"/>
                </a:lnTo>
                <a:lnTo>
                  <a:pt x="2246" y="1333"/>
                </a:lnTo>
                <a:close/>
                <a:moveTo>
                  <a:pt x="4430" y="1394"/>
                </a:moveTo>
                <a:lnTo>
                  <a:pt x="4425" y="1419"/>
                </a:lnTo>
                <a:lnTo>
                  <a:pt x="4414" y="1443"/>
                </a:lnTo>
                <a:lnTo>
                  <a:pt x="4409" y="1438"/>
                </a:lnTo>
                <a:lnTo>
                  <a:pt x="4410" y="1405"/>
                </a:lnTo>
                <a:lnTo>
                  <a:pt x="4414" y="1378"/>
                </a:lnTo>
                <a:lnTo>
                  <a:pt x="4420" y="1356"/>
                </a:lnTo>
                <a:lnTo>
                  <a:pt x="4431" y="1329"/>
                </a:lnTo>
                <a:lnTo>
                  <a:pt x="4435" y="1329"/>
                </a:lnTo>
                <a:lnTo>
                  <a:pt x="4438" y="1336"/>
                </a:lnTo>
                <a:lnTo>
                  <a:pt x="4436" y="1371"/>
                </a:lnTo>
                <a:lnTo>
                  <a:pt x="4430" y="1394"/>
                </a:lnTo>
                <a:close/>
                <a:moveTo>
                  <a:pt x="4349" y="1394"/>
                </a:moveTo>
                <a:lnTo>
                  <a:pt x="4348" y="1402"/>
                </a:lnTo>
                <a:lnTo>
                  <a:pt x="4337" y="1412"/>
                </a:lnTo>
                <a:lnTo>
                  <a:pt x="4329" y="1413"/>
                </a:lnTo>
                <a:lnTo>
                  <a:pt x="4323" y="1412"/>
                </a:lnTo>
                <a:lnTo>
                  <a:pt x="4319" y="1402"/>
                </a:lnTo>
                <a:lnTo>
                  <a:pt x="4322" y="1394"/>
                </a:lnTo>
                <a:lnTo>
                  <a:pt x="4326" y="1387"/>
                </a:lnTo>
                <a:lnTo>
                  <a:pt x="4337" y="1377"/>
                </a:lnTo>
                <a:lnTo>
                  <a:pt x="4342" y="1377"/>
                </a:lnTo>
                <a:lnTo>
                  <a:pt x="4344" y="1377"/>
                </a:lnTo>
                <a:lnTo>
                  <a:pt x="4349" y="1387"/>
                </a:lnTo>
                <a:lnTo>
                  <a:pt x="4349" y="1394"/>
                </a:lnTo>
                <a:close/>
                <a:moveTo>
                  <a:pt x="1922" y="1437"/>
                </a:moveTo>
                <a:lnTo>
                  <a:pt x="1910" y="1446"/>
                </a:lnTo>
                <a:lnTo>
                  <a:pt x="1906" y="1441"/>
                </a:lnTo>
                <a:lnTo>
                  <a:pt x="1912" y="1426"/>
                </a:lnTo>
                <a:lnTo>
                  <a:pt x="1918" y="1413"/>
                </a:lnTo>
                <a:lnTo>
                  <a:pt x="1930" y="1402"/>
                </a:lnTo>
                <a:lnTo>
                  <a:pt x="1934" y="1404"/>
                </a:lnTo>
                <a:lnTo>
                  <a:pt x="1937" y="1408"/>
                </a:lnTo>
                <a:lnTo>
                  <a:pt x="1931" y="1427"/>
                </a:lnTo>
                <a:lnTo>
                  <a:pt x="1922" y="1437"/>
                </a:lnTo>
                <a:close/>
                <a:moveTo>
                  <a:pt x="2029" y="1413"/>
                </a:moveTo>
                <a:lnTo>
                  <a:pt x="2042" y="1422"/>
                </a:lnTo>
                <a:lnTo>
                  <a:pt x="2036" y="1430"/>
                </a:lnTo>
                <a:lnTo>
                  <a:pt x="2015" y="1431"/>
                </a:lnTo>
                <a:lnTo>
                  <a:pt x="1999" y="1430"/>
                </a:lnTo>
                <a:lnTo>
                  <a:pt x="1976" y="1419"/>
                </a:lnTo>
                <a:lnTo>
                  <a:pt x="1974" y="1413"/>
                </a:lnTo>
                <a:lnTo>
                  <a:pt x="1975" y="1405"/>
                </a:lnTo>
                <a:lnTo>
                  <a:pt x="1982" y="1395"/>
                </a:lnTo>
                <a:lnTo>
                  <a:pt x="1996" y="1395"/>
                </a:lnTo>
                <a:lnTo>
                  <a:pt x="2017" y="1405"/>
                </a:lnTo>
                <a:lnTo>
                  <a:pt x="2029" y="1413"/>
                </a:lnTo>
                <a:close/>
                <a:moveTo>
                  <a:pt x="3255" y="1497"/>
                </a:moveTo>
                <a:lnTo>
                  <a:pt x="3253" y="1540"/>
                </a:lnTo>
                <a:lnTo>
                  <a:pt x="3244" y="1597"/>
                </a:lnTo>
                <a:lnTo>
                  <a:pt x="3238" y="1603"/>
                </a:lnTo>
                <a:lnTo>
                  <a:pt x="3235" y="1602"/>
                </a:lnTo>
                <a:lnTo>
                  <a:pt x="3227" y="1585"/>
                </a:lnTo>
                <a:lnTo>
                  <a:pt x="3219" y="1540"/>
                </a:lnTo>
                <a:lnTo>
                  <a:pt x="3214" y="1497"/>
                </a:lnTo>
                <a:lnTo>
                  <a:pt x="3211" y="1444"/>
                </a:lnTo>
                <a:lnTo>
                  <a:pt x="3216" y="1405"/>
                </a:lnTo>
                <a:lnTo>
                  <a:pt x="3226" y="1395"/>
                </a:lnTo>
                <a:lnTo>
                  <a:pt x="3234" y="1394"/>
                </a:lnTo>
                <a:lnTo>
                  <a:pt x="3241" y="1395"/>
                </a:lnTo>
                <a:lnTo>
                  <a:pt x="3251" y="1406"/>
                </a:lnTo>
                <a:lnTo>
                  <a:pt x="3258" y="1445"/>
                </a:lnTo>
                <a:lnTo>
                  <a:pt x="3255" y="1497"/>
                </a:lnTo>
                <a:close/>
                <a:moveTo>
                  <a:pt x="6113" y="1431"/>
                </a:moveTo>
                <a:lnTo>
                  <a:pt x="6121" y="1463"/>
                </a:lnTo>
                <a:lnTo>
                  <a:pt x="6126" y="1480"/>
                </a:lnTo>
                <a:lnTo>
                  <a:pt x="6126" y="1485"/>
                </a:lnTo>
                <a:lnTo>
                  <a:pt x="6117" y="1496"/>
                </a:lnTo>
                <a:lnTo>
                  <a:pt x="6110" y="1500"/>
                </a:lnTo>
                <a:lnTo>
                  <a:pt x="6102" y="1501"/>
                </a:lnTo>
                <a:lnTo>
                  <a:pt x="6098" y="1489"/>
                </a:lnTo>
                <a:lnTo>
                  <a:pt x="6100" y="1478"/>
                </a:lnTo>
                <a:lnTo>
                  <a:pt x="6104" y="1464"/>
                </a:lnTo>
                <a:lnTo>
                  <a:pt x="6099" y="1453"/>
                </a:lnTo>
                <a:lnTo>
                  <a:pt x="6089" y="1450"/>
                </a:lnTo>
                <a:lnTo>
                  <a:pt x="6083" y="1449"/>
                </a:lnTo>
                <a:lnTo>
                  <a:pt x="6071" y="1447"/>
                </a:lnTo>
                <a:lnTo>
                  <a:pt x="6054" y="1432"/>
                </a:lnTo>
                <a:lnTo>
                  <a:pt x="6053" y="1421"/>
                </a:lnTo>
                <a:lnTo>
                  <a:pt x="6054" y="1408"/>
                </a:lnTo>
                <a:lnTo>
                  <a:pt x="6070" y="1395"/>
                </a:lnTo>
                <a:lnTo>
                  <a:pt x="6089" y="1399"/>
                </a:lnTo>
                <a:lnTo>
                  <a:pt x="6108" y="1416"/>
                </a:lnTo>
                <a:lnTo>
                  <a:pt x="6113" y="1431"/>
                </a:lnTo>
                <a:close/>
                <a:moveTo>
                  <a:pt x="7552" y="1426"/>
                </a:moveTo>
                <a:lnTo>
                  <a:pt x="7554" y="1430"/>
                </a:lnTo>
                <a:lnTo>
                  <a:pt x="7552" y="1435"/>
                </a:lnTo>
                <a:lnTo>
                  <a:pt x="7539" y="1439"/>
                </a:lnTo>
                <a:lnTo>
                  <a:pt x="7524" y="1437"/>
                </a:lnTo>
                <a:lnTo>
                  <a:pt x="7508" y="1431"/>
                </a:lnTo>
                <a:lnTo>
                  <a:pt x="7488" y="1416"/>
                </a:lnTo>
                <a:lnTo>
                  <a:pt x="7486" y="1409"/>
                </a:lnTo>
                <a:lnTo>
                  <a:pt x="7486" y="1405"/>
                </a:lnTo>
                <a:lnTo>
                  <a:pt x="7491" y="1400"/>
                </a:lnTo>
                <a:lnTo>
                  <a:pt x="7504" y="1396"/>
                </a:lnTo>
                <a:lnTo>
                  <a:pt x="7527" y="1402"/>
                </a:lnTo>
                <a:lnTo>
                  <a:pt x="7548" y="1416"/>
                </a:lnTo>
                <a:lnTo>
                  <a:pt x="7552" y="1426"/>
                </a:lnTo>
                <a:close/>
                <a:moveTo>
                  <a:pt x="9951" y="1424"/>
                </a:moveTo>
                <a:lnTo>
                  <a:pt x="9948" y="1426"/>
                </a:lnTo>
                <a:lnTo>
                  <a:pt x="9922" y="1430"/>
                </a:lnTo>
                <a:lnTo>
                  <a:pt x="9904" y="1431"/>
                </a:lnTo>
                <a:lnTo>
                  <a:pt x="9886" y="1430"/>
                </a:lnTo>
                <a:lnTo>
                  <a:pt x="9870" y="1424"/>
                </a:lnTo>
                <a:lnTo>
                  <a:pt x="9866" y="1418"/>
                </a:lnTo>
                <a:lnTo>
                  <a:pt x="9868" y="1415"/>
                </a:lnTo>
                <a:lnTo>
                  <a:pt x="9873" y="1409"/>
                </a:lnTo>
                <a:lnTo>
                  <a:pt x="9898" y="1406"/>
                </a:lnTo>
                <a:lnTo>
                  <a:pt x="9928" y="1409"/>
                </a:lnTo>
                <a:lnTo>
                  <a:pt x="9948" y="1418"/>
                </a:lnTo>
                <a:lnTo>
                  <a:pt x="9951" y="1424"/>
                </a:lnTo>
                <a:close/>
                <a:moveTo>
                  <a:pt x="10277" y="1451"/>
                </a:moveTo>
                <a:lnTo>
                  <a:pt x="10276" y="1457"/>
                </a:lnTo>
                <a:lnTo>
                  <a:pt x="10267" y="1466"/>
                </a:lnTo>
                <a:lnTo>
                  <a:pt x="10260" y="1467"/>
                </a:lnTo>
                <a:lnTo>
                  <a:pt x="10252" y="1466"/>
                </a:lnTo>
                <a:lnTo>
                  <a:pt x="10242" y="1450"/>
                </a:lnTo>
                <a:lnTo>
                  <a:pt x="10241" y="1438"/>
                </a:lnTo>
                <a:lnTo>
                  <a:pt x="10242" y="1428"/>
                </a:lnTo>
                <a:lnTo>
                  <a:pt x="10252" y="1419"/>
                </a:lnTo>
                <a:lnTo>
                  <a:pt x="10260" y="1421"/>
                </a:lnTo>
                <a:lnTo>
                  <a:pt x="10267" y="1427"/>
                </a:lnTo>
                <a:lnTo>
                  <a:pt x="10276" y="1442"/>
                </a:lnTo>
                <a:lnTo>
                  <a:pt x="10277" y="1451"/>
                </a:lnTo>
                <a:close/>
                <a:moveTo>
                  <a:pt x="1896" y="1496"/>
                </a:moveTo>
                <a:lnTo>
                  <a:pt x="1890" y="1500"/>
                </a:lnTo>
                <a:lnTo>
                  <a:pt x="1872" y="1501"/>
                </a:lnTo>
                <a:lnTo>
                  <a:pt x="1862" y="1497"/>
                </a:lnTo>
                <a:lnTo>
                  <a:pt x="1853" y="1494"/>
                </a:lnTo>
                <a:lnTo>
                  <a:pt x="1860" y="1488"/>
                </a:lnTo>
                <a:lnTo>
                  <a:pt x="1873" y="1487"/>
                </a:lnTo>
                <a:lnTo>
                  <a:pt x="1886" y="1487"/>
                </a:lnTo>
                <a:lnTo>
                  <a:pt x="1897" y="1490"/>
                </a:lnTo>
                <a:lnTo>
                  <a:pt x="1898" y="1494"/>
                </a:lnTo>
                <a:lnTo>
                  <a:pt x="1896" y="1496"/>
                </a:lnTo>
                <a:close/>
                <a:moveTo>
                  <a:pt x="4304" y="1521"/>
                </a:moveTo>
                <a:lnTo>
                  <a:pt x="4306" y="1528"/>
                </a:lnTo>
                <a:lnTo>
                  <a:pt x="4303" y="1539"/>
                </a:lnTo>
                <a:lnTo>
                  <a:pt x="4296" y="1540"/>
                </a:lnTo>
                <a:lnTo>
                  <a:pt x="4289" y="1539"/>
                </a:lnTo>
                <a:lnTo>
                  <a:pt x="4278" y="1528"/>
                </a:lnTo>
                <a:lnTo>
                  <a:pt x="4277" y="1521"/>
                </a:lnTo>
                <a:lnTo>
                  <a:pt x="4277" y="1514"/>
                </a:lnTo>
                <a:lnTo>
                  <a:pt x="4281" y="1504"/>
                </a:lnTo>
                <a:lnTo>
                  <a:pt x="4283" y="1503"/>
                </a:lnTo>
                <a:lnTo>
                  <a:pt x="4288" y="1504"/>
                </a:lnTo>
                <a:lnTo>
                  <a:pt x="4299" y="1514"/>
                </a:lnTo>
                <a:lnTo>
                  <a:pt x="4304" y="1521"/>
                </a:lnTo>
                <a:close/>
                <a:moveTo>
                  <a:pt x="3125" y="1538"/>
                </a:moveTo>
                <a:lnTo>
                  <a:pt x="3128" y="1545"/>
                </a:lnTo>
                <a:lnTo>
                  <a:pt x="3124" y="1560"/>
                </a:lnTo>
                <a:lnTo>
                  <a:pt x="3116" y="1567"/>
                </a:lnTo>
                <a:lnTo>
                  <a:pt x="3110" y="1569"/>
                </a:lnTo>
                <a:lnTo>
                  <a:pt x="3099" y="1560"/>
                </a:lnTo>
                <a:lnTo>
                  <a:pt x="3098" y="1551"/>
                </a:lnTo>
                <a:lnTo>
                  <a:pt x="3099" y="1539"/>
                </a:lnTo>
                <a:lnTo>
                  <a:pt x="3102" y="1525"/>
                </a:lnTo>
                <a:lnTo>
                  <a:pt x="3110" y="1521"/>
                </a:lnTo>
                <a:lnTo>
                  <a:pt x="3120" y="1529"/>
                </a:lnTo>
                <a:lnTo>
                  <a:pt x="3125" y="1538"/>
                </a:lnTo>
                <a:close/>
                <a:moveTo>
                  <a:pt x="6115" y="1549"/>
                </a:moveTo>
                <a:lnTo>
                  <a:pt x="6117" y="1559"/>
                </a:lnTo>
                <a:lnTo>
                  <a:pt x="6114" y="1575"/>
                </a:lnTo>
                <a:lnTo>
                  <a:pt x="6108" y="1576"/>
                </a:lnTo>
                <a:lnTo>
                  <a:pt x="6100" y="1575"/>
                </a:lnTo>
                <a:lnTo>
                  <a:pt x="6090" y="1559"/>
                </a:lnTo>
                <a:lnTo>
                  <a:pt x="6089" y="1549"/>
                </a:lnTo>
                <a:lnTo>
                  <a:pt x="6090" y="1538"/>
                </a:lnTo>
                <a:lnTo>
                  <a:pt x="6093" y="1522"/>
                </a:lnTo>
                <a:lnTo>
                  <a:pt x="6097" y="1521"/>
                </a:lnTo>
                <a:lnTo>
                  <a:pt x="6104" y="1528"/>
                </a:lnTo>
                <a:lnTo>
                  <a:pt x="6115" y="1549"/>
                </a:lnTo>
                <a:close/>
                <a:moveTo>
                  <a:pt x="4332" y="1589"/>
                </a:moveTo>
                <a:lnTo>
                  <a:pt x="4324" y="1605"/>
                </a:lnTo>
                <a:lnTo>
                  <a:pt x="4314" y="1607"/>
                </a:lnTo>
                <a:lnTo>
                  <a:pt x="4313" y="1592"/>
                </a:lnTo>
                <a:lnTo>
                  <a:pt x="4314" y="1580"/>
                </a:lnTo>
                <a:lnTo>
                  <a:pt x="4319" y="1560"/>
                </a:lnTo>
                <a:lnTo>
                  <a:pt x="4329" y="1547"/>
                </a:lnTo>
                <a:lnTo>
                  <a:pt x="4340" y="1543"/>
                </a:lnTo>
                <a:lnTo>
                  <a:pt x="4345" y="1546"/>
                </a:lnTo>
                <a:lnTo>
                  <a:pt x="4347" y="1553"/>
                </a:lnTo>
                <a:lnTo>
                  <a:pt x="4340" y="1575"/>
                </a:lnTo>
                <a:lnTo>
                  <a:pt x="4332" y="1589"/>
                </a:lnTo>
                <a:close/>
                <a:moveTo>
                  <a:pt x="10314" y="1612"/>
                </a:moveTo>
                <a:lnTo>
                  <a:pt x="10312" y="1626"/>
                </a:lnTo>
                <a:lnTo>
                  <a:pt x="10306" y="1630"/>
                </a:lnTo>
                <a:lnTo>
                  <a:pt x="10297" y="1626"/>
                </a:lnTo>
                <a:lnTo>
                  <a:pt x="10287" y="1612"/>
                </a:lnTo>
                <a:lnTo>
                  <a:pt x="10284" y="1604"/>
                </a:lnTo>
                <a:lnTo>
                  <a:pt x="10288" y="1594"/>
                </a:lnTo>
                <a:lnTo>
                  <a:pt x="10293" y="1594"/>
                </a:lnTo>
                <a:lnTo>
                  <a:pt x="10302" y="1594"/>
                </a:lnTo>
                <a:lnTo>
                  <a:pt x="10313" y="1604"/>
                </a:lnTo>
                <a:lnTo>
                  <a:pt x="10314" y="1612"/>
                </a:lnTo>
                <a:close/>
                <a:moveTo>
                  <a:pt x="6126" y="1638"/>
                </a:moveTo>
                <a:lnTo>
                  <a:pt x="6125" y="1642"/>
                </a:lnTo>
                <a:lnTo>
                  <a:pt x="6115" y="1653"/>
                </a:lnTo>
                <a:lnTo>
                  <a:pt x="6108" y="1657"/>
                </a:lnTo>
                <a:lnTo>
                  <a:pt x="6101" y="1660"/>
                </a:lnTo>
                <a:lnTo>
                  <a:pt x="6090" y="1656"/>
                </a:lnTo>
                <a:lnTo>
                  <a:pt x="6089" y="1650"/>
                </a:lnTo>
                <a:lnTo>
                  <a:pt x="6090" y="1642"/>
                </a:lnTo>
                <a:lnTo>
                  <a:pt x="6101" y="1631"/>
                </a:lnTo>
                <a:lnTo>
                  <a:pt x="6108" y="1630"/>
                </a:lnTo>
                <a:lnTo>
                  <a:pt x="6115" y="1630"/>
                </a:lnTo>
                <a:lnTo>
                  <a:pt x="6125" y="1634"/>
                </a:lnTo>
                <a:lnTo>
                  <a:pt x="6126" y="1638"/>
                </a:lnTo>
                <a:close/>
                <a:moveTo>
                  <a:pt x="10693" y="1666"/>
                </a:moveTo>
                <a:lnTo>
                  <a:pt x="10699" y="1667"/>
                </a:lnTo>
                <a:lnTo>
                  <a:pt x="10712" y="1675"/>
                </a:lnTo>
                <a:lnTo>
                  <a:pt x="10733" y="1699"/>
                </a:lnTo>
                <a:lnTo>
                  <a:pt x="10744" y="1720"/>
                </a:lnTo>
                <a:lnTo>
                  <a:pt x="10750" y="1742"/>
                </a:lnTo>
                <a:lnTo>
                  <a:pt x="10752" y="1766"/>
                </a:lnTo>
                <a:lnTo>
                  <a:pt x="10750" y="1775"/>
                </a:lnTo>
                <a:lnTo>
                  <a:pt x="10747" y="1775"/>
                </a:lnTo>
                <a:lnTo>
                  <a:pt x="10740" y="1774"/>
                </a:lnTo>
                <a:lnTo>
                  <a:pt x="10732" y="1765"/>
                </a:lnTo>
                <a:lnTo>
                  <a:pt x="10731" y="1758"/>
                </a:lnTo>
                <a:lnTo>
                  <a:pt x="10728" y="1754"/>
                </a:lnTo>
                <a:lnTo>
                  <a:pt x="10703" y="1751"/>
                </a:lnTo>
                <a:lnTo>
                  <a:pt x="10685" y="1753"/>
                </a:lnTo>
                <a:lnTo>
                  <a:pt x="10671" y="1756"/>
                </a:lnTo>
                <a:lnTo>
                  <a:pt x="10652" y="1755"/>
                </a:lnTo>
                <a:lnTo>
                  <a:pt x="10644" y="1742"/>
                </a:lnTo>
                <a:lnTo>
                  <a:pt x="10641" y="1714"/>
                </a:lnTo>
                <a:lnTo>
                  <a:pt x="10641" y="1692"/>
                </a:lnTo>
                <a:lnTo>
                  <a:pt x="10642" y="1664"/>
                </a:lnTo>
                <a:lnTo>
                  <a:pt x="10647" y="1642"/>
                </a:lnTo>
                <a:lnTo>
                  <a:pt x="10650" y="1640"/>
                </a:lnTo>
                <a:lnTo>
                  <a:pt x="10652" y="1643"/>
                </a:lnTo>
                <a:lnTo>
                  <a:pt x="10657" y="1652"/>
                </a:lnTo>
                <a:lnTo>
                  <a:pt x="10678" y="1665"/>
                </a:lnTo>
                <a:lnTo>
                  <a:pt x="10693" y="1666"/>
                </a:lnTo>
                <a:close/>
                <a:moveTo>
                  <a:pt x="6084" y="1747"/>
                </a:moveTo>
                <a:lnTo>
                  <a:pt x="6081" y="1770"/>
                </a:lnTo>
                <a:lnTo>
                  <a:pt x="6067" y="1803"/>
                </a:lnTo>
                <a:lnTo>
                  <a:pt x="6054" y="1814"/>
                </a:lnTo>
                <a:lnTo>
                  <a:pt x="6046" y="1814"/>
                </a:lnTo>
                <a:lnTo>
                  <a:pt x="6037" y="1803"/>
                </a:lnTo>
                <a:lnTo>
                  <a:pt x="6035" y="1784"/>
                </a:lnTo>
                <a:lnTo>
                  <a:pt x="6036" y="1774"/>
                </a:lnTo>
                <a:lnTo>
                  <a:pt x="6048" y="1742"/>
                </a:lnTo>
                <a:lnTo>
                  <a:pt x="6064" y="1709"/>
                </a:lnTo>
                <a:lnTo>
                  <a:pt x="6079" y="1687"/>
                </a:lnTo>
                <a:lnTo>
                  <a:pt x="6084" y="1684"/>
                </a:lnTo>
                <a:lnTo>
                  <a:pt x="6086" y="1699"/>
                </a:lnTo>
                <a:lnTo>
                  <a:pt x="6084" y="1747"/>
                </a:lnTo>
                <a:close/>
                <a:moveTo>
                  <a:pt x="2808" y="1766"/>
                </a:moveTo>
                <a:lnTo>
                  <a:pt x="2807" y="1777"/>
                </a:lnTo>
                <a:lnTo>
                  <a:pt x="2799" y="1795"/>
                </a:lnTo>
                <a:lnTo>
                  <a:pt x="2792" y="1801"/>
                </a:lnTo>
                <a:lnTo>
                  <a:pt x="2789" y="1802"/>
                </a:lnTo>
                <a:lnTo>
                  <a:pt x="2783" y="1799"/>
                </a:lnTo>
                <a:lnTo>
                  <a:pt x="2778" y="1783"/>
                </a:lnTo>
                <a:lnTo>
                  <a:pt x="2777" y="1766"/>
                </a:lnTo>
                <a:lnTo>
                  <a:pt x="2778" y="1749"/>
                </a:lnTo>
                <a:lnTo>
                  <a:pt x="2783" y="1733"/>
                </a:lnTo>
                <a:lnTo>
                  <a:pt x="2789" y="1730"/>
                </a:lnTo>
                <a:lnTo>
                  <a:pt x="2792" y="1731"/>
                </a:lnTo>
                <a:lnTo>
                  <a:pt x="2799" y="1737"/>
                </a:lnTo>
                <a:lnTo>
                  <a:pt x="2807" y="1755"/>
                </a:lnTo>
                <a:lnTo>
                  <a:pt x="2808" y="1766"/>
                </a:lnTo>
                <a:close/>
                <a:moveTo>
                  <a:pt x="6817" y="1817"/>
                </a:moveTo>
                <a:lnTo>
                  <a:pt x="6807" y="1834"/>
                </a:lnTo>
                <a:lnTo>
                  <a:pt x="6789" y="1853"/>
                </a:lnTo>
                <a:lnTo>
                  <a:pt x="6775" y="1858"/>
                </a:lnTo>
                <a:lnTo>
                  <a:pt x="6769" y="1858"/>
                </a:lnTo>
                <a:lnTo>
                  <a:pt x="6758" y="1855"/>
                </a:lnTo>
                <a:lnTo>
                  <a:pt x="6747" y="1843"/>
                </a:lnTo>
                <a:lnTo>
                  <a:pt x="6748" y="1830"/>
                </a:lnTo>
                <a:lnTo>
                  <a:pt x="6762" y="1822"/>
                </a:lnTo>
                <a:lnTo>
                  <a:pt x="6774" y="1822"/>
                </a:lnTo>
                <a:lnTo>
                  <a:pt x="6783" y="1821"/>
                </a:lnTo>
                <a:lnTo>
                  <a:pt x="6795" y="1806"/>
                </a:lnTo>
                <a:lnTo>
                  <a:pt x="6796" y="1795"/>
                </a:lnTo>
                <a:lnTo>
                  <a:pt x="6797" y="1781"/>
                </a:lnTo>
                <a:lnTo>
                  <a:pt x="6804" y="1758"/>
                </a:lnTo>
                <a:lnTo>
                  <a:pt x="6815" y="1745"/>
                </a:lnTo>
                <a:lnTo>
                  <a:pt x="6826" y="1745"/>
                </a:lnTo>
                <a:lnTo>
                  <a:pt x="6829" y="1753"/>
                </a:lnTo>
                <a:lnTo>
                  <a:pt x="6830" y="1763"/>
                </a:lnTo>
                <a:lnTo>
                  <a:pt x="6822" y="1797"/>
                </a:lnTo>
                <a:lnTo>
                  <a:pt x="6817" y="1817"/>
                </a:lnTo>
                <a:close/>
                <a:moveTo>
                  <a:pt x="2863" y="1791"/>
                </a:moveTo>
                <a:lnTo>
                  <a:pt x="2861" y="1806"/>
                </a:lnTo>
                <a:lnTo>
                  <a:pt x="2845" y="1837"/>
                </a:lnTo>
                <a:lnTo>
                  <a:pt x="2836" y="1847"/>
                </a:lnTo>
                <a:lnTo>
                  <a:pt x="2825" y="1858"/>
                </a:lnTo>
                <a:lnTo>
                  <a:pt x="2810" y="1889"/>
                </a:lnTo>
                <a:lnTo>
                  <a:pt x="2808" y="1904"/>
                </a:lnTo>
                <a:lnTo>
                  <a:pt x="2807" y="1918"/>
                </a:lnTo>
                <a:lnTo>
                  <a:pt x="2800" y="1937"/>
                </a:lnTo>
                <a:lnTo>
                  <a:pt x="2793" y="1938"/>
                </a:lnTo>
                <a:lnTo>
                  <a:pt x="2782" y="1937"/>
                </a:lnTo>
                <a:lnTo>
                  <a:pt x="2753" y="1919"/>
                </a:lnTo>
                <a:lnTo>
                  <a:pt x="2722" y="1894"/>
                </a:lnTo>
                <a:lnTo>
                  <a:pt x="2702" y="1869"/>
                </a:lnTo>
                <a:lnTo>
                  <a:pt x="2700" y="1860"/>
                </a:lnTo>
                <a:lnTo>
                  <a:pt x="2700" y="1851"/>
                </a:lnTo>
                <a:lnTo>
                  <a:pt x="2709" y="1851"/>
                </a:lnTo>
                <a:lnTo>
                  <a:pt x="2719" y="1860"/>
                </a:lnTo>
                <a:lnTo>
                  <a:pt x="2726" y="1866"/>
                </a:lnTo>
                <a:lnTo>
                  <a:pt x="2739" y="1872"/>
                </a:lnTo>
                <a:lnTo>
                  <a:pt x="2761" y="1873"/>
                </a:lnTo>
                <a:lnTo>
                  <a:pt x="2788" y="1859"/>
                </a:lnTo>
                <a:lnTo>
                  <a:pt x="2810" y="1830"/>
                </a:lnTo>
                <a:lnTo>
                  <a:pt x="2815" y="1809"/>
                </a:lnTo>
                <a:lnTo>
                  <a:pt x="2820" y="1789"/>
                </a:lnTo>
                <a:lnTo>
                  <a:pt x="2835" y="1763"/>
                </a:lnTo>
                <a:lnTo>
                  <a:pt x="2846" y="1757"/>
                </a:lnTo>
                <a:lnTo>
                  <a:pt x="2854" y="1759"/>
                </a:lnTo>
                <a:lnTo>
                  <a:pt x="2862" y="1774"/>
                </a:lnTo>
                <a:lnTo>
                  <a:pt x="2863" y="1791"/>
                </a:lnTo>
                <a:close/>
                <a:moveTo>
                  <a:pt x="1865" y="1829"/>
                </a:moveTo>
                <a:lnTo>
                  <a:pt x="1868" y="1835"/>
                </a:lnTo>
                <a:lnTo>
                  <a:pt x="1893" y="1850"/>
                </a:lnTo>
                <a:lnTo>
                  <a:pt x="1911" y="1855"/>
                </a:lnTo>
                <a:lnTo>
                  <a:pt x="1928" y="1860"/>
                </a:lnTo>
                <a:lnTo>
                  <a:pt x="1951" y="1879"/>
                </a:lnTo>
                <a:lnTo>
                  <a:pt x="1956" y="1901"/>
                </a:lnTo>
                <a:lnTo>
                  <a:pt x="1940" y="1920"/>
                </a:lnTo>
                <a:lnTo>
                  <a:pt x="1925" y="1927"/>
                </a:lnTo>
                <a:lnTo>
                  <a:pt x="1913" y="1931"/>
                </a:lnTo>
                <a:lnTo>
                  <a:pt x="1903" y="1931"/>
                </a:lnTo>
                <a:lnTo>
                  <a:pt x="1907" y="1927"/>
                </a:lnTo>
                <a:lnTo>
                  <a:pt x="1912" y="1919"/>
                </a:lnTo>
                <a:lnTo>
                  <a:pt x="1907" y="1900"/>
                </a:lnTo>
                <a:lnTo>
                  <a:pt x="1887" y="1880"/>
                </a:lnTo>
                <a:lnTo>
                  <a:pt x="1861" y="1867"/>
                </a:lnTo>
                <a:lnTo>
                  <a:pt x="1847" y="1866"/>
                </a:lnTo>
                <a:lnTo>
                  <a:pt x="1834" y="1864"/>
                </a:lnTo>
                <a:lnTo>
                  <a:pt x="1811" y="1845"/>
                </a:lnTo>
                <a:lnTo>
                  <a:pt x="1806" y="1831"/>
                </a:lnTo>
                <a:lnTo>
                  <a:pt x="1803" y="1822"/>
                </a:lnTo>
                <a:lnTo>
                  <a:pt x="1804" y="1810"/>
                </a:lnTo>
                <a:lnTo>
                  <a:pt x="1810" y="1804"/>
                </a:lnTo>
                <a:lnTo>
                  <a:pt x="1822" y="1804"/>
                </a:lnTo>
                <a:lnTo>
                  <a:pt x="1831" y="1806"/>
                </a:lnTo>
                <a:lnTo>
                  <a:pt x="1845" y="1810"/>
                </a:lnTo>
                <a:lnTo>
                  <a:pt x="1863" y="1823"/>
                </a:lnTo>
                <a:lnTo>
                  <a:pt x="1865" y="1829"/>
                </a:lnTo>
                <a:close/>
                <a:moveTo>
                  <a:pt x="6010" y="1894"/>
                </a:moveTo>
                <a:lnTo>
                  <a:pt x="6004" y="1906"/>
                </a:lnTo>
                <a:lnTo>
                  <a:pt x="5993" y="1918"/>
                </a:lnTo>
                <a:lnTo>
                  <a:pt x="5990" y="1916"/>
                </a:lnTo>
                <a:lnTo>
                  <a:pt x="5987" y="1910"/>
                </a:lnTo>
                <a:lnTo>
                  <a:pt x="5987" y="1889"/>
                </a:lnTo>
                <a:lnTo>
                  <a:pt x="5991" y="1877"/>
                </a:lnTo>
                <a:lnTo>
                  <a:pt x="5998" y="1865"/>
                </a:lnTo>
                <a:lnTo>
                  <a:pt x="6009" y="1853"/>
                </a:lnTo>
                <a:lnTo>
                  <a:pt x="6012" y="1855"/>
                </a:lnTo>
                <a:lnTo>
                  <a:pt x="6015" y="1860"/>
                </a:lnTo>
                <a:lnTo>
                  <a:pt x="6014" y="1882"/>
                </a:lnTo>
                <a:lnTo>
                  <a:pt x="6010" y="1894"/>
                </a:lnTo>
                <a:close/>
                <a:moveTo>
                  <a:pt x="2634" y="1894"/>
                </a:moveTo>
                <a:lnTo>
                  <a:pt x="2640" y="1910"/>
                </a:lnTo>
                <a:lnTo>
                  <a:pt x="2641" y="1929"/>
                </a:lnTo>
                <a:lnTo>
                  <a:pt x="2632" y="1932"/>
                </a:lnTo>
                <a:lnTo>
                  <a:pt x="2617" y="1918"/>
                </a:lnTo>
                <a:lnTo>
                  <a:pt x="2608" y="1904"/>
                </a:lnTo>
                <a:lnTo>
                  <a:pt x="2602" y="1888"/>
                </a:lnTo>
                <a:lnTo>
                  <a:pt x="2600" y="1871"/>
                </a:lnTo>
                <a:lnTo>
                  <a:pt x="2603" y="1866"/>
                </a:lnTo>
                <a:lnTo>
                  <a:pt x="2607" y="1866"/>
                </a:lnTo>
                <a:lnTo>
                  <a:pt x="2614" y="1867"/>
                </a:lnTo>
                <a:lnTo>
                  <a:pt x="2629" y="1882"/>
                </a:lnTo>
                <a:lnTo>
                  <a:pt x="2634" y="1894"/>
                </a:lnTo>
                <a:close/>
                <a:moveTo>
                  <a:pt x="5963" y="1882"/>
                </a:moveTo>
                <a:lnTo>
                  <a:pt x="5962" y="1890"/>
                </a:lnTo>
                <a:lnTo>
                  <a:pt x="5952" y="1906"/>
                </a:lnTo>
                <a:lnTo>
                  <a:pt x="5944" y="1910"/>
                </a:lnTo>
                <a:lnTo>
                  <a:pt x="5938" y="1914"/>
                </a:lnTo>
                <a:lnTo>
                  <a:pt x="5927" y="1904"/>
                </a:lnTo>
                <a:lnTo>
                  <a:pt x="5926" y="1894"/>
                </a:lnTo>
                <a:lnTo>
                  <a:pt x="5927" y="1882"/>
                </a:lnTo>
                <a:lnTo>
                  <a:pt x="5938" y="1867"/>
                </a:lnTo>
                <a:lnTo>
                  <a:pt x="5944" y="1866"/>
                </a:lnTo>
                <a:lnTo>
                  <a:pt x="5952" y="1866"/>
                </a:lnTo>
                <a:lnTo>
                  <a:pt x="5962" y="1876"/>
                </a:lnTo>
                <a:lnTo>
                  <a:pt x="5963" y="1882"/>
                </a:lnTo>
                <a:close/>
                <a:moveTo>
                  <a:pt x="1829" y="1902"/>
                </a:moveTo>
                <a:lnTo>
                  <a:pt x="1828" y="1908"/>
                </a:lnTo>
                <a:lnTo>
                  <a:pt x="1819" y="1919"/>
                </a:lnTo>
                <a:lnTo>
                  <a:pt x="1811" y="1920"/>
                </a:lnTo>
                <a:lnTo>
                  <a:pt x="1804" y="1921"/>
                </a:lnTo>
                <a:lnTo>
                  <a:pt x="1801" y="1937"/>
                </a:lnTo>
                <a:lnTo>
                  <a:pt x="1806" y="1948"/>
                </a:lnTo>
                <a:lnTo>
                  <a:pt x="1808" y="1958"/>
                </a:lnTo>
                <a:lnTo>
                  <a:pt x="1802" y="1979"/>
                </a:lnTo>
                <a:lnTo>
                  <a:pt x="1787" y="1997"/>
                </a:lnTo>
                <a:lnTo>
                  <a:pt x="1765" y="2008"/>
                </a:lnTo>
                <a:lnTo>
                  <a:pt x="1753" y="2010"/>
                </a:lnTo>
                <a:lnTo>
                  <a:pt x="1749" y="2008"/>
                </a:lnTo>
                <a:lnTo>
                  <a:pt x="1749" y="1985"/>
                </a:lnTo>
                <a:lnTo>
                  <a:pt x="1757" y="1952"/>
                </a:lnTo>
                <a:lnTo>
                  <a:pt x="1772" y="1918"/>
                </a:lnTo>
                <a:lnTo>
                  <a:pt x="1780" y="1905"/>
                </a:lnTo>
                <a:lnTo>
                  <a:pt x="1788" y="1896"/>
                </a:lnTo>
                <a:lnTo>
                  <a:pt x="1804" y="1887"/>
                </a:lnTo>
                <a:lnTo>
                  <a:pt x="1819" y="1884"/>
                </a:lnTo>
                <a:lnTo>
                  <a:pt x="1828" y="1893"/>
                </a:lnTo>
                <a:lnTo>
                  <a:pt x="1829" y="1902"/>
                </a:lnTo>
                <a:close/>
                <a:moveTo>
                  <a:pt x="2754" y="1991"/>
                </a:moveTo>
                <a:lnTo>
                  <a:pt x="2749" y="2012"/>
                </a:lnTo>
                <a:lnTo>
                  <a:pt x="2743" y="2044"/>
                </a:lnTo>
                <a:lnTo>
                  <a:pt x="2744" y="2051"/>
                </a:lnTo>
                <a:lnTo>
                  <a:pt x="2745" y="2053"/>
                </a:lnTo>
                <a:lnTo>
                  <a:pt x="2732" y="2057"/>
                </a:lnTo>
                <a:lnTo>
                  <a:pt x="2719" y="2057"/>
                </a:lnTo>
                <a:lnTo>
                  <a:pt x="2712" y="2057"/>
                </a:lnTo>
                <a:lnTo>
                  <a:pt x="2701" y="2053"/>
                </a:lnTo>
                <a:lnTo>
                  <a:pt x="2693" y="2043"/>
                </a:lnTo>
                <a:lnTo>
                  <a:pt x="2691" y="2029"/>
                </a:lnTo>
                <a:lnTo>
                  <a:pt x="2692" y="2019"/>
                </a:lnTo>
                <a:lnTo>
                  <a:pt x="2694" y="2005"/>
                </a:lnTo>
                <a:lnTo>
                  <a:pt x="2707" y="1988"/>
                </a:lnTo>
                <a:lnTo>
                  <a:pt x="2716" y="1987"/>
                </a:lnTo>
                <a:lnTo>
                  <a:pt x="2724" y="1988"/>
                </a:lnTo>
                <a:lnTo>
                  <a:pt x="2734" y="1976"/>
                </a:lnTo>
                <a:lnTo>
                  <a:pt x="2736" y="1965"/>
                </a:lnTo>
                <a:lnTo>
                  <a:pt x="2737" y="1955"/>
                </a:lnTo>
                <a:lnTo>
                  <a:pt x="2745" y="1940"/>
                </a:lnTo>
                <a:lnTo>
                  <a:pt x="2752" y="1938"/>
                </a:lnTo>
                <a:lnTo>
                  <a:pt x="2755" y="1939"/>
                </a:lnTo>
                <a:lnTo>
                  <a:pt x="2759" y="1946"/>
                </a:lnTo>
                <a:lnTo>
                  <a:pt x="2759" y="1968"/>
                </a:lnTo>
                <a:lnTo>
                  <a:pt x="2754" y="1991"/>
                </a:lnTo>
                <a:close/>
                <a:moveTo>
                  <a:pt x="6320" y="1948"/>
                </a:moveTo>
                <a:lnTo>
                  <a:pt x="6314" y="1953"/>
                </a:lnTo>
                <a:lnTo>
                  <a:pt x="6295" y="1954"/>
                </a:lnTo>
                <a:lnTo>
                  <a:pt x="6285" y="1951"/>
                </a:lnTo>
                <a:lnTo>
                  <a:pt x="6277" y="1946"/>
                </a:lnTo>
                <a:lnTo>
                  <a:pt x="6283" y="1941"/>
                </a:lnTo>
                <a:lnTo>
                  <a:pt x="6296" y="1940"/>
                </a:lnTo>
                <a:lnTo>
                  <a:pt x="6310" y="1940"/>
                </a:lnTo>
                <a:lnTo>
                  <a:pt x="6321" y="1943"/>
                </a:lnTo>
                <a:lnTo>
                  <a:pt x="6322" y="1946"/>
                </a:lnTo>
                <a:lnTo>
                  <a:pt x="6320" y="1948"/>
                </a:lnTo>
                <a:close/>
                <a:moveTo>
                  <a:pt x="6524" y="1967"/>
                </a:moveTo>
                <a:lnTo>
                  <a:pt x="6523" y="1969"/>
                </a:lnTo>
                <a:lnTo>
                  <a:pt x="6508" y="1973"/>
                </a:lnTo>
                <a:lnTo>
                  <a:pt x="6497" y="1975"/>
                </a:lnTo>
                <a:lnTo>
                  <a:pt x="6487" y="1973"/>
                </a:lnTo>
                <a:lnTo>
                  <a:pt x="6472" y="1964"/>
                </a:lnTo>
                <a:lnTo>
                  <a:pt x="6470" y="1956"/>
                </a:lnTo>
                <a:lnTo>
                  <a:pt x="6472" y="1950"/>
                </a:lnTo>
                <a:lnTo>
                  <a:pt x="6487" y="1946"/>
                </a:lnTo>
                <a:lnTo>
                  <a:pt x="6497" y="1948"/>
                </a:lnTo>
                <a:lnTo>
                  <a:pt x="6518" y="1959"/>
                </a:lnTo>
                <a:lnTo>
                  <a:pt x="6524" y="1967"/>
                </a:lnTo>
                <a:close/>
                <a:moveTo>
                  <a:pt x="1885" y="1997"/>
                </a:moveTo>
                <a:lnTo>
                  <a:pt x="1874" y="2007"/>
                </a:lnTo>
                <a:lnTo>
                  <a:pt x="1870" y="2003"/>
                </a:lnTo>
                <a:lnTo>
                  <a:pt x="1876" y="1987"/>
                </a:lnTo>
                <a:lnTo>
                  <a:pt x="1881" y="1975"/>
                </a:lnTo>
                <a:lnTo>
                  <a:pt x="1894" y="1963"/>
                </a:lnTo>
                <a:lnTo>
                  <a:pt x="1898" y="1965"/>
                </a:lnTo>
                <a:lnTo>
                  <a:pt x="1900" y="1970"/>
                </a:lnTo>
                <a:lnTo>
                  <a:pt x="1894" y="1988"/>
                </a:lnTo>
                <a:lnTo>
                  <a:pt x="1885" y="1997"/>
                </a:lnTo>
                <a:close/>
                <a:moveTo>
                  <a:pt x="1836" y="2057"/>
                </a:moveTo>
                <a:lnTo>
                  <a:pt x="1841" y="2072"/>
                </a:lnTo>
                <a:lnTo>
                  <a:pt x="1844" y="2090"/>
                </a:lnTo>
                <a:lnTo>
                  <a:pt x="1837" y="2092"/>
                </a:lnTo>
                <a:lnTo>
                  <a:pt x="1824" y="2078"/>
                </a:lnTo>
                <a:lnTo>
                  <a:pt x="1814" y="2065"/>
                </a:lnTo>
                <a:lnTo>
                  <a:pt x="1807" y="2051"/>
                </a:lnTo>
                <a:lnTo>
                  <a:pt x="1803" y="2034"/>
                </a:lnTo>
                <a:lnTo>
                  <a:pt x="1807" y="2029"/>
                </a:lnTo>
                <a:lnTo>
                  <a:pt x="1809" y="2029"/>
                </a:lnTo>
                <a:lnTo>
                  <a:pt x="1816" y="2030"/>
                </a:lnTo>
                <a:lnTo>
                  <a:pt x="1832" y="2045"/>
                </a:lnTo>
                <a:lnTo>
                  <a:pt x="1836" y="2057"/>
                </a:lnTo>
                <a:close/>
                <a:moveTo>
                  <a:pt x="1744" y="2083"/>
                </a:moveTo>
                <a:lnTo>
                  <a:pt x="1747" y="2097"/>
                </a:lnTo>
                <a:lnTo>
                  <a:pt x="1742" y="2117"/>
                </a:lnTo>
                <a:lnTo>
                  <a:pt x="1737" y="2119"/>
                </a:lnTo>
                <a:lnTo>
                  <a:pt x="1730" y="2121"/>
                </a:lnTo>
                <a:lnTo>
                  <a:pt x="1721" y="2141"/>
                </a:lnTo>
                <a:lnTo>
                  <a:pt x="1721" y="2155"/>
                </a:lnTo>
                <a:lnTo>
                  <a:pt x="1720" y="2165"/>
                </a:lnTo>
                <a:lnTo>
                  <a:pt x="1716" y="2177"/>
                </a:lnTo>
                <a:lnTo>
                  <a:pt x="1709" y="2182"/>
                </a:lnTo>
                <a:lnTo>
                  <a:pt x="1697" y="2182"/>
                </a:lnTo>
                <a:lnTo>
                  <a:pt x="1689" y="2179"/>
                </a:lnTo>
                <a:lnTo>
                  <a:pt x="1682" y="2176"/>
                </a:lnTo>
                <a:lnTo>
                  <a:pt x="1671" y="2176"/>
                </a:lnTo>
                <a:lnTo>
                  <a:pt x="1665" y="2187"/>
                </a:lnTo>
                <a:lnTo>
                  <a:pt x="1670" y="2206"/>
                </a:lnTo>
                <a:lnTo>
                  <a:pt x="1674" y="2222"/>
                </a:lnTo>
                <a:lnTo>
                  <a:pt x="1672" y="2240"/>
                </a:lnTo>
                <a:lnTo>
                  <a:pt x="1667" y="2245"/>
                </a:lnTo>
                <a:lnTo>
                  <a:pt x="1664" y="2246"/>
                </a:lnTo>
                <a:lnTo>
                  <a:pt x="1659" y="2251"/>
                </a:lnTo>
                <a:lnTo>
                  <a:pt x="1655" y="2292"/>
                </a:lnTo>
                <a:lnTo>
                  <a:pt x="1656" y="2322"/>
                </a:lnTo>
                <a:lnTo>
                  <a:pt x="1660" y="2365"/>
                </a:lnTo>
                <a:lnTo>
                  <a:pt x="1656" y="2384"/>
                </a:lnTo>
                <a:lnTo>
                  <a:pt x="1648" y="2378"/>
                </a:lnTo>
                <a:lnTo>
                  <a:pt x="1640" y="2369"/>
                </a:lnTo>
                <a:lnTo>
                  <a:pt x="1630" y="2356"/>
                </a:lnTo>
                <a:lnTo>
                  <a:pt x="1613" y="2347"/>
                </a:lnTo>
                <a:lnTo>
                  <a:pt x="1601" y="2356"/>
                </a:lnTo>
                <a:lnTo>
                  <a:pt x="1594" y="2381"/>
                </a:lnTo>
                <a:lnTo>
                  <a:pt x="1593" y="2400"/>
                </a:lnTo>
                <a:lnTo>
                  <a:pt x="1591" y="2420"/>
                </a:lnTo>
                <a:lnTo>
                  <a:pt x="1566" y="2488"/>
                </a:lnTo>
                <a:lnTo>
                  <a:pt x="1548" y="2523"/>
                </a:lnTo>
                <a:lnTo>
                  <a:pt x="1530" y="2560"/>
                </a:lnTo>
                <a:lnTo>
                  <a:pt x="1498" y="2638"/>
                </a:lnTo>
                <a:lnTo>
                  <a:pt x="1488" y="2666"/>
                </a:lnTo>
                <a:lnTo>
                  <a:pt x="1481" y="2691"/>
                </a:lnTo>
                <a:lnTo>
                  <a:pt x="1465" y="2721"/>
                </a:lnTo>
                <a:lnTo>
                  <a:pt x="1451" y="2730"/>
                </a:lnTo>
                <a:lnTo>
                  <a:pt x="1442" y="2729"/>
                </a:lnTo>
                <a:lnTo>
                  <a:pt x="1431" y="2716"/>
                </a:lnTo>
                <a:lnTo>
                  <a:pt x="1425" y="2698"/>
                </a:lnTo>
                <a:lnTo>
                  <a:pt x="1420" y="2676"/>
                </a:lnTo>
                <a:lnTo>
                  <a:pt x="1424" y="2628"/>
                </a:lnTo>
                <a:lnTo>
                  <a:pt x="1439" y="2588"/>
                </a:lnTo>
                <a:lnTo>
                  <a:pt x="1459" y="2567"/>
                </a:lnTo>
                <a:lnTo>
                  <a:pt x="1473" y="2559"/>
                </a:lnTo>
                <a:lnTo>
                  <a:pt x="1481" y="2557"/>
                </a:lnTo>
                <a:lnTo>
                  <a:pt x="1497" y="2554"/>
                </a:lnTo>
                <a:lnTo>
                  <a:pt x="1510" y="2543"/>
                </a:lnTo>
                <a:lnTo>
                  <a:pt x="1512" y="2532"/>
                </a:lnTo>
                <a:lnTo>
                  <a:pt x="1510" y="2527"/>
                </a:lnTo>
                <a:lnTo>
                  <a:pt x="1507" y="2517"/>
                </a:lnTo>
                <a:lnTo>
                  <a:pt x="1512" y="2497"/>
                </a:lnTo>
                <a:lnTo>
                  <a:pt x="1519" y="2492"/>
                </a:lnTo>
                <a:lnTo>
                  <a:pt x="1526" y="2485"/>
                </a:lnTo>
                <a:lnTo>
                  <a:pt x="1530" y="2466"/>
                </a:lnTo>
                <a:lnTo>
                  <a:pt x="1526" y="2454"/>
                </a:lnTo>
                <a:lnTo>
                  <a:pt x="1524" y="2441"/>
                </a:lnTo>
                <a:lnTo>
                  <a:pt x="1530" y="2411"/>
                </a:lnTo>
                <a:lnTo>
                  <a:pt x="1539" y="2400"/>
                </a:lnTo>
                <a:lnTo>
                  <a:pt x="1548" y="2390"/>
                </a:lnTo>
                <a:lnTo>
                  <a:pt x="1551" y="2378"/>
                </a:lnTo>
                <a:lnTo>
                  <a:pt x="1549" y="2373"/>
                </a:lnTo>
                <a:lnTo>
                  <a:pt x="1547" y="2372"/>
                </a:lnTo>
                <a:lnTo>
                  <a:pt x="1541" y="2371"/>
                </a:lnTo>
                <a:lnTo>
                  <a:pt x="1542" y="2364"/>
                </a:lnTo>
                <a:lnTo>
                  <a:pt x="1548" y="2358"/>
                </a:lnTo>
                <a:lnTo>
                  <a:pt x="1561" y="2344"/>
                </a:lnTo>
                <a:lnTo>
                  <a:pt x="1604" y="2267"/>
                </a:lnTo>
                <a:lnTo>
                  <a:pt x="1654" y="2167"/>
                </a:lnTo>
                <a:lnTo>
                  <a:pt x="1688" y="2085"/>
                </a:lnTo>
                <a:lnTo>
                  <a:pt x="1691" y="2068"/>
                </a:lnTo>
                <a:lnTo>
                  <a:pt x="1691" y="2056"/>
                </a:lnTo>
                <a:lnTo>
                  <a:pt x="1702" y="2046"/>
                </a:lnTo>
                <a:lnTo>
                  <a:pt x="1721" y="2051"/>
                </a:lnTo>
                <a:lnTo>
                  <a:pt x="1739" y="2069"/>
                </a:lnTo>
                <a:lnTo>
                  <a:pt x="1744" y="2083"/>
                </a:lnTo>
                <a:close/>
                <a:moveTo>
                  <a:pt x="10758" y="2065"/>
                </a:moveTo>
                <a:lnTo>
                  <a:pt x="10761" y="2071"/>
                </a:lnTo>
                <a:lnTo>
                  <a:pt x="10757" y="2082"/>
                </a:lnTo>
                <a:lnTo>
                  <a:pt x="10750" y="2083"/>
                </a:lnTo>
                <a:lnTo>
                  <a:pt x="10743" y="2082"/>
                </a:lnTo>
                <a:lnTo>
                  <a:pt x="10732" y="2071"/>
                </a:lnTo>
                <a:lnTo>
                  <a:pt x="10731" y="2065"/>
                </a:lnTo>
                <a:lnTo>
                  <a:pt x="10731" y="2057"/>
                </a:lnTo>
                <a:lnTo>
                  <a:pt x="10735" y="2047"/>
                </a:lnTo>
                <a:lnTo>
                  <a:pt x="10738" y="2046"/>
                </a:lnTo>
                <a:lnTo>
                  <a:pt x="10743" y="2047"/>
                </a:lnTo>
                <a:lnTo>
                  <a:pt x="10753" y="2057"/>
                </a:lnTo>
                <a:lnTo>
                  <a:pt x="10758" y="2065"/>
                </a:lnTo>
                <a:close/>
                <a:moveTo>
                  <a:pt x="2482" y="2138"/>
                </a:moveTo>
                <a:lnTo>
                  <a:pt x="2481" y="2144"/>
                </a:lnTo>
                <a:lnTo>
                  <a:pt x="2471" y="2154"/>
                </a:lnTo>
                <a:lnTo>
                  <a:pt x="2464" y="2155"/>
                </a:lnTo>
                <a:lnTo>
                  <a:pt x="2457" y="2154"/>
                </a:lnTo>
                <a:lnTo>
                  <a:pt x="2446" y="2144"/>
                </a:lnTo>
                <a:lnTo>
                  <a:pt x="2445" y="2138"/>
                </a:lnTo>
                <a:lnTo>
                  <a:pt x="2446" y="2130"/>
                </a:lnTo>
                <a:lnTo>
                  <a:pt x="2457" y="2120"/>
                </a:lnTo>
                <a:lnTo>
                  <a:pt x="2464" y="2119"/>
                </a:lnTo>
                <a:lnTo>
                  <a:pt x="2471" y="2120"/>
                </a:lnTo>
                <a:lnTo>
                  <a:pt x="2481" y="2130"/>
                </a:lnTo>
                <a:lnTo>
                  <a:pt x="2482" y="2138"/>
                </a:lnTo>
                <a:close/>
                <a:moveTo>
                  <a:pt x="2472" y="2209"/>
                </a:moveTo>
                <a:lnTo>
                  <a:pt x="2476" y="2217"/>
                </a:lnTo>
                <a:lnTo>
                  <a:pt x="2471" y="2227"/>
                </a:lnTo>
                <a:lnTo>
                  <a:pt x="2466" y="2228"/>
                </a:lnTo>
                <a:lnTo>
                  <a:pt x="2457" y="2227"/>
                </a:lnTo>
                <a:lnTo>
                  <a:pt x="2446" y="2217"/>
                </a:lnTo>
                <a:lnTo>
                  <a:pt x="2445" y="2209"/>
                </a:lnTo>
                <a:lnTo>
                  <a:pt x="2446" y="2202"/>
                </a:lnTo>
                <a:lnTo>
                  <a:pt x="2449" y="2192"/>
                </a:lnTo>
                <a:lnTo>
                  <a:pt x="2453" y="2192"/>
                </a:lnTo>
                <a:lnTo>
                  <a:pt x="2457" y="2192"/>
                </a:lnTo>
                <a:lnTo>
                  <a:pt x="2468" y="2202"/>
                </a:lnTo>
                <a:lnTo>
                  <a:pt x="2472" y="2209"/>
                </a:lnTo>
                <a:close/>
                <a:moveTo>
                  <a:pt x="12587" y="2275"/>
                </a:moveTo>
                <a:lnTo>
                  <a:pt x="12591" y="2284"/>
                </a:lnTo>
                <a:lnTo>
                  <a:pt x="12586" y="2294"/>
                </a:lnTo>
                <a:lnTo>
                  <a:pt x="12580" y="2291"/>
                </a:lnTo>
                <a:lnTo>
                  <a:pt x="12572" y="2286"/>
                </a:lnTo>
                <a:lnTo>
                  <a:pt x="12562" y="2270"/>
                </a:lnTo>
                <a:lnTo>
                  <a:pt x="12561" y="2263"/>
                </a:lnTo>
                <a:lnTo>
                  <a:pt x="12562" y="2254"/>
                </a:lnTo>
                <a:lnTo>
                  <a:pt x="12567" y="2246"/>
                </a:lnTo>
                <a:lnTo>
                  <a:pt x="12578" y="2254"/>
                </a:lnTo>
                <a:lnTo>
                  <a:pt x="12587" y="2275"/>
                </a:lnTo>
                <a:close/>
                <a:moveTo>
                  <a:pt x="2445" y="2282"/>
                </a:moveTo>
                <a:lnTo>
                  <a:pt x="2444" y="2289"/>
                </a:lnTo>
                <a:lnTo>
                  <a:pt x="2435" y="2300"/>
                </a:lnTo>
                <a:lnTo>
                  <a:pt x="2428" y="2301"/>
                </a:lnTo>
                <a:lnTo>
                  <a:pt x="2420" y="2300"/>
                </a:lnTo>
                <a:lnTo>
                  <a:pt x="2410" y="2289"/>
                </a:lnTo>
                <a:lnTo>
                  <a:pt x="2409" y="2282"/>
                </a:lnTo>
                <a:lnTo>
                  <a:pt x="2410" y="2275"/>
                </a:lnTo>
                <a:lnTo>
                  <a:pt x="2420" y="2265"/>
                </a:lnTo>
                <a:lnTo>
                  <a:pt x="2428" y="2264"/>
                </a:lnTo>
                <a:lnTo>
                  <a:pt x="2435" y="2265"/>
                </a:lnTo>
                <a:lnTo>
                  <a:pt x="2444" y="2275"/>
                </a:lnTo>
                <a:lnTo>
                  <a:pt x="2445" y="2282"/>
                </a:lnTo>
                <a:close/>
                <a:moveTo>
                  <a:pt x="12387" y="2302"/>
                </a:moveTo>
                <a:lnTo>
                  <a:pt x="12392" y="2302"/>
                </a:lnTo>
                <a:lnTo>
                  <a:pt x="12398" y="2308"/>
                </a:lnTo>
                <a:lnTo>
                  <a:pt x="12398" y="2313"/>
                </a:lnTo>
                <a:lnTo>
                  <a:pt x="12397" y="2323"/>
                </a:lnTo>
                <a:lnTo>
                  <a:pt x="12384" y="2330"/>
                </a:lnTo>
                <a:lnTo>
                  <a:pt x="12367" y="2321"/>
                </a:lnTo>
                <a:lnTo>
                  <a:pt x="12351" y="2303"/>
                </a:lnTo>
                <a:lnTo>
                  <a:pt x="12348" y="2291"/>
                </a:lnTo>
                <a:lnTo>
                  <a:pt x="12346" y="2273"/>
                </a:lnTo>
                <a:lnTo>
                  <a:pt x="12350" y="2268"/>
                </a:lnTo>
                <a:lnTo>
                  <a:pt x="12359" y="2279"/>
                </a:lnTo>
                <a:lnTo>
                  <a:pt x="12365" y="2289"/>
                </a:lnTo>
                <a:lnTo>
                  <a:pt x="12382" y="2301"/>
                </a:lnTo>
                <a:lnTo>
                  <a:pt x="12387" y="2302"/>
                </a:lnTo>
                <a:close/>
                <a:moveTo>
                  <a:pt x="2373" y="2465"/>
                </a:moveTo>
                <a:lnTo>
                  <a:pt x="2372" y="2479"/>
                </a:lnTo>
                <a:lnTo>
                  <a:pt x="2366" y="2491"/>
                </a:lnTo>
                <a:lnTo>
                  <a:pt x="2359" y="2493"/>
                </a:lnTo>
                <a:lnTo>
                  <a:pt x="2355" y="2491"/>
                </a:lnTo>
                <a:lnTo>
                  <a:pt x="2348" y="2485"/>
                </a:lnTo>
                <a:lnTo>
                  <a:pt x="2345" y="2466"/>
                </a:lnTo>
                <a:lnTo>
                  <a:pt x="2349" y="2454"/>
                </a:lnTo>
                <a:lnTo>
                  <a:pt x="2354" y="2441"/>
                </a:lnTo>
                <a:lnTo>
                  <a:pt x="2362" y="2429"/>
                </a:lnTo>
                <a:lnTo>
                  <a:pt x="2369" y="2431"/>
                </a:lnTo>
                <a:lnTo>
                  <a:pt x="2372" y="2450"/>
                </a:lnTo>
                <a:lnTo>
                  <a:pt x="2373" y="2465"/>
                </a:lnTo>
                <a:close/>
                <a:moveTo>
                  <a:pt x="1479" y="2521"/>
                </a:moveTo>
                <a:lnTo>
                  <a:pt x="1475" y="2530"/>
                </a:lnTo>
                <a:lnTo>
                  <a:pt x="1469" y="2523"/>
                </a:lnTo>
                <a:lnTo>
                  <a:pt x="1468" y="2510"/>
                </a:lnTo>
                <a:lnTo>
                  <a:pt x="1468" y="2496"/>
                </a:lnTo>
                <a:lnTo>
                  <a:pt x="1472" y="2485"/>
                </a:lnTo>
                <a:lnTo>
                  <a:pt x="1475" y="2484"/>
                </a:lnTo>
                <a:lnTo>
                  <a:pt x="1477" y="2486"/>
                </a:lnTo>
                <a:lnTo>
                  <a:pt x="1481" y="2492"/>
                </a:lnTo>
                <a:lnTo>
                  <a:pt x="1482" y="2511"/>
                </a:lnTo>
                <a:lnTo>
                  <a:pt x="1479" y="2521"/>
                </a:lnTo>
                <a:close/>
                <a:moveTo>
                  <a:pt x="1401" y="2744"/>
                </a:moveTo>
                <a:lnTo>
                  <a:pt x="1398" y="2755"/>
                </a:lnTo>
                <a:lnTo>
                  <a:pt x="1401" y="2770"/>
                </a:lnTo>
                <a:lnTo>
                  <a:pt x="1406" y="2771"/>
                </a:lnTo>
                <a:lnTo>
                  <a:pt x="1410" y="2772"/>
                </a:lnTo>
                <a:lnTo>
                  <a:pt x="1416" y="2782"/>
                </a:lnTo>
                <a:lnTo>
                  <a:pt x="1422" y="2809"/>
                </a:lnTo>
                <a:lnTo>
                  <a:pt x="1423" y="2834"/>
                </a:lnTo>
                <a:lnTo>
                  <a:pt x="1422" y="2863"/>
                </a:lnTo>
                <a:lnTo>
                  <a:pt x="1413" y="2889"/>
                </a:lnTo>
                <a:lnTo>
                  <a:pt x="1405" y="2897"/>
                </a:lnTo>
                <a:lnTo>
                  <a:pt x="1400" y="2898"/>
                </a:lnTo>
                <a:lnTo>
                  <a:pt x="1390" y="2898"/>
                </a:lnTo>
                <a:lnTo>
                  <a:pt x="1377" y="2908"/>
                </a:lnTo>
                <a:lnTo>
                  <a:pt x="1376" y="2916"/>
                </a:lnTo>
                <a:lnTo>
                  <a:pt x="1375" y="2923"/>
                </a:lnTo>
                <a:lnTo>
                  <a:pt x="1365" y="2933"/>
                </a:lnTo>
                <a:lnTo>
                  <a:pt x="1357" y="2934"/>
                </a:lnTo>
                <a:lnTo>
                  <a:pt x="1352" y="2932"/>
                </a:lnTo>
                <a:lnTo>
                  <a:pt x="1349" y="2915"/>
                </a:lnTo>
                <a:lnTo>
                  <a:pt x="1352" y="2902"/>
                </a:lnTo>
                <a:lnTo>
                  <a:pt x="1357" y="2886"/>
                </a:lnTo>
                <a:lnTo>
                  <a:pt x="1352" y="2882"/>
                </a:lnTo>
                <a:lnTo>
                  <a:pt x="1341" y="2891"/>
                </a:lnTo>
                <a:lnTo>
                  <a:pt x="1336" y="2897"/>
                </a:lnTo>
                <a:lnTo>
                  <a:pt x="1328" y="2909"/>
                </a:lnTo>
                <a:lnTo>
                  <a:pt x="1329" y="2930"/>
                </a:lnTo>
                <a:lnTo>
                  <a:pt x="1338" y="2948"/>
                </a:lnTo>
                <a:lnTo>
                  <a:pt x="1345" y="2964"/>
                </a:lnTo>
                <a:lnTo>
                  <a:pt x="1350" y="2986"/>
                </a:lnTo>
                <a:lnTo>
                  <a:pt x="1340" y="2997"/>
                </a:lnTo>
                <a:lnTo>
                  <a:pt x="1318" y="2998"/>
                </a:lnTo>
                <a:lnTo>
                  <a:pt x="1302" y="2994"/>
                </a:lnTo>
                <a:lnTo>
                  <a:pt x="1288" y="2990"/>
                </a:lnTo>
                <a:lnTo>
                  <a:pt x="1271" y="2982"/>
                </a:lnTo>
                <a:lnTo>
                  <a:pt x="1268" y="2970"/>
                </a:lnTo>
                <a:lnTo>
                  <a:pt x="1277" y="2948"/>
                </a:lnTo>
                <a:lnTo>
                  <a:pt x="1286" y="2932"/>
                </a:lnTo>
                <a:lnTo>
                  <a:pt x="1290" y="2923"/>
                </a:lnTo>
                <a:lnTo>
                  <a:pt x="1294" y="2905"/>
                </a:lnTo>
                <a:lnTo>
                  <a:pt x="1293" y="2888"/>
                </a:lnTo>
                <a:lnTo>
                  <a:pt x="1283" y="2869"/>
                </a:lnTo>
                <a:lnTo>
                  <a:pt x="1276" y="2858"/>
                </a:lnTo>
                <a:lnTo>
                  <a:pt x="1264" y="2840"/>
                </a:lnTo>
                <a:lnTo>
                  <a:pt x="1251" y="2814"/>
                </a:lnTo>
                <a:lnTo>
                  <a:pt x="1251" y="2797"/>
                </a:lnTo>
                <a:lnTo>
                  <a:pt x="1263" y="2790"/>
                </a:lnTo>
                <a:lnTo>
                  <a:pt x="1275" y="2790"/>
                </a:lnTo>
                <a:lnTo>
                  <a:pt x="1284" y="2791"/>
                </a:lnTo>
                <a:lnTo>
                  <a:pt x="1296" y="2808"/>
                </a:lnTo>
                <a:lnTo>
                  <a:pt x="1296" y="2820"/>
                </a:lnTo>
                <a:lnTo>
                  <a:pt x="1298" y="2833"/>
                </a:lnTo>
                <a:lnTo>
                  <a:pt x="1313" y="2854"/>
                </a:lnTo>
                <a:lnTo>
                  <a:pt x="1325" y="2858"/>
                </a:lnTo>
                <a:lnTo>
                  <a:pt x="1340" y="2859"/>
                </a:lnTo>
                <a:lnTo>
                  <a:pt x="1351" y="2849"/>
                </a:lnTo>
                <a:lnTo>
                  <a:pt x="1346" y="2836"/>
                </a:lnTo>
                <a:lnTo>
                  <a:pt x="1344" y="2824"/>
                </a:lnTo>
                <a:lnTo>
                  <a:pt x="1349" y="2809"/>
                </a:lnTo>
                <a:lnTo>
                  <a:pt x="1356" y="2807"/>
                </a:lnTo>
                <a:lnTo>
                  <a:pt x="1365" y="2806"/>
                </a:lnTo>
                <a:lnTo>
                  <a:pt x="1375" y="2793"/>
                </a:lnTo>
                <a:lnTo>
                  <a:pt x="1374" y="2784"/>
                </a:lnTo>
                <a:lnTo>
                  <a:pt x="1371" y="2755"/>
                </a:lnTo>
                <a:lnTo>
                  <a:pt x="1378" y="2727"/>
                </a:lnTo>
                <a:lnTo>
                  <a:pt x="1388" y="2718"/>
                </a:lnTo>
                <a:lnTo>
                  <a:pt x="1394" y="2717"/>
                </a:lnTo>
                <a:lnTo>
                  <a:pt x="1400" y="2718"/>
                </a:lnTo>
                <a:lnTo>
                  <a:pt x="1404" y="2733"/>
                </a:lnTo>
                <a:lnTo>
                  <a:pt x="1401" y="2744"/>
                </a:lnTo>
                <a:close/>
                <a:moveTo>
                  <a:pt x="13069" y="2735"/>
                </a:moveTo>
                <a:lnTo>
                  <a:pt x="13067" y="2748"/>
                </a:lnTo>
                <a:lnTo>
                  <a:pt x="13062" y="2753"/>
                </a:lnTo>
                <a:lnTo>
                  <a:pt x="13052" y="2748"/>
                </a:lnTo>
                <a:lnTo>
                  <a:pt x="13042" y="2735"/>
                </a:lnTo>
                <a:lnTo>
                  <a:pt x="13039" y="2728"/>
                </a:lnTo>
                <a:lnTo>
                  <a:pt x="13043" y="2718"/>
                </a:lnTo>
                <a:lnTo>
                  <a:pt x="13050" y="2717"/>
                </a:lnTo>
                <a:lnTo>
                  <a:pt x="13057" y="2718"/>
                </a:lnTo>
                <a:lnTo>
                  <a:pt x="13068" y="2728"/>
                </a:lnTo>
                <a:lnTo>
                  <a:pt x="13069" y="2735"/>
                </a:lnTo>
                <a:close/>
                <a:moveTo>
                  <a:pt x="1321" y="3128"/>
                </a:moveTo>
                <a:lnTo>
                  <a:pt x="1320" y="3138"/>
                </a:lnTo>
                <a:lnTo>
                  <a:pt x="1305" y="3151"/>
                </a:lnTo>
                <a:lnTo>
                  <a:pt x="1294" y="3152"/>
                </a:lnTo>
                <a:lnTo>
                  <a:pt x="1280" y="3154"/>
                </a:lnTo>
                <a:lnTo>
                  <a:pt x="1261" y="3169"/>
                </a:lnTo>
                <a:lnTo>
                  <a:pt x="1253" y="3194"/>
                </a:lnTo>
                <a:lnTo>
                  <a:pt x="1258" y="3217"/>
                </a:lnTo>
                <a:lnTo>
                  <a:pt x="1269" y="3226"/>
                </a:lnTo>
                <a:lnTo>
                  <a:pt x="1278" y="3232"/>
                </a:lnTo>
                <a:lnTo>
                  <a:pt x="1281" y="3241"/>
                </a:lnTo>
                <a:lnTo>
                  <a:pt x="1275" y="3242"/>
                </a:lnTo>
                <a:lnTo>
                  <a:pt x="1265" y="3245"/>
                </a:lnTo>
                <a:lnTo>
                  <a:pt x="1241" y="3274"/>
                </a:lnTo>
                <a:lnTo>
                  <a:pt x="1231" y="3296"/>
                </a:lnTo>
                <a:lnTo>
                  <a:pt x="1221" y="3317"/>
                </a:lnTo>
                <a:lnTo>
                  <a:pt x="1203" y="3343"/>
                </a:lnTo>
                <a:lnTo>
                  <a:pt x="1191" y="3351"/>
                </a:lnTo>
                <a:lnTo>
                  <a:pt x="1184" y="3348"/>
                </a:lnTo>
                <a:lnTo>
                  <a:pt x="1178" y="3337"/>
                </a:lnTo>
                <a:lnTo>
                  <a:pt x="1177" y="3322"/>
                </a:lnTo>
                <a:lnTo>
                  <a:pt x="1176" y="3311"/>
                </a:lnTo>
                <a:lnTo>
                  <a:pt x="1166" y="3303"/>
                </a:lnTo>
                <a:lnTo>
                  <a:pt x="1158" y="3306"/>
                </a:lnTo>
                <a:lnTo>
                  <a:pt x="1152" y="3308"/>
                </a:lnTo>
                <a:lnTo>
                  <a:pt x="1141" y="3305"/>
                </a:lnTo>
                <a:lnTo>
                  <a:pt x="1140" y="3298"/>
                </a:lnTo>
                <a:lnTo>
                  <a:pt x="1141" y="3291"/>
                </a:lnTo>
                <a:lnTo>
                  <a:pt x="1152" y="3280"/>
                </a:lnTo>
                <a:lnTo>
                  <a:pt x="1158" y="3279"/>
                </a:lnTo>
                <a:lnTo>
                  <a:pt x="1166" y="3278"/>
                </a:lnTo>
                <a:lnTo>
                  <a:pt x="1175" y="3270"/>
                </a:lnTo>
                <a:lnTo>
                  <a:pt x="1175" y="3264"/>
                </a:lnTo>
                <a:lnTo>
                  <a:pt x="1174" y="3251"/>
                </a:lnTo>
                <a:lnTo>
                  <a:pt x="1181" y="3220"/>
                </a:lnTo>
                <a:lnTo>
                  <a:pt x="1197" y="3191"/>
                </a:lnTo>
                <a:lnTo>
                  <a:pt x="1215" y="3171"/>
                </a:lnTo>
                <a:lnTo>
                  <a:pt x="1224" y="3170"/>
                </a:lnTo>
                <a:lnTo>
                  <a:pt x="1234" y="3168"/>
                </a:lnTo>
                <a:lnTo>
                  <a:pt x="1247" y="3153"/>
                </a:lnTo>
                <a:lnTo>
                  <a:pt x="1249" y="3141"/>
                </a:lnTo>
                <a:lnTo>
                  <a:pt x="1250" y="3130"/>
                </a:lnTo>
                <a:lnTo>
                  <a:pt x="1263" y="3121"/>
                </a:lnTo>
                <a:lnTo>
                  <a:pt x="1273" y="3124"/>
                </a:lnTo>
                <a:lnTo>
                  <a:pt x="1279" y="3128"/>
                </a:lnTo>
                <a:lnTo>
                  <a:pt x="1273" y="3119"/>
                </a:lnTo>
                <a:lnTo>
                  <a:pt x="1259" y="3108"/>
                </a:lnTo>
                <a:lnTo>
                  <a:pt x="1247" y="3096"/>
                </a:lnTo>
                <a:lnTo>
                  <a:pt x="1238" y="3077"/>
                </a:lnTo>
                <a:lnTo>
                  <a:pt x="1238" y="3066"/>
                </a:lnTo>
                <a:lnTo>
                  <a:pt x="1240" y="3061"/>
                </a:lnTo>
                <a:lnTo>
                  <a:pt x="1243" y="3057"/>
                </a:lnTo>
                <a:lnTo>
                  <a:pt x="1253" y="3054"/>
                </a:lnTo>
                <a:lnTo>
                  <a:pt x="1271" y="3060"/>
                </a:lnTo>
                <a:lnTo>
                  <a:pt x="1300" y="3083"/>
                </a:lnTo>
                <a:lnTo>
                  <a:pt x="1319" y="3114"/>
                </a:lnTo>
                <a:lnTo>
                  <a:pt x="1321" y="3128"/>
                </a:lnTo>
                <a:close/>
                <a:moveTo>
                  <a:pt x="1155" y="3432"/>
                </a:moveTo>
                <a:lnTo>
                  <a:pt x="1153" y="3448"/>
                </a:lnTo>
                <a:lnTo>
                  <a:pt x="1140" y="3470"/>
                </a:lnTo>
                <a:lnTo>
                  <a:pt x="1122" y="3479"/>
                </a:lnTo>
                <a:lnTo>
                  <a:pt x="1104" y="3471"/>
                </a:lnTo>
                <a:lnTo>
                  <a:pt x="1095" y="3459"/>
                </a:lnTo>
                <a:lnTo>
                  <a:pt x="1090" y="3448"/>
                </a:lnTo>
                <a:lnTo>
                  <a:pt x="1090" y="3423"/>
                </a:lnTo>
                <a:lnTo>
                  <a:pt x="1101" y="3402"/>
                </a:lnTo>
                <a:lnTo>
                  <a:pt x="1119" y="3389"/>
                </a:lnTo>
                <a:lnTo>
                  <a:pt x="1131" y="3387"/>
                </a:lnTo>
                <a:lnTo>
                  <a:pt x="1138" y="3387"/>
                </a:lnTo>
                <a:lnTo>
                  <a:pt x="1147" y="3393"/>
                </a:lnTo>
                <a:lnTo>
                  <a:pt x="1155" y="3411"/>
                </a:lnTo>
                <a:lnTo>
                  <a:pt x="1155" y="3432"/>
                </a:lnTo>
                <a:close/>
                <a:moveTo>
                  <a:pt x="1120" y="3524"/>
                </a:moveTo>
                <a:lnTo>
                  <a:pt x="1123" y="3543"/>
                </a:lnTo>
                <a:lnTo>
                  <a:pt x="1113" y="3547"/>
                </a:lnTo>
                <a:lnTo>
                  <a:pt x="1096" y="3534"/>
                </a:lnTo>
                <a:lnTo>
                  <a:pt x="1084" y="3523"/>
                </a:lnTo>
                <a:lnTo>
                  <a:pt x="1070" y="3502"/>
                </a:lnTo>
                <a:lnTo>
                  <a:pt x="1069" y="3486"/>
                </a:lnTo>
                <a:lnTo>
                  <a:pt x="1080" y="3479"/>
                </a:lnTo>
                <a:lnTo>
                  <a:pt x="1091" y="3481"/>
                </a:lnTo>
                <a:lnTo>
                  <a:pt x="1100" y="3487"/>
                </a:lnTo>
                <a:lnTo>
                  <a:pt x="1116" y="3510"/>
                </a:lnTo>
                <a:lnTo>
                  <a:pt x="1120" y="3524"/>
                </a:lnTo>
                <a:close/>
                <a:moveTo>
                  <a:pt x="1082" y="3594"/>
                </a:moveTo>
                <a:lnTo>
                  <a:pt x="1072" y="3604"/>
                </a:lnTo>
                <a:lnTo>
                  <a:pt x="1055" y="3614"/>
                </a:lnTo>
                <a:lnTo>
                  <a:pt x="1052" y="3614"/>
                </a:lnTo>
                <a:lnTo>
                  <a:pt x="1050" y="3609"/>
                </a:lnTo>
                <a:lnTo>
                  <a:pt x="1054" y="3594"/>
                </a:lnTo>
                <a:lnTo>
                  <a:pt x="1066" y="3580"/>
                </a:lnTo>
                <a:lnTo>
                  <a:pt x="1080" y="3569"/>
                </a:lnTo>
                <a:lnTo>
                  <a:pt x="1088" y="3568"/>
                </a:lnTo>
                <a:lnTo>
                  <a:pt x="1091" y="3569"/>
                </a:lnTo>
                <a:lnTo>
                  <a:pt x="1093" y="3572"/>
                </a:lnTo>
                <a:lnTo>
                  <a:pt x="1090" y="3583"/>
                </a:lnTo>
                <a:lnTo>
                  <a:pt x="1082" y="3594"/>
                </a:lnTo>
                <a:close/>
                <a:moveTo>
                  <a:pt x="742" y="3867"/>
                </a:moveTo>
                <a:lnTo>
                  <a:pt x="753" y="3882"/>
                </a:lnTo>
                <a:lnTo>
                  <a:pt x="746" y="3894"/>
                </a:lnTo>
                <a:lnTo>
                  <a:pt x="726" y="3894"/>
                </a:lnTo>
                <a:lnTo>
                  <a:pt x="709" y="3893"/>
                </a:lnTo>
                <a:lnTo>
                  <a:pt x="696" y="3884"/>
                </a:lnTo>
                <a:lnTo>
                  <a:pt x="696" y="3873"/>
                </a:lnTo>
                <a:lnTo>
                  <a:pt x="698" y="3867"/>
                </a:lnTo>
                <a:lnTo>
                  <a:pt x="708" y="3846"/>
                </a:lnTo>
                <a:lnTo>
                  <a:pt x="714" y="3840"/>
                </a:lnTo>
                <a:lnTo>
                  <a:pt x="722" y="3846"/>
                </a:lnTo>
                <a:lnTo>
                  <a:pt x="742" y="3867"/>
                </a:lnTo>
                <a:close/>
                <a:moveTo>
                  <a:pt x="9009" y="4010"/>
                </a:moveTo>
                <a:lnTo>
                  <a:pt x="9008" y="4015"/>
                </a:lnTo>
                <a:lnTo>
                  <a:pt x="8998" y="4025"/>
                </a:lnTo>
                <a:lnTo>
                  <a:pt x="8990" y="4030"/>
                </a:lnTo>
                <a:lnTo>
                  <a:pt x="8984" y="4033"/>
                </a:lnTo>
                <a:lnTo>
                  <a:pt x="8973" y="4029"/>
                </a:lnTo>
                <a:lnTo>
                  <a:pt x="8972" y="4023"/>
                </a:lnTo>
                <a:lnTo>
                  <a:pt x="8973" y="4015"/>
                </a:lnTo>
                <a:lnTo>
                  <a:pt x="8984" y="4004"/>
                </a:lnTo>
                <a:lnTo>
                  <a:pt x="8990" y="4003"/>
                </a:lnTo>
                <a:lnTo>
                  <a:pt x="8998" y="4004"/>
                </a:lnTo>
                <a:lnTo>
                  <a:pt x="9008" y="4007"/>
                </a:lnTo>
                <a:lnTo>
                  <a:pt x="9009" y="4010"/>
                </a:lnTo>
                <a:close/>
                <a:moveTo>
                  <a:pt x="644" y="4117"/>
                </a:moveTo>
                <a:lnTo>
                  <a:pt x="631" y="4143"/>
                </a:lnTo>
                <a:lnTo>
                  <a:pt x="600" y="4190"/>
                </a:lnTo>
                <a:lnTo>
                  <a:pt x="587" y="4203"/>
                </a:lnTo>
                <a:lnTo>
                  <a:pt x="580" y="4209"/>
                </a:lnTo>
                <a:lnTo>
                  <a:pt x="570" y="4213"/>
                </a:lnTo>
                <a:lnTo>
                  <a:pt x="571" y="4197"/>
                </a:lnTo>
                <a:lnTo>
                  <a:pt x="582" y="4165"/>
                </a:lnTo>
                <a:lnTo>
                  <a:pt x="590" y="4141"/>
                </a:lnTo>
                <a:lnTo>
                  <a:pt x="614" y="4096"/>
                </a:lnTo>
                <a:lnTo>
                  <a:pt x="639" y="4061"/>
                </a:lnTo>
                <a:lnTo>
                  <a:pt x="655" y="4048"/>
                </a:lnTo>
                <a:lnTo>
                  <a:pt x="662" y="4046"/>
                </a:lnTo>
                <a:lnTo>
                  <a:pt x="666" y="4048"/>
                </a:lnTo>
                <a:lnTo>
                  <a:pt x="668" y="4055"/>
                </a:lnTo>
                <a:lnTo>
                  <a:pt x="655" y="4093"/>
                </a:lnTo>
                <a:lnTo>
                  <a:pt x="644" y="4117"/>
                </a:lnTo>
                <a:close/>
                <a:moveTo>
                  <a:pt x="886" y="4146"/>
                </a:moveTo>
                <a:lnTo>
                  <a:pt x="885" y="4155"/>
                </a:lnTo>
                <a:lnTo>
                  <a:pt x="875" y="4170"/>
                </a:lnTo>
                <a:lnTo>
                  <a:pt x="868" y="4175"/>
                </a:lnTo>
                <a:lnTo>
                  <a:pt x="861" y="4178"/>
                </a:lnTo>
                <a:lnTo>
                  <a:pt x="852" y="4169"/>
                </a:lnTo>
                <a:lnTo>
                  <a:pt x="850" y="4159"/>
                </a:lnTo>
                <a:lnTo>
                  <a:pt x="852" y="4147"/>
                </a:lnTo>
                <a:lnTo>
                  <a:pt x="861" y="4131"/>
                </a:lnTo>
                <a:lnTo>
                  <a:pt x="868" y="4130"/>
                </a:lnTo>
                <a:lnTo>
                  <a:pt x="875" y="4131"/>
                </a:lnTo>
                <a:lnTo>
                  <a:pt x="885" y="4140"/>
                </a:lnTo>
                <a:lnTo>
                  <a:pt x="886" y="4146"/>
                </a:lnTo>
                <a:close/>
                <a:moveTo>
                  <a:pt x="342" y="4220"/>
                </a:moveTo>
                <a:lnTo>
                  <a:pt x="341" y="4242"/>
                </a:lnTo>
                <a:lnTo>
                  <a:pt x="334" y="4271"/>
                </a:lnTo>
                <a:lnTo>
                  <a:pt x="328" y="4274"/>
                </a:lnTo>
                <a:lnTo>
                  <a:pt x="325" y="4274"/>
                </a:lnTo>
                <a:lnTo>
                  <a:pt x="320" y="4266"/>
                </a:lnTo>
                <a:lnTo>
                  <a:pt x="317" y="4242"/>
                </a:lnTo>
                <a:lnTo>
                  <a:pt x="321" y="4220"/>
                </a:lnTo>
                <a:lnTo>
                  <a:pt x="324" y="4198"/>
                </a:lnTo>
                <a:lnTo>
                  <a:pt x="332" y="4169"/>
                </a:lnTo>
                <a:lnTo>
                  <a:pt x="335" y="4166"/>
                </a:lnTo>
                <a:lnTo>
                  <a:pt x="338" y="4169"/>
                </a:lnTo>
                <a:lnTo>
                  <a:pt x="342" y="4198"/>
                </a:lnTo>
                <a:lnTo>
                  <a:pt x="342" y="4220"/>
                </a:lnTo>
                <a:close/>
                <a:moveTo>
                  <a:pt x="959" y="4209"/>
                </a:moveTo>
                <a:lnTo>
                  <a:pt x="958" y="4213"/>
                </a:lnTo>
                <a:lnTo>
                  <a:pt x="948" y="4224"/>
                </a:lnTo>
                <a:lnTo>
                  <a:pt x="941" y="4230"/>
                </a:lnTo>
                <a:lnTo>
                  <a:pt x="934" y="4232"/>
                </a:lnTo>
                <a:lnTo>
                  <a:pt x="923" y="4229"/>
                </a:lnTo>
                <a:lnTo>
                  <a:pt x="922" y="4222"/>
                </a:lnTo>
                <a:lnTo>
                  <a:pt x="923" y="4215"/>
                </a:lnTo>
                <a:lnTo>
                  <a:pt x="934" y="4204"/>
                </a:lnTo>
                <a:lnTo>
                  <a:pt x="941" y="4203"/>
                </a:lnTo>
                <a:lnTo>
                  <a:pt x="948" y="4203"/>
                </a:lnTo>
                <a:lnTo>
                  <a:pt x="958" y="4207"/>
                </a:lnTo>
                <a:lnTo>
                  <a:pt x="959" y="4209"/>
                </a:lnTo>
                <a:close/>
                <a:moveTo>
                  <a:pt x="426" y="4284"/>
                </a:moveTo>
                <a:lnTo>
                  <a:pt x="441" y="4299"/>
                </a:lnTo>
                <a:lnTo>
                  <a:pt x="437" y="4310"/>
                </a:lnTo>
                <a:lnTo>
                  <a:pt x="416" y="4311"/>
                </a:lnTo>
                <a:lnTo>
                  <a:pt x="401" y="4309"/>
                </a:lnTo>
                <a:lnTo>
                  <a:pt x="385" y="4299"/>
                </a:lnTo>
                <a:lnTo>
                  <a:pt x="379" y="4290"/>
                </a:lnTo>
                <a:lnTo>
                  <a:pt x="378" y="4284"/>
                </a:lnTo>
                <a:lnTo>
                  <a:pt x="379" y="4273"/>
                </a:lnTo>
                <a:lnTo>
                  <a:pt x="386" y="4258"/>
                </a:lnTo>
                <a:lnTo>
                  <a:pt x="389" y="4257"/>
                </a:lnTo>
                <a:lnTo>
                  <a:pt x="403" y="4262"/>
                </a:lnTo>
                <a:lnTo>
                  <a:pt x="426" y="4284"/>
                </a:lnTo>
                <a:close/>
                <a:moveTo>
                  <a:pt x="540" y="4329"/>
                </a:moveTo>
                <a:lnTo>
                  <a:pt x="545" y="4332"/>
                </a:lnTo>
                <a:lnTo>
                  <a:pt x="548" y="4361"/>
                </a:lnTo>
                <a:lnTo>
                  <a:pt x="546" y="4383"/>
                </a:lnTo>
                <a:lnTo>
                  <a:pt x="542" y="4405"/>
                </a:lnTo>
                <a:lnTo>
                  <a:pt x="528" y="4434"/>
                </a:lnTo>
                <a:lnTo>
                  <a:pt x="522" y="4437"/>
                </a:lnTo>
                <a:lnTo>
                  <a:pt x="515" y="4441"/>
                </a:lnTo>
                <a:lnTo>
                  <a:pt x="507" y="4465"/>
                </a:lnTo>
                <a:lnTo>
                  <a:pt x="506" y="4483"/>
                </a:lnTo>
                <a:lnTo>
                  <a:pt x="506" y="4503"/>
                </a:lnTo>
                <a:lnTo>
                  <a:pt x="501" y="4520"/>
                </a:lnTo>
                <a:lnTo>
                  <a:pt x="496" y="4525"/>
                </a:lnTo>
                <a:lnTo>
                  <a:pt x="484" y="4523"/>
                </a:lnTo>
                <a:lnTo>
                  <a:pt x="458" y="4502"/>
                </a:lnTo>
                <a:lnTo>
                  <a:pt x="438" y="4481"/>
                </a:lnTo>
                <a:lnTo>
                  <a:pt x="424" y="4466"/>
                </a:lnTo>
                <a:lnTo>
                  <a:pt x="408" y="4444"/>
                </a:lnTo>
                <a:lnTo>
                  <a:pt x="406" y="4428"/>
                </a:lnTo>
                <a:lnTo>
                  <a:pt x="415" y="4411"/>
                </a:lnTo>
                <a:lnTo>
                  <a:pt x="426" y="4399"/>
                </a:lnTo>
                <a:lnTo>
                  <a:pt x="437" y="4386"/>
                </a:lnTo>
                <a:lnTo>
                  <a:pt x="448" y="4368"/>
                </a:lnTo>
                <a:lnTo>
                  <a:pt x="446" y="4366"/>
                </a:lnTo>
                <a:lnTo>
                  <a:pt x="444" y="4362"/>
                </a:lnTo>
                <a:lnTo>
                  <a:pt x="460" y="4338"/>
                </a:lnTo>
                <a:lnTo>
                  <a:pt x="475" y="4320"/>
                </a:lnTo>
                <a:lnTo>
                  <a:pt x="495" y="4299"/>
                </a:lnTo>
                <a:lnTo>
                  <a:pt x="512" y="4291"/>
                </a:lnTo>
                <a:lnTo>
                  <a:pt x="519" y="4296"/>
                </a:lnTo>
                <a:lnTo>
                  <a:pt x="520" y="4302"/>
                </a:lnTo>
                <a:lnTo>
                  <a:pt x="523" y="4312"/>
                </a:lnTo>
                <a:lnTo>
                  <a:pt x="534" y="4328"/>
                </a:lnTo>
                <a:lnTo>
                  <a:pt x="540" y="4329"/>
                </a:lnTo>
                <a:close/>
                <a:moveTo>
                  <a:pt x="339" y="4309"/>
                </a:moveTo>
                <a:lnTo>
                  <a:pt x="346" y="4313"/>
                </a:lnTo>
                <a:lnTo>
                  <a:pt x="353" y="4328"/>
                </a:lnTo>
                <a:lnTo>
                  <a:pt x="352" y="4365"/>
                </a:lnTo>
                <a:lnTo>
                  <a:pt x="340" y="4412"/>
                </a:lnTo>
                <a:lnTo>
                  <a:pt x="332" y="4449"/>
                </a:lnTo>
                <a:lnTo>
                  <a:pt x="308" y="4507"/>
                </a:lnTo>
                <a:lnTo>
                  <a:pt x="297" y="4519"/>
                </a:lnTo>
                <a:lnTo>
                  <a:pt x="288" y="4529"/>
                </a:lnTo>
                <a:lnTo>
                  <a:pt x="270" y="4566"/>
                </a:lnTo>
                <a:lnTo>
                  <a:pt x="263" y="4586"/>
                </a:lnTo>
                <a:lnTo>
                  <a:pt x="255" y="4615"/>
                </a:lnTo>
                <a:lnTo>
                  <a:pt x="243" y="4634"/>
                </a:lnTo>
                <a:lnTo>
                  <a:pt x="237" y="4636"/>
                </a:lnTo>
                <a:lnTo>
                  <a:pt x="227" y="4623"/>
                </a:lnTo>
                <a:lnTo>
                  <a:pt x="218" y="4575"/>
                </a:lnTo>
                <a:lnTo>
                  <a:pt x="217" y="4537"/>
                </a:lnTo>
                <a:lnTo>
                  <a:pt x="218" y="4492"/>
                </a:lnTo>
                <a:lnTo>
                  <a:pt x="226" y="4452"/>
                </a:lnTo>
                <a:lnTo>
                  <a:pt x="234" y="4438"/>
                </a:lnTo>
                <a:lnTo>
                  <a:pt x="239" y="4437"/>
                </a:lnTo>
                <a:lnTo>
                  <a:pt x="251" y="4436"/>
                </a:lnTo>
                <a:lnTo>
                  <a:pt x="274" y="4416"/>
                </a:lnTo>
                <a:lnTo>
                  <a:pt x="290" y="4384"/>
                </a:lnTo>
                <a:lnTo>
                  <a:pt x="296" y="4348"/>
                </a:lnTo>
                <a:lnTo>
                  <a:pt x="294" y="4331"/>
                </a:lnTo>
                <a:lnTo>
                  <a:pt x="290" y="4317"/>
                </a:lnTo>
                <a:lnTo>
                  <a:pt x="292" y="4299"/>
                </a:lnTo>
                <a:lnTo>
                  <a:pt x="303" y="4294"/>
                </a:lnTo>
                <a:lnTo>
                  <a:pt x="325" y="4300"/>
                </a:lnTo>
                <a:lnTo>
                  <a:pt x="339" y="4309"/>
                </a:lnTo>
                <a:close/>
                <a:moveTo>
                  <a:pt x="881" y="4350"/>
                </a:moveTo>
                <a:lnTo>
                  <a:pt x="877" y="4359"/>
                </a:lnTo>
                <a:lnTo>
                  <a:pt x="871" y="4353"/>
                </a:lnTo>
                <a:lnTo>
                  <a:pt x="870" y="4340"/>
                </a:lnTo>
                <a:lnTo>
                  <a:pt x="870" y="4327"/>
                </a:lnTo>
                <a:lnTo>
                  <a:pt x="873" y="4316"/>
                </a:lnTo>
                <a:lnTo>
                  <a:pt x="877" y="4315"/>
                </a:lnTo>
                <a:lnTo>
                  <a:pt x="879" y="4317"/>
                </a:lnTo>
                <a:lnTo>
                  <a:pt x="883" y="4322"/>
                </a:lnTo>
                <a:lnTo>
                  <a:pt x="884" y="4341"/>
                </a:lnTo>
                <a:lnTo>
                  <a:pt x="881" y="4350"/>
                </a:lnTo>
                <a:close/>
                <a:moveTo>
                  <a:pt x="288" y="4366"/>
                </a:moveTo>
                <a:lnTo>
                  <a:pt x="287" y="4372"/>
                </a:lnTo>
                <a:lnTo>
                  <a:pt x="276" y="4382"/>
                </a:lnTo>
                <a:lnTo>
                  <a:pt x="269" y="4383"/>
                </a:lnTo>
                <a:lnTo>
                  <a:pt x="262" y="4382"/>
                </a:lnTo>
                <a:lnTo>
                  <a:pt x="258" y="4372"/>
                </a:lnTo>
                <a:lnTo>
                  <a:pt x="261" y="4366"/>
                </a:lnTo>
                <a:lnTo>
                  <a:pt x="265" y="4358"/>
                </a:lnTo>
                <a:lnTo>
                  <a:pt x="276" y="4348"/>
                </a:lnTo>
                <a:lnTo>
                  <a:pt x="280" y="4347"/>
                </a:lnTo>
                <a:lnTo>
                  <a:pt x="284" y="4348"/>
                </a:lnTo>
                <a:lnTo>
                  <a:pt x="288" y="4358"/>
                </a:lnTo>
                <a:lnTo>
                  <a:pt x="288" y="4366"/>
                </a:lnTo>
                <a:close/>
                <a:moveTo>
                  <a:pt x="443" y="4510"/>
                </a:moveTo>
                <a:lnTo>
                  <a:pt x="446" y="4519"/>
                </a:lnTo>
                <a:lnTo>
                  <a:pt x="446" y="4540"/>
                </a:lnTo>
                <a:lnTo>
                  <a:pt x="443" y="4548"/>
                </a:lnTo>
                <a:lnTo>
                  <a:pt x="439" y="4552"/>
                </a:lnTo>
                <a:lnTo>
                  <a:pt x="429" y="4553"/>
                </a:lnTo>
                <a:lnTo>
                  <a:pt x="410" y="4544"/>
                </a:lnTo>
                <a:lnTo>
                  <a:pt x="383" y="4519"/>
                </a:lnTo>
                <a:lnTo>
                  <a:pt x="363" y="4487"/>
                </a:lnTo>
                <a:lnTo>
                  <a:pt x="361" y="4474"/>
                </a:lnTo>
                <a:lnTo>
                  <a:pt x="361" y="4470"/>
                </a:lnTo>
                <a:lnTo>
                  <a:pt x="366" y="4467"/>
                </a:lnTo>
                <a:lnTo>
                  <a:pt x="382" y="4467"/>
                </a:lnTo>
                <a:lnTo>
                  <a:pt x="409" y="4479"/>
                </a:lnTo>
                <a:lnTo>
                  <a:pt x="434" y="4498"/>
                </a:lnTo>
                <a:lnTo>
                  <a:pt x="443" y="4510"/>
                </a:lnTo>
                <a:close/>
                <a:moveTo>
                  <a:pt x="397" y="4611"/>
                </a:moveTo>
                <a:lnTo>
                  <a:pt x="396" y="4621"/>
                </a:lnTo>
                <a:lnTo>
                  <a:pt x="386" y="4631"/>
                </a:lnTo>
                <a:lnTo>
                  <a:pt x="378" y="4628"/>
                </a:lnTo>
                <a:lnTo>
                  <a:pt x="372" y="4623"/>
                </a:lnTo>
                <a:lnTo>
                  <a:pt x="362" y="4607"/>
                </a:lnTo>
                <a:lnTo>
                  <a:pt x="361" y="4599"/>
                </a:lnTo>
                <a:lnTo>
                  <a:pt x="362" y="4593"/>
                </a:lnTo>
                <a:lnTo>
                  <a:pt x="372" y="4583"/>
                </a:lnTo>
                <a:lnTo>
                  <a:pt x="378" y="4583"/>
                </a:lnTo>
                <a:lnTo>
                  <a:pt x="386" y="4584"/>
                </a:lnTo>
                <a:lnTo>
                  <a:pt x="396" y="4599"/>
                </a:lnTo>
                <a:lnTo>
                  <a:pt x="397" y="4611"/>
                </a:lnTo>
                <a:close/>
                <a:moveTo>
                  <a:pt x="342" y="4608"/>
                </a:moveTo>
                <a:lnTo>
                  <a:pt x="341" y="4612"/>
                </a:lnTo>
                <a:lnTo>
                  <a:pt x="332" y="4623"/>
                </a:lnTo>
                <a:lnTo>
                  <a:pt x="324" y="4628"/>
                </a:lnTo>
                <a:lnTo>
                  <a:pt x="317" y="4631"/>
                </a:lnTo>
                <a:lnTo>
                  <a:pt x="308" y="4626"/>
                </a:lnTo>
                <a:lnTo>
                  <a:pt x="307" y="4621"/>
                </a:lnTo>
                <a:lnTo>
                  <a:pt x="308" y="4612"/>
                </a:lnTo>
                <a:lnTo>
                  <a:pt x="317" y="4601"/>
                </a:lnTo>
                <a:lnTo>
                  <a:pt x="324" y="4600"/>
                </a:lnTo>
                <a:lnTo>
                  <a:pt x="332" y="4601"/>
                </a:lnTo>
                <a:lnTo>
                  <a:pt x="341" y="4605"/>
                </a:lnTo>
                <a:lnTo>
                  <a:pt x="342" y="4608"/>
                </a:lnTo>
                <a:close/>
                <a:moveTo>
                  <a:pt x="378" y="4673"/>
                </a:moveTo>
                <a:lnTo>
                  <a:pt x="377" y="4680"/>
                </a:lnTo>
                <a:lnTo>
                  <a:pt x="366" y="4691"/>
                </a:lnTo>
                <a:lnTo>
                  <a:pt x="359" y="4692"/>
                </a:lnTo>
                <a:lnTo>
                  <a:pt x="352" y="4691"/>
                </a:lnTo>
                <a:lnTo>
                  <a:pt x="349" y="4680"/>
                </a:lnTo>
                <a:lnTo>
                  <a:pt x="351" y="4673"/>
                </a:lnTo>
                <a:lnTo>
                  <a:pt x="356" y="4666"/>
                </a:lnTo>
                <a:lnTo>
                  <a:pt x="366" y="4656"/>
                </a:lnTo>
                <a:lnTo>
                  <a:pt x="372" y="4655"/>
                </a:lnTo>
                <a:lnTo>
                  <a:pt x="374" y="4656"/>
                </a:lnTo>
                <a:lnTo>
                  <a:pt x="378" y="4666"/>
                </a:lnTo>
                <a:lnTo>
                  <a:pt x="378" y="4673"/>
                </a:lnTo>
                <a:close/>
                <a:moveTo>
                  <a:pt x="274" y="4766"/>
                </a:moveTo>
                <a:lnTo>
                  <a:pt x="276" y="4786"/>
                </a:lnTo>
                <a:lnTo>
                  <a:pt x="272" y="4818"/>
                </a:lnTo>
                <a:lnTo>
                  <a:pt x="260" y="4834"/>
                </a:lnTo>
                <a:lnTo>
                  <a:pt x="241" y="4832"/>
                </a:lnTo>
                <a:lnTo>
                  <a:pt x="230" y="4822"/>
                </a:lnTo>
                <a:lnTo>
                  <a:pt x="221" y="4811"/>
                </a:lnTo>
                <a:lnTo>
                  <a:pt x="221" y="4790"/>
                </a:lnTo>
                <a:lnTo>
                  <a:pt x="230" y="4779"/>
                </a:lnTo>
                <a:lnTo>
                  <a:pt x="238" y="4766"/>
                </a:lnTo>
                <a:lnTo>
                  <a:pt x="239" y="4740"/>
                </a:lnTo>
                <a:lnTo>
                  <a:pt x="234" y="4728"/>
                </a:lnTo>
                <a:lnTo>
                  <a:pt x="225" y="4713"/>
                </a:lnTo>
                <a:lnTo>
                  <a:pt x="216" y="4692"/>
                </a:lnTo>
                <a:lnTo>
                  <a:pt x="218" y="4680"/>
                </a:lnTo>
                <a:lnTo>
                  <a:pt x="230" y="4682"/>
                </a:lnTo>
                <a:lnTo>
                  <a:pt x="241" y="4690"/>
                </a:lnTo>
                <a:lnTo>
                  <a:pt x="252" y="4700"/>
                </a:lnTo>
                <a:lnTo>
                  <a:pt x="270" y="4742"/>
                </a:lnTo>
                <a:lnTo>
                  <a:pt x="274" y="4766"/>
                </a:lnTo>
                <a:close/>
                <a:moveTo>
                  <a:pt x="351" y="4787"/>
                </a:moveTo>
                <a:lnTo>
                  <a:pt x="354" y="4790"/>
                </a:lnTo>
                <a:lnTo>
                  <a:pt x="360" y="4801"/>
                </a:lnTo>
                <a:lnTo>
                  <a:pt x="364" y="4836"/>
                </a:lnTo>
                <a:lnTo>
                  <a:pt x="362" y="4867"/>
                </a:lnTo>
                <a:lnTo>
                  <a:pt x="361" y="4901"/>
                </a:lnTo>
                <a:lnTo>
                  <a:pt x="366" y="4934"/>
                </a:lnTo>
                <a:lnTo>
                  <a:pt x="374" y="4944"/>
                </a:lnTo>
                <a:lnTo>
                  <a:pt x="378" y="4945"/>
                </a:lnTo>
                <a:lnTo>
                  <a:pt x="386" y="4946"/>
                </a:lnTo>
                <a:lnTo>
                  <a:pt x="390" y="4957"/>
                </a:lnTo>
                <a:lnTo>
                  <a:pt x="388" y="4965"/>
                </a:lnTo>
                <a:lnTo>
                  <a:pt x="384" y="4969"/>
                </a:lnTo>
                <a:lnTo>
                  <a:pt x="376" y="4971"/>
                </a:lnTo>
                <a:lnTo>
                  <a:pt x="361" y="4965"/>
                </a:lnTo>
                <a:lnTo>
                  <a:pt x="350" y="4950"/>
                </a:lnTo>
                <a:lnTo>
                  <a:pt x="337" y="4934"/>
                </a:lnTo>
                <a:lnTo>
                  <a:pt x="328" y="4930"/>
                </a:lnTo>
                <a:lnTo>
                  <a:pt x="325" y="4937"/>
                </a:lnTo>
                <a:lnTo>
                  <a:pt x="324" y="4945"/>
                </a:lnTo>
                <a:lnTo>
                  <a:pt x="324" y="4960"/>
                </a:lnTo>
                <a:lnTo>
                  <a:pt x="316" y="4960"/>
                </a:lnTo>
                <a:lnTo>
                  <a:pt x="307" y="4945"/>
                </a:lnTo>
                <a:lnTo>
                  <a:pt x="302" y="4938"/>
                </a:lnTo>
                <a:lnTo>
                  <a:pt x="300" y="4924"/>
                </a:lnTo>
                <a:lnTo>
                  <a:pt x="305" y="4904"/>
                </a:lnTo>
                <a:lnTo>
                  <a:pt x="317" y="4888"/>
                </a:lnTo>
                <a:lnTo>
                  <a:pt x="327" y="4878"/>
                </a:lnTo>
                <a:lnTo>
                  <a:pt x="337" y="4857"/>
                </a:lnTo>
                <a:lnTo>
                  <a:pt x="335" y="4853"/>
                </a:lnTo>
                <a:lnTo>
                  <a:pt x="328" y="4834"/>
                </a:lnTo>
                <a:lnTo>
                  <a:pt x="317" y="4791"/>
                </a:lnTo>
                <a:lnTo>
                  <a:pt x="313" y="4768"/>
                </a:lnTo>
                <a:lnTo>
                  <a:pt x="313" y="4754"/>
                </a:lnTo>
                <a:lnTo>
                  <a:pt x="317" y="4756"/>
                </a:lnTo>
                <a:lnTo>
                  <a:pt x="321" y="4760"/>
                </a:lnTo>
                <a:lnTo>
                  <a:pt x="328" y="4771"/>
                </a:lnTo>
                <a:lnTo>
                  <a:pt x="345" y="4785"/>
                </a:lnTo>
                <a:lnTo>
                  <a:pt x="351" y="4787"/>
                </a:lnTo>
                <a:close/>
                <a:moveTo>
                  <a:pt x="536" y="5235"/>
                </a:moveTo>
                <a:lnTo>
                  <a:pt x="538" y="5249"/>
                </a:lnTo>
                <a:lnTo>
                  <a:pt x="532" y="5269"/>
                </a:lnTo>
                <a:lnTo>
                  <a:pt x="525" y="5271"/>
                </a:lnTo>
                <a:lnTo>
                  <a:pt x="519" y="5269"/>
                </a:lnTo>
                <a:lnTo>
                  <a:pt x="506" y="5250"/>
                </a:lnTo>
                <a:lnTo>
                  <a:pt x="498" y="5223"/>
                </a:lnTo>
                <a:lnTo>
                  <a:pt x="498" y="5198"/>
                </a:lnTo>
                <a:lnTo>
                  <a:pt x="502" y="5192"/>
                </a:lnTo>
                <a:lnTo>
                  <a:pt x="508" y="5187"/>
                </a:lnTo>
                <a:lnTo>
                  <a:pt x="518" y="5187"/>
                </a:lnTo>
                <a:lnTo>
                  <a:pt x="531" y="5207"/>
                </a:lnTo>
                <a:lnTo>
                  <a:pt x="536" y="5235"/>
                </a:lnTo>
                <a:close/>
                <a:moveTo>
                  <a:pt x="650" y="5251"/>
                </a:moveTo>
                <a:lnTo>
                  <a:pt x="649" y="5259"/>
                </a:lnTo>
                <a:lnTo>
                  <a:pt x="641" y="5275"/>
                </a:lnTo>
                <a:lnTo>
                  <a:pt x="633" y="5280"/>
                </a:lnTo>
                <a:lnTo>
                  <a:pt x="625" y="5283"/>
                </a:lnTo>
                <a:lnTo>
                  <a:pt x="616" y="5273"/>
                </a:lnTo>
                <a:lnTo>
                  <a:pt x="614" y="5263"/>
                </a:lnTo>
                <a:lnTo>
                  <a:pt x="616" y="5251"/>
                </a:lnTo>
                <a:lnTo>
                  <a:pt x="625" y="5236"/>
                </a:lnTo>
                <a:lnTo>
                  <a:pt x="633" y="5235"/>
                </a:lnTo>
                <a:lnTo>
                  <a:pt x="641" y="5235"/>
                </a:lnTo>
                <a:lnTo>
                  <a:pt x="649" y="5245"/>
                </a:lnTo>
                <a:lnTo>
                  <a:pt x="650" y="5251"/>
                </a:lnTo>
                <a:close/>
                <a:moveTo>
                  <a:pt x="9289" y="5561"/>
                </a:moveTo>
                <a:lnTo>
                  <a:pt x="9293" y="5568"/>
                </a:lnTo>
                <a:lnTo>
                  <a:pt x="9288" y="5577"/>
                </a:lnTo>
                <a:lnTo>
                  <a:pt x="9282" y="5579"/>
                </a:lnTo>
                <a:lnTo>
                  <a:pt x="9274" y="5577"/>
                </a:lnTo>
                <a:lnTo>
                  <a:pt x="9263" y="5568"/>
                </a:lnTo>
                <a:lnTo>
                  <a:pt x="9262" y="5561"/>
                </a:lnTo>
                <a:lnTo>
                  <a:pt x="9262" y="5554"/>
                </a:lnTo>
                <a:lnTo>
                  <a:pt x="9266" y="5544"/>
                </a:lnTo>
                <a:lnTo>
                  <a:pt x="9270" y="5543"/>
                </a:lnTo>
                <a:lnTo>
                  <a:pt x="9274" y="5544"/>
                </a:lnTo>
                <a:lnTo>
                  <a:pt x="9285" y="5554"/>
                </a:lnTo>
                <a:lnTo>
                  <a:pt x="9289" y="5561"/>
                </a:lnTo>
                <a:close/>
                <a:moveTo>
                  <a:pt x="9112" y="5600"/>
                </a:moveTo>
                <a:lnTo>
                  <a:pt x="9108" y="5609"/>
                </a:lnTo>
                <a:lnTo>
                  <a:pt x="9101" y="5602"/>
                </a:lnTo>
                <a:lnTo>
                  <a:pt x="9101" y="5589"/>
                </a:lnTo>
                <a:lnTo>
                  <a:pt x="9100" y="5576"/>
                </a:lnTo>
                <a:lnTo>
                  <a:pt x="9104" y="5566"/>
                </a:lnTo>
                <a:lnTo>
                  <a:pt x="9108" y="5564"/>
                </a:lnTo>
                <a:lnTo>
                  <a:pt x="9110" y="5567"/>
                </a:lnTo>
                <a:lnTo>
                  <a:pt x="9113" y="5572"/>
                </a:lnTo>
                <a:lnTo>
                  <a:pt x="9115" y="5591"/>
                </a:lnTo>
                <a:lnTo>
                  <a:pt x="9112" y="5600"/>
                </a:lnTo>
                <a:close/>
                <a:moveTo>
                  <a:pt x="7715" y="5589"/>
                </a:moveTo>
                <a:lnTo>
                  <a:pt x="7710" y="5594"/>
                </a:lnTo>
                <a:lnTo>
                  <a:pt x="7691" y="5595"/>
                </a:lnTo>
                <a:lnTo>
                  <a:pt x="7682" y="5592"/>
                </a:lnTo>
                <a:lnTo>
                  <a:pt x="7673" y="5587"/>
                </a:lnTo>
                <a:lnTo>
                  <a:pt x="7679" y="5582"/>
                </a:lnTo>
                <a:lnTo>
                  <a:pt x="7692" y="5581"/>
                </a:lnTo>
                <a:lnTo>
                  <a:pt x="7706" y="5581"/>
                </a:lnTo>
                <a:lnTo>
                  <a:pt x="7716" y="5584"/>
                </a:lnTo>
                <a:lnTo>
                  <a:pt x="7717" y="5587"/>
                </a:lnTo>
                <a:lnTo>
                  <a:pt x="7715" y="5589"/>
                </a:lnTo>
                <a:close/>
                <a:moveTo>
                  <a:pt x="9107" y="5763"/>
                </a:moveTo>
                <a:lnTo>
                  <a:pt x="9099" y="5784"/>
                </a:lnTo>
                <a:lnTo>
                  <a:pt x="9089" y="5796"/>
                </a:lnTo>
                <a:lnTo>
                  <a:pt x="9085" y="5795"/>
                </a:lnTo>
                <a:lnTo>
                  <a:pt x="9079" y="5782"/>
                </a:lnTo>
                <a:lnTo>
                  <a:pt x="9077" y="5739"/>
                </a:lnTo>
                <a:lnTo>
                  <a:pt x="9079" y="5709"/>
                </a:lnTo>
                <a:lnTo>
                  <a:pt x="9084" y="5658"/>
                </a:lnTo>
                <a:lnTo>
                  <a:pt x="9091" y="5647"/>
                </a:lnTo>
                <a:lnTo>
                  <a:pt x="9101" y="5679"/>
                </a:lnTo>
                <a:lnTo>
                  <a:pt x="9107" y="5701"/>
                </a:lnTo>
                <a:lnTo>
                  <a:pt x="9110" y="5748"/>
                </a:lnTo>
                <a:lnTo>
                  <a:pt x="9107" y="5763"/>
                </a:lnTo>
                <a:close/>
                <a:moveTo>
                  <a:pt x="7486" y="5722"/>
                </a:moveTo>
                <a:lnTo>
                  <a:pt x="7478" y="5739"/>
                </a:lnTo>
                <a:lnTo>
                  <a:pt x="7478" y="5756"/>
                </a:lnTo>
                <a:lnTo>
                  <a:pt x="7485" y="5763"/>
                </a:lnTo>
                <a:lnTo>
                  <a:pt x="7491" y="5766"/>
                </a:lnTo>
                <a:lnTo>
                  <a:pt x="7499" y="5769"/>
                </a:lnTo>
                <a:lnTo>
                  <a:pt x="7504" y="5782"/>
                </a:lnTo>
                <a:lnTo>
                  <a:pt x="7500" y="5787"/>
                </a:lnTo>
                <a:lnTo>
                  <a:pt x="7493" y="5792"/>
                </a:lnTo>
                <a:lnTo>
                  <a:pt x="7473" y="5785"/>
                </a:lnTo>
                <a:lnTo>
                  <a:pt x="7462" y="5776"/>
                </a:lnTo>
                <a:lnTo>
                  <a:pt x="7452" y="5764"/>
                </a:lnTo>
                <a:lnTo>
                  <a:pt x="7444" y="5735"/>
                </a:lnTo>
                <a:lnTo>
                  <a:pt x="7450" y="5708"/>
                </a:lnTo>
                <a:lnTo>
                  <a:pt x="7462" y="5693"/>
                </a:lnTo>
                <a:lnTo>
                  <a:pt x="7474" y="5688"/>
                </a:lnTo>
                <a:lnTo>
                  <a:pt x="7480" y="5687"/>
                </a:lnTo>
                <a:lnTo>
                  <a:pt x="7486" y="5688"/>
                </a:lnTo>
                <a:lnTo>
                  <a:pt x="7493" y="5692"/>
                </a:lnTo>
                <a:lnTo>
                  <a:pt x="7494" y="5705"/>
                </a:lnTo>
                <a:lnTo>
                  <a:pt x="7486" y="5722"/>
                </a:lnTo>
                <a:close/>
                <a:moveTo>
                  <a:pt x="7394" y="5907"/>
                </a:moveTo>
                <a:lnTo>
                  <a:pt x="7393" y="5921"/>
                </a:lnTo>
                <a:lnTo>
                  <a:pt x="7387" y="5932"/>
                </a:lnTo>
                <a:lnTo>
                  <a:pt x="7380" y="5934"/>
                </a:lnTo>
                <a:lnTo>
                  <a:pt x="7377" y="5932"/>
                </a:lnTo>
                <a:lnTo>
                  <a:pt x="7369" y="5926"/>
                </a:lnTo>
                <a:lnTo>
                  <a:pt x="7360" y="5906"/>
                </a:lnTo>
                <a:lnTo>
                  <a:pt x="7359" y="5894"/>
                </a:lnTo>
                <a:lnTo>
                  <a:pt x="7360" y="5884"/>
                </a:lnTo>
                <a:lnTo>
                  <a:pt x="7369" y="5870"/>
                </a:lnTo>
                <a:lnTo>
                  <a:pt x="7377" y="5869"/>
                </a:lnTo>
                <a:lnTo>
                  <a:pt x="7385" y="5871"/>
                </a:lnTo>
                <a:lnTo>
                  <a:pt x="7393" y="5892"/>
                </a:lnTo>
                <a:lnTo>
                  <a:pt x="7394" y="5907"/>
                </a:lnTo>
                <a:close/>
                <a:moveTo>
                  <a:pt x="7367" y="6032"/>
                </a:moveTo>
                <a:lnTo>
                  <a:pt x="7363" y="6038"/>
                </a:lnTo>
                <a:lnTo>
                  <a:pt x="7347" y="6049"/>
                </a:lnTo>
                <a:lnTo>
                  <a:pt x="7339" y="6050"/>
                </a:lnTo>
                <a:lnTo>
                  <a:pt x="7332" y="6049"/>
                </a:lnTo>
                <a:lnTo>
                  <a:pt x="7323" y="6038"/>
                </a:lnTo>
                <a:lnTo>
                  <a:pt x="7323" y="6032"/>
                </a:lnTo>
                <a:lnTo>
                  <a:pt x="7324" y="6024"/>
                </a:lnTo>
                <a:lnTo>
                  <a:pt x="7339" y="6014"/>
                </a:lnTo>
                <a:lnTo>
                  <a:pt x="7351" y="6013"/>
                </a:lnTo>
                <a:lnTo>
                  <a:pt x="7361" y="6014"/>
                </a:lnTo>
                <a:lnTo>
                  <a:pt x="7370" y="6024"/>
                </a:lnTo>
                <a:lnTo>
                  <a:pt x="7367" y="6032"/>
                </a:lnTo>
                <a:close/>
                <a:moveTo>
                  <a:pt x="8944" y="6159"/>
                </a:moveTo>
                <a:lnTo>
                  <a:pt x="8948" y="6165"/>
                </a:lnTo>
                <a:lnTo>
                  <a:pt x="8943" y="6175"/>
                </a:lnTo>
                <a:lnTo>
                  <a:pt x="8938" y="6176"/>
                </a:lnTo>
                <a:lnTo>
                  <a:pt x="8929" y="6175"/>
                </a:lnTo>
                <a:lnTo>
                  <a:pt x="8918" y="6165"/>
                </a:lnTo>
                <a:lnTo>
                  <a:pt x="8917" y="6159"/>
                </a:lnTo>
                <a:lnTo>
                  <a:pt x="8918" y="6151"/>
                </a:lnTo>
                <a:lnTo>
                  <a:pt x="8922" y="6142"/>
                </a:lnTo>
                <a:lnTo>
                  <a:pt x="8925" y="6140"/>
                </a:lnTo>
                <a:lnTo>
                  <a:pt x="8929" y="6142"/>
                </a:lnTo>
                <a:lnTo>
                  <a:pt x="8940" y="6151"/>
                </a:lnTo>
                <a:lnTo>
                  <a:pt x="8944" y="6159"/>
                </a:lnTo>
                <a:close/>
                <a:moveTo>
                  <a:pt x="8691" y="6211"/>
                </a:moveTo>
                <a:lnTo>
                  <a:pt x="8694" y="6219"/>
                </a:lnTo>
                <a:lnTo>
                  <a:pt x="8690" y="6233"/>
                </a:lnTo>
                <a:lnTo>
                  <a:pt x="8683" y="6238"/>
                </a:lnTo>
                <a:lnTo>
                  <a:pt x="8677" y="6240"/>
                </a:lnTo>
                <a:lnTo>
                  <a:pt x="8663" y="6232"/>
                </a:lnTo>
                <a:lnTo>
                  <a:pt x="8656" y="6222"/>
                </a:lnTo>
                <a:lnTo>
                  <a:pt x="8654" y="6212"/>
                </a:lnTo>
                <a:lnTo>
                  <a:pt x="8657" y="6198"/>
                </a:lnTo>
                <a:lnTo>
                  <a:pt x="8669" y="6195"/>
                </a:lnTo>
                <a:lnTo>
                  <a:pt x="8683" y="6202"/>
                </a:lnTo>
                <a:lnTo>
                  <a:pt x="8691" y="6211"/>
                </a:lnTo>
                <a:close/>
                <a:moveTo>
                  <a:pt x="8639" y="6280"/>
                </a:moveTo>
                <a:lnTo>
                  <a:pt x="8631" y="6285"/>
                </a:lnTo>
                <a:lnTo>
                  <a:pt x="8620" y="6284"/>
                </a:lnTo>
                <a:lnTo>
                  <a:pt x="8614" y="6273"/>
                </a:lnTo>
                <a:lnTo>
                  <a:pt x="8615" y="6257"/>
                </a:lnTo>
                <a:lnTo>
                  <a:pt x="8620" y="6247"/>
                </a:lnTo>
                <a:lnTo>
                  <a:pt x="8628" y="6235"/>
                </a:lnTo>
                <a:lnTo>
                  <a:pt x="8637" y="6235"/>
                </a:lnTo>
                <a:lnTo>
                  <a:pt x="8642" y="6247"/>
                </a:lnTo>
                <a:lnTo>
                  <a:pt x="8644" y="6257"/>
                </a:lnTo>
                <a:lnTo>
                  <a:pt x="8642" y="6275"/>
                </a:lnTo>
                <a:lnTo>
                  <a:pt x="8639" y="6280"/>
                </a:lnTo>
                <a:close/>
                <a:moveTo>
                  <a:pt x="3778" y="6285"/>
                </a:moveTo>
                <a:lnTo>
                  <a:pt x="3781" y="6293"/>
                </a:lnTo>
                <a:lnTo>
                  <a:pt x="3778" y="6302"/>
                </a:lnTo>
                <a:lnTo>
                  <a:pt x="3771" y="6304"/>
                </a:lnTo>
                <a:lnTo>
                  <a:pt x="3763" y="6302"/>
                </a:lnTo>
                <a:lnTo>
                  <a:pt x="3747" y="6293"/>
                </a:lnTo>
                <a:lnTo>
                  <a:pt x="3742" y="6285"/>
                </a:lnTo>
                <a:lnTo>
                  <a:pt x="3738" y="6277"/>
                </a:lnTo>
                <a:lnTo>
                  <a:pt x="3742" y="6268"/>
                </a:lnTo>
                <a:lnTo>
                  <a:pt x="3749" y="6268"/>
                </a:lnTo>
                <a:lnTo>
                  <a:pt x="3757" y="6268"/>
                </a:lnTo>
                <a:lnTo>
                  <a:pt x="3773" y="6277"/>
                </a:lnTo>
                <a:lnTo>
                  <a:pt x="3778" y="6285"/>
                </a:lnTo>
                <a:close/>
                <a:moveTo>
                  <a:pt x="9075" y="6333"/>
                </a:moveTo>
                <a:lnTo>
                  <a:pt x="9068" y="6337"/>
                </a:lnTo>
                <a:lnTo>
                  <a:pt x="9052" y="6335"/>
                </a:lnTo>
                <a:lnTo>
                  <a:pt x="9039" y="6324"/>
                </a:lnTo>
                <a:lnTo>
                  <a:pt x="9034" y="6308"/>
                </a:lnTo>
                <a:lnTo>
                  <a:pt x="9037" y="6300"/>
                </a:lnTo>
                <a:lnTo>
                  <a:pt x="9043" y="6293"/>
                </a:lnTo>
                <a:lnTo>
                  <a:pt x="9059" y="6294"/>
                </a:lnTo>
                <a:lnTo>
                  <a:pt x="9068" y="6301"/>
                </a:lnTo>
                <a:lnTo>
                  <a:pt x="9075" y="6310"/>
                </a:lnTo>
                <a:lnTo>
                  <a:pt x="9079" y="6326"/>
                </a:lnTo>
                <a:lnTo>
                  <a:pt x="9075" y="6333"/>
                </a:lnTo>
                <a:close/>
                <a:moveTo>
                  <a:pt x="3728" y="6333"/>
                </a:moveTo>
                <a:lnTo>
                  <a:pt x="3722" y="6336"/>
                </a:lnTo>
                <a:lnTo>
                  <a:pt x="3703" y="6337"/>
                </a:lnTo>
                <a:lnTo>
                  <a:pt x="3693" y="6334"/>
                </a:lnTo>
                <a:lnTo>
                  <a:pt x="3684" y="6331"/>
                </a:lnTo>
                <a:lnTo>
                  <a:pt x="3691" y="6324"/>
                </a:lnTo>
                <a:lnTo>
                  <a:pt x="3704" y="6323"/>
                </a:lnTo>
                <a:lnTo>
                  <a:pt x="3718" y="6323"/>
                </a:lnTo>
                <a:lnTo>
                  <a:pt x="3729" y="6326"/>
                </a:lnTo>
                <a:lnTo>
                  <a:pt x="3730" y="6331"/>
                </a:lnTo>
                <a:lnTo>
                  <a:pt x="3728" y="6333"/>
                </a:lnTo>
                <a:close/>
                <a:moveTo>
                  <a:pt x="9184" y="6361"/>
                </a:moveTo>
                <a:lnTo>
                  <a:pt x="9181" y="6370"/>
                </a:lnTo>
                <a:lnTo>
                  <a:pt x="9174" y="6363"/>
                </a:lnTo>
                <a:lnTo>
                  <a:pt x="9173" y="6350"/>
                </a:lnTo>
                <a:lnTo>
                  <a:pt x="9173" y="6337"/>
                </a:lnTo>
                <a:lnTo>
                  <a:pt x="9176" y="6326"/>
                </a:lnTo>
                <a:lnTo>
                  <a:pt x="9181" y="6325"/>
                </a:lnTo>
                <a:lnTo>
                  <a:pt x="9183" y="6327"/>
                </a:lnTo>
                <a:lnTo>
                  <a:pt x="9186" y="6333"/>
                </a:lnTo>
                <a:lnTo>
                  <a:pt x="9187" y="6351"/>
                </a:lnTo>
                <a:lnTo>
                  <a:pt x="9184" y="6361"/>
                </a:lnTo>
                <a:close/>
                <a:moveTo>
                  <a:pt x="1031" y="6423"/>
                </a:moveTo>
                <a:lnTo>
                  <a:pt x="1030" y="6434"/>
                </a:lnTo>
                <a:lnTo>
                  <a:pt x="1021" y="6447"/>
                </a:lnTo>
                <a:lnTo>
                  <a:pt x="1014" y="6448"/>
                </a:lnTo>
                <a:lnTo>
                  <a:pt x="1006" y="6446"/>
                </a:lnTo>
                <a:lnTo>
                  <a:pt x="996" y="6426"/>
                </a:lnTo>
                <a:lnTo>
                  <a:pt x="995" y="6410"/>
                </a:lnTo>
                <a:lnTo>
                  <a:pt x="996" y="6397"/>
                </a:lnTo>
                <a:lnTo>
                  <a:pt x="1004" y="6385"/>
                </a:lnTo>
                <a:lnTo>
                  <a:pt x="1010" y="6384"/>
                </a:lnTo>
                <a:lnTo>
                  <a:pt x="1014" y="6385"/>
                </a:lnTo>
                <a:lnTo>
                  <a:pt x="1021" y="6390"/>
                </a:lnTo>
                <a:lnTo>
                  <a:pt x="1030" y="6412"/>
                </a:lnTo>
                <a:lnTo>
                  <a:pt x="1031" y="6423"/>
                </a:lnTo>
                <a:close/>
                <a:moveTo>
                  <a:pt x="2175" y="6436"/>
                </a:moveTo>
                <a:lnTo>
                  <a:pt x="2166" y="6445"/>
                </a:lnTo>
                <a:lnTo>
                  <a:pt x="2156" y="6442"/>
                </a:lnTo>
                <a:lnTo>
                  <a:pt x="2156" y="6429"/>
                </a:lnTo>
                <a:lnTo>
                  <a:pt x="2156" y="6415"/>
                </a:lnTo>
                <a:lnTo>
                  <a:pt x="2163" y="6394"/>
                </a:lnTo>
                <a:lnTo>
                  <a:pt x="2174" y="6383"/>
                </a:lnTo>
                <a:lnTo>
                  <a:pt x="2184" y="6385"/>
                </a:lnTo>
                <a:lnTo>
                  <a:pt x="2188" y="6394"/>
                </a:lnTo>
                <a:lnTo>
                  <a:pt x="2191" y="6405"/>
                </a:lnTo>
                <a:lnTo>
                  <a:pt x="2183" y="6426"/>
                </a:lnTo>
                <a:lnTo>
                  <a:pt x="2175" y="6436"/>
                </a:lnTo>
                <a:close/>
                <a:moveTo>
                  <a:pt x="9178" y="6421"/>
                </a:moveTo>
                <a:lnTo>
                  <a:pt x="9191" y="6432"/>
                </a:lnTo>
                <a:lnTo>
                  <a:pt x="9206" y="6456"/>
                </a:lnTo>
                <a:lnTo>
                  <a:pt x="9206" y="6464"/>
                </a:lnTo>
                <a:lnTo>
                  <a:pt x="9204" y="6468"/>
                </a:lnTo>
                <a:lnTo>
                  <a:pt x="9196" y="6468"/>
                </a:lnTo>
                <a:lnTo>
                  <a:pt x="9175" y="6456"/>
                </a:lnTo>
                <a:lnTo>
                  <a:pt x="9159" y="6439"/>
                </a:lnTo>
                <a:lnTo>
                  <a:pt x="9145" y="6422"/>
                </a:lnTo>
                <a:lnTo>
                  <a:pt x="9132" y="6401"/>
                </a:lnTo>
                <a:lnTo>
                  <a:pt x="9137" y="6396"/>
                </a:lnTo>
                <a:lnTo>
                  <a:pt x="9160" y="6408"/>
                </a:lnTo>
                <a:lnTo>
                  <a:pt x="9178" y="6421"/>
                </a:lnTo>
                <a:close/>
                <a:moveTo>
                  <a:pt x="1064" y="6523"/>
                </a:moveTo>
                <a:lnTo>
                  <a:pt x="1061" y="6527"/>
                </a:lnTo>
                <a:lnTo>
                  <a:pt x="1057" y="6530"/>
                </a:lnTo>
                <a:lnTo>
                  <a:pt x="1050" y="6521"/>
                </a:lnTo>
                <a:lnTo>
                  <a:pt x="1044" y="6505"/>
                </a:lnTo>
                <a:lnTo>
                  <a:pt x="1040" y="6484"/>
                </a:lnTo>
                <a:lnTo>
                  <a:pt x="1042" y="6474"/>
                </a:lnTo>
                <a:lnTo>
                  <a:pt x="1048" y="6476"/>
                </a:lnTo>
                <a:lnTo>
                  <a:pt x="1053" y="6481"/>
                </a:lnTo>
                <a:lnTo>
                  <a:pt x="1059" y="6489"/>
                </a:lnTo>
                <a:lnTo>
                  <a:pt x="1066" y="6512"/>
                </a:lnTo>
                <a:lnTo>
                  <a:pt x="1064" y="6523"/>
                </a:lnTo>
                <a:close/>
                <a:moveTo>
                  <a:pt x="404" y="6675"/>
                </a:moveTo>
                <a:lnTo>
                  <a:pt x="398" y="6685"/>
                </a:lnTo>
                <a:lnTo>
                  <a:pt x="377" y="6700"/>
                </a:lnTo>
                <a:lnTo>
                  <a:pt x="366" y="6702"/>
                </a:lnTo>
                <a:lnTo>
                  <a:pt x="358" y="6702"/>
                </a:lnTo>
                <a:lnTo>
                  <a:pt x="349" y="6699"/>
                </a:lnTo>
                <a:lnTo>
                  <a:pt x="349" y="6689"/>
                </a:lnTo>
                <a:lnTo>
                  <a:pt x="361" y="6675"/>
                </a:lnTo>
                <a:lnTo>
                  <a:pt x="371" y="6664"/>
                </a:lnTo>
                <a:lnTo>
                  <a:pt x="391" y="6649"/>
                </a:lnTo>
                <a:lnTo>
                  <a:pt x="399" y="6648"/>
                </a:lnTo>
                <a:lnTo>
                  <a:pt x="404" y="6649"/>
                </a:lnTo>
                <a:lnTo>
                  <a:pt x="408" y="6664"/>
                </a:lnTo>
                <a:lnTo>
                  <a:pt x="404" y="6675"/>
                </a:lnTo>
                <a:close/>
                <a:moveTo>
                  <a:pt x="6764" y="6769"/>
                </a:moveTo>
                <a:lnTo>
                  <a:pt x="6749" y="6780"/>
                </a:lnTo>
                <a:lnTo>
                  <a:pt x="6725" y="6781"/>
                </a:lnTo>
                <a:lnTo>
                  <a:pt x="6713" y="6773"/>
                </a:lnTo>
                <a:lnTo>
                  <a:pt x="6708" y="6768"/>
                </a:lnTo>
                <a:lnTo>
                  <a:pt x="6704" y="6757"/>
                </a:lnTo>
                <a:lnTo>
                  <a:pt x="6711" y="6734"/>
                </a:lnTo>
                <a:lnTo>
                  <a:pt x="6731" y="6711"/>
                </a:lnTo>
                <a:lnTo>
                  <a:pt x="6769" y="6668"/>
                </a:lnTo>
                <a:lnTo>
                  <a:pt x="6780" y="6708"/>
                </a:lnTo>
                <a:lnTo>
                  <a:pt x="6784" y="6726"/>
                </a:lnTo>
                <a:lnTo>
                  <a:pt x="6775" y="6758"/>
                </a:lnTo>
                <a:lnTo>
                  <a:pt x="6764" y="6769"/>
                </a:lnTo>
                <a:close/>
                <a:moveTo>
                  <a:pt x="404" y="6778"/>
                </a:moveTo>
                <a:lnTo>
                  <a:pt x="400" y="6827"/>
                </a:lnTo>
                <a:lnTo>
                  <a:pt x="399" y="6850"/>
                </a:lnTo>
                <a:lnTo>
                  <a:pt x="397" y="6857"/>
                </a:lnTo>
                <a:lnTo>
                  <a:pt x="386" y="6864"/>
                </a:lnTo>
                <a:lnTo>
                  <a:pt x="378" y="6865"/>
                </a:lnTo>
                <a:lnTo>
                  <a:pt x="373" y="6864"/>
                </a:lnTo>
                <a:lnTo>
                  <a:pt x="365" y="6852"/>
                </a:lnTo>
                <a:lnTo>
                  <a:pt x="363" y="6821"/>
                </a:lnTo>
                <a:lnTo>
                  <a:pt x="374" y="6768"/>
                </a:lnTo>
                <a:lnTo>
                  <a:pt x="389" y="6735"/>
                </a:lnTo>
                <a:lnTo>
                  <a:pt x="401" y="6722"/>
                </a:lnTo>
                <a:lnTo>
                  <a:pt x="408" y="6720"/>
                </a:lnTo>
                <a:lnTo>
                  <a:pt x="409" y="6734"/>
                </a:lnTo>
                <a:lnTo>
                  <a:pt x="404" y="6778"/>
                </a:lnTo>
                <a:close/>
                <a:moveTo>
                  <a:pt x="2880" y="6727"/>
                </a:moveTo>
                <a:lnTo>
                  <a:pt x="2879" y="6732"/>
                </a:lnTo>
                <a:lnTo>
                  <a:pt x="2870" y="6743"/>
                </a:lnTo>
                <a:lnTo>
                  <a:pt x="2863" y="6747"/>
                </a:lnTo>
                <a:lnTo>
                  <a:pt x="2855" y="6750"/>
                </a:lnTo>
                <a:lnTo>
                  <a:pt x="2845" y="6746"/>
                </a:lnTo>
                <a:lnTo>
                  <a:pt x="2844" y="6740"/>
                </a:lnTo>
                <a:lnTo>
                  <a:pt x="2845" y="6732"/>
                </a:lnTo>
                <a:lnTo>
                  <a:pt x="2855" y="6721"/>
                </a:lnTo>
                <a:lnTo>
                  <a:pt x="2863" y="6720"/>
                </a:lnTo>
                <a:lnTo>
                  <a:pt x="2870" y="6721"/>
                </a:lnTo>
                <a:lnTo>
                  <a:pt x="2879" y="6724"/>
                </a:lnTo>
                <a:lnTo>
                  <a:pt x="2880" y="6727"/>
                </a:lnTo>
                <a:close/>
                <a:moveTo>
                  <a:pt x="2518" y="6920"/>
                </a:moveTo>
                <a:lnTo>
                  <a:pt x="2531" y="6933"/>
                </a:lnTo>
                <a:lnTo>
                  <a:pt x="2544" y="6950"/>
                </a:lnTo>
                <a:lnTo>
                  <a:pt x="2540" y="6955"/>
                </a:lnTo>
                <a:lnTo>
                  <a:pt x="2517" y="6947"/>
                </a:lnTo>
                <a:lnTo>
                  <a:pt x="2498" y="6937"/>
                </a:lnTo>
                <a:lnTo>
                  <a:pt x="2484" y="6928"/>
                </a:lnTo>
                <a:lnTo>
                  <a:pt x="2466" y="6909"/>
                </a:lnTo>
                <a:lnTo>
                  <a:pt x="2464" y="6901"/>
                </a:lnTo>
                <a:lnTo>
                  <a:pt x="2464" y="6893"/>
                </a:lnTo>
                <a:lnTo>
                  <a:pt x="2470" y="6884"/>
                </a:lnTo>
                <a:lnTo>
                  <a:pt x="2491" y="6894"/>
                </a:lnTo>
                <a:lnTo>
                  <a:pt x="2518" y="6920"/>
                </a:lnTo>
                <a:close/>
                <a:moveTo>
                  <a:pt x="2672" y="6991"/>
                </a:moveTo>
                <a:lnTo>
                  <a:pt x="2675" y="6999"/>
                </a:lnTo>
                <a:lnTo>
                  <a:pt x="2671" y="7009"/>
                </a:lnTo>
                <a:lnTo>
                  <a:pt x="2665" y="7010"/>
                </a:lnTo>
                <a:lnTo>
                  <a:pt x="2657" y="7009"/>
                </a:lnTo>
                <a:lnTo>
                  <a:pt x="2646" y="6999"/>
                </a:lnTo>
                <a:lnTo>
                  <a:pt x="2645" y="6991"/>
                </a:lnTo>
                <a:lnTo>
                  <a:pt x="2645" y="6984"/>
                </a:lnTo>
                <a:lnTo>
                  <a:pt x="2650" y="6974"/>
                </a:lnTo>
                <a:lnTo>
                  <a:pt x="2652" y="6974"/>
                </a:lnTo>
                <a:lnTo>
                  <a:pt x="2656" y="6974"/>
                </a:lnTo>
                <a:lnTo>
                  <a:pt x="2667" y="6984"/>
                </a:lnTo>
                <a:lnTo>
                  <a:pt x="2672" y="6991"/>
                </a:lnTo>
                <a:close/>
                <a:moveTo>
                  <a:pt x="8664" y="7046"/>
                </a:moveTo>
                <a:lnTo>
                  <a:pt x="8663" y="7053"/>
                </a:lnTo>
                <a:lnTo>
                  <a:pt x="8653" y="7063"/>
                </a:lnTo>
                <a:lnTo>
                  <a:pt x="8645" y="7064"/>
                </a:lnTo>
                <a:lnTo>
                  <a:pt x="8639" y="7063"/>
                </a:lnTo>
                <a:lnTo>
                  <a:pt x="8629" y="7053"/>
                </a:lnTo>
                <a:lnTo>
                  <a:pt x="8628" y="7046"/>
                </a:lnTo>
                <a:lnTo>
                  <a:pt x="8629" y="7038"/>
                </a:lnTo>
                <a:lnTo>
                  <a:pt x="8639" y="7028"/>
                </a:lnTo>
                <a:lnTo>
                  <a:pt x="8645" y="7028"/>
                </a:lnTo>
                <a:lnTo>
                  <a:pt x="8653" y="7028"/>
                </a:lnTo>
                <a:lnTo>
                  <a:pt x="8663" y="7038"/>
                </a:lnTo>
                <a:lnTo>
                  <a:pt x="8664" y="7046"/>
                </a:lnTo>
                <a:close/>
                <a:moveTo>
                  <a:pt x="4375" y="7127"/>
                </a:moveTo>
                <a:lnTo>
                  <a:pt x="4368" y="7137"/>
                </a:lnTo>
                <a:lnTo>
                  <a:pt x="4354" y="7147"/>
                </a:lnTo>
                <a:lnTo>
                  <a:pt x="4348" y="7144"/>
                </a:lnTo>
                <a:lnTo>
                  <a:pt x="4339" y="7138"/>
                </a:lnTo>
                <a:lnTo>
                  <a:pt x="4331" y="7124"/>
                </a:lnTo>
                <a:lnTo>
                  <a:pt x="4335" y="7110"/>
                </a:lnTo>
                <a:lnTo>
                  <a:pt x="4348" y="7101"/>
                </a:lnTo>
                <a:lnTo>
                  <a:pt x="4358" y="7100"/>
                </a:lnTo>
                <a:lnTo>
                  <a:pt x="4369" y="7102"/>
                </a:lnTo>
                <a:lnTo>
                  <a:pt x="4377" y="7116"/>
                </a:lnTo>
                <a:lnTo>
                  <a:pt x="4375" y="7127"/>
                </a:lnTo>
                <a:close/>
                <a:moveTo>
                  <a:pt x="8220" y="7260"/>
                </a:moveTo>
                <a:lnTo>
                  <a:pt x="8215" y="7262"/>
                </a:lnTo>
                <a:lnTo>
                  <a:pt x="8197" y="7256"/>
                </a:lnTo>
                <a:lnTo>
                  <a:pt x="8187" y="7247"/>
                </a:lnTo>
                <a:lnTo>
                  <a:pt x="8177" y="7236"/>
                </a:lnTo>
                <a:lnTo>
                  <a:pt x="8182" y="7232"/>
                </a:lnTo>
                <a:lnTo>
                  <a:pt x="8198" y="7238"/>
                </a:lnTo>
                <a:lnTo>
                  <a:pt x="8210" y="7243"/>
                </a:lnTo>
                <a:lnTo>
                  <a:pt x="8222" y="7256"/>
                </a:lnTo>
                <a:lnTo>
                  <a:pt x="8220" y="7260"/>
                </a:lnTo>
                <a:close/>
                <a:moveTo>
                  <a:pt x="5424" y="7309"/>
                </a:moveTo>
                <a:lnTo>
                  <a:pt x="5419" y="7322"/>
                </a:lnTo>
                <a:lnTo>
                  <a:pt x="5411" y="7335"/>
                </a:lnTo>
                <a:lnTo>
                  <a:pt x="5407" y="7333"/>
                </a:lnTo>
                <a:lnTo>
                  <a:pt x="5405" y="7316"/>
                </a:lnTo>
                <a:lnTo>
                  <a:pt x="5406" y="7301"/>
                </a:lnTo>
                <a:lnTo>
                  <a:pt x="5407" y="7287"/>
                </a:lnTo>
                <a:lnTo>
                  <a:pt x="5414" y="7275"/>
                </a:lnTo>
                <a:lnTo>
                  <a:pt x="5419" y="7273"/>
                </a:lnTo>
                <a:lnTo>
                  <a:pt x="5422" y="7274"/>
                </a:lnTo>
                <a:lnTo>
                  <a:pt x="5427" y="7280"/>
                </a:lnTo>
                <a:lnTo>
                  <a:pt x="5429" y="7298"/>
                </a:lnTo>
                <a:lnTo>
                  <a:pt x="5424" y="7309"/>
                </a:lnTo>
                <a:close/>
                <a:moveTo>
                  <a:pt x="8289" y="7311"/>
                </a:moveTo>
                <a:lnTo>
                  <a:pt x="8283" y="7322"/>
                </a:lnTo>
                <a:lnTo>
                  <a:pt x="8269" y="7327"/>
                </a:lnTo>
                <a:lnTo>
                  <a:pt x="8261" y="7322"/>
                </a:lnTo>
                <a:lnTo>
                  <a:pt x="8255" y="7313"/>
                </a:lnTo>
                <a:lnTo>
                  <a:pt x="8252" y="7293"/>
                </a:lnTo>
                <a:lnTo>
                  <a:pt x="8260" y="7275"/>
                </a:lnTo>
                <a:lnTo>
                  <a:pt x="8274" y="7269"/>
                </a:lnTo>
                <a:lnTo>
                  <a:pt x="8283" y="7273"/>
                </a:lnTo>
                <a:lnTo>
                  <a:pt x="8289" y="7278"/>
                </a:lnTo>
                <a:lnTo>
                  <a:pt x="8292" y="7299"/>
                </a:lnTo>
                <a:lnTo>
                  <a:pt x="8289" y="7311"/>
                </a:lnTo>
                <a:close/>
                <a:moveTo>
                  <a:pt x="1757" y="7298"/>
                </a:moveTo>
                <a:lnTo>
                  <a:pt x="1755" y="7308"/>
                </a:lnTo>
                <a:lnTo>
                  <a:pt x="1744" y="7324"/>
                </a:lnTo>
                <a:lnTo>
                  <a:pt x="1726" y="7332"/>
                </a:lnTo>
                <a:lnTo>
                  <a:pt x="1710" y="7330"/>
                </a:lnTo>
                <a:lnTo>
                  <a:pt x="1705" y="7322"/>
                </a:lnTo>
                <a:lnTo>
                  <a:pt x="1702" y="7313"/>
                </a:lnTo>
                <a:lnTo>
                  <a:pt x="1688" y="7308"/>
                </a:lnTo>
                <a:lnTo>
                  <a:pt x="1680" y="7311"/>
                </a:lnTo>
                <a:lnTo>
                  <a:pt x="1672" y="7314"/>
                </a:lnTo>
                <a:lnTo>
                  <a:pt x="1668" y="7311"/>
                </a:lnTo>
                <a:lnTo>
                  <a:pt x="1673" y="7303"/>
                </a:lnTo>
                <a:lnTo>
                  <a:pt x="1680" y="7295"/>
                </a:lnTo>
                <a:lnTo>
                  <a:pt x="1707" y="7284"/>
                </a:lnTo>
                <a:lnTo>
                  <a:pt x="1735" y="7283"/>
                </a:lnTo>
                <a:lnTo>
                  <a:pt x="1750" y="7287"/>
                </a:lnTo>
                <a:lnTo>
                  <a:pt x="1757" y="7294"/>
                </a:lnTo>
                <a:lnTo>
                  <a:pt x="1757" y="7298"/>
                </a:lnTo>
                <a:close/>
                <a:moveTo>
                  <a:pt x="6143" y="7358"/>
                </a:moveTo>
                <a:lnTo>
                  <a:pt x="6142" y="7364"/>
                </a:lnTo>
                <a:lnTo>
                  <a:pt x="6129" y="7372"/>
                </a:lnTo>
                <a:lnTo>
                  <a:pt x="6118" y="7372"/>
                </a:lnTo>
                <a:lnTo>
                  <a:pt x="6113" y="7372"/>
                </a:lnTo>
                <a:lnTo>
                  <a:pt x="6104" y="7368"/>
                </a:lnTo>
                <a:lnTo>
                  <a:pt x="6099" y="7351"/>
                </a:lnTo>
                <a:lnTo>
                  <a:pt x="6102" y="7334"/>
                </a:lnTo>
                <a:lnTo>
                  <a:pt x="6108" y="7315"/>
                </a:lnTo>
                <a:lnTo>
                  <a:pt x="6116" y="7310"/>
                </a:lnTo>
                <a:lnTo>
                  <a:pt x="6124" y="7315"/>
                </a:lnTo>
                <a:lnTo>
                  <a:pt x="6127" y="7322"/>
                </a:lnTo>
                <a:lnTo>
                  <a:pt x="6140" y="7343"/>
                </a:lnTo>
                <a:lnTo>
                  <a:pt x="6143" y="7358"/>
                </a:lnTo>
                <a:close/>
                <a:moveTo>
                  <a:pt x="4864" y="7347"/>
                </a:moveTo>
                <a:lnTo>
                  <a:pt x="4868" y="7359"/>
                </a:lnTo>
                <a:lnTo>
                  <a:pt x="4862" y="7366"/>
                </a:lnTo>
                <a:lnTo>
                  <a:pt x="4853" y="7361"/>
                </a:lnTo>
                <a:lnTo>
                  <a:pt x="4844" y="7357"/>
                </a:lnTo>
                <a:lnTo>
                  <a:pt x="4839" y="7364"/>
                </a:lnTo>
                <a:lnTo>
                  <a:pt x="4844" y="7377"/>
                </a:lnTo>
                <a:lnTo>
                  <a:pt x="4847" y="7390"/>
                </a:lnTo>
                <a:lnTo>
                  <a:pt x="4845" y="7407"/>
                </a:lnTo>
                <a:lnTo>
                  <a:pt x="4838" y="7409"/>
                </a:lnTo>
                <a:lnTo>
                  <a:pt x="4828" y="7408"/>
                </a:lnTo>
                <a:lnTo>
                  <a:pt x="4814" y="7396"/>
                </a:lnTo>
                <a:lnTo>
                  <a:pt x="4810" y="7377"/>
                </a:lnTo>
                <a:lnTo>
                  <a:pt x="4816" y="7357"/>
                </a:lnTo>
                <a:lnTo>
                  <a:pt x="4824" y="7347"/>
                </a:lnTo>
                <a:lnTo>
                  <a:pt x="4841" y="7325"/>
                </a:lnTo>
                <a:lnTo>
                  <a:pt x="4857" y="7325"/>
                </a:lnTo>
                <a:lnTo>
                  <a:pt x="4864" y="7347"/>
                </a:lnTo>
                <a:close/>
                <a:moveTo>
                  <a:pt x="5379" y="7361"/>
                </a:moveTo>
                <a:lnTo>
                  <a:pt x="5379" y="7379"/>
                </a:lnTo>
                <a:lnTo>
                  <a:pt x="5365" y="7416"/>
                </a:lnTo>
                <a:lnTo>
                  <a:pt x="5354" y="7428"/>
                </a:lnTo>
                <a:lnTo>
                  <a:pt x="5345" y="7435"/>
                </a:lnTo>
                <a:lnTo>
                  <a:pt x="5335" y="7440"/>
                </a:lnTo>
                <a:lnTo>
                  <a:pt x="5332" y="7427"/>
                </a:lnTo>
                <a:lnTo>
                  <a:pt x="5339" y="7398"/>
                </a:lnTo>
                <a:lnTo>
                  <a:pt x="5347" y="7366"/>
                </a:lnTo>
                <a:lnTo>
                  <a:pt x="5360" y="7328"/>
                </a:lnTo>
                <a:lnTo>
                  <a:pt x="5367" y="7320"/>
                </a:lnTo>
                <a:lnTo>
                  <a:pt x="5371" y="7323"/>
                </a:lnTo>
                <a:lnTo>
                  <a:pt x="5377" y="7339"/>
                </a:lnTo>
                <a:lnTo>
                  <a:pt x="5379" y="7361"/>
                </a:lnTo>
                <a:close/>
                <a:moveTo>
                  <a:pt x="4974" y="7355"/>
                </a:moveTo>
                <a:lnTo>
                  <a:pt x="4977" y="7361"/>
                </a:lnTo>
                <a:lnTo>
                  <a:pt x="4973" y="7371"/>
                </a:lnTo>
                <a:lnTo>
                  <a:pt x="4968" y="7372"/>
                </a:lnTo>
                <a:lnTo>
                  <a:pt x="4959" y="7371"/>
                </a:lnTo>
                <a:lnTo>
                  <a:pt x="4948" y="7361"/>
                </a:lnTo>
                <a:lnTo>
                  <a:pt x="4947" y="7355"/>
                </a:lnTo>
                <a:lnTo>
                  <a:pt x="4948" y="7347"/>
                </a:lnTo>
                <a:lnTo>
                  <a:pt x="4951" y="7337"/>
                </a:lnTo>
                <a:lnTo>
                  <a:pt x="4955" y="7336"/>
                </a:lnTo>
                <a:lnTo>
                  <a:pt x="4959" y="7337"/>
                </a:lnTo>
                <a:lnTo>
                  <a:pt x="4970" y="7347"/>
                </a:lnTo>
                <a:lnTo>
                  <a:pt x="4974" y="7355"/>
                </a:lnTo>
                <a:close/>
                <a:moveTo>
                  <a:pt x="1721" y="7372"/>
                </a:moveTo>
                <a:lnTo>
                  <a:pt x="1718" y="7379"/>
                </a:lnTo>
                <a:lnTo>
                  <a:pt x="1701" y="7389"/>
                </a:lnTo>
                <a:lnTo>
                  <a:pt x="1689" y="7390"/>
                </a:lnTo>
                <a:lnTo>
                  <a:pt x="1672" y="7390"/>
                </a:lnTo>
                <a:lnTo>
                  <a:pt x="1670" y="7382"/>
                </a:lnTo>
                <a:lnTo>
                  <a:pt x="1684" y="7372"/>
                </a:lnTo>
                <a:lnTo>
                  <a:pt x="1705" y="7359"/>
                </a:lnTo>
                <a:lnTo>
                  <a:pt x="1718" y="7357"/>
                </a:lnTo>
                <a:lnTo>
                  <a:pt x="1721" y="7364"/>
                </a:lnTo>
                <a:lnTo>
                  <a:pt x="1721" y="7372"/>
                </a:lnTo>
                <a:close/>
                <a:moveTo>
                  <a:pt x="8191" y="7372"/>
                </a:moveTo>
                <a:lnTo>
                  <a:pt x="8200" y="7373"/>
                </a:lnTo>
                <a:lnTo>
                  <a:pt x="8207" y="7379"/>
                </a:lnTo>
                <a:lnTo>
                  <a:pt x="8204" y="7385"/>
                </a:lnTo>
                <a:lnTo>
                  <a:pt x="8196" y="7391"/>
                </a:lnTo>
                <a:lnTo>
                  <a:pt x="8168" y="7401"/>
                </a:lnTo>
                <a:lnTo>
                  <a:pt x="8133" y="7406"/>
                </a:lnTo>
                <a:lnTo>
                  <a:pt x="8100" y="7403"/>
                </a:lnTo>
                <a:lnTo>
                  <a:pt x="8087" y="7399"/>
                </a:lnTo>
                <a:lnTo>
                  <a:pt x="8075" y="7394"/>
                </a:lnTo>
                <a:lnTo>
                  <a:pt x="8071" y="7378"/>
                </a:lnTo>
                <a:lnTo>
                  <a:pt x="8085" y="7364"/>
                </a:lnTo>
                <a:lnTo>
                  <a:pt x="8111" y="7359"/>
                </a:lnTo>
                <a:lnTo>
                  <a:pt x="8128" y="7361"/>
                </a:lnTo>
                <a:lnTo>
                  <a:pt x="8161" y="7370"/>
                </a:lnTo>
                <a:lnTo>
                  <a:pt x="8191" y="7372"/>
                </a:lnTo>
                <a:close/>
                <a:moveTo>
                  <a:pt x="5082" y="7575"/>
                </a:moveTo>
                <a:lnTo>
                  <a:pt x="5085" y="7578"/>
                </a:lnTo>
                <a:lnTo>
                  <a:pt x="5086" y="7584"/>
                </a:lnTo>
                <a:lnTo>
                  <a:pt x="5076" y="7589"/>
                </a:lnTo>
                <a:lnTo>
                  <a:pt x="5061" y="7589"/>
                </a:lnTo>
                <a:lnTo>
                  <a:pt x="5045" y="7588"/>
                </a:lnTo>
                <a:lnTo>
                  <a:pt x="5026" y="7579"/>
                </a:lnTo>
                <a:lnTo>
                  <a:pt x="5021" y="7571"/>
                </a:lnTo>
                <a:lnTo>
                  <a:pt x="5020" y="7566"/>
                </a:lnTo>
                <a:lnTo>
                  <a:pt x="5021" y="7553"/>
                </a:lnTo>
                <a:lnTo>
                  <a:pt x="5029" y="7534"/>
                </a:lnTo>
                <a:lnTo>
                  <a:pt x="5039" y="7525"/>
                </a:lnTo>
                <a:lnTo>
                  <a:pt x="5050" y="7529"/>
                </a:lnTo>
                <a:lnTo>
                  <a:pt x="5055" y="7539"/>
                </a:lnTo>
                <a:lnTo>
                  <a:pt x="5058" y="7549"/>
                </a:lnTo>
                <a:lnTo>
                  <a:pt x="5073" y="7569"/>
                </a:lnTo>
                <a:lnTo>
                  <a:pt x="5082" y="7575"/>
                </a:lnTo>
                <a:close/>
                <a:moveTo>
                  <a:pt x="5279" y="7556"/>
                </a:moveTo>
                <a:lnTo>
                  <a:pt x="5283" y="7574"/>
                </a:lnTo>
                <a:lnTo>
                  <a:pt x="5277" y="7581"/>
                </a:lnTo>
                <a:lnTo>
                  <a:pt x="5262" y="7570"/>
                </a:lnTo>
                <a:lnTo>
                  <a:pt x="5254" y="7561"/>
                </a:lnTo>
                <a:lnTo>
                  <a:pt x="5246" y="7541"/>
                </a:lnTo>
                <a:lnTo>
                  <a:pt x="5248" y="7534"/>
                </a:lnTo>
                <a:lnTo>
                  <a:pt x="5254" y="7525"/>
                </a:lnTo>
                <a:lnTo>
                  <a:pt x="5261" y="7519"/>
                </a:lnTo>
                <a:lnTo>
                  <a:pt x="5271" y="7528"/>
                </a:lnTo>
                <a:lnTo>
                  <a:pt x="5279" y="7556"/>
                </a:lnTo>
                <a:close/>
                <a:moveTo>
                  <a:pt x="5147" y="7608"/>
                </a:moveTo>
                <a:lnTo>
                  <a:pt x="5146" y="7614"/>
                </a:lnTo>
                <a:lnTo>
                  <a:pt x="5136" y="7625"/>
                </a:lnTo>
                <a:lnTo>
                  <a:pt x="5129" y="7626"/>
                </a:lnTo>
                <a:lnTo>
                  <a:pt x="5122" y="7625"/>
                </a:lnTo>
                <a:lnTo>
                  <a:pt x="5111" y="7614"/>
                </a:lnTo>
                <a:lnTo>
                  <a:pt x="5110" y="7608"/>
                </a:lnTo>
                <a:lnTo>
                  <a:pt x="5111" y="7600"/>
                </a:lnTo>
                <a:lnTo>
                  <a:pt x="5122" y="7590"/>
                </a:lnTo>
                <a:lnTo>
                  <a:pt x="5129" y="7589"/>
                </a:lnTo>
                <a:lnTo>
                  <a:pt x="5136" y="7590"/>
                </a:lnTo>
                <a:lnTo>
                  <a:pt x="5146" y="7600"/>
                </a:lnTo>
                <a:lnTo>
                  <a:pt x="5147" y="7608"/>
                </a:lnTo>
                <a:close/>
                <a:moveTo>
                  <a:pt x="6951" y="7691"/>
                </a:moveTo>
                <a:lnTo>
                  <a:pt x="6961" y="7710"/>
                </a:lnTo>
                <a:lnTo>
                  <a:pt x="6972" y="7737"/>
                </a:lnTo>
                <a:lnTo>
                  <a:pt x="6971" y="7747"/>
                </a:lnTo>
                <a:lnTo>
                  <a:pt x="6967" y="7748"/>
                </a:lnTo>
                <a:lnTo>
                  <a:pt x="6954" y="7739"/>
                </a:lnTo>
                <a:lnTo>
                  <a:pt x="6942" y="7725"/>
                </a:lnTo>
                <a:lnTo>
                  <a:pt x="6931" y="7715"/>
                </a:lnTo>
                <a:lnTo>
                  <a:pt x="6909" y="7700"/>
                </a:lnTo>
                <a:lnTo>
                  <a:pt x="6902" y="7698"/>
                </a:lnTo>
                <a:lnTo>
                  <a:pt x="6894" y="7699"/>
                </a:lnTo>
                <a:lnTo>
                  <a:pt x="6894" y="7710"/>
                </a:lnTo>
                <a:lnTo>
                  <a:pt x="6902" y="7720"/>
                </a:lnTo>
                <a:lnTo>
                  <a:pt x="6906" y="7726"/>
                </a:lnTo>
                <a:lnTo>
                  <a:pt x="6909" y="7736"/>
                </a:lnTo>
                <a:lnTo>
                  <a:pt x="6899" y="7743"/>
                </a:lnTo>
                <a:lnTo>
                  <a:pt x="6880" y="7744"/>
                </a:lnTo>
                <a:lnTo>
                  <a:pt x="6870" y="7744"/>
                </a:lnTo>
                <a:lnTo>
                  <a:pt x="6855" y="7739"/>
                </a:lnTo>
                <a:lnTo>
                  <a:pt x="6845" y="7731"/>
                </a:lnTo>
                <a:lnTo>
                  <a:pt x="6843" y="7718"/>
                </a:lnTo>
                <a:lnTo>
                  <a:pt x="6844" y="7708"/>
                </a:lnTo>
                <a:lnTo>
                  <a:pt x="6846" y="7694"/>
                </a:lnTo>
                <a:lnTo>
                  <a:pt x="6859" y="7675"/>
                </a:lnTo>
                <a:lnTo>
                  <a:pt x="6867" y="7675"/>
                </a:lnTo>
                <a:lnTo>
                  <a:pt x="6876" y="7676"/>
                </a:lnTo>
                <a:lnTo>
                  <a:pt x="6886" y="7669"/>
                </a:lnTo>
                <a:lnTo>
                  <a:pt x="6888" y="7662"/>
                </a:lnTo>
                <a:lnTo>
                  <a:pt x="6889" y="7651"/>
                </a:lnTo>
                <a:lnTo>
                  <a:pt x="6898" y="7644"/>
                </a:lnTo>
                <a:lnTo>
                  <a:pt x="6916" y="7652"/>
                </a:lnTo>
                <a:lnTo>
                  <a:pt x="6939" y="7674"/>
                </a:lnTo>
                <a:lnTo>
                  <a:pt x="6951" y="7691"/>
                </a:lnTo>
                <a:close/>
                <a:moveTo>
                  <a:pt x="5292" y="7716"/>
                </a:moveTo>
                <a:lnTo>
                  <a:pt x="5291" y="7723"/>
                </a:lnTo>
                <a:lnTo>
                  <a:pt x="5281" y="7734"/>
                </a:lnTo>
                <a:lnTo>
                  <a:pt x="5273" y="7735"/>
                </a:lnTo>
                <a:lnTo>
                  <a:pt x="5267" y="7734"/>
                </a:lnTo>
                <a:lnTo>
                  <a:pt x="5257" y="7723"/>
                </a:lnTo>
                <a:lnTo>
                  <a:pt x="5256" y="7716"/>
                </a:lnTo>
                <a:lnTo>
                  <a:pt x="5257" y="7709"/>
                </a:lnTo>
                <a:lnTo>
                  <a:pt x="5267" y="7699"/>
                </a:lnTo>
                <a:lnTo>
                  <a:pt x="5273" y="7698"/>
                </a:lnTo>
                <a:lnTo>
                  <a:pt x="5281" y="7699"/>
                </a:lnTo>
                <a:lnTo>
                  <a:pt x="5291" y="7709"/>
                </a:lnTo>
                <a:lnTo>
                  <a:pt x="5292" y="771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87" name="Freeform 560">
            <a:extLst>
              <a:ext uri="{FF2B5EF4-FFF2-40B4-BE49-F238E27FC236}">
                <a16:creationId xmlns:a16="http://schemas.microsoft.com/office/drawing/2014/main" id="{6D2C991D-A5B7-44EE-9378-962183F0CC22}"/>
              </a:ext>
            </a:extLst>
          </p:cNvPr>
          <p:cNvSpPr>
            <a:spLocks noEditPoints="1"/>
          </p:cNvSpPr>
          <p:nvPr/>
        </p:nvSpPr>
        <p:spPr bwMode="auto">
          <a:xfrm>
            <a:off x="273351" y="5042293"/>
            <a:ext cx="2150062" cy="759732"/>
          </a:xfrm>
          <a:custGeom>
            <a:avLst/>
            <a:gdLst>
              <a:gd name="T0" fmla="*/ 5944 w 9990"/>
              <a:gd name="T1" fmla="*/ 92 h 3529"/>
              <a:gd name="T2" fmla="*/ 5475 w 9990"/>
              <a:gd name="T3" fmla="*/ 280 h 3529"/>
              <a:gd name="T4" fmla="*/ 4569 w 9990"/>
              <a:gd name="T5" fmla="*/ 268 h 3529"/>
              <a:gd name="T6" fmla="*/ 3639 w 9990"/>
              <a:gd name="T7" fmla="*/ 337 h 3529"/>
              <a:gd name="T8" fmla="*/ 4140 w 9990"/>
              <a:gd name="T9" fmla="*/ 591 h 3529"/>
              <a:gd name="T10" fmla="*/ 3374 w 9990"/>
              <a:gd name="T11" fmla="*/ 879 h 3529"/>
              <a:gd name="T12" fmla="*/ 2358 w 9990"/>
              <a:gd name="T13" fmla="*/ 810 h 3529"/>
              <a:gd name="T14" fmla="*/ 1288 w 9990"/>
              <a:gd name="T15" fmla="*/ 936 h 3529"/>
              <a:gd name="T16" fmla="*/ 721 w 9990"/>
              <a:gd name="T17" fmla="*/ 694 h 3529"/>
              <a:gd name="T18" fmla="*/ 719 w 9990"/>
              <a:gd name="T19" fmla="*/ 1141 h 3529"/>
              <a:gd name="T20" fmla="*/ 229 w 9990"/>
              <a:gd name="T21" fmla="*/ 1406 h 3529"/>
              <a:gd name="T22" fmla="*/ 265 w 9990"/>
              <a:gd name="T23" fmla="*/ 1818 h 3529"/>
              <a:gd name="T24" fmla="*/ 1460 w 9990"/>
              <a:gd name="T25" fmla="*/ 2308 h 3529"/>
              <a:gd name="T26" fmla="*/ 1264 w 9990"/>
              <a:gd name="T27" fmla="*/ 2384 h 3529"/>
              <a:gd name="T28" fmla="*/ 1819 w 9990"/>
              <a:gd name="T29" fmla="*/ 2857 h 3529"/>
              <a:gd name="T30" fmla="*/ 2582 w 9990"/>
              <a:gd name="T31" fmla="*/ 3242 h 3529"/>
              <a:gd name="T32" fmla="*/ 3787 w 9990"/>
              <a:gd name="T33" fmla="*/ 3243 h 3529"/>
              <a:gd name="T34" fmla="*/ 4641 w 9990"/>
              <a:gd name="T35" fmla="*/ 3338 h 3529"/>
              <a:gd name="T36" fmla="*/ 5435 w 9990"/>
              <a:gd name="T37" fmla="*/ 3415 h 3529"/>
              <a:gd name="T38" fmla="*/ 5254 w 9990"/>
              <a:gd name="T39" fmla="*/ 3070 h 3529"/>
              <a:gd name="T40" fmla="*/ 4887 w 9990"/>
              <a:gd name="T41" fmla="*/ 2881 h 3529"/>
              <a:gd name="T42" fmla="*/ 6138 w 9990"/>
              <a:gd name="T43" fmla="*/ 2885 h 3529"/>
              <a:gd name="T44" fmla="*/ 7780 w 9990"/>
              <a:gd name="T45" fmla="*/ 2760 h 3529"/>
              <a:gd name="T46" fmla="*/ 8635 w 9990"/>
              <a:gd name="T47" fmla="*/ 2813 h 3529"/>
              <a:gd name="T48" fmla="*/ 9386 w 9990"/>
              <a:gd name="T49" fmla="*/ 2641 h 3529"/>
              <a:gd name="T50" fmla="*/ 9902 w 9990"/>
              <a:gd name="T51" fmla="*/ 2335 h 3529"/>
              <a:gd name="T52" fmla="*/ 9669 w 9990"/>
              <a:gd name="T53" fmla="*/ 2208 h 3529"/>
              <a:gd name="T54" fmla="*/ 9557 w 9990"/>
              <a:gd name="T55" fmla="*/ 1960 h 3529"/>
              <a:gd name="T56" fmla="*/ 8540 w 9990"/>
              <a:gd name="T57" fmla="*/ 1480 h 3529"/>
              <a:gd name="T58" fmla="*/ 7825 w 9990"/>
              <a:gd name="T59" fmla="*/ 907 h 3529"/>
              <a:gd name="T60" fmla="*/ 7133 w 9990"/>
              <a:gd name="T61" fmla="*/ 683 h 3529"/>
              <a:gd name="T62" fmla="*/ 6974 w 9990"/>
              <a:gd name="T63" fmla="*/ 854 h 3529"/>
              <a:gd name="T64" fmla="*/ 6490 w 9990"/>
              <a:gd name="T65" fmla="*/ 220 h 3529"/>
              <a:gd name="T66" fmla="*/ 4640 w 9990"/>
              <a:gd name="T67" fmla="*/ 439 h 3529"/>
              <a:gd name="T68" fmla="*/ 4251 w 9990"/>
              <a:gd name="T69" fmla="*/ 544 h 3529"/>
              <a:gd name="T70" fmla="*/ 4620 w 9990"/>
              <a:gd name="T71" fmla="*/ 700 h 3529"/>
              <a:gd name="T72" fmla="*/ 5604 w 9990"/>
              <a:gd name="T73" fmla="*/ 618 h 3529"/>
              <a:gd name="T74" fmla="*/ 4947 w 9990"/>
              <a:gd name="T75" fmla="*/ 793 h 3529"/>
              <a:gd name="T76" fmla="*/ 5765 w 9990"/>
              <a:gd name="T77" fmla="*/ 766 h 3529"/>
              <a:gd name="T78" fmla="*/ 7073 w 9990"/>
              <a:gd name="T79" fmla="*/ 660 h 3529"/>
              <a:gd name="T80" fmla="*/ 6512 w 9990"/>
              <a:gd name="T81" fmla="*/ 680 h 3529"/>
              <a:gd name="T82" fmla="*/ 6811 w 9990"/>
              <a:gd name="T83" fmla="*/ 792 h 3529"/>
              <a:gd name="T84" fmla="*/ 4583 w 9990"/>
              <a:gd name="T85" fmla="*/ 1069 h 3529"/>
              <a:gd name="T86" fmla="*/ 7200 w 9990"/>
              <a:gd name="T87" fmla="*/ 972 h 3529"/>
              <a:gd name="T88" fmla="*/ 3943 w 9990"/>
              <a:gd name="T89" fmla="*/ 995 h 3529"/>
              <a:gd name="T90" fmla="*/ 5239 w 9990"/>
              <a:gd name="T91" fmla="*/ 1045 h 3529"/>
              <a:gd name="T92" fmla="*/ 6957 w 9990"/>
              <a:gd name="T93" fmla="*/ 1146 h 3529"/>
              <a:gd name="T94" fmla="*/ 652 w 9990"/>
              <a:gd name="T95" fmla="*/ 1315 h 3529"/>
              <a:gd name="T96" fmla="*/ 8331 w 9990"/>
              <a:gd name="T97" fmla="*/ 1516 h 3529"/>
              <a:gd name="T98" fmla="*/ 9044 w 9990"/>
              <a:gd name="T99" fmla="*/ 1782 h 3529"/>
              <a:gd name="T100" fmla="*/ 8996 w 9990"/>
              <a:gd name="T101" fmla="*/ 1982 h 3529"/>
              <a:gd name="T102" fmla="*/ 9552 w 9990"/>
              <a:gd name="T103" fmla="*/ 2162 h 3529"/>
              <a:gd name="T104" fmla="*/ 9231 w 9990"/>
              <a:gd name="T105" fmla="*/ 2374 h 3529"/>
              <a:gd name="T106" fmla="*/ 8818 w 9990"/>
              <a:gd name="T107" fmla="*/ 2544 h 3529"/>
              <a:gd name="T108" fmla="*/ 2164 w 9990"/>
              <a:gd name="T109" fmla="*/ 2744 h 3529"/>
              <a:gd name="T110" fmla="*/ 4031 w 9990"/>
              <a:gd name="T111" fmla="*/ 2780 h 3529"/>
              <a:gd name="T112" fmla="*/ 6411 w 9990"/>
              <a:gd name="T113" fmla="*/ 2813 h 3529"/>
              <a:gd name="T114" fmla="*/ 4416 w 9990"/>
              <a:gd name="T115" fmla="*/ 2841 h 3529"/>
              <a:gd name="T116" fmla="*/ 2518 w 9990"/>
              <a:gd name="T117" fmla="*/ 2857 h 3529"/>
              <a:gd name="T118" fmla="*/ 3757 w 9990"/>
              <a:gd name="T119" fmla="*/ 2934 h 3529"/>
              <a:gd name="T120" fmla="*/ 1970 w 9990"/>
              <a:gd name="T121" fmla="*/ 2953 h 3529"/>
              <a:gd name="T122" fmla="*/ 4190 w 9990"/>
              <a:gd name="T123" fmla="*/ 3097 h 3529"/>
              <a:gd name="T124" fmla="*/ 5244 w 9990"/>
              <a:gd name="T125" fmla="*/ 3213 h 35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9990" h="3529">
                <a:moveTo>
                  <a:pt x="6340" y="94"/>
                </a:moveTo>
                <a:lnTo>
                  <a:pt x="6352" y="176"/>
                </a:lnTo>
                <a:lnTo>
                  <a:pt x="6360" y="221"/>
                </a:lnTo>
                <a:lnTo>
                  <a:pt x="6361" y="228"/>
                </a:lnTo>
                <a:lnTo>
                  <a:pt x="6359" y="240"/>
                </a:lnTo>
                <a:lnTo>
                  <a:pt x="6348" y="253"/>
                </a:lnTo>
                <a:lnTo>
                  <a:pt x="6335" y="255"/>
                </a:lnTo>
                <a:lnTo>
                  <a:pt x="6323" y="256"/>
                </a:lnTo>
                <a:lnTo>
                  <a:pt x="6318" y="263"/>
                </a:lnTo>
                <a:lnTo>
                  <a:pt x="6327" y="266"/>
                </a:lnTo>
                <a:lnTo>
                  <a:pt x="6338" y="271"/>
                </a:lnTo>
                <a:lnTo>
                  <a:pt x="6349" y="285"/>
                </a:lnTo>
                <a:lnTo>
                  <a:pt x="6347" y="299"/>
                </a:lnTo>
                <a:lnTo>
                  <a:pt x="6334" y="307"/>
                </a:lnTo>
                <a:lnTo>
                  <a:pt x="6322" y="308"/>
                </a:lnTo>
                <a:lnTo>
                  <a:pt x="6312" y="306"/>
                </a:lnTo>
                <a:lnTo>
                  <a:pt x="6297" y="293"/>
                </a:lnTo>
                <a:lnTo>
                  <a:pt x="6294" y="282"/>
                </a:lnTo>
                <a:lnTo>
                  <a:pt x="6294" y="277"/>
                </a:lnTo>
                <a:lnTo>
                  <a:pt x="6288" y="267"/>
                </a:lnTo>
                <a:lnTo>
                  <a:pt x="6271" y="254"/>
                </a:lnTo>
                <a:lnTo>
                  <a:pt x="6238" y="244"/>
                </a:lnTo>
                <a:lnTo>
                  <a:pt x="6202" y="246"/>
                </a:lnTo>
                <a:lnTo>
                  <a:pt x="6188" y="254"/>
                </a:lnTo>
                <a:lnTo>
                  <a:pt x="6174" y="263"/>
                </a:lnTo>
                <a:lnTo>
                  <a:pt x="6178" y="270"/>
                </a:lnTo>
                <a:lnTo>
                  <a:pt x="6199" y="271"/>
                </a:lnTo>
                <a:lnTo>
                  <a:pt x="6217" y="272"/>
                </a:lnTo>
                <a:lnTo>
                  <a:pt x="6241" y="281"/>
                </a:lnTo>
                <a:lnTo>
                  <a:pt x="6251" y="295"/>
                </a:lnTo>
                <a:lnTo>
                  <a:pt x="6244" y="314"/>
                </a:lnTo>
                <a:lnTo>
                  <a:pt x="6234" y="325"/>
                </a:lnTo>
                <a:lnTo>
                  <a:pt x="6221" y="333"/>
                </a:lnTo>
                <a:lnTo>
                  <a:pt x="6206" y="335"/>
                </a:lnTo>
                <a:lnTo>
                  <a:pt x="6199" y="331"/>
                </a:lnTo>
                <a:lnTo>
                  <a:pt x="6196" y="326"/>
                </a:lnTo>
                <a:lnTo>
                  <a:pt x="6188" y="318"/>
                </a:lnTo>
                <a:lnTo>
                  <a:pt x="6163" y="309"/>
                </a:lnTo>
                <a:lnTo>
                  <a:pt x="6136" y="309"/>
                </a:lnTo>
                <a:lnTo>
                  <a:pt x="6119" y="315"/>
                </a:lnTo>
                <a:lnTo>
                  <a:pt x="6114" y="321"/>
                </a:lnTo>
                <a:lnTo>
                  <a:pt x="6114" y="326"/>
                </a:lnTo>
                <a:lnTo>
                  <a:pt x="6113" y="333"/>
                </a:lnTo>
                <a:lnTo>
                  <a:pt x="6103" y="343"/>
                </a:lnTo>
                <a:lnTo>
                  <a:pt x="6095" y="344"/>
                </a:lnTo>
                <a:lnTo>
                  <a:pt x="6089" y="344"/>
                </a:lnTo>
                <a:lnTo>
                  <a:pt x="6081" y="340"/>
                </a:lnTo>
                <a:lnTo>
                  <a:pt x="6076" y="328"/>
                </a:lnTo>
                <a:lnTo>
                  <a:pt x="6083" y="306"/>
                </a:lnTo>
                <a:lnTo>
                  <a:pt x="6104" y="283"/>
                </a:lnTo>
                <a:lnTo>
                  <a:pt x="6119" y="276"/>
                </a:lnTo>
                <a:lnTo>
                  <a:pt x="6131" y="269"/>
                </a:lnTo>
                <a:lnTo>
                  <a:pt x="6142" y="260"/>
                </a:lnTo>
                <a:lnTo>
                  <a:pt x="6128" y="255"/>
                </a:lnTo>
                <a:lnTo>
                  <a:pt x="6087" y="254"/>
                </a:lnTo>
                <a:lnTo>
                  <a:pt x="6058" y="252"/>
                </a:lnTo>
                <a:lnTo>
                  <a:pt x="6038" y="246"/>
                </a:lnTo>
                <a:lnTo>
                  <a:pt x="6037" y="243"/>
                </a:lnTo>
                <a:lnTo>
                  <a:pt x="6041" y="241"/>
                </a:lnTo>
                <a:lnTo>
                  <a:pt x="6067" y="232"/>
                </a:lnTo>
                <a:lnTo>
                  <a:pt x="6093" y="225"/>
                </a:lnTo>
                <a:lnTo>
                  <a:pt x="6106" y="219"/>
                </a:lnTo>
                <a:lnTo>
                  <a:pt x="6108" y="206"/>
                </a:lnTo>
                <a:lnTo>
                  <a:pt x="6098" y="194"/>
                </a:lnTo>
                <a:lnTo>
                  <a:pt x="6086" y="183"/>
                </a:lnTo>
                <a:lnTo>
                  <a:pt x="6073" y="183"/>
                </a:lnTo>
                <a:lnTo>
                  <a:pt x="6064" y="192"/>
                </a:lnTo>
                <a:lnTo>
                  <a:pt x="6060" y="200"/>
                </a:lnTo>
                <a:lnTo>
                  <a:pt x="6052" y="209"/>
                </a:lnTo>
                <a:lnTo>
                  <a:pt x="6037" y="216"/>
                </a:lnTo>
                <a:lnTo>
                  <a:pt x="6030" y="212"/>
                </a:lnTo>
                <a:lnTo>
                  <a:pt x="6025" y="205"/>
                </a:lnTo>
                <a:lnTo>
                  <a:pt x="6026" y="192"/>
                </a:lnTo>
                <a:lnTo>
                  <a:pt x="6039" y="181"/>
                </a:lnTo>
                <a:lnTo>
                  <a:pt x="6065" y="172"/>
                </a:lnTo>
                <a:lnTo>
                  <a:pt x="6082" y="170"/>
                </a:lnTo>
                <a:lnTo>
                  <a:pt x="6114" y="167"/>
                </a:lnTo>
                <a:lnTo>
                  <a:pt x="6128" y="165"/>
                </a:lnTo>
                <a:lnTo>
                  <a:pt x="6126" y="157"/>
                </a:lnTo>
                <a:lnTo>
                  <a:pt x="6110" y="138"/>
                </a:lnTo>
                <a:lnTo>
                  <a:pt x="6104" y="131"/>
                </a:lnTo>
                <a:lnTo>
                  <a:pt x="6091" y="124"/>
                </a:lnTo>
                <a:lnTo>
                  <a:pt x="6070" y="122"/>
                </a:lnTo>
                <a:lnTo>
                  <a:pt x="6054" y="129"/>
                </a:lnTo>
                <a:lnTo>
                  <a:pt x="6044" y="133"/>
                </a:lnTo>
                <a:lnTo>
                  <a:pt x="6031" y="137"/>
                </a:lnTo>
                <a:lnTo>
                  <a:pt x="6020" y="130"/>
                </a:lnTo>
                <a:lnTo>
                  <a:pt x="6011" y="114"/>
                </a:lnTo>
                <a:lnTo>
                  <a:pt x="6005" y="102"/>
                </a:lnTo>
                <a:lnTo>
                  <a:pt x="6001" y="92"/>
                </a:lnTo>
                <a:lnTo>
                  <a:pt x="5991" y="76"/>
                </a:lnTo>
                <a:lnTo>
                  <a:pt x="5979" y="66"/>
                </a:lnTo>
                <a:lnTo>
                  <a:pt x="5964" y="62"/>
                </a:lnTo>
                <a:lnTo>
                  <a:pt x="5956" y="62"/>
                </a:lnTo>
                <a:lnTo>
                  <a:pt x="5942" y="63"/>
                </a:lnTo>
                <a:lnTo>
                  <a:pt x="5917" y="50"/>
                </a:lnTo>
                <a:lnTo>
                  <a:pt x="5911" y="38"/>
                </a:lnTo>
                <a:lnTo>
                  <a:pt x="5904" y="25"/>
                </a:lnTo>
                <a:lnTo>
                  <a:pt x="5899" y="29"/>
                </a:lnTo>
                <a:lnTo>
                  <a:pt x="5897" y="49"/>
                </a:lnTo>
                <a:lnTo>
                  <a:pt x="5897" y="59"/>
                </a:lnTo>
                <a:lnTo>
                  <a:pt x="5901" y="75"/>
                </a:lnTo>
                <a:lnTo>
                  <a:pt x="5909" y="85"/>
                </a:lnTo>
                <a:lnTo>
                  <a:pt x="5922" y="90"/>
                </a:lnTo>
                <a:lnTo>
                  <a:pt x="5930" y="91"/>
                </a:lnTo>
                <a:lnTo>
                  <a:pt x="5944" y="92"/>
                </a:lnTo>
                <a:lnTo>
                  <a:pt x="5969" y="107"/>
                </a:lnTo>
                <a:lnTo>
                  <a:pt x="5976" y="119"/>
                </a:lnTo>
                <a:lnTo>
                  <a:pt x="5978" y="126"/>
                </a:lnTo>
                <a:lnTo>
                  <a:pt x="5978" y="137"/>
                </a:lnTo>
                <a:lnTo>
                  <a:pt x="5973" y="142"/>
                </a:lnTo>
                <a:lnTo>
                  <a:pt x="5962" y="144"/>
                </a:lnTo>
                <a:lnTo>
                  <a:pt x="5954" y="143"/>
                </a:lnTo>
                <a:lnTo>
                  <a:pt x="5918" y="141"/>
                </a:lnTo>
                <a:lnTo>
                  <a:pt x="5888" y="146"/>
                </a:lnTo>
                <a:lnTo>
                  <a:pt x="5879" y="155"/>
                </a:lnTo>
                <a:lnTo>
                  <a:pt x="5878" y="162"/>
                </a:lnTo>
                <a:lnTo>
                  <a:pt x="5879" y="165"/>
                </a:lnTo>
                <a:lnTo>
                  <a:pt x="5889" y="170"/>
                </a:lnTo>
                <a:lnTo>
                  <a:pt x="5917" y="171"/>
                </a:lnTo>
                <a:lnTo>
                  <a:pt x="5943" y="168"/>
                </a:lnTo>
                <a:lnTo>
                  <a:pt x="5980" y="163"/>
                </a:lnTo>
                <a:lnTo>
                  <a:pt x="6001" y="168"/>
                </a:lnTo>
                <a:lnTo>
                  <a:pt x="6002" y="181"/>
                </a:lnTo>
                <a:lnTo>
                  <a:pt x="6000" y="192"/>
                </a:lnTo>
                <a:lnTo>
                  <a:pt x="5989" y="233"/>
                </a:lnTo>
                <a:lnTo>
                  <a:pt x="5978" y="293"/>
                </a:lnTo>
                <a:lnTo>
                  <a:pt x="5973" y="321"/>
                </a:lnTo>
                <a:lnTo>
                  <a:pt x="5962" y="351"/>
                </a:lnTo>
                <a:lnTo>
                  <a:pt x="5954" y="362"/>
                </a:lnTo>
                <a:lnTo>
                  <a:pt x="5951" y="363"/>
                </a:lnTo>
                <a:lnTo>
                  <a:pt x="5943" y="363"/>
                </a:lnTo>
                <a:lnTo>
                  <a:pt x="5934" y="358"/>
                </a:lnTo>
                <a:lnTo>
                  <a:pt x="5937" y="335"/>
                </a:lnTo>
                <a:lnTo>
                  <a:pt x="5951" y="299"/>
                </a:lnTo>
                <a:lnTo>
                  <a:pt x="5961" y="272"/>
                </a:lnTo>
                <a:lnTo>
                  <a:pt x="5959" y="257"/>
                </a:lnTo>
                <a:lnTo>
                  <a:pt x="5950" y="258"/>
                </a:lnTo>
                <a:lnTo>
                  <a:pt x="5941" y="260"/>
                </a:lnTo>
                <a:lnTo>
                  <a:pt x="5934" y="263"/>
                </a:lnTo>
                <a:lnTo>
                  <a:pt x="5925" y="263"/>
                </a:lnTo>
                <a:lnTo>
                  <a:pt x="5915" y="252"/>
                </a:lnTo>
                <a:lnTo>
                  <a:pt x="5914" y="235"/>
                </a:lnTo>
                <a:lnTo>
                  <a:pt x="5914" y="227"/>
                </a:lnTo>
                <a:lnTo>
                  <a:pt x="5909" y="215"/>
                </a:lnTo>
                <a:lnTo>
                  <a:pt x="5901" y="207"/>
                </a:lnTo>
                <a:lnTo>
                  <a:pt x="5887" y="204"/>
                </a:lnTo>
                <a:lnTo>
                  <a:pt x="5878" y="205"/>
                </a:lnTo>
                <a:lnTo>
                  <a:pt x="5869" y="206"/>
                </a:lnTo>
                <a:lnTo>
                  <a:pt x="5854" y="214"/>
                </a:lnTo>
                <a:lnTo>
                  <a:pt x="5842" y="229"/>
                </a:lnTo>
                <a:lnTo>
                  <a:pt x="5833" y="253"/>
                </a:lnTo>
                <a:lnTo>
                  <a:pt x="5831" y="268"/>
                </a:lnTo>
                <a:lnTo>
                  <a:pt x="5823" y="297"/>
                </a:lnTo>
                <a:lnTo>
                  <a:pt x="5810" y="318"/>
                </a:lnTo>
                <a:lnTo>
                  <a:pt x="5800" y="321"/>
                </a:lnTo>
                <a:lnTo>
                  <a:pt x="5793" y="319"/>
                </a:lnTo>
                <a:lnTo>
                  <a:pt x="5770" y="310"/>
                </a:lnTo>
                <a:lnTo>
                  <a:pt x="5756" y="308"/>
                </a:lnTo>
                <a:lnTo>
                  <a:pt x="5754" y="306"/>
                </a:lnTo>
                <a:lnTo>
                  <a:pt x="5760" y="291"/>
                </a:lnTo>
                <a:lnTo>
                  <a:pt x="5769" y="281"/>
                </a:lnTo>
                <a:lnTo>
                  <a:pt x="5777" y="270"/>
                </a:lnTo>
                <a:lnTo>
                  <a:pt x="5780" y="258"/>
                </a:lnTo>
                <a:lnTo>
                  <a:pt x="5778" y="254"/>
                </a:lnTo>
                <a:lnTo>
                  <a:pt x="5775" y="254"/>
                </a:lnTo>
                <a:lnTo>
                  <a:pt x="5766" y="256"/>
                </a:lnTo>
                <a:lnTo>
                  <a:pt x="5743" y="280"/>
                </a:lnTo>
                <a:lnTo>
                  <a:pt x="5733" y="299"/>
                </a:lnTo>
                <a:lnTo>
                  <a:pt x="5727" y="310"/>
                </a:lnTo>
                <a:lnTo>
                  <a:pt x="5715" y="327"/>
                </a:lnTo>
                <a:lnTo>
                  <a:pt x="5704" y="332"/>
                </a:lnTo>
                <a:lnTo>
                  <a:pt x="5691" y="329"/>
                </a:lnTo>
                <a:lnTo>
                  <a:pt x="5684" y="325"/>
                </a:lnTo>
                <a:lnTo>
                  <a:pt x="5674" y="317"/>
                </a:lnTo>
                <a:lnTo>
                  <a:pt x="5665" y="314"/>
                </a:lnTo>
                <a:lnTo>
                  <a:pt x="5660" y="316"/>
                </a:lnTo>
                <a:lnTo>
                  <a:pt x="5660" y="319"/>
                </a:lnTo>
                <a:lnTo>
                  <a:pt x="5659" y="321"/>
                </a:lnTo>
                <a:lnTo>
                  <a:pt x="5653" y="320"/>
                </a:lnTo>
                <a:lnTo>
                  <a:pt x="5637" y="308"/>
                </a:lnTo>
                <a:lnTo>
                  <a:pt x="5624" y="292"/>
                </a:lnTo>
                <a:lnTo>
                  <a:pt x="5609" y="276"/>
                </a:lnTo>
                <a:lnTo>
                  <a:pt x="5593" y="264"/>
                </a:lnTo>
                <a:lnTo>
                  <a:pt x="5586" y="263"/>
                </a:lnTo>
                <a:lnTo>
                  <a:pt x="5586" y="265"/>
                </a:lnTo>
                <a:lnTo>
                  <a:pt x="5583" y="281"/>
                </a:lnTo>
                <a:lnTo>
                  <a:pt x="5579" y="299"/>
                </a:lnTo>
                <a:lnTo>
                  <a:pt x="5575" y="316"/>
                </a:lnTo>
                <a:lnTo>
                  <a:pt x="5573" y="333"/>
                </a:lnTo>
                <a:lnTo>
                  <a:pt x="5572" y="337"/>
                </a:lnTo>
                <a:lnTo>
                  <a:pt x="5567" y="339"/>
                </a:lnTo>
                <a:lnTo>
                  <a:pt x="5554" y="334"/>
                </a:lnTo>
                <a:lnTo>
                  <a:pt x="5543" y="326"/>
                </a:lnTo>
                <a:lnTo>
                  <a:pt x="5531" y="316"/>
                </a:lnTo>
                <a:lnTo>
                  <a:pt x="5520" y="289"/>
                </a:lnTo>
                <a:lnTo>
                  <a:pt x="5522" y="277"/>
                </a:lnTo>
                <a:lnTo>
                  <a:pt x="5524" y="271"/>
                </a:lnTo>
                <a:lnTo>
                  <a:pt x="5523" y="264"/>
                </a:lnTo>
                <a:lnTo>
                  <a:pt x="5512" y="255"/>
                </a:lnTo>
                <a:lnTo>
                  <a:pt x="5499" y="254"/>
                </a:lnTo>
                <a:lnTo>
                  <a:pt x="5466" y="252"/>
                </a:lnTo>
                <a:lnTo>
                  <a:pt x="5437" y="244"/>
                </a:lnTo>
                <a:lnTo>
                  <a:pt x="5426" y="241"/>
                </a:lnTo>
                <a:lnTo>
                  <a:pt x="5413" y="251"/>
                </a:lnTo>
                <a:lnTo>
                  <a:pt x="5412" y="263"/>
                </a:lnTo>
                <a:lnTo>
                  <a:pt x="5412" y="269"/>
                </a:lnTo>
                <a:lnTo>
                  <a:pt x="5417" y="279"/>
                </a:lnTo>
                <a:lnTo>
                  <a:pt x="5432" y="284"/>
                </a:lnTo>
                <a:lnTo>
                  <a:pt x="5450" y="279"/>
                </a:lnTo>
                <a:lnTo>
                  <a:pt x="5472" y="272"/>
                </a:lnTo>
                <a:lnTo>
                  <a:pt x="5475" y="280"/>
                </a:lnTo>
                <a:lnTo>
                  <a:pt x="5457" y="299"/>
                </a:lnTo>
                <a:lnTo>
                  <a:pt x="5444" y="310"/>
                </a:lnTo>
                <a:lnTo>
                  <a:pt x="5420" y="319"/>
                </a:lnTo>
                <a:lnTo>
                  <a:pt x="5400" y="312"/>
                </a:lnTo>
                <a:lnTo>
                  <a:pt x="5389" y="288"/>
                </a:lnTo>
                <a:lnTo>
                  <a:pt x="5388" y="270"/>
                </a:lnTo>
                <a:lnTo>
                  <a:pt x="5387" y="256"/>
                </a:lnTo>
                <a:lnTo>
                  <a:pt x="5382" y="243"/>
                </a:lnTo>
                <a:lnTo>
                  <a:pt x="5376" y="241"/>
                </a:lnTo>
                <a:lnTo>
                  <a:pt x="5374" y="243"/>
                </a:lnTo>
                <a:lnTo>
                  <a:pt x="5368" y="250"/>
                </a:lnTo>
                <a:lnTo>
                  <a:pt x="5363" y="285"/>
                </a:lnTo>
                <a:lnTo>
                  <a:pt x="5367" y="308"/>
                </a:lnTo>
                <a:lnTo>
                  <a:pt x="5369" y="332"/>
                </a:lnTo>
                <a:lnTo>
                  <a:pt x="5366" y="354"/>
                </a:lnTo>
                <a:lnTo>
                  <a:pt x="5358" y="362"/>
                </a:lnTo>
                <a:lnTo>
                  <a:pt x="5354" y="363"/>
                </a:lnTo>
                <a:lnTo>
                  <a:pt x="5345" y="362"/>
                </a:lnTo>
                <a:lnTo>
                  <a:pt x="5338" y="353"/>
                </a:lnTo>
                <a:lnTo>
                  <a:pt x="5342" y="346"/>
                </a:lnTo>
                <a:lnTo>
                  <a:pt x="5343" y="342"/>
                </a:lnTo>
                <a:lnTo>
                  <a:pt x="5342" y="335"/>
                </a:lnTo>
                <a:lnTo>
                  <a:pt x="5330" y="326"/>
                </a:lnTo>
                <a:lnTo>
                  <a:pt x="5316" y="320"/>
                </a:lnTo>
                <a:lnTo>
                  <a:pt x="5300" y="318"/>
                </a:lnTo>
                <a:lnTo>
                  <a:pt x="5273" y="328"/>
                </a:lnTo>
                <a:lnTo>
                  <a:pt x="5263" y="339"/>
                </a:lnTo>
                <a:lnTo>
                  <a:pt x="5259" y="346"/>
                </a:lnTo>
                <a:lnTo>
                  <a:pt x="5250" y="356"/>
                </a:lnTo>
                <a:lnTo>
                  <a:pt x="5232" y="355"/>
                </a:lnTo>
                <a:lnTo>
                  <a:pt x="5211" y="342"/>
                </a:lnTo>
                <a:lnTo>
                  <a:pt x="5195" y="331"/>
                </a:lnTo>
                <a:lnTo>
                  <a:pt x="5173" y="312"/>
                </a:lnTo>
                <a:lnTo>
                  <a:pt x="5171" y="306"/>
                </a:lnTo>
                <a:lnTo>
                  <a:pt x="5169" y="302"/>
                </a:lnTo>
                <a:lnTo>
                  <a:pt x="5150" y="300"/>
                </a:lnTo>
                <a:lnTo>
                  <a:pt x="5136" y="303"/>
                </a:lnTo>
                <a:lnTo>
                  <a:pt x="5128" y="304"/>
                </a:lnTo>
                <a:lnTo>
                  <a:pt x="5111" y="302"/>
                </a:lnTo>
                <a:lnTo>
                  <a:pt x="5083" y="288"/>
                </a:lnTo>
                <a:lnTo>
                  <a:pt x="5065" y="271"/>
                </a:lnTo>
                <a:lnTo>
                  <a:pt x="5029" y="232"/>
                </a:lnTo>
                <a:lnTo>
                  <a:pt x="4995" y="303"/>
                </a:lnTo>
                <a:lnTo>
                  <a:pt x="4962" y="371"/>
                </a:lnTo>
                <a:lnTo>
                  <a:pt x="4957" y="303"/>
                </a:lnTo>
                <a:lnTo>
                  <a:pt x="4953" y="277"/>
                </a:lnTo>
                <a:lnTo>
                  <a:pt x="4944" y="251"/>
                </a:lnTo>
                <a:lnTo>
                  <a:pt x="4937" y="243"/>
                </a:lnTo>
                <a:lnTo>
                  <a:pt x="4934" y="244"/>
                </a:lnTo>
                <a:lnTo>
                  <a:pt x="4927" y="251"/>
                </a:lnTo>
                <a:lnTo>
                  <a:pt x="4925" y="267"/>
                </a:lnTo>
                <a:lnTo>
                  <a:pt x="4928" y="276"/>
                </a:lnTo>
                <a:lnTo>
                  <a:pt x="4932" y="282"/>
                </a:lnTo>
                <a:lnTo>
                  <a:pt x="4928" y="287"/>
                </a:lnTo>
                <a:lnTo>
                  <a:pt x="4921" y="282"/>
                </a:lnTo>
                <a:lnTo>
                  <a:pt x="4912" y="280"/>
                </a:lnTo>
                <a:lnTo>
                  <a:pt x="4892" y="290"/>
                </a:lnTo>
                <a:lnTo>
                  <a:pt x="4885" y="303"/>
                </a:lnTo>
                <a:lnTo>
                  <a:pt x="4878" y="312"/>
                </a:lnTo>
                <a:lnTo>
                  <a:pt x="4868" y="321"/>
                </a:lnTo>
                <a:lnTo>
                  <a:pt x="4859" y="324"/>
                </a:lnTo>
                <a:lnTo>
                  <a:pt x="4846" y="317"/>
                </a:lnTo>
                <a:lnTo>
                  <a:pt x="4837" y="309"/>
                </a:lnTo>
                <a:lnTo>
                  <a:pt x="4823" y="296"/>
                </a:lnTo>
                <a:lnTo>
                  <a:pt x="4817" y="280"/>
                </a:lnTo>
                <a:lnTo>
                  <a:pt x="4823" y="267"/>
                </a:lnTo>
                <a:lnTo>
                  <a:pt x="4828" y="260"/>
                </a:lnTo>
                <a:lnTo>
                  <a:pt x="4834" y="254"/>
                </a:lnTo>
                <a:lnTo>
                  <a:pt x="4838" y="244"/>
                </a:lnTo>
                <a:lnTo>
                  <a:pt x="4829" y="237"/>
                </a:lnTo>
                <a:lnTo>
                  <a:pt x="4810" y="235"/>
                </a:lnTo>
                <a:lnTo>
                  <a:pt x="4796" y="237"/>
                </a:lnTo>
                <a:lnTo>
                  <a:pt x="4774" y="245"/>
                </a:lnTo>
                <a:lnTo>
                  <a:pt x="4772" y="252"/>
                </a:lnTo>
                <a:lnTo>
                  <a:pt x="4772" y="255"/>
                </a:lnTo>
                <a:lnTo>
                  <a:pt x="4765" y="257"/>
                </a:lnTo>
                <a:lnTo>
                  <a:pt x="4746" y="255"/>
                </a:lnTo>
                <a:lnTo>
                  <a:pt x="4728" y="249"/>
                </a:lnTo>
                <a:lnTo>
                  <a:pt x="4714" y="241"/>
                </a:lnTo>
                <a:lnTo>
                  <a:pt x="4698" y="229"/>
                </a:lnTo>
                <a:lnTo>
                  <a:pt x="4694" y="212"/>
                </a:lnTo>
                <a:lnTo>
                  <a:pt x="4702" y="182"/>
                </a:lnTo>
                <a:lnTo>
                  <a:pt x="4711" y="159"/>
                </a:lnTo>
                <a:lnTo>
                  <a:pt x="4718" y="131"/>
                </a:lnTo>
                <a:lnTo>
                  <a:pt x="4723" y="102"/>
                </a:lnTo>
                <a:lnTo>
                  <a:pt x="4721" y="91"/>
                </a:lnTo>
                <a:lnTo>
                  <a:pt x="4717" y="91"/>
                </a:lnTo>
                <a:lnTo>
                  <a:pt x="4710" y="91"/>
                </a:lnTo>
                <a:lnTo>
                  <a:pt x="4700" y="101"/>
                </a:lnTo>
                <a:lnTo>
                  <a:pt x="4700" y="108"/>
                </a:lnTo>
                <a:lnTo>
                  <a:pt x="4698" y="116"/>
                </a:lnTo>
                <a:lnTo>
                  <a:pt x="4682" y="126"/>
                </a:lnTo>
                <a:lnTo>
                  <a:pt x="4670" y="127"/>
                </a:lnTo>
                <a:lnTo>
                  <a:pt x="4662" y="127"/>
                </a:lnTo>
                <a:lnTo>
                  <a:pt x="4652" y="129"/>
                </a:lnTo>
                <a:lnTo>
                  <a:pt x="4652" y="140"/>
                </a:lnTo>
                <a:lnTo>
                  <a:pt x="4663" y="154"/>
                </a:lnTo>
                <a:lnTo>
                  <a:pt x="4673" y="167"/>
                </a:lnTo>
                <a:lnTo>
                  <a:pt x="4673" y="194"/>
                </a:lnTo>
                <a:lnTo>
                  <a:pt x="4656" y="217"/>
                </a:lnTo>
                <a:lnTo>
                  <a:pt x="4625" y="234"/>
                </a:lnTo>
                <a:lnTo>
                  <a:pt x="4603" y="239"/>
                </a:lnTo>
                <a:lnTo>
                  <a:pt x="4588" y="243"/>
                </a:lnTo>
                <a:lnTo>
                  <a:pt x="4573" y="254"/>
                </a:lnTo>
                <a:lnTo>
                  <a:pt x="4568" y="264"/>
                </a:lnTo>
                <a:lnTo>
                  <a:pt x="4569" y="268"/>
                </a:lnTo>
                <a:lnTo>
                  <a:pt x="4569" y="278"/>
                </a:lnTo>
                <a:lnTo>
                  <a:pt x="4563" y="285"/>
                </a:lnTo>
                <a:lnTo>
                  <a:pt x="4556" y="282"/>
                </a:lnTo>
                <a:lnTo>
                  <a:pt x="4553" y="280"/>
                </a:lnTo>
                <a:lnTo>
                  <a:pt x="4544" y="281"/>
                </a:lnTo>
                <a:lnTo>
                  <a:pt x="4529" y="290"/>
                </a:lnTo>
                <a:lnTo>
                  <a:pt x="4521" y="303"/>
                </a:lnTo>
                <a:lnTo>
                  <a:pt x="4516" y="312"/>
                </a:lnTo>
                <a:lnTo>
                  <a:pt x="4506" y="321"/>
                </a:lnTo>
                <a:lnTo>
                  <a:pt x="4498" y="322"/>
                </a:lnTo>
                <a:lnTo>
                  <a:pt x="4486" y="314"/>
                </a:lnTo>
                <a:lnTo>
                  <a:pt x="4478" y="306"/>
                </a:lnTo>
                <a:lnTo>
                  <a:pt x="4468" y="294"/>
                </a:lnTo>
                <a:lnTo>
                  <a:pt x="4458" y="268"/>
                </a:lnTo>
                <a:lnTo>
                  <a:pt x="4461" y="257"/>
                </a:lnTo>
                <a:lnTo>
                  <a:pt x="4462" y="252"/>
                </a:lnTo>
                <a:lnTo>
                  <a:pt x="4457" y="243"/>
                </a:lnTo>
                <a:lnTo>
                  <a:pt x="4442" y="238"/>
                </a:lnTo>
                <a:lnTo>
                  <a:pt x="4407" y="242"/>
                </a:lnTo>
                <a:lnTo>
                  <a:pt x="4371" y="259"/>
                </a:lnTo>
                <a:lnTo>
                  <a:pt x="4358" y="271"/>
                </a:lnTo>
                <a:lnTo>
                  <a:pt x="4352" y="280"/>
                </a:lnTo>
                <a:lnTo>
                  <a:pt x="4343" y="287"/>
                </a:lnTo>
                <a:lnTo>
                  <a:pt x="4339" y="277"/>
                </a:lnTo>
                <a:lnTo>
                  <a:pt x="4342" y="250"/>
                </a:lnTo>
                <a:lnTo>
                  <a:pt x="4350" y="201"/>
                </a:lnTo>
                <a:lnTo>
                  <a:pt x="4301" y="235"/>
                </a:lnTo>
                <a:lnTo>
                  <a:pt x="4280" y="249"/>
                </a:lnTo>
                <a:lnTo>
                  <a:pt x="4254" y="259"/>
                </a:lnTo>
                <a:lnTo>
                  <a:pt x="4242" y="259"/>
                </a:lnTo>
                <a:lnTo>
                  <a:pt x="4239" y="257"/>
                </a:lnTo>
                <a:lnTo>
                  <a:pt x="4233" y="254"/>
                </a:lnTo>
                <a:lnTo>
                  <a:pt x="4219" y="259"/>
                </a:lnTo>
                <a:lnTo>
                  <a:pt x="4214" y="266"/>
                </a:lnTo>
                <a:lnTo>
                  <a:pt x="4206" y="275"/>
                </a:lnTo>
                <a:lnTo>
                  <a:pt x="4173" y="290"/>
                </a:lnTo>
                <a:lnTo>
                  <a:pt x="4156" y="293"/>
                </a:lnTo>
                <a:lnTo>
                  <a:pt x="4136" y="296"/>
                </a:lnTo>
                <a:lnTo>
                  <a:pt x="4098" y="308"/>
                </a:lnTo>
                <a:lnTo>
                  <a:pt x="4086" y="315"/>
                </a:lnTo>
                <a:lnTo>
                  <a:pt x="4077" y="320"/>
                </a:lnTo>
                <a:lnTo>
                  <a:pt x="4058" y="324"/>
                </a:lnTo>
                <a:lnTo>
                  <a:pt x="4053" y="320"/>
                </a:lnTo>
                <a:lnTo>
                  <a:pt x="4048" y="314"/>
                </a:lnTo>
                <a:lnTo>
                  <a:pt x="4052" y="297"/>
                </a:lnTo>
                <a:lnTo>
                  <a:pt x="4064" y="282"/>
                </a:lnTo>
                <a:lnTo>
                  <a:pt x="4083" y="272"/>
                </a:lnTo>
                <a:lnTo>
                  <a:pt x="4094" y="271"/>
                </a:lnTo>
                <a:lnTo>
                  <a:pt x="4105" y="270"/>
                </a:lnTo>
                <a:lnTo>
                  <a:pt x="4118" y="263"/>
                </a:lnTo>
                <a:lnTo>
                  <a:pt x="4119" y="257"/>
                </a:lnTo>
                <a:lnTo>
                  <a:pt x="4117" y="252"/>
                </a:lnTo>
                <a:lnTo>
                  <a:pt x="4097" y="243"/>
                </a:lnTo>
                <a:lnTo>
                  <a:pt x="4083" y="243"/>
                </a:lnTo>
                <a:lnTo>
                  <a:pt x="4069" y="244"/>
                </a:lnTo>
                <a:lnTo>
                  <a:pt x="4049" y="257"/>
                </a:lnTo>
                <a:lnTo>
                  <a:pt x="4047" y="266"/>
                </a:lnTo>
                <a:lnTo>
                  <a:pt x="4046" y="277"/>
                </a:lnTo>
                <a:lnTo>
                  <a:pt x="4036" y="288"/>
                </a:lnTo>
                <a:lnTo>
                  <a:pt x="4020" y="287"/>
                </a:lnTo>
                <a:lnTo>
                  <a:pt x="3998" y="274"/>
                </a:lnTo>
                <a:lnTo>
                  <a:pt x="3985" y="263"/>
                </a:lnTo>
                <a:lnTo>
                  <a:pt x="3971" y="250"/>
                </a:lnTo>
                <a:lnTo>
                  <a:pt x="3958" y="240"/>
                </a:lnTo>
                <a:lnTo>
                  <a:pt x="3951" y="239"/>
                </a:lnTo>
                <a:lnTo>
                  <a:pt x="3947" y="247"/>
                </a:lnTo>
                <a:lnTo>
                  <a:pt x="3948" y="282"/>
                </a:lnTo>
                <a:lnTo>
                  <a:pt x="3950" y="312"/>
                </a:lnTo>
                <a:lnTo>
                  <a:pt x="3954" y="349"/>
                </a:lnTo>
                <a:lnTo>
                  <a:pt x="3947" y="392"/>
                </a:lnTo>
                <a:lnTo>
                  <a:pt x="3937" y="416"/>
                </a:lnTo>
                <a:lnTo>
                  <a:pt x="3931" y="426"/>
                </a:lnTo>
                <a:lnTo>
                  <a:pt x="3917" y="444"/>
                </a:lnTo>
                <a:lnTo>
                  <a:pt x="3906" y="449"/>
                </a:lnTo>
                <a:lnTo>
                  <a:pt x="3903" y="441"/>
                </a:lnTo>
                <a:lnTo>
                  <a:pt x="3901" y="433"/>
                </a:lnTo>
                <a:lnTo>
                  <a:pt x="3903" y="421"/>
                </a:lnTo>
                <a:lnTo>
                  <a:pt x="3913" y="395"/>
                </a:lnTo>
                <a:lnTo>
                  <a:pt x="3922" y="385"/>
                </a:lnTo>
                <a:lnTo>
                  <a:pt x="3929" y="376"/>
                </a:lnTo>
                <a:lnTo>
                  <a:pt x="3932" y="346"/>
                </a:lnTo>
                <a:lnTo>
                  <a:pt x="3925" y="314"/>
                </a:lnTo>
                <a:lnTo>
                  <a:pt x="3914" y="296"/>
                </a:lnTo>
                <a:lnTo>
                  <a:pt x="3907" y="291"/>
                </a:lnTo>
                <a:lnTo>
                  <a:pt x="3901" y="290"/>
                </a:lnTo>
                <a:lnTo>
                  <a:pt x="3894" y="292"/>
                </a:lnTo>
                <a:lnTo>
                  <a:pt x="3871" y="318"/>
                </a:lnTo>
                <a:lnTo>
                  <a:pt x="3860" y="337"/>
                </a:lnTo>
                <a:lnTo>
                  <a:pt x="3835" y="385"/>
                </a:lnTo>
                <a:lnTo>
                  <a:pt x="3804" y="342"/>
                </a:lnTo>
                <a:lnTo>
                  <a:pt x="3771" y="299"/>
                </a:lnTo>
                <a:lnTo>
                  <a:pt x="3779" y="358"/>
                </a:lnTo>
                <a:lnTo>
                  <a:pt x="3782" y="383"/>
                </a:lnTo>
                <a:lnTo>
                  <a:pt x="3777" y="420"/>
                </a:lnTo>
                <a:lnTo>
                  <a:pt x="3771" y="428"/>
                </a:lnTo>
                <a:lnTo>
                  <a:pt x="3767" y="430"/>
                </a:lnTo>
                <a:lnTo>
                  <a:pt x="3752" y="427"/>
                </a:lnTo>
                <a:lnTo>
                  <a:pt x="3726" y="412"/>
                </a:lnTo>
                <a:lnTo>
                  <a:pt x="3693" y="378"/>
                </a:lnTo>
                <a:lnTo>
                  <a:pt x="3676" y="352"/>
                </a:lnTo>
                <a:lnTo>
                  <a:pt x="3672" y="337"/>
                </a:lnTo>
                <a:lnTo>
                  <a:pt x="3673" y="331"/>
                </a:lnTo>
                <a:lnTo>
                  <a:pt x="3677" y="321"/>
                </a:lnTo>
                <a:lnTo>
                  <a:pt x="3678" y="310"/>
                </a:lnTo>
                <a:lnTo>
                  <a:pt x="3663" y="315"/>
                </a:lnTo>
                <a:lnTo>
                  <a:pt x="3639" y="337"/>
                </a:lnTo>
                <a:lnTo>
                  <a:pt x="3631" y="345"/>
                </a:lnTo>
                <a:lnTo>
                  <a:pt x="3614" y="356"/>
                </a:lnTo>
                <a:lnTo>
                  <a:pt x="3598" y="358"/>
                </a:lnTo>
                <a:lnTo>
                  <a:pt x="3577" y="352"/>
                </a:lnTo>
                <a:lnTo>
                  <a:pt x="3564" y="346"/>
                </a:lnTo>
                <a:lnTo>
                  <a:pt x="3544" y="338"/>
                </a:lnTo>
                <a:lnTo>
                  <a:pt x="3494" y="327"/>
                </a:lnTo>
                <a:lnTo>
                  <a:pt x="3472" y="326"/>
                </a:lnTo>
                <a:lnTo>
                  <a:pt x="3447" y="327"/>
                </a:lnTo>
                <a:lnTo>
                  <a:pt x="3436" y="334"/>
                </a:lnTo>
                <a:lnTo>
                  <a:pt x="3441" y="345"/>
                </a:lnTo>
                <a:lnTo>
                  <a:pt x="3449" y="353"/>
                </a:lnTo>
                <a:lnTo>
                  <a:pt x="3460" y="365"/>
                </a:lnTo>
                <a:lnTo>
                  <a:pt x="3487" y="374"/>
                </a:lnTo>
                <a:lnTo>
                  <a:pt x="3498" y="371"/>
                </a:lnTo>
                <a:lnTo>
                  <a:pt x="3510" y="369"/>
                </a:lnTo>
                <a:lnTo>
                  <a:pt x="3546" y="379"/>
                </a:lnTo>
                <a:lnTo>
                  <a:pt x="3563" y="390"/>
                </a:lnTo>
                <a:lnTo>
                  <a:pt x="3576" y="399"/>
                </a:lnTo>
                <a:lnTo>
                  <a:pt x="3588" y="410"/>
                </a:lnTo>
                <a:lnTo>
                  <a:pt x="3576" y="417"/>
                </a:lnTo>
                <a:lnTo>
                  <a:pt x="3537" y="417"/>
                </a:lnTo>
                <a:lnTo>
                  <a:pt x="3511" y="418"/>
                </a:lnTo>
                <a:lnTo>
                  <a:pt x="3465" y="429"/>
                </a:lnTo>
                <a:lnTo>
                  <a:pt x="3454" y="437"/>
                </a:lnTo>
                <a:lnTo>
                  <a:pt x="3443" y="446"/>
                </a:lnTo>
                <a:lnTo>
                  <a:pt x="3436" y="440"/>
                </a:lnTo>
                <a:lnTo>
                  <a:pt x="3438" y="424"/>
                </a:lnTo>
                <a:lnTo>
                  <a:pt x="3440" y="412"/>
                </a:lnTo>
                <a:lnTo>
                  <a:pt x="3438" y="405"/>
                </a:lnTo>
                <a:lnTo>
                  <a:pt x="3436" y="412"/>
                </a:lnTo>
                <a:lnTo>
                  <a:pt x="3430" y="420"/>
                </a:lnTo>
                <a:lnTo>
                  <a:pt x="3415" y="433"/>
                </a:lnTo>
                <a:lnTo>
                  <a:pt x="3406" y="434"/>
                </a:lnTo>
                <a:lnTo>
                  <a:pt x="3403" y="435"/>
                </a:lnTo>
                <a:lnTo>
                  <a:pt x="3400" y="440"/>
                </a:lnTo>
                <a:lnTo>
                  <a:pt x="3408" y="452"/>
                </a:lnTo>
                <a:lnTo>
                  <a:pt x="3420" y="462"/>
                </a:lnTo>
                <a:lnTo>
                  <a:pt x="3436" y="472"/>
                </a:lnTo>
                <a:lnTo>
                  <a:pt x="3471" y="485"/>
                </a:lnTo>
                <a:lnTo>
                  <a:pt x="3500" y="489"/>
                </a:lnTo>
                <a:lnTo>
                  <a:pt x="3515" y="483"/>
                </a:lnTo>
                <a:lnTo>
                  <a:pt x="3521" y="476"/>
                </a:lnTo>
                <a:lnTo>
                  <a:pt x="3521" y="471"/>
                </a:lnTo>
                <a:lnTo>
                  <a:pt x="3522" y="464"/>
                </a:lnTo>
                <a:lnTo>
                  <a:pt x="3533" y="454"/>
                </a:lnTo>
                <a:lnTo>
                  <a:pt x="3541" y="453"/>
                </a:lnTo>
                <a:lnTo>
                  <a:pt x="3547" y="454"/>
                </a:lnTo>
                <a:lnTo>
                  <a:pt x="3551" y="464"/>
                </a:lnTo>
                <a:lnTo>
                  <a:pt x="3548" y="471"/>
                </a:lnTo>
                <a:lnTo>
                  <a:pt x="3546" y="478"/>
                </a:lnTo>
                <a:lnTo>
                  <a:pt x="3556" y="488"/>
                </a:lnTo>
                <a:lnTo>
                  <a:pt x="3566" y="489"/>
                </a:lnTo>
                <a:lnTo>
                  <a:pt x="3578" y="487"/>
                </a:lnTo>
                <a:lnTo>
                  <a:pt x="3600" y="467"/>
                </a:lnTo>
                <a:lnTo>
                  <a:pt x="3607" y="453"/>
                </a:lnTo>
                <a:lnTo>
                  <a:pt x="3611" y="440"/>
                </a:lnTo>
                <a:lnTo>
                  <a:pt x="3626" y="425"/>
                </a:lnTo>
                <a:lnTo>
                  <a:pt x="3644" y="424"/>
                </a:lnTo>
                <a:lnTo>
                  <a:pt x="3656" y="435"/>
                </a:lnTo>
                <a:lnTo>
                  <a:pt x="3657" y="447"/>
                </a:lnTo>
                <a:lnTo>
                  <a:pt x="3659" y="459"/>
                </a:lnTo>
                <a:lnTo>
                  <a:pt x="3680" y="488"/>
                </a:lnTo>
                <a:lnTo>
                  <a:pt x="3707" y="510"/>
                </a:lnTo>
                <a:lnTo>
                  <a:pt x="3724" y="517"/>
                </a:lnTo>
                <a:lnTo>
                  <a:pt x="3733" y="515"/>
                </a:lnTo>
                <a:lnTo>
                  <a:pt x="3735" y="510"/>
                </a:lnTo>
                <a:lnTo>
                  <a:pt x="3739" y="503"/>
                </a:lnTo>
                <a:lnTo>
                  <a:pt x="3757" y="492"/>
                </a:lnTo>
                <a:lnTo>
                  <a:pt x="3776" y="489"/>
                </a:lnTo>
                <a:lnTo>
                  <a:pt x="3792" y="495"/>
                </a:lnTo>
                <a:lnTo>
                  <a:pt x="3793" y="504"/>
                </a:lnTo>
                <a:lnTo>
                  <a:pt x="3794" y="507"/>
                </a:lnTo>
                <a:lnTo>
                  <a:pt x="3805" y="512"/>
                </a:lnTo>
                <a:lnTo>
                  <a:pt x="3836" y="515"/>
                </a:lnTo>
                <a:lnTo>
                  <a:pt x="3866" y="515"/>
                </a:lnTo>
                <a:lnTo>
                  <a:pt x="3887" y="514"/>
                </a:lnTo>
                <a:lnTo>
                  <a:pt x="3917" y="515"/>
                </a:lnTo>
                <a:lnTo>
                  <a:pt x="3932" y="522"/>
                </a:lnTo>
                <a:lnTo>
                  <a:pt x="3937" y="539"/>
                </a:lnTo>
                <a:lnTo>
                  <a:pt x="3938" y="551"/>
                </a:lnTo>
                <a:lnTo>
                  <a:pt x="3939" y="589"/>
                </a:lnTo>
                <a:lnTo>
                  <a:pt x="3972" y="547"/>
                </a:lnTo>
                <a:lnTo>
                  <a:pt x="3988" y="531"/>
                </a:lnTo>
                <a:lnTo>
                  <a:pt x="4020" y="509"/>
                </a:lnTo>
                <a:lnTo>
                  <a:pt x="4032" y="507"/>
                </a:lnTo>
                <a:lnTo>
                  <a:pt x="4044" y="507"/>
                </a:lnTo>
                <a:lnTo>
                  <a:pt x="4042" y="516"/>
                </a:lnTo>
                <a:lnTo>
                  <a:pt x="4029" y="526"/>
                </a:lnTo>
                <a:lnTo>
                  <a:pt x="4019" y="532"/>
                </a:lnTo>
                <a:lnTo>
                  <a:pt x="4012" y="548"/>
                </a:lnTo>
                <a:lnTo>
                  <a:pt x="4016" y="554"/>
                </a:lnTo>
                <a:lnTo>
                  <a:pt x="4022" y="558"/>
                </a:lnTo>
                <a:lnTo>
                  <a:pt x="4046" y="552"/>
                </a:lnTo>
                <a:lnTo>
                  <a:pt x="4059" y="542"/>
                </a:lnTo>
                <a:lnTo>
                  <a:pt x="4077" y="528"/>
                </a:lnTo>
                <a:lnTo>
                  <a:pt x="4084" y="531"/>
                </a:lnTo>
                <a:lnTo>
                  <a:pt x="4078" y="548"/>
                </a:lnTo>
                <a:lnTo>
                  <a:pt x="4072" y="566"/>
                </a:lnTo>
                <a:lnTo>
                  <a:pt x="4078" y="576"/>
                </a:lnTo>
                <a:lnTo>
                  <a:pt x="4090" y="577"/>
                </a:lnTo>
                <a:lnTo>
                  <a:pt x="4099" y="576"/>
                </a:lnTo>
                <a:lnTo>
                  <a:pt x="4112" y="575"/>
                </a:lnTo>
                <a:lnTo>
                  <a:pt x="4134" y="580"/>
                </a:lnTo>
                <a:lnTo>
                  <a:pt x="4140" y="587"/>
                </a:lnTo>
                <a:lnTo>
                  <a:pt x="4140" y="591"/>
                </a:lnTo>
                <a:lnTo>
                  <a:pt x="4136" y="597"/>
                </a:lnTo>
                <a:lnTo>
                  <a:pt x="4120" y="607"/>
                </a:lnTo>
                <a:lnTo>
                  <a:pt x="4103" y="610"/>
                </a:lnTo>
                <a:lnTo>
                  <a:pt x="4084" y="614"/>
                </a:lnTo>
                <a:lnTo>
                  <a:pt x="4057" y="621"/>
                </a:lnTo>
                <a:lnTo>
                  <a:pt x="4046" y="631"/>
                </a:lnTo>
                <a:lnTo>
                  <a:pt x="4049" y="642"/>
                </a:lnTo>
                <a:lnTo>
                  <a:pt x="4058" y="648"/>
                </a:lnTo>
                <a:lnTo>
                  <a:pt x="4067" y="657"/>
                </a:lnTo>
                <a:lnTo>
                  <a:pt x="4084" y="697"/>
                </a:lnTo>
                <a:lnTo>
                  <a:pt x="4091" y="722"/>
                </a:lnTo>
                <a:lnTo>
                  <a:pt x="4102" y="784"/>
                </a:lnTo>
                <a:lnTo>
                  <a:pt x="4064" y="750"/>
                </a:lnTo>
                <a:lnTo>
                  <a:pt x="4044" y="733"/>
                </a:lnTo>
                <a:lnTo>
                  <a:pt x="4025" y="728"/>
                </a:lnTo>
                <a:lnTo>
                  <a:pt x="4018" y="733"/>
                </a:lnTo>
                <a:lnTo>
                  <a:pt x="4016" y="739"/>
                </a:lnTo>
                <a:lnTo>
                  <a:pt x="4011" y="746"/>
                </a:lnTo>
                <a:lnTo>
                  <a:pt x="3999" y="754"/>
                </a:lnTo>
                <a:lnTo>
                  <a:pt x="3993" y="752"/>
                </a:lnTo>
                <a:lnTo>
                  <a:pt x="3990" y="751"/>
                </a:lnTo>
                <a:lnTo>
                  <a:pt x="3983" y="753"/>
                </a:lnTo>
                <a:lnTo>
                  <a:pt x="3973" y="768"/>
                </a:lnTo>
                <a:lnTo>
                  <a:pt x="3967" y="784"/>
                </a:lnTo>
                <a:lnTo>
                  <a:pt x="3965" y="794"/>
                </a:lnTo>
                <a:lnTo>
                  <a:pt x="3956" y="809"/>
                </a:lnTo>
                <a:lnTo>
                  <a:pt x="3943" y="820"/>
                </a:lnTo>
                <a:lnTo>
                  <a:pt x="3926" y="827"/>
                </a:lnTo>
                <a:lnTo>
                  <a:pt x="3917" y="828"/>
                </a:lnTo>
                <a:lnTo>
                  <a:pt x="3900" y="828"/>
                </a:lnTo>
                <a:lnTo>
                  <a:pt x="3892" y="825"/>
                </a:lnTo>
                <a:lnTo>
                  <a:pt x="3898" y="820"/>
                </a:lnTo>
                <a:lnTo>
                  <a:pt x="3909" y="815"/>
                </a:lnTo>
                <a:lnTo>
                  <a:pt x="3920" y="796"/>
                </a:lnTo>
                <a:lnTo>
                  <a:pt x="3917" y="776"/>
                </a:lnTo>
                <a:lnTo>
                  <a:pt x="3901" y="759"/>
                </a:lnTo>
                <a:lnTo>
                  <a:pt x="3889" y="757"/>
                </a:lnTo>
                <a:lnTo>
                  <a:pt x="3820" y="752"/>
                </a:lnTo>
                <a:lnTo>
                  <a:pt x="3770" y="753"/>
                </a:lnTo>
                <a:lnTo>
                  <a:pt x="3758" y="758"/>
                </a:lnTo>
                <a:lnTo>
                  <a:pt x="3757" y="763"/>
                </a:lnTo>
                <a:lnTo>
                  <a:pt x="3759" y="769"/>
                </a:lnTo>
                <a:lnTo>
                  <a:pt x="3780" y="783"/>
                </a:lnTo>
                <a:lnTo>
                  <a:pt x="3795" y="788"/>
                </a:lnTo>
                <a:lnTo>
                  <a:pt x="3813" y="795"/>
                </a:lnTo>
                <a:lnTo>
                  <a:pt x="3821" y="806"/>
                </a:lnTo>
                <a:lnTo>
                  <a:pt x="3817" y="815"/>
                </a:lnTo>
                <a:lnTo>
                  <a:pt x="3811" y="820"/>
                </a:lnTo>
                <a:lnTo>
                  <a:pt x="3805" y="826"/>
                </a:lnTo>
                <a:lnTo>
                  <a:pt x="3794" y="830"/>
                </a:lnTo>
                <a:lnTo>
                  <a:pt x="3781" y="826"/>
                </a:lnTo>
                <a:lnTo>
                  <a:pt x="3765" y="812"/>
                </a:lnTo>
                <a:lnTo>
                  <a:pt x="3757" y="801"/>
                </a:lnTo>
                <a:lnTo>
                  <a:pt x="3740" y="782"/>
                </a:lnTo>
                <a:lnTo>
                  <a:pt x="3718" y="764"/>
                </a:lnTo>
                <a:lnTo>
                  <a:pt x="3706" y="767"/>
                </a:lnTo>
                <a:lnTo>
                  <a:pt x="3706" y="793"/>
                </a:lnTo>
                <a:lnTo>
                  <a:pt x="3710" y="815"/>
                </a:lnTo>
                <a:lnTo>
                  <a:pt x="3712" y="838"/>
                </a:lnTo>
                <a:lnTo>
                  <a:pt x="3710" y="860"/>
                </a:lnTo>
                <a:lnTo>
                  <a:pt x="3706" y="869"/>
                </a:lnTo>
                <a:lnTo>
                  <a:pt x="3702" y="869"/>
                </a:lnTo>
                <a:lnTo>
                  <a:pt x="3698" y="869"/>
                </a:lnTo>
                <a:lnTo>
                  <a:pt x="3689" y="860"/>
                </a:lnTo>
                <a:lnTo>
                  <a:pt x="3678" y="839"/>
                </a:lnTo>
                <a:lnTo>
                  <a:pt x="3673" y="819"/>
                </a:lnTo>
                <a:lnTo>
                  <a:pt x="3666" y="796"/>
                </a:lnTo>
                <a:lnTo>
                  <a:pt x="3652" y="776"/>
                </a:lnTo>
                <a:lnTo>
                  <a:pt x="3640" y="770"/>
                </a:lnTo>
                <a:lnTo>
                  <a:pt x="3634" y="770"/>
                </a:lnTo>
                <a:lnTo>
                  <a:pt x="3621" y="771"/>
                </a:lnTo>
                <a:lnTo>
                  <a:pt x="3604" y="781"/>
                </a:lnTo>
                <a:lnTo>
                  <a:pt x="3602" y="788"/>
                </a:lnTo>
                <a:lnTo>
                  <a:pt x="3604" y="795"/>
                </a:lnTo>
                <a:lnTo>
                  <a:pt x="3616" y="804"/>
                </a:lnTo>
                <a:lnTo>
                  <a:pt x="3626" y="804"/>
                </a:lnTo>
                <a:lnTo>
                  <a:pt x="3634" y="805"/>
                </a:lnTo>
                <a:lnTo>
                  <a:pt x="3647" y="817"/>
                </a:lnTo>
                <a:lnTo>
                  <a:pt x="3648" y="826"/>
                </a:lnTo>
                <a:lnTo>
                  <a:pt x="3648" y="833"/>
                </a:lnTo>
                <a:lnTo>
                  <a:pt x="3645" y="842"/>
                </a:lnTo>
                <a:lnTo>
                  <a:pt x="3629" y="842"/>
                </a:lnTo>
                <a:lnTo>
                  <a:pt x="3608" y="831"/>
                </a:lnTo>
                <a:lnTo>
                  <a:pt x="3588" y="821"/>
                </a:lnTo>
                <a:lnTo>
                  <a:pt x="3571" y="820"/>
                </a:lnTo>
                <a:lnTo>
                  <a:pt x="3563" y="826"/>
                </a:lnTo>
                <a:lnTo>
                  <a:pt x="3561" y="831"/>
                </a:lnTo>
                <a:lnTo>
                  <a:pt x="3556" y="840"/>
                </a:lnTo>
                <a:lnTo>
                  <a:pt x="3528" y="851"/>
                </a:lnTo>
                <a:lnTo>
                  <a:pt x="3510" y="852"/>
                </a:lnTo>
                <a:lnTo>
                  <a:pt x="3492" y="853"/>
                </a:lnTo>
                <a:lnTo>
                  <a:pt x="3468" y="865"/>
                </a:lnTo>
                <a:lnTo>
                  <a:pt x="3465" y="873"/>
                </a:lnTo>
                <a:lnTo>
                  <a:pt x="3464" y="877"/>
                </a:lnTo>
                <a:lnTo>
                  <a:pt x="3462" y="879"/>
                </a:lnTo>
                <a:lnTo>
                  <a:pt x="3455" y="870"/>
                </a:lnTo>
                <a:lnTo>
                  <a:pt x="3449" y="855"/>
                </a:lnTo>
                <a:lnTo>
                  <a:pt x="3440" y="838"/>
                </a:lnTo>
                <a:lnTo>
                  <a:pt x="3422" y="818"/>
                </a:lnTo>
                <a:lnTo>
                  <a:pt x="3405" y="817"/>
                </a:lnTo>
                <a:lnTo>
                  <a:pt x="3396" y="835"/>
                </a:lnTo>
                <a:lnTo>
                  <a:pt x="3395" y="853"/>
                </a:lnTo>
                <a:lnTo>
                  <a:pt x="3393" y="868"/>
                </a:lnTo>
                <a:lnTo>
                  <a:pt x="3386" y="879"/>
                </a:lnTo>
                <a:lnTo>
                  <a:pt x="3379" y="880"/>
                </a:lnTo>
                <a:lnTo>
                  <a:pt x="3374" y="879"/>
                </a:lnTo>
                <a:lnTo>
                  <a:pt x="3367" y="872"/>
                </a:lnTo>
                <a:lnTo>
                  <a:pt x="3362" y="852"/>
                </a:lnTo>
                <a:lnTo>
                  <a:pt x="3365" y="842"/>
                </a:lnTo>
                <a:lnTo>
                  <a:pt x="3366" y="838"/>
                </a:lnTo>
                <a:lnTo>
                  <a:pt x="3364" y="828"/>
                </a:lnTo>
                <a:lnTo>
                  <a:pt x="3351" y="814"/>
                </a:lnTo>
                <a:lnTo>
                  <a:pt x="3323" y="798"/>
                </a:lnTo>
                <a:lnTo>
                  <a:pt x="3289" y="792"/>
                </a:lnTo>
                <a:lnTo>
                  <a:pt x="3273" y="793"/>
                </a:lnTo>
                <a:lnTo>
                  <a:pt x="3263" y="794"/>
                </a:lnTo>
                <a:lnTo>
                  <a:pt x="3251" y="781"/>
                </a:lnTo>
                <a:lnTo>
                  <a:pt x="3249" y="770"/>
                </a:lnTo>
                <a:lnTo>
                  <a:pt x="3248" y="758"/>
                </a:lnTo>
                <a:lnTo>
                  <a:pt x="3237" y="750"/>
                </a:lnTo>
                <a:lnTo>
                  <a:pt x="3229" y="752"/>
                </a:lnTo>
                <a:lnTo>
                  <a:pt x="3225" y="755"/>
                </a:lnTo>
                <a:lnTo>
                  <a:pt x="3222" y="765"/>
                </a:lnTo>
                <a:lnTo>
                  <a:pt x="3229" y="783"/>
                </a:lnTo>
                <a:lnTo>
                  <a:pt x="3242" y="798"/>
                </a:lnTo>
                <a:lnTo>
                  <a:pt x="3252" y="809"/>
                </a:lnTo>
                <a:lnTo>
                  <a:pt x="3261" y="826"/>
                </a:lnTo>
                <a:lnTo>
                  <a:pt x="3256" y="835"/>
                </a:lnTo>
                <a:lnTo>
                  <a:pt x="3239" y="838"/>
                </a:lnTo>
                <a:lnTo>
                  <a:pt x="3226" y="835"/>
                </a:lnTo>
                <a:lnTo>
                  <a:pt x="3223" y="835"/>
                </a:lnTo>
                <a:lnTo>
                  <a:pt x="3218" y="839"/>
                </a:lnTo>
                <a:lnTo>
                  <a:pt x="3217" y="854"/>
                </a:lnTo>
                <a:lnTo>
                  <a:pt x="3222" y="868"/>
                </a:lnTo>
                <a:lnTo>
                  <a:pt x="3225" y="882"/>
                </a:lnTo>
                <a:lnTo>
                  <a:pt x="3223" y="907"/>
                </a:lnTo>
                <a:lnTo>
                  <a:pt x="3216" y="913"/>
                </a:lnTo>
                <a:lnTo>
                  <a:pt x="3206" y="917"/>
                </a:lnTo>
                <a:lnTo>
                  <a:pt x="3180" y="908"/>
                </a:lnTo>
                <a:lnTo>
                  <a:pt x="3155" y="887"/>
                </a:lnTo>
                <a:lnTo>
                  <a:pt x="3137" y="857"/>
                </a:lnTo>
                <a:lnTo>
                  <a:pt x="3133" y="842"/>
                </a:lnTo>
                <a:lnTo>
                  <a:pt x="3131" y="831"/>
                </a:lnTo>
                <a:lnTo>
                  <a:pt x="3122" y="817"/>
                </a:lnTo>
                <a:lnTo>
                  <a:pt x="3100" y="808"/>
                </a:lnTo>
                <a:lnTo>
                  <a:pt x="3062" y="805"/>
                </a:lnTo>
                <a:lnTo>
                  <a:pt x="3033" y="804"/>
                </a:lnTo>
                <a:lnTo>
                  <a:pt x="3008" y="803"/>
                </a:lnTo>
                <a:lnTo>
                  <a:pt x="2968" y="798"/>
                </a:lnTo>
                <a:lnTo>
                  <a:pt x="2939" y="789"/>
                </a:lnTo>
                <a:lnTo>
                  <a:pt x="2916" y="772"/>
                </a:lnTo>
                <a:lnTo>
                  <a:pt x="2906" y="763"/>
                </a:lnTo>
                <a:lnTo>
                  <a:pt x="2891" y="746"/>
                </a:lnTo>
                <a:lnTo>
                  <a:pt x="2871" y="737"/>
                </a:lnTo>
                <a:lnTo>
                  <a:pt x="2863" y="739"/>
                </a:lnTo>
                <a:lnTo>
                  <a:pt x="2859" y="743"/>
                </a:lnTo>
                <a:lnTo>
                  <a:pt x="2856" y="750"/>
                </a:lnTo>
                <a:lnTo>
                  <a:pt x="2862" y="759"/>
                </a:lnTo>
                <a:lnTo>
                  <a:pt x="2868" y="760"/>
                </a:lnTo>
                <a:lnTo>
                  <a:pt x="2876" y="762"/>
                </a:lnTo>
                <a:lnTo>
                  <a:pt x="2880" y="771"/>
                </a:lnTo>
                <a:lnTo>
                  <a:pt x="2878" y="779"/>
                </a:lnTo>
                <a:lnTo>
                  <a:pt x="2875" y="785"/>
                </a:lnTo>
                <a:lnTo>
                  <a:pt x="2879" y="796"/>
                </a:lnTo>
                <a:lnTo>
                  <a:pt x="2887" y="797"/>
                </a:lnTo>
                <a:lnTo>
                  <a:pt x="2896" y="798"/>
                </a:lnTo>
                <a:lnTo>
                  <a:pt x="2920" y="813"/>
                </a:lnTo>
                <a:lnTo>
                  <a:pt x="2943" y="833"/>
                </a:lnTo>
                <a:lnTo>
                  <a:pt x="2957" y="856"/>
                </a:lnTo>
                <a:lnTo>
                  <a:pt x="2959" y="866"/>
                </a:lnTo>
                <a:lnTo>
                  <a:pt x="2961" y="873"/>
                </a:lnTo>
                <a:lnTo>
                  <a:pt x="2974" y="895"/>
                </a:lnTo>
                <a:lnTo>
                  <a:pt x="2984" y="904"/>
                </a:lnTo>
                <a:lnTo>
                  <a:pt x="2997" y="914"/>
                </a:lnTo>
                <a:lnTo>
                  <a:pt x="3009" y="915"/>
                </a:lnTo>
                <a:lnTo>
                  <a:pt x="3015" y="908"/>
                </a:lnTo>
                <a:lnTo>
                  <a:pt x="3017" y="902"/>
                </a:lnTo>
                <a:lnTo>
                  <a:pt x="3021" y="892"/>
                </a:lnTo>
                <a:lnTo>
                  <a:pt x="3031" y="892"/>
                </a:lnTo>
                <a:lnTo>
                  <a:pt x="3039" y="902"/>
                </a:lnTo>
                <a:lnTo>
                  <a:pt x="3041" y="907"/>
                </a:lnTo>
                <a:lnTo>
                  <a:pt x="3039" y="919"/>
                </a:lnTo>
                <a:lnTo>
                  <a:pt x="3021" y="934"/>
                </a:lnTo>
                <a:lnTo>
                  <a:pt x="2980" y="950"/>
                </a:lnTo>
                <a:lnTo>
                  <a:pt x="2932" y="955"/>
                </a:lnTo>
                <a:lnTo>
                  <a:pt x="2910" y="951"/>
                </a:lnTo>
                <a:lnTo>
                  <a:pt x="2893" y="945"/>
                </a:lnTo>
                <a:lnTo>
                  <a:pt x="2876" y="931"/>
                </a:lnTo>
                <a:lnTo>
                  <a:pt x="2869" y="919"/>
                </a:lnTo>
                <a:lnTo>
                  <a:pt x="2868" y="913"/>
                </a:lnTo>
                <a:lnTo>
                  <a:pt x="2868" y="906"/>
                </a:lnTo>
                <a:lnTo>
                  <a:pt x="2860" y="896"/>
                </a:lnTo>
                <a:lnTo>
                  <a:pt x="2834" y="889"/>
                </a:lnTo>
                <a:lnTo>
                  <a:pt x="2802" y="888"/>
                </a:lnTo>
                <a:lnTo>
                  <a:pt x="2771" y="889"/>
                </a:lnTo>
                <a:lnTo>
                  <a:pt x="2704" y="884"/>
                </a:lnTo>
                <a:lnTo>
                  <a:pt x="2678" y="880"/>
                </a:lnTo>
                <a:lnTo>
                  <a:pt x="2619" y="870"/>
                </a:lnTo>
                <a:lnTo>
                  <a:pt x="2547" y="858"/>
                </a:lnTo>
                <a:lnTo>
                  <a:pt x="2517" y="853"/>
                </a:lnTo>
                <a:lnTo>
                  <a:pt x="2487" y="842"/>
                </a:lnTo>
                <a:lnTo>
                  <a:pt x="2480" y="835"/>
                </a:lnTo>
                <a:lnTo>
                  <a:pt x="2481" y="831"/>
                </a:lnTo>
                <a:lnTo>
                  <a:pt x="2482" y="828"/>
                </a:lnTo>
                <a:lnTo>
                  <a:pt x="2476" y="825"/>
                </a:lnTo>
                <a:lnTo>
                  <a:pt x="2455" y="823"/>
                </a:lnTo>
                <a:lnTo>
                  <a:pt x="2432" y="828"/>
                </a:lnTo>
                <a:lnTo>
                  <a:pt x="2406" y="832"/>
                </a:lnTo>
                <a:lnTo>
                  <a:pt x="2377" y="829"/>
                </a:lnTo>
                <a:lnTo>
                  <a:pt x="2364" y="821"/>
                </a:lnTo>
                <a:lnTo>
                  <a:pt x="2361" y="815"/>
                </a:lnTo>
                <a:lnTo>
                  <a:pt x="2358" y="810"/>
                </a:lnTo>
                <a:lnTo>
                  <a:pt x="2350" y="809"/>
                </a:lnTo>
                <a:lnTo>
                  <a:pt x="2340" y="825"/>
                </a:lnTo>
                <a:lnTo>
                  <a:pt x="2334" y="850"/>
                </a:lnTo>
                <a:lnTo>
                  <a:pt x="2321" y="907"/>
                </a:lnTo>
                <a:lnTo>
                  <a:pt x="2261" y="847"/>
                </a:lnTo>
                <a:lnTo>
                  <a:pt x="2234" y="821"/>
                </a:lnTo>
                <a:lnTo>
                  <a:pt x="2216" y="792"/>
                </a:lnTo>
                <a:lnTo>
                  <a:pt x="2216" y="779"/>
                </a:lnTo>
                <a:lnTo>
                  <a:pt x="2221" y="776"/>
                </a:lnTo>
                <a:lnTo>
                  <a:pt x="2224" y="773"/>
                </a:lnTo>
                <a:lnTo>
                  <a:pt x="2220" y="771"/>
                </a:lnTo>
                <a:lnTo>
                  <a:pt x="2194" y="770"/>
                </a:lnTo>
                <a:lnTo>
                  <a:pt x="2163" y="773"/>
                </a:lnTo>
                <a:lnTo>
                  <a:pt x="2125" y="778"/>
                </a:lnTo>
                <a:lnTo>
                  <a:pt x="2089" y="773"/>
                </a:lnTo>
                <a:lnTo>
                  <a:pt x="2074" y="765"/>
                </a:lnTo>
                <a:lnTo>
                  <a:pt x="2069" y="759"/>
                </a:lnTo>
                <a:lnTo>
                  <a:pt x="2064" y="752"/>
                </a:lnTo>
                <a:lnTo>
                  <a:pt x="2054" y="743"/>
                </a:lnTo>
                <a:lnTo>
                  <a:pt x="2036" y="745"/>
                </a:lnTo>
                <a:lnTo>
                  <a:pt x="2014" y="759"/>
                </a:lnTo>
                <a:lnTo>
                  <a:pt x="2002" y="766"/>
                </a:lnTo>
                <a:lnTo>
                  <a:pt x="1984" y="773"/>
                </a:lnTo>
                <a:lnTo>
                  <a:pt x="1970" y="771"/>
                </a:lnTo>
                <a:lnTo>
                  <a:pt x="1957" y="760"/>
                </a:lnTo>
                <a:lnTo>
                  <a:pt x="1949" y="750"/>
                </a:lnTo>
                <a:lnTo>
                  <a:pt x="1940" y="738"/>
                </a:lnTo>
                <a:lnTo>
                  <a:pt x="1929" y="732"/>
                </a:lnTo>
                <a:lnTo>
                  <a:pt x="1926" y="735"/>
                </a:lnTo>
                <a:lnTo>
                  <a:pt x="1926" y="739"/>
                </a:lnTo>
                <a:lnTo>
                  <a:pt x="1925" y="744"/>
                </a:lnTo>
                <a:lnTo>
                  <a:pt x="1920" y="751"/>
                </a:lnTo>
                <a:lnTo>
                  <a:pt x="1901" y="754"/>
                </a:lnTo>
                <a:lnTo>
                  <a:pt x="1883" y="750"/>
                </a:lnTo>
                <a:lnTo>
                  <a:pt x="1871" y="747"/>
                </a:lnTo>
                <a:lnTo>
                  <a:pt x="1849" y="748"/>
                </a:lnTo>
                <a:lnTo>
                  <a:pt x="1829" y="757"/>
                </a:lnTo>
                <a:lnTo>
                  <a:pt x="1810" y="772"/>
                </a:lnTo>
                <a:lnTo>
                  <a:pt x="1799" y="784"/>
                </a:lnTo>
                <a:lnTo>
                  <a:pt x="1781" y="802"/>
                </a:lnTo>
                <a:lnTo>
                  <a:pt x="1754" y="818"/>
                </a:lnTo>
                <a:lnTo>
                  <a:pt x="1739" y="822"/>
                </a:lnTo>
                <a:lnTo>
                  <a:pt x="1734" y="820"/>
                </a:lnTo>
                <a:lnTo>
                  <a:pt x="1723" y="818"/>
                </a:lnTo>
                <a:lnTo>
                  <a:pt x="1710" y="828"/>
                </a:lnTo>
                <a:lnTo>
                  <a:pt x="1709" y="841"/>
                </a:lnTo>
                <a:lnTo>
                  <a:pt x="1707" y="852"/>
                </a:lnTo>
                <a:lnTo>
                  <a:pt x="1698" y="868"/>
                </a:lnTo>
                <a:lnTo>
                  <a:pt x="1690" y="869"/>
                </a:lnTo>
                <a:lnTo>
                  <a:pt x="1683" y="867"/>
                </a:lnTo>
                <a:lnTo>
                  <a:pt x="1673" y="847"/>
                </a:lnTo>
                <a:lnTo>
                  <a:pt x="1672" y="833"/>
                </a:lnTo>
                <a:lnTo>
                  <a:pt x="1670" y="805"/>
                </a:lnTo>
                <a:lnTo>
                  <a:pt x="1666" y="797"/>
                </a:lnTo>
                <a:lnTo>
                  <a:pt x="1650" y="801"/>
                </a:lnTo>
                <a:lnTo>
                  <a:pt x="1603" y="814"/>
                </a:lnTo>
                <a:lnTo>
                  <a:pt x="1580" y="820"/>
                </a:lnTo>
                <a:lnTo>
                  <a:pt x="1558" y="821"/>
                </a:lnTo>
                <a:lnTo>
                  <a:pt x="1553" y="818"/>
                </a:lnTo>
                <a:lnTo>
                  <a:pt x="1554" y="815"/>
                </a:lnTo>
                <a:lnTo>
                  <a:pt x="1555" y="808"/>
                </a:lnTo>
                <a:lnTo>
                  <a:pt x="1543" y="788"/>
                </a:lnTo>
                <a:lnTo>
                  <a:pt x="1532" y="777"/>
                </a:lnTo>
                <a:lnTo>
                  <a:pt x="1522" y="769"/>
                </a:lnTo>
                <a:lnTo>
                  <a:pt x="1512" y="764"/>
                </a:lnTo>
                <a:lnTo>
                  <a:pt x="1507" y="783"/>
                </a:lnTo>
                <a:lnTo>
                  <a:pt x="1514" y="825"/>
                </a:lnTo>
                <a:lnTo>
                  <a:pt x="1525" y="896"/>
                </a:lnTo>
                <a:lnTo>
                  <a:pt x="1491" y="855"/>
                </a:lnTo>
                <a:lnTo>
                  <a:pt x="1477" y="837"/>
                </a:lnTo>
                <a:lnTo>
                  <a:pt x="1465" y="798"/>
                </a:lnTo>
                <a:lnTo>
                  <a:pt x="1467" y="784"/>
                </a:lnTo>
                <a:lnTo>
                  <a:pt x="1471" y="771"/>
                </a:lnTo>
                <a:lnTo>
                  <a:pt x="1467" y="763"/>
                </a:lnTo>
                <a:lnTo>
                  <a:pt x="1456" y="768"/>
                </a:lnTo>
                <a:lnTo>
                  <a:pt x="1446" y="772"/>
                </a:lnTo>
                <a:lnTo>
                  <a:pt x="1418" y="767"/>
                </a:lnTo>
                <a:lnTo>
                  <a:pt x="1405" y="757"/>
                </a:lnTo>
                <a:lnTo>
                  <a:pt x="1394" y="748"/>
                </a:lnTo>
                <a:lnTo>
                  <a:pt x="1385" y="746"/>
                </a:lnTo>
                <a:lnTo>
                  <a:pt x="1385" y="750"/>
                </a:lnTo>
                <a:lnTo>
                  <a:pt x="1388" y="754"/>
                </a:lnTo>
                <a:lnTo>
                  <a:pt x="1390" y="758"/>
                </a:lnTo>
                <a:lnTo>
                  <a:pt x="1389" y="767"/>
                </a:lnTo>
                <a:lnTo>
                  <a:pt x="1378" y="779"/>
                </a:lnTo>
                <a:lnTo>
                  <a:pt x="1364" y="784"/>
                </a:lnTo>
                <a:lnTo>
                  <a:pt x="1356" y="787"/>
                </a:lnTo>
                <a:lnTo>
                  <a:pt x="1342" y="796"/>
                </a:lnTo>
                <a:lnTo>
                  <a:pt x="1332" y="809"/>
                </a:lnTo>
                <a:lnTo>
                  <a:pt x="1327" y="827"/>
                </a:lnTo>
                <a:lnTo>
                  <a:pt x="1326" y="837"/>
                </a:lnTo>
                <a:lnTo>
                  <a:pt x="1323" y="876"/>
                </a:lnTo>
                <a:lnTo>
                  <a:pt x="1318" y="909"/>
                </a:lnTo>
                <a:lnTo>
                  <a:pt x="1317" y="922"/>
                </a:lnTo>
                <a:lnTo>
                  <a:pt x="1322" y="946"/>
                </a:lnTo>
                <a:lnTo>
                  <a:pt x="1329" y="953"/>
                </a:lnTo>
                <a:lnTo>
                  <a:pt x="1335" y="957"/>
                </a:lnTo>
                <a:lnTo>
                  <a:pt x="1344" y="971"/>
                </a:lnTo>
                <a:lnTo>
                  <a:pt x="1345" y="980"/>
                </a:lnTo>
                <a:lnTo>
                  <a:pt x="1345" y="983"/>
                </a:lnTo>
                <a:lnTo>
                  <a:pt x="1340" y="985"/>
                </a:lnTo>
                <a:lnTo>
                  <a:pt x="1325" y="982"/>
                </a:lnTo>
                <a:lnTo>
                  <a:pt x="1311" y="975"/>
                </a:lnTo>
                <a:lnTo>
                  <a:pt x="1295" y="964"/>
                </a:lnTo>
                <a:lnTo>
                  <a:pt x="1286" y="947"/>
                </a:lnTo>
                <a:lnTo>
                  <a:pt x="1288" y="936"/>
                </a:lnTo>
                <a:lnTo>
                  <a:pt x="1291" y="931"/>
                </a:lnTo>
                <a:lnTo>
                  <a:pt x="1298" y="921"/>
                </a:lnTo>
                <a:lnTo>
                  <a:pt x="1301" y="906"/>
                </a:lnTo>
                <a:lnTo>
                  <a:pt x="1288" y="894"/>
                </a:lnTo>
                <a:lnTo>
                  <a:pt x="1261" y="889"/>
                </a:lnTo>
                <a:lnTo>
                  <a:pt x="1242" y="888"/>
                </a:lnTo>
                <a:lnTo>
                  <a:pt x="1227" y="887"/>
                </a:lnTo>
                <a:lnTo>
                  <a:pt x="1203" y="877"/>
                </a:lnTo>
                <a:lnTo>
                  <a:pt x="1201" y="869"/>
                </a:lnTo>
                <a:lnTo>
                  <a:pt x="1203" y="862"/>
                </a:lnTo>
                <a:lnTo>
                  <a:pt x="1223" y="852"/>
                </a:lnTo>
                <a:lnTo>
                  <a:pt x="1239" y="852"/>
                </a:lnTo>
                <a:lnTo>
                  <a:pt x="1253" y="851"/>
                </a:lnTo>
                <a:lnTo>
                  <a:pt x="1264" y="843"/>
                </a:lnTo>
                <a:lnTo>
                  <a:pt x="1266" y="837"/>
                </a:lnTo>
                <a:lnTo>
                  <a:pt x="1264" y="833"/>
                </a:lnTo>
                <a:lnTo>
                  <a:pt x="1261" y="826"/>
                </a:lnTo>
                <a:lnTo>
                  <a:pt x="1270" y="816"/>
                </a:lnTo>
                <a:lnTo>
                  <a:pt x="1280" y="815"/>
                </a:lnTo>
                <a:lnTo>
                  <a:pt x="1293" y="815"/>
                </a:lnTo>
                <a:lnTo>
                  <a:pt x="1307" y="808"/>
                </a:lnTo>
                <a:lnTo>
                  <a:pt x="1305" y="793"/>
                </a:lnTo>
                <a:lnTo>
                  <a:pt x="1288" y="766"/>
                </a:lnTo>
                <a:lnTo>
                  <a:pt x="1273" y="746"/>
                </a:lnTo>
                <a:lnTo>
                  <a:pt x="1257" y="726"/>
                </a:lnTo>
                <a:lnTo>
                  <a:pt x="1248" y="702"/>
                </a:lnTo>
                <a:lnTo>
                  <a:pt x="1251" y="692"/>
                </a:lnTo>
                <a:lnTo>
                  <a:pt x="1255" y="689"/>
                </a:lnTo>
                <a:lnTo>
                  <a:pt x="1261" y="684"/>
                </a:lnTo>
                <a:lnTo>
                  <a:pt x="1268" y="673"/>
                </a:lnTo>
                <a:lnTo>
                  <a:pt x="1268" y="656"/>
                </a:lnTo>
                <a:lnTo>
                  <a:pt x="1251" y="633"/>
                </a:lnTo>
                <a:lnTo>
                  <a:pt x="1219" y="617"/>
                </a:lnTo>
                <a:lnTo>
                  <a:pt x="1198" y="616"/>
                </a:lnTo>
                <a:lnTo>
                  <a:pt x="1180" y="617"/>
                </a:lnTo>
                <a:lnTo>
                  <a:pt x="1154" y="630"/>
                </a:lnTo>
                <a:lnTo>
                  <a:pt x="1143" y="650"/>
                </a:lnTo>
                <a:lnTo>
                  <a:pt x="1153" y="667"/>
                </a:lnTo>
                <a:lnTo>
                  <a:pt x="1168" y="673"/>
                </a:lnTo>
                <a:lnTo>
                  <a:pt x="1172" y="676"/>
                </a:lnTo>
                <a:lnTo>
                  <a:pt x="1174" y="680"/>
                </a:lnTo>
                <a:lnTo>
                  <a:pt x="1166" y="688"/>
                </a:lnTo>
                <a:lnTo>
                  <a:pt x="1152" y="692"/>
                </a:lnTo>
                <a:lnTo>
                  <a:pt x="1133" y="694"/>
                </a:lnTo>
                <a:lnTo>
                  <a:pt x="1087" y="688"/>
                </a:lnTo>
                <a:lnTo>
                  <a:pt x="1067" y="679"/>
                </a:lnTo>
                <a:lnTo>
                  <a:pt x="1046" y="670"/>
                </a:lnTo>
                <a:lnTo>
                  <a:pt x="1029" y="667"/>
                </a:lnTo>
                <a:lnTo>
                  <a:pt x="1024" y="670"/>
                </a:lnTo>
                <a:lnTo>
                  <a:pt x="1024" y="673"/>
                </a:lnTo>
                <a:lnTo>
                  <a:pt x="1024" y="682"/>
                </a:lnTo>
                <a:lnTo>
                  <a:pt x="1015" y="697"/>
                </a:lnTo>
                <a:lnTo>
                  <a:pt x="1007" y="701"/>
                </a:lnTo>
                <a:lnTo>
                  <a:pt x="1000" y="703"/>
                </a:lnTo>
                <a:lnTo>
                  <a:pt x="992" y="700"/>
                </a:lnTo>
                <a:lnTo>
                  <a:pt x="983" y="684"/>
                </a:lnTo>
                <a:lnTo>
                  <a:pt x="985" y="651"/>
                </a:lnTo>
                <a:lnTo>
                  <a:pt x="1000" y="618"/>
                </a:lnTo>
                <a:lnTo>
                  <a:pt x="1012" y="607"/>
                </a:lnTo>
                <a:lnTo>
                  <a:pt x="1029" y="595"/>
                </a:lnTo>
                <a:lnTo>
                  <a:pt x="1032" y="584"/>
                </a:lnTo>
                <a:lnTo>
                  <a:pt x="1022" y="578"/>
                </a:lnTo>
                <a:lnTo>
                  <a:pt x="1013" y="575"/>
                </a:lnTo>
                <a:lnTo>
                  <a:pt x="1007" y="572"/>
                </a:lnTo>
                <a:lnTo>
                  <a:pt x="996" y="573"/>
                </a:lnTo>
                <a:lnTo>
                  <a:pt x="982" y="588"/>
                </a:lnTo>
                <a:lnTo>
                  <a:pt x="975" y="608"/>
                </a:lnTo>
                <a:lnTo>
                  <a:pt x="972" y="622"/>
                </a:lnTo>
                <a:lnTo>
                  <a:pt x="963" y="639"/>
                </a:lnTo>
                <a:lnTo>
                  <a:pt x="951" y="646"/>
                </a:lnTo>
                <a:lnTo>
                  <a:pt x="935" y="645"/>
                </a:lnTo>
                <a:lnTo>
                  <a:pt x="923" y="641"/>
                </a:lnTo>
                <a:lnTo>
                  <a:pt x="905" y="635"/>
                </a:lnTo>
                <a:lnTo>
                  <a:pt x="861" y="628"/>
                </a:lnTo>
                <a:lnTo>
                  <a:pt x="844" y="627"/>
                </a:lnTo>
                <a:lnTo>
                  <a:pt x="825" y="623"/>
                </a:lnTo>
                <a:lnTo>
                  <a:pt x="778" y="601"/>
                </a:lnTo>
                <a:lnTo>
                  <a:pt x="758" y="583"/>
                </a:lnTo>
                <a:lnTo>
                  <a:pt x="738" y="567"/>
                </a:lnTo>
                <a:lnTo>
                  <a:pt x="712" y="548"/>
                </a:lnTo>
                <a:lnTo>
                  <a:pt x="698" y="545"/>
                </a:lnTo>
                <a:lnTo>
                  <a:pt x="694" y="558"/>
                </a:lnTo>
                <a:lnTo>
                  <a:pt x="693" y="570"/>
                </a:lnTo>
                <a:lnTo>
                  <a:pt x="695" y="583"/>
                </a:lnTo>
                <a:lnTo>
                  <a:pt x="715" y="605"/>
                </a:lnTo>
                <a:lnTo>
                  <a:pt x="731" y="613"/>
                </a:lnTo>
                <a:lnTo>
                  <a:pt x="744" y="617"/>
                </a:lnTo>
                <a:lnTo>
                  <a:pt x="757" y="625"/>
                </a:lnTo>
                <a:lnTo>
                  <a:pt x="751" y="640"/>
                </a:lnTo>
                <a:lnTo>
                  <a:pt x="725" y="662"/>
                </a:lnTo>
                <a:lnTo>
                  <a:pt x="696" y="685"/>
                </a:lnTo>
                <a:lnTo>
                  <a:pt x="697" y="681"/>
                </a:lnTo>
                <a:lnTo>
                  <a:pt x="701" y="672"/>
                </a:lnTo>
                <a:lnTo>
                  <a:pt x="698" y="651"/>
                </a:lnTo>
                <a:lnTo>
                  <a:pt x="681" y="630"/>
                </a:lnTo>
                <a:lnTo>
                  <a:pt x="657" y="617"/>
                </a:lnTo>
                <a:lnTo>
                  <a:pt x="644" y="616"/>
                </a:lnTo>
                <a:lnTo>
                  <a:pt x="637" y="616"/>
                </a:lnTo>
                <a:lnTo>
                  <a:pt x="631" y="620"/>
                </a:lnTo>
                <a:lnTo>
                  <a:pt x="635" y="638"/>
                </a:lnTo>
                <a:lnTo>
                  <a:pt x="651" y="662"/>
                </a:lnTo>
                <a:lnTo>
                  <a:pt x="666" y="679"/>
                </a:lnTo>
                <a:lnTo>
                  <a:pt x="691" y="694"/>
                </a:lnTo>
                <a:lnTo>
                  <a:pt x="707" y="697"/>
                </a:lnTo>
                <a:lnTo>
                  <a:pt x="713" y="695"/>
                </a:lnTo>
                <a:lnTo>
                  <a:pt x="721" y="694"/>
                </a:lnTo>
                <a:lnTo>
                  <a:pt x="748" y="700"/>
                </a:lnTo>
                <a:lnTo>
                  <a:pt x="805" y="720"/>
                </a:lnTo>
                <a:lnTo>
                  <a:pt x="893" y="765"/>
                </a:lnTo>
                <a:lnTo>
                  <a:pt x="964" y="814"/>
                </a:lnTo>
                <a:lnTo>
                  <a:pt x="983" y="833"/>
                </a:lnTo>
                <a:lnTo>
                  <a:pt x="996" y="850"/>
                </a:lnTo>
                <a:lnTo>
                  <a:pt x="1026" y="871"/>
                </a:lnTo>
                <a:lnTo>
                  <a:pt x="1037" y="875"/>
                </a:lnTo>
                <a:lnTo>
                  <a:pt x="1063" y="883"/>
                </a:lnTo>
                <a:lnTo>
                  <a:pt x="1090" y="895"/>
                </a:lnTo>
                <a:lnTo>
                  <a:pt x="1103" y="903"/>
                </a:lnTo>
                <a:lnTo>
                  <a:pt x="1109" y="895"/>
                </a:lnTo>
                <a:lnTo>
                  <a:pt x="1105" y="880"/>
                </a:lnTo>
                <a:lnTo>
                  <a:pt x="1094" y="852"/>
                </a:lnTo>
                <a:lnTo>
                  <a:pt x="1092" y="835"/>
                </a:lnTo>
                <a:lnTo>
                  <a:pt x="1091" y="832"/>
                </a:lnTo>
                <a:lnTo>
                  <a:pt x="1084" y="828"/>
                </a:lnTo>
                <a:lnTo>
                  <a:pt x="1062" y="827"/>
                </a:lnTo>
                <a:lnTo>
                  <a:pt x="1043" y="830"/>
                </a:lnTo>
                <a:lnTo>
                  <a:pt x="1017" y="833"/>
                </a:lnTo>
                <a:lnTo>
                  <a:pt x="1004" y="828"/>
                </a:lnTo>
                <a:lnTo>
                  <a:pt x="1004" y="817"/>
                </a:lnTo>
                <a:lnTo>
                  <a:pt x="1007" y="808"/>
                </a:lnTo>
                <a:lnTo>
                  <a:pt x="1017" y="781"/>
                </a:lnTo>
                <a:lnTo>
                  <a:pt x="1019" y="768"/>
                </a:lnTo>
                <a:lnTo>
                  <a:pt x="1020" y="765"/>
                </a:lnTo>
                <a:lnTo>
                  <a:pt x="1031" y="766"/>
                </a:lnTo>
                <a:lnTo>
                  <a:pt x="1037" y="770"/>
                </a:lnTo>
                <a:lnTo>
                  <a:pt x="1044" y="776"/>
                </a:lnTo>
                <a:lnTo>
                  <a:pt x="1048" y="792"/>
                </a:lnTo>
                <a:lnTo>
                  <a:pt x="1045" y="801"/>
                </a:lnTo>
                <a:lnTo>
                  <a:pt x="1041" y="808"/>
                </a:lnTo>
                <a:lnTo>
                  <a:pt x="1045" y="813"/>
                </a:lnTo>
                <a:lnTo>
                  <a:pt x="1054" y="808"/>
                </a:lnTo>
                <a:lnTo>
                  <a:pt x="1068" y="801"/>
                </a:lnTo>
                <a:lnTo>
                  <a:pt x="1099" y="802"/>
                </a:lnTo>
                <a:lnTo>
                  <a:pt x="1127" y="816"/>
                </a:lnTo>
                <a:lnTo>
                  <a:pt x="1144" y="842"/>
                </a:lnTo>
                <a:lnTo>
                  <a:pt x="1146" y="857"/>
                </a:lnTo>
                <a:lnTo>
                  <a:pt x="1148" y="873"/>
                </a:lnTo>
                <a:lnTo>
                  <a:pt x="1168" y="908"/>
                </a:lnTo>
                <a:lnTo>
                  <a:pt x="1182" y="920"/>
                </a:lnTo>
                <a:lnTo>
                  <a:pt x="1197" y="931"/>
                </a:lnTo>
                <a:lnTo>
                  <a:pt x="1217" y="965"/>
                </a:lnTo>
                <a:lnTo>
                  <a:pt x="1219" y="982"/>
                </a:lnTo>
                <a:lnTo>
                  <a:pt x="1219" y="994"/>
                </a:lnTo>
                <a:lnTo>
                  <a:pt x="1217" y="1007"/>
                </a:lnTo>
                <a:lnTo>
                  <a:pt x="1206" y="1007"/>
                </a:lnTo>
                <a:lnTo>
                  <a:pt x="1186" y="991"/>
                </a:lnTo>
                <a:lnTo>
                  <a:pt x="1178" y="984"/>
                </a:lnTo>
                <a:lnTo>
                  <a:pt x="1157" y="975"/>
                </a:lnTo>
                <a:lnTo>
                  <a:pt x="1117" y="969"/>
                </a:lnTo>
                <a:lnTo>
                  <a:pt x="1079" y="972"/>
                </a:lnTo>
                <a:lnTo>
                  <a:pt x="1053" y="977"/>
                </a:lnTo>
                <a:lnTo>
                  <a:pt x="1019" y="990"/>
                </a:lnTo>
                <a:lnTo>
                  <a:pt x="1012" y="1001"/>
                </a:lnTo>
                <a:lnTo>
                  <a:pt x="1016" y="1007"/>
                </a:lnTo>
                <a:lnTo>
                  <a:pt x="1033" y="1014"/>
                </a:lnTo>
                <a:lnTo>
                  <a:pt x="1057" y="1015"/>
                </a:lnTo>
                <a:lnTo>
                  <a:pt x="1073" y="1016"/>
                </a:lnTo>
                <a:lnTo>
                  <a:pt x="1090" y="1030"/>
                </a:lnTo>
                <a:lnTo>
                  <a:pt x="1088" y="1052"/>
                </a:lnTo>
                <a:lnTo>
                  <a:pt x="1070" y="1071"/>
                </a:lnTo>
                <a:lnTo>
                  <a:pt x="1054" y="1078"/>
                </a:lnTo>
                <a:lnTo>
                  <a:pt x="1037" y="1084"/>
                </a:lnTo>
                <a:lnTo>
                  <a:pt x="1026" y="1098"/>
                </a:lnTo>
                <a:lnTo>
                  <a:pt x="1025" y="1111"/>
                </a:lnTo>
                <a:lnTo>
                  <a:pt x="1026" y="1118"/>
                </a:lnTo>
                <a:lnTo>
                  <a:pt x="1032" y="1131"/>
                </a:lnTo>
                <a:lnTo>
                  <a:pt x="1022" y="1138"/>
                </a:lnTo>
                <a:lnTo>
                  <a:pt x="1008" y="1134"/>
                </a:lnTo>
                <a:lnTo>
                  <a:pt x="984" y="1126"/>
                </a:lnTo>
                <a:lnTo>
                  <a:pt x="969" y="1123"/>
                </a:lnTo>
                <a:lnTo>
                  <a:pt x="967" y="1122"/>
                </a:lnTo>
                <a:lnTo>
                  <a:pt x="966" y="1120"/>
                </a:lnTo>
                <a:lnTo>
                  <a:pt x="973" y="1113"/>
                </a:lnTo>
                <a:lnTo>
                  <a:pt x="983" y="1105"/>
                </a:lnTo>
                <a:lnTo>
                  <a:pt x="993" y="1097"/>
                </a:lnTo>
                <a:lnTo>
                  <a:pt x="998" y="1084"/>
                </a:lnTo>
                <a:lnTo>
                  <a:pt x="997" y="1077"/>
                </a:lnTo>
                <a:lnTo>
                  <a:pt x="994" y="1075"/>
                </a:lnTo>
                <a:lnTo>
                  <a:pt x="991" y="1072"/>
                </a:lnTo>
                <a:lnTo>
                  <a:pt x="982" y="1072"/>
                </a:lnTo>
                <a:lnTo>
                  <a:pt x="966" y="1081"/>
                </a:lnTo>
                <a:lnTo>
                  <a:pt x="956" y="1094"/>
                </a:lnTo>
                <a:lnTo>
                  <a:pt x="944" y="1107"/>
                </a:lnTo>
                <a:lnTo>
                  <a:pt x="916" y="1120"/>
                </a:lnTo>
                <a:lnTo>
                  <a:pt x="904" y="1118"/>
                </a:lnTo>
                <a:lnTo>
                  <a:pt x="891" y="1114"/>
                </a:lnTo>
                <a:lnTo>
                  <a:pt x="870" y="1118"/>
                </a:lnTo>
                <a:lnTo>
                  <a:pt x="863" y="1125"/>
                </a:lnTo>
                <a:lnTo>
                  <a:pt x="857" y="1132"/>
                </a:lnTo>
                <a:lnTo>
                  <a:pt x="838" y="1130"/>
                </a:lnTo>
                <a:lnTo>
                  <a:pt x="827" y="1121"/>
                </a:lnTo>
                <a:lnTo>
                  <a:pt x="815" y="1114"/>
                </a:lnTo>
                <a:lnTo>
                  <a:pt x="796" y="1107"/>
                </a:lnTo>
                <a:lnTo>
                  <a:pt x="789" y="1110"/>
                </a:lnTo>
                <a:lnTo>
                  <a:pt x="784" y="1115"/>
                </a:lnTo>
                <a:lnTo>
                  <a:pt x="764" y="1109"/>
                </a:lnTo>
                <a:lnTo>
                  <a:pt x="752" y="1102"/>
                </a:lnTo>
                <a:lnTo>
                  <a:pt x="740" y="1092"/>
                </a:lnTo>
                <a:lnTo>
                  <a:pt x="734" y="1095"/>
                </a:lnTo>
                <a:lnTo>
                  <a:pt x="738" y="1108"/>
                </a:lnTo>
                <a:lnTo>
                  <a:pt x="740" y="1115"/>
                </a:lnTo>
                <a:lnTo>
                  <a:pt x="737" y="1127"/>
                </a:lnTo>
                <a:lnTo>
                  <a:pt x="719" y="1141"/>
                </a:lnTo>
                <a:lnTo>
                  <a:pt x="674" y="1151"/>
                </a:lnTo>
                <a:lnTo>
                  <a:pt x="613" y="1150"/>
                </a:lnTo>
                <a:lnTo>
                  <a:pt x="580" y="1143"/>
                </a:lnTo>
                <a:lnTo>
                  <a:pt x="559" y="1139"/>
                </a:lnTo>
                <a:lnTo>
                  <a:pt x="515" y="1138"/>
                </a:lnTo>
                <a:lnTo>
                  <a:pt x="483" y="1145"/>
                </a:lnTo>
                <a:lnTo>
                  <a:pt x="472" y="1154"/>
                </a:lnTo>
                <a:lnTo>
                  <a:pt x="472" y="1161"/>
                </a:lnTo>
                <a:lnTo>
                  <a:pt x="475" y="1165"/>
                </a:lnTo>
                <a:lnTo>
                  <a:pt x="486" y="1172"/>
                </a:lnTo>
                <a:lnTo>
                  <a:pt x="514" y="1183"/>
                </a:lnTo>
                <a:lnTo>
                  <a:pt x="544" y="1188"/>
                </a:lnTo>
                <a:lnTo>
                  <a:pt x="564" y="1184"/>
                </a:lnTo>
                <a:lnTo>
                  <a:pt x="566" y="1179"/>
                </a:lnTo>
                <a:lnTo>
                  <a:pt x="567" y="1171"/>
                </a:lnTo>
                <a:lnTo>
                  <a:pt x="577" y="1160"/>
                </a:lnTo>
                <a:lnTo>
                  <a:pt x="584" y="1159"/>
                </a:lnTo>
                <a:lnTo>
                  <a:pt x="591" y="1160"/>
                </a:lnTo>
                <a:lnTo>
                  <a:pt x="601" y="1176"/>
                </a:lnTo>
                <a:lnTo>
                  <a:pt x="602" y="1186"/>
                </a:lnTo>
                <a:lnTo>
                  <a:pt x="603" y="1194"/>
                </a:lnTo>
                <a:lnTo>
                  <a:pt x="611" y="1204"/>
                </a:lnTo>
                <a:lnTo>
                  <a:pt x="639" y="1213"/>
                </a:lnTo>
                <a:lnTo>
                  <a:pt x="675" y="1214"/>
                </a:lnTo>
                <a:lnTo>
                  <a:pt x="705" y="1215"/>
                </a:lnTo>
                <a:lnTo>
                  <a:pt x="736" y="1222"/>
                </a:lnTo>
                <a:lnTo>
                  <a:pt x="746" y="1230"/>
                </a:lnTo>
                <a:lnTo>
                  <a:pt x="747" y="1233"/>
                </a:lnTo>
                <a:lnTo>
                  <a:pt x="747" y="1239"/>
                </a:lnTo>
                <a:lnTo>
                  <a:pt x="738" y="1245"/>
                </a:lnTo>
                <a:lnTo>
                  <a:pt x="709" y="1247"/>
                </a:lnTo>
                <a:lnTo>
                  <a:pt x="676" y="1243"/>
                </a:lnTo>
                <a:lnTo>
                  <a:pt x="646" y="1239"/>
                </a:lnTo>
                <a:lnTo>
                  <a:pt x="611" y="1241"/>
                </a:lnTo>
                <a:lnTo>
                  <a:pt x="597" y="1246"/>
                </a:lnTo>
                <a:lnTo>
                  <a:pt x="594" y="1250"/>
                </a:lnTo>
                <a:lnTo>
                  <a:pt x="589" y="1255"/>
                </a:lnTo>
                <a:lnTo>
                  <a:pt x="582" y="1259"/>
                </a:lnTo>
                <a:lnTo>
                  <a:pt x="567" y="1257"/>
                </a:lnTo>
                <a:lnTo>
                  <a:pt x="555" y="1248"/>
                </a:lnTo>
                <a:lnTo>
                  <a:pt x="545" y="1240"/>
                </a:lnTo>
                <a:lnTo>
                  <a:pt x="532" y="1239"/>
                </a:lnTo>
                <a:lnTo>
                  <a:pt x="530" y="1251"/>
                </a:lnTo>
                <a:lnTo>
                  <a:pt x="541" y="1271"/>
                </a:lnTo>
                <a:lnTo>
                  <a:pt x="551" y="1282"/>
                </a:lnTo>
                <a:lnTo>
                  <a:pt x="562" y="1294"/>
                </a:lnTo>
                <a:lnTo>
                  <a:pt x="562" y="1315"/>
                </a:lnTo>
                <a:lnTo>
                  <a:pt x="551" y="1326"/>
                </a:lnTo>
                <a:lnTo>
                  <a:pt x="542" y="1334"/>
                </a:lnTo>
                <a:lnTo>
                  <a:pt x="530" y="1338"/>
                </a:lnTo>
                <a:lnTo>
                  <a:pt x="529" y="1333"/>
                </a:lnTo>
                <a:lnTo>
                  <a:pt x="529" y="1330"/>
                </a:lnTo>
                <a:lnTo>
                  <a:pt x="526" y="1328"/>
                </a:lnTo>
                <a:lnTo>
                  <a:pt x="515" y="1331"/>
                </a:lnTo>
                <a:lnTo>
                  <a:pt x="504" y="1339"/>
                </a:lnTo>
                <a:lnTo>
                  <a:pt x="498" y="1344"/>
                </a:lnTo>
                <a:lnTo>
                  <a:pt x="484" y="1350"/>
                </a:lnTo>
                <a:lnTo>
                  <a:pt x="456" y="1350"/>
                </a:lnTo>
                <a:lnTo>
                  <a:pt x="434" y="1342"/>
                </a:lnTo>
                <a:lnTo>
                  <a:pt x="414" y="1336"/>
                </a:lnTo>
                <a:lnTo>
                  <a:pt x="384" y="1332"/>
                </a:lnTo>
                <a:lnTo>
                  <a:pt x="377" y="1335"/>
                </a:lnTo>
                <a:lnTo>
                  <a:pt x="374" y="1339"/>
                </a:lnTo>
                <a:lnTo>
                  <a:pt x="367" y="1335"/>
                </a:lnTo>
                <a:lnTo>
                  <a:pt x="366" y="1330"/>
                </a:lnTo>
                <a:lnTo>
                  <a:pt x="364" y="1322"/>
                </a:lnTo>
                <a:lnTo>
                  <a:pt x="342" y="1311"/>
                </a:lnTo>
                <a:lnTo>
                  <a:pt x="327" y="1309"/>
                </a:lnTo>
                <a:lnTo>
                  <a:pt x="273" y="1304"/>
                </a:lnTo>
                <a:lnTo>
                  <a:pt x="189" y="1293"/>
                </a:lnTo>
                <a:lnTo>
                  <a:pt x="136" y="1286"/>
                </a:lnTo>
                <a:lnTo>
                  <a:pt x="104" y="1291"/>
                </a:lnTo>
                <a:lnTo>
                  <a:pt x="102" y="1302"/>
                </a:lnTo>
                <a:lnTo>
                  <a:pt x="105" y="1311"/>
                </a:lnTo>
                <a:lnTo>
                  <a:pt x="109" y="1325"/>
                </a:lnTo>
                <a:lnTo>
                  <a:pt x="100" y="1340"/>
                </a:lnTo>
                <a:lnTo>
                  <a:pt x="78" y="1340"/>
                </a:lnTo>
                <a:lnTo>
                  <a:pt x="52" y="1327"/>
                </a:lnTo>
                <a:lnTo>
                  <a:pt x="40" y="1314"/>
                </a:lnTo>
                <a:lnTo>
                  <a:pt x="30" y="1303"/>
                </a:lnTo>
                <a:lnTo>
                  <a:pt x="9" y="1288"/>
                </a:lnTo>
                <a:lnTo>
                  <a:pt x="2" y="1286"/>
                </a:lnTo>
                <a:lnTo>
                  <a:pt x="0" y="1286"/>
                </a:lnTo>
                <a:lnTo>
                  <a:pt x="3" y="1296"/>
                </a:lnTo>
                <a:lnTo>
                  <a:pt x="25" y="1323"/>
                </a:lnTo>
                <a:lnTo>
                  <a:pt x="74" y="1372"/>
                </a:lnTo>
                <a:lnTo>
                  <a:pt x="128" y="1419"/>
                </a:lnTo>
                <a:lnTo>
                  <a:pt x="151" y="1434"/>
                </a:lnTo>
                <a:lnTo>
                  <a:pt x="173" y="1447"/>
                </a:lnTo>
                <a:lnTo>
                  <a:pt x="202" y="1453"/>
                </a:lnTo>
                <a:lnTo>
                  <a:pt x="218" y="1449"/>
                </a:lnTo>
                <a:lnTo>
                  <a:pt x="227" y="1445"/>
                </a:lnTo>
                <a:lnTo>
                  <a:pt x="241" y="1439"/>
                </a:lnTo>
                <a:lnTo>
                  <a:pt x="253" y="1440"/>
                </a:lnTo>
                <a:lnTo>
                  <a:pt x="257" y="1445"/>
                </a:lnTo>
                <a:lnTo>
                  <a:pt x="257" y="1449"/>
                </a:lnTo>
                <a:lnTo>
                  <a:pt x="259" y="1456"/>
                </a:lnTo>
                <a:lnTo>
                  <a:pt x="269" y="1466"/>
                </a:lnTo>
                <a:lnTo>
                  <a:pt x="276" y="1467"/>
                </a:lnTo>
                <a:lnTo>
                  <a:pt x="287" y="1466"/>
                </a:lnTo>
                <a:lnTo>
                  <a:pt x="294" y="1456"/>
                </a:lnTo>
                <a:lnTo>
                  <a:pt x="288" y="1441"/>
                </a:lnTo>
                <a:lnTo>
                  <a:pt x="269" y="1427"/>
                </a:lnTo>
                <a:lnTo>
                  <a:pt x="256" y="1422"/>
                </a:lnTo>
                <a:lnTo>
                  <a:pt x="238" y="1416"/>
                </a:lnTo>
                <a:lnTo>
                  <a:pt x="229" y="1406"/>
                </a:lnTo>
                <a:lnTo>
                  <a:pt x="235" y="1398"/>
                </a:lnTo>
                <a:lnTo>
                  <a:pt x="240" y="1395"/>
                </a:lnTo>
                <a:lnTo>
                  <a:pt x="255" y="1386"/>
                </a:lnTo>
                <a:lnTo>
                  <a:pt x="282" y="1385"/>
                </a:lnTo>
                <a:lnTo>
                  <a:pt x="301" y="1402"/>
                </a:lnTo>
                <a:lnTo>
                  <a:pt x="307" y="1431"/>
                </a:lnTo>
                <a:lnTo>
                  <a:pt x="305" y="1451"/>
                </a:lnTo>
                <a:lnTo>
                  <a:pt x="301" y="1476"/>
                </a:lnTo>
                <a:lnTo>
                  <a:pt x="305" y="1493"/>
                </a:lnTo>
                <a:lnTo>
                  <a:pt x="313" y="1495"/>
                </a:lnTo>
                <a:lnTo>
                  <a:pt x="319" y="1493"/>
                </a:lnTo>
                <a:lnTo>
                  <a:pt x="329" y="1491"/>
                </a:lnTo>
                <a:lnTo>
                  <a:pt x="349" y="1502"/>
                </a:lnTo>
                <a:lnTo>
                  <a:pt x="355" y="1513"/>
                </a:lnTo>
                <a:lnTo>
                  <a:pt x="361" y="1523"/>
                </a:lnTo>
                <a:lnTo>
                  <a:pt x="378" y="1532"/>
                </a:lnTo>
                <a:lnTo>
                  <a:pt x="387" y="1529"/>
                </a:lnTo>
                <a:lnTo>
                  <a:pt x="396" y="1526"/>
                </a:lnTo>
                <a:lnTo>
                  <a:pt x="416" y="1533"/>
                </a:lnTo>
                <a:lnTo>
                  <a:pt x="425" y="1542"/>
                </a:lnTo>
                <a:lnTo>
                  <a:pt x="434" y="1554"/>
                </a:lnTo>
                <a:lnTo>
                  <a:pt x="446" y="1556"/>
                </a:lnTo>
                <a:lnTo>
                  <a:pt x="452" y="1543"/>
                </a:lnTo>
                <a:lnTo>
                  <a:pt x="454" y="1538"/>
                </a:lnTo>
                <a:lnTo>
                  <a:pt x="461" y="1532"/>
                </a:lnTo>
                <a:lnTo>
                  <a:pt x="474" y="1539"/>
                </a:lnTo>
                <a:lnTo>
                  <a:pt x="488" y="1556"/>
                </a:lnTo>
                <a:lnTo>
                  <a:pt x="500" y="1571"/>
                </a:lnTo>
                <a:lnTo>
                  <a:pt x="526" y="1592"/>
                </a:lnTo>
                <a:lnTo>
                  <a:pt x="537" y="1594"/>
                </a:lnTo>
                <a:lnTo>
                  <a:pt x="550" y="1596"/>
                </a:lnTo>
                <a:lnTo>
                  <a:pt x="579" y="1616"/>
                </a:lnTo>
                <a:lnTo>
                  <a:pt x="604" y="1646"/>
                </a:lnTo>
                <a:lnTo>
                  <a:pt x="617" y="1677"/>
                </a:lnTo>
                <a:lnTo>
                  <a:pt x="615" y="1689"/>
                </a:lnTo>
                <a:lnTo>
                  <a:pt x="610" y="1697"/>
                </a:lnTo>
                <a:lnTo>
                  <a:pt x="604" y="1693"/>
                </a:lnTo>
                <a:lnTo>
                  <a:pt x="604" y="1679"/>
                </a:lnTo>
                <a:lnTo>
                  <a:pt x="601" y="1667"/>
                </a:lnTo>
                <a:lnTo>
                  <a:pt x="586" y="1651"/>
                </a:lnTo>
                <a:lnTo>
                  <a:pt x="575" y="1648"/>
                </a:lnTo>
                <a:lnTo>
                  <a:pt x="564" y="1649"/>
                </a:lnTo>
                <a:lnTo>
                  <a:pt x="555" y="1664"/>
                </a:lnTo>
                <a:lnTo>
                  <a:pt x="559" y="1676"/>
                </a:lnTo>
                <a:lnTo>
                  <a:pt x="564" y="1692"/>
                </a:lnTo>
                <a:lnTo>
                  <a:pt x="562" y="1703"/>
                </a:lnTo>
                <a:lnTo>
                  <a:pt x="557" y="1703"/>
                </a:lnTo>
                <a:lnTo>
                  <a:pt x="544" y="1695"/>
                </a:lnTo>
                <a:lnTo>
                  <a:pt x="520" y="1668"/>
                </a:lnTo>
                <a:lnTo>
                  <a:pt x="508" y="1648"/>
                </a:lnTo>
                <a:lnTo>
                  <a:pt x="496" y="1630"/>
                </a:lnTo>
                <a:lnTo>
                  <a:pt x="473" y="1604"/>
                </a:lnTo>
                <a:lnTo>
                  <a:pt x="452" y="1593"/>
                </a:lnTo>
                <a:lnTo>
                  <a:pt x="440" y="1601"/>
                </a:lnTo>
                <a:lnTo>
                  <a:pt x="439" y="1613"/>
                </a:lnTo>
                <a:lnTo>
                  <a:pt x="438" y="1619"/>
                </a:lnTo>
                <a:lnTo>
                  <a:pt x="427" y="1629"/>
                </a:lnTo>
                <a:lnTo>
                  <a:pt x="420" y="1630"/>
                </a:lnTo>
                <a:lnTo>
                  <a:pt x="413" y="1629"/>
                </a:lnTo>
                <a:lnTo>
                  <a:pt x="409" y="1619"/>
                </a:lnTo>
                <a:lnTo>
                  <a:pt x="412" y="1613"/>
                </a:lnTo>
                <a:lnTo>
                  <a:pt x="415" y="1605"/>
                </a:lnTo>
                <a:lnTo>
                  <a:pt x="411" y="1595"/>
                </a:lnTo>
                <a:lnTo>
                  <a:pt x="404" y="1594"/>
                </a:lnTo>
                <a:lnTo>
                  <a:pt x="397" y="1595"/>
                </a:lnTo>
                <a:lnTo>
                  <a:pt x="386" y="1611"/>
                </a:lnTo>
                <a:lnTo>
                  <a:pt x="385" y="1623"/>
                </a:lnTo>
                <a:lnTo>
                  <a:pt x="384" y="1635"/>
                </a:lnTo>
                <a:lnTo>
                  <a:pt x="368" y="1665"/>
                </a:lnTo>
                <a:lnTo>
                  <a:pt x="358" y="1678"/>
                </a:lnTo>
                <a:lnTo>
                  <a:pt x="342" y="1693"/>
                </a:lnTo>
                <a:lnTo>
                  <a:pt x="330" y="1691"/>
                </a:lnTo>
                <a:lnTo>
                  <a:pt x="330" y="1672"/>
                </a:lnTo>
                <a:lnTo>
                  <a:pt x="330" y="1656"/>
                </a:lnTo>
                <a:lnTo>
                  <a:pt x="323" y="1653"/>
                </a:lnTo>
                <a:lnTo>
                  <a:pt x="314" y="1665"/>
                </a:lnTo>
                <a:lnTo>
                  <a:pt x="306" y="1676"/>
                </a:lnTo>
                <a:lnTo>
                  <a:pt x="292" y="1677"/>
                </a:lnTo>
                <a:lnTo>
                  <a:pt x="285" y="1667"/>
                </a:lnTo>
                <a:lnTo>
                  <a:pt x="277" y="1656"/>
                </a:lnTo>
                <a:lnTo>
                  <a:pt x="264" y="1657"/>
                </a:lnTo>
                <a:lnTo>
                  <a:pt x="256" y="1668"/>
                </a:lnTo>
                <a:lnTo>
                  <a:pt x="249" y="1680"/>
                </a:lnTo>
                <a:lnTo>
                  <a:pt x="241" y="1701"/>
                </a:lnTo>
                <a:lnTo>
                  <a:pt x="241" y="1714"/>
                </a:lnTo>
                <a:lnTo>
                  <a:pt x="249" y="1716"/>
                </a:lnTo>
                <a:lnTo>
                  <a:pt x="256" y="1711"/>
                </a:lnTo>
                <a:lnTo>
                  <a:pt x="260" y="1710"/>
                </a:lnTo>
                <a:lnTo>
                  <a:pt x="269" y="1713"/>
                </a:lnTo>
                <a:lnTo>
                  <a:pt x="288" y="1726"/>
                </a:lnTo>
                <a:lnTo>
                  <a:pt x="300" y="1741"/>
                </a:lnTo>
                <a:lnTo>
                  <a:pt x="313" y="1758"/>
                </a:lnTo>
                <a:lnTo>
                  <a:pt x="326" y="1765"/>
                </a:lnTo>
                <a:lnTo>
                  <a:pt x="332" y="1759"/>
                </a:lnTo>
                <a:lnTo>
                  <a:pt x="336" y="1754"/>
                </a:lnTo>
                <a:lnTo>
                  <a:pt x="341" y="1742"/>
                </a:lnTo>
                <a:lnTo>
                  <a:pt x="347" y="1742"/>
                </a:lnTo>
                <a:lnTo>
                  <a:pt x="347" y="1754"/>
                </a:lnTo>
                <a:lnTo>
                  <a:pt x="346" y="1764"/>
                </a:lnTo>
                <a:lnTo>
                  <a:pt x="329" y="1782"/>
                </a:lnTo>
                <a:lnTo>
                  <a:pt x="317" y="1788"/>
                </a:lnTo>
                <a:lnTo>
                  <a:pt x="304" y="1794"/>
                </a:lnTo>
                <a:lnTo>
                  <a:pt x="280" y="1809"/>
                </a:lnTo>
                <a:lnTo>
                  <a:pt x="274" y="1817"/>
                </a:lnTo>
                <a:lnTo>
                  <a:pt x="272" y="1819"/>
                </a:lnTo>
                <a:lnTo>
                  <a:pt x="265" y="1818"/>
                </a:lnTo>
                <a:lnTo>
                  <a:pt x="256" y="1803"/>
                </a:lnTo>
                <a:lnTo>
                  <a:pt x="251" y="1784"/>
                </a:lnTo>
                <a:lnTo>
                  <a:pt x="243" y="1760"/>
                </a:lnTo>
                <a:lnTo>
                  <a:pt x="231" y="1748"/>
                </a:lnTo>
                <a:lnTo>
                  <a:pt x="220" y="1751"/>
                </a:lnTo>
                <a:lnTo>
                  <a:pt x="214" y="1755"/>
                </a:lnTo>
                <a:lnTo>
                  <a:pt x="208" y="1760"/>
                </a:lnTo>
                <a:lnTo>
                  <a:pt x="202" y="1776"/>
                </a:lnTo>
                <a:lnTo>
                  <a:pt x="198" y="1806"/>
                </a:lnTo>
                <a:lnTo>
                  <a:pt x="204" y="1853"/>
                </a:lnTo>
                <a:lnTo>
                  <a:pt x="225" y="1895"/>
                </a:lnTo>
                <a:lnTo>
                  <a:pt x="240" y="1911"/>
                </a:lnTo>
                <a:lnTo>
                  <a:pt x="252" y="1924"/>
                </a:lnTo>
                <a:lnTo>
                  <a:pt x="265" y="1955"/>
                </a:lnTo>
                <a:lnTo>
                  <a:pt x="263" y="1967"/>
                </a:lnTo>
                <a:lnTo>
                  <a:pt x="261" y="1978"/>
                </a:lnTo>
                <a:lnTo>
                  <a:pt x="269" y="1991"/>
                </a:lnTo>
                <a:lnTo>
                  <a:pt x="279" y="1993"/>
                </a:lnTo>
                <a:lnTo>
                  <a:pt x="292" y="1995"/>
                </a:lnTo>
                <a:lnTo>
                  <a:pt x="342" y="2015"/>
                </a:lnTo>
                <a:lnTo>
                  <a:pt x="371" y="2029"/>
                </a:lnTo>
                <a:lnTo>
                  <a:pt x="399" y="2043"/>
                </a:lnTo>
                <a:lnTo>
                  <a:pt x="451" y="2056"/>
                </a:lnTo>
                <a:lnTo>
                  <a:pt x="466" y="2054"/>
                </a:lnTo>
                <a:lnTo>
                  <a:pt x="478" y="2051"/>
                </a:lnTo>
                <a:lnTo>
                  <a:pt x="509" y="2056"/>
                </a:lnTo>
                <a:lnTo>
                  <a:pt x="521" y="2065"/>
                </a:lnTo>
                <a:lnTo>
                  <a:pt x="533" y="2072"/>
                </a:lnTo>
                <a:lnTo>
                  <a:pt x="555" y="2079"/>
                </a:lnTo>
                <a:lnTo>
                  <a:pt x="564" y="2076"/>
                </a:lnTo>
                <a:lnTo>
                  <a:pt x="567" y="2073"/>
                </a:lnTo>
                <a:lnTo>
                  <a:pt x="576" y="2074"/>
                </a:lnTo>
                <a:lnTo>
                  <a:pt x="591" y="2083"/>
                </a:lnTo>
                <a:lnTo>
                  <a:pt x="599" y="2094"/>
                </a:lnTo>
                <a:lnTo>
                  <a:pt x="607" y="2106"/>
                </a:lnTo>
                <a:lnTo>
                  <a:pt x="619" y="2112"/>
                </a:lnTo>
                <a:lnTo>
                  <a:pt x="625" y="2109"/>
                </a:lnTo>
                <a:lnTo>
                  <a:pt x="627" y="2105"/>
                </a:lnTo>
                <a:lnTo>
                  <a:pt x="631" y="2101"/>
                </a:lnTo>
                <a:lnTo>
                  <a:pt x="642" y="2095"/>
                </a:lnTo>
                <a:lnTo>
                  <a:pt x="668" y="2095"/>
                </a:lnTo>
                <a:lnTo>
                  <a:pt x="691" y="2102"/>
                </a:lnTo>
                <a:lnTo>
                  <a:pt x="706" y="2105"/>
                </a:lnTo>
                <a:lnTo>
                  <a:pt x="730" y="2107"/>
                </a:lnTo>
                <a:lnTo>
                  <a:pt x="749" y="2103"/>
                </a:lnTo>
                <a:lnTo>
                  <a:pt x="767" y="2091"/>
                </a:lnTo>
                <a:lnTo>
                  <a:pt x="776" y="2081"/>
                </a:lnTo>
                <a:lnTo>
                  <a:pt x="786" y="2071"/>
                </a:lnTo>
                <a:lnTo>
                  <a:pt x="800" y="2059"/>
                </a:lnTo>
                <a:lnTo>
                  <a:pt x="811" y="2058"/>
                </a:lnTo>
                <a:lnTo>
                  <a:pt x="822" y="2068"/>
                </a:lnTo>
                <a:lnTo>
                  <a:pt x="829" y="2078"/>
                </a:lnTo>
                <a:lnTo>
                  <a:pt x="839" y="2089"/>
                </a:lnTo>
                <a:lnTo>
                  <a:pt x="861" y="2097"/>
                </a:lnTo>
                <a:lnTo>
                  <a:pt x="871" y="2094"/>
                </a:lnTo>
                <a:lnTo>
                  <a:pt x="875" y="2092"/>
                </a:lnTo>
                <a:lnTo>
                  <a:pt x="884" y="2094"/>
                </a:lnTo>
                <a:lnTo>
                  <a:pt x="892" y="2116"/>
                </a:lnTo>
                <a:lnTo>
                  <a:pt x="893" y="2145"/>
                </a:lnTo>
                <a:lnTo>
                  <a:pt x="893" y="2165"/>
                </a:lnTo>
                <a:lnTo>
                  <a:pt x="897" y="2192"/>
                </a:lnTo>
                <a:lnTo>
                  <a:pt x="909" y="2207"/>
                </a:lnTo>
                <a:lnTo>
                  <a:pt x="934" y="2216"/>
                </a:lnTo>
                <a:lnTo>
                  <a:pt x="954" y="2219"/>
                </a:lnTo>
                <a:lnTo>
                  <a:pt x="981" y="2223"/>
                </a:lnTo>
                <a:lnTo>
                  <a:pt x="1034" y="2219"/>
                </a:lnTo>
                <a:lnTo>
                  <a:pt x="1051" y="2211"/>
                </a:lnTo>
                <a:lnTo>
                  <a:pt x="1062" y="2206"/>
                </a:lnTo>
                <a:lnTo>
                  <a:pt x="1080" y="2201"/>
                </a:lnTo>
                <a:lnTo>
                  <a:pt x="1092" y="2203"/>
                </a:lnTo>
                <a:lnTo>
                  <a:pt x="1102" y="2212"/>
                </a:lnTo>
                <a:lnTo>
                  <a:pt x="1106" y="2221"/>
                </a:lnTo>
                <a:lnTo>
                  <a:pt x="1116" y="2236"/>
                </a:lnTo>
                <a:lnTo>
                  <a:pt x="1128" y="2237"/>
                </a:lnTo>
                <a:lnTo>
                  <a:pt x="1133" y="2222"/>
                </a:lnTo>
                <a:lnTo>
                  <a:pt x="1139" y="2212"/>
                </a:lnTo>
                <a:lnTo>
                  <a:pt x="1153" y="2201"/>
                </a:lnTo>
                <a:lnTo>
                  <a:pt x="1177" y="2201"/>
                </a:lnTo>
                <a:lnTo>
                  <a:pt x="1211" y="2214"/>
                </a:lnTo>
                <a:lnTo>
                  <a:pt x="1233" y="2224"/>
                </a:lnTo>
                <a:lnTo>
                  <a:pt x="1251" y="2233"/>
                </a:lnTo>
                <a:lnTo>
                  <a:pt x="1282" y="2240"/>
                </a:lnTo>
                <a:lnTo>
                  <a:pt x="1291" y="2237"/>
                </a:lnTo>
                <a:lnTo>
                  <a:pt x="1300" y="2235"/>
                </a:lnTo>
                <a:lnTo>
                  <a:pt x="1329" y="2249"/>
                </a:lnTo>
                <a:lnTo>
                  <a:pt x="1345" y="2265"/>
                </a:lnTo>
                <a:lnTo>
                  <a:pt x="1359" y="2279"/>
                </a:lnTo>
                <a:lnTo>
                  <a:pt x="1370" y="2294"/>
                </a:lnTo>
                <a:lnTo>
                  <a:pt x="1371" y="2301"/>
                </a:lnTo>
                <a:lnTo>
                  <a:pt x="1369" y="2301"/>
                </a:lnTo>
                <a:lnTo>
                  <a:pt x="1365" y="2302"/>
                </a:lnTo>
                <a:lnTo>
                  <a:pt x="1370" y="2314"/>
                </a:lnTo>
                <a:lnTo>
                  <a:pt x="1378" y="2322"/>
                </a:lnTo>
                <a:lnTo>
                  <a:pt x="1390" y="2332"/>
                </a:lnTo>
                <a:lnTo>
                  <a:pt x="1410" y="2332"/>
                </a:lnTo>
                <a:lnTo>
                  <a:pt x="1421" y="2320"/>
                </a:lnTo>
                <a:lnTo>
                  <a:pt x="1433" y="2307"/>
                </a:lnTo>
                <a:lnTo>
                  <a:pt x="1433" y="2302"/>
                </a:lnTo>
                <a:lnTo>
                  <a:pt x="1424" y="2308"/>
                </a:lnTo>
                <a:lnTo>
                  <a:pt x="1414" y="2311"/>
                </a:lnTo>
                <a:lnTo>
                  <a:pt x="1402" y="2308"/>
                </a:lnTo>
                <a:lnTo>
                  <a:pt x="1400" y="2303"/>
                </a:lnTo>
                <a:lnTo>
                  <a:pt x="1401" y="2292"/>
                </a:lnTo>
                <a:lnTo>
                  <a:pt x="1414" y="2283"/>
                </a:lnTo>
                <a:lnTo>
                  <a:pt x="1434" y="2289"/>
                </a:lnTo>
                <a:lnTo>
                  <a:pt x="1460" y="2308"/>
                </a:lnTo>
                <a:lnTo>
                  <a:pt x="1475" y="2322"/>
                </a:lnTo>
                <a:lnTo>
                  <a:pt x="1494" y="2347"/>
                </a:lnTo>
                <a:lnTo>
                  <a:pt x="1506" y="2353"/>
                </a:lnTo>
                <a:lnTo>
                  <a:pt x="1509" y="2340"/>
                </a:lnTo>
                <a:lnTo>
                  <a:pt x="1511" y="2328"/>
                </a:lnTo>
                <a:lnTo>
                  <a:pt x="1512" y="2293"/>
                </a:lnTo>
                <a:lnTo>
                  <a:pt x="1508" y="2266"/>
                </a:lnTo>
                <a:lnTo>
                  <a:pt x="1508" y="2253"/>
                </a:lnTo>
                <a:lnTo>
                  <a:pt x="1519" y="2251"/>
                </a:lnTo>
                <a:lnTo>
                  <a:pt x="1534" y="2262"/>
                </a:lnTo>
                <a:lnTo>
                  <a:pt x="1544" y="2273"/>
                </a:lnTo>
                <a:lnTo>
                  <a:pt x="1553" y="2299"/>
                </a:lnTo>
                <a:lnTo>
                  <a:pt x="1551" y="2311"/>
                </a:lnTo>
                <a:lnTo>
                  <a:pt x="1548" y="2319"/>
                </a:lnTo>
                <a:lnTo>
                  <a:pt x="1549" y="2334"/>
                </a:lnTo>
                <a:lnTo>
                  <a:pt x="1557" y="2348"/>
                </a:lnTo>
                <a:lnTo>
                  <a:pt x="1570" y="2359"/>
                </a:lnTo>
                <a:lnTo>
                  <a:pt x="1602" y="2373"/>
                </a:lnTo>
                <a:lnTo>
                  <a:pt x="1660" y="2382"/>
                </a:lnTo>
                <a:lnTo>
                  <a:pt x="1695" y="2382"/>
                </a:lnTo>
                <a:lnTo>
                  <a:pt x="1735" y="2382"/>
                </a:lnTo>
                <a:lnTo>
                  <a:pt x="1811" y="2394"/>
                </a:lnTo>
                <a:lnTo>
                  <a:pt x="1835" y="2404"/>
                </a:lnTo>
                <a:lnTo>
                  <a:pt x="1855" y="2414"/>
                </a:lnTo>
                <a:lnTo>
                  <a:pt x="1900" y="2427"/>
                </a:lnTo>
                <a:lnTo>
                  <a:pt x="1916" y="2429"/>
                </a:lnTo>
                <a:lnTo>
                  <a:pt x="1926" y="2429"/>
                </a:lnTo>
                <a:lnTo>
                  <a:pt x="1935" y="2432"/>
                </a:lnTo>
                <a:lnTo>
                  <a:pt x="1926" y="2440"/>
                </a:lnTo>
                <a:lnTo>
                  <a:pt x="1902" y="2449"/>
                </a:lnTo>
                <a:lnTo>
                  <a:pt x="1876" y="2457"/>
                </a:lnTo>
                <a:lnTo>
                  <a:pt x="1849" y="2458"/>
                </a:lnTo>
                <a:lnTo>
                  <a:pt x="1835" y="2453"/>
                </a:lnTo>
                <a:lnTo>
                  <a:pt x="1829" y="2447"/>
                </a:lnTo>
                <a:lnTo>
                  <a:pt x="1821" y="2440"/>
                </a:lnTo>
                <a:lnTo>
                  <a:pt x="1800" y="2429"/>
                </a:lnTo>
                <a:lnTo>
                  <a:pt x="1791" y="2428"/>
                </a:lnTo>
                <a:lnTo>
                  <a:pt x="1788" y="2428"/>
                </a:lnTo>
                <a:lnTo>
                  <a:pt x="1786" y="2431"/>
                </a:lnTo>
                <a:lnTo>
                  <a:pt x="1792" y="2440"/>
                </a:lnTo>
                <a:lnTo>
                  <a:pt x="1804" y="2447"/>
                </a:lnTo>
                <a:lnTo>
                  <a:pt x="1816" y="2456"/>
                </a:lnTo>
                <a:lnTo>
                  <a:pt x="1834" y="2480"/>
                </a:lnTo>
                <a:lnTo>
                  <a:pt x="1835" y="2491"/>
                </a:lnTo>
                <a:lnTo>
                  <a:pt x="1836" y="2502"/>
                </a:lnTo>
                <a:lnTo>
                  <a:pt x="1843" y="2515"/>
                </a:lnTo>
                <a:lnTo>
                  <a:pt x="1850" y="2516"/>
                </a:lnTo>
                <a:lnTo>
                  <a:pt x="1865" y="2514"/>
                </a:lnTo>
                <a:lnTo>
                  <a:pt x="1897" y="2515"/>
                </a:lnTo>
                <a:lnTo>
                  <a:pt x="1925" y="2520"/>
                </a:lnTo>
                <a:lnTo>
                  <a:pt x="1942" y="2529"/>
                </a:lnTo>
                <a:lnTo>
                  <a:pt x="1943" y="2534"/>
                </a:lnTo>
                <a:lnTo>
                  <a:pt x="1942" y="2537"/>
                </a:lnTo>
                <a:lnTo>
                  <a:pt x="1933" y="2542"/>
                </a:lnTo>
                <a:lnTo>
                  <a:pt x="1903" y="2543"/>
                </a:lnTo>
                <a:lnTo>
                  <a:pt x="1850" y="2536"/>
                </a:lnTo>
                <a:lnTo>
                  <a:pt x="1802" y="2524"/>
                </a:lnTo>
                <a:lnTo>
                  <a:pt x="1788" y="2516"/>
                </a:lnTo>
                <a:lnTo>
                  <a:pt x="1782" y="2512"/>
                </a:lnTo>
                <a:lnTo>
                  <a:pt x="1768" y="2510"/>
                </a:lnTo>
                <a:lnTo>
                  <a:pt x="1740" y="2516"/>
                </a:lnTo>
                <a:lnTo>
                  <a:pt x="1717" y="2525"/>
                </a:lnTo>
                <a:lnTo>
                  <a:pt x="1695" y="2535"/>
                </a:lnTo>
                <a:lnTo>
                  <a:pt x="1655" y="2544"/>
                </a:lnTo>
                <a:lnTo>
                  <a:pt x="1643" y="2542"/>
                </a:lnTo>
                <a:lnTo>
                  <a:pt x="1632" y="2539"/>
                </a:lnTo>
                <a:lnTo>
                  <a:pt x="1619" y="2549"/>
                </a:lnTo>
                <a:lnTo>
                  <a:pt x="1617" y="2561"/>
                </a:lnTo>
                <a:lnTo>
                  <a:pt x="1616" y="2573"/>
                </a:lnTo>
                <a:lnTo>
                  <a:pt x="1605" y="2589"/>
                </a:lnTo>
                <a:lnTo>
                  <a:pt x="1595" y="2591"/>
                </a:lnTo>
                <a:lnTo>
                  <a:pt x="1588" y="2590"/>
                </a:lnTo>
                <a:lnTo>
                  <a:pt x="1582" y="2583"/>
                </a:lnTo>
                <a:lnTo>
                  <a:pt x="1587" y="2580"/>
                </a:lnTo>
                <a:lnTo>
                  <a:pt x="1589" y="2573"/>
                </a:lnTo>
                <a:lnTo>
                  <a:pt x="1578" y="2549"/>
                </a:lnTo>
                <a:lnTo>
                  <a:pt x="1567" y="2534"/>
                </a:lnTo>
                <a:lnTo>
                  <a:pt x="1558" y="2527"/>
                </a:lnTo>
                <a:lnTo>
                  <a:pt x="1537" y="2514"/>
                </a:lnTo>
                <a:lnTo>
                  <a:pt x="1496" y="2500"/>
                </a:lnTo>
                <a:lnTo>
                  <a:pt x="1442" y="2498"/>
                </a:lnTo>
                <a:lnTo>
                  <a:pt x="1416" y="2507"/>
                </a:lnTo>
                <a:lnTo>
                  <a:pt x="1409" y="2519"/>
                </a:lnTo>
                <a:lnTo>
                  <a:pt x="1410" y="2527"/>
                </a:lnTo>
                <a:lnTo>
                  <a:pt x="1413" y="2533"/>
                </a:lnTo>
                <a:lnTo>
                  <a:pt x="1412" y="2544"/>
                </a:lnTo>
                <a:lnTo>
                  <a:pt x="1400" y="2553"/>
                </a:lnTo>
                <a:lnTo>
                  <a:pt x="1371" y="2553"/>
                </a:lnTo>
                <a:lnTo>
                  <a:pt x="1340" y="2540"/>
                </a:lnTo>
                <a:lnTo>
                  <a:pt x="1328" y="2527"/>
                </a:lnTo>
                <a:lnTo>
                  <a:pt x="1318" y="2516"/>
                </a:lnTo>
                <a:lnTo>
                  <a:pt x="1300" y="2506"/>
                </a:lnTo>
                <a:lnTo>
                  <a:pt x="1295" y="2509"/>
                </a:lnTo>
                <a:lnTo>
                  <a:pt x="1289" y="2511"/>
                </a:lnTo>
                <a:lnTo>
                  <a:pt x="1271" y="2505"/>
                </a:lnTo>
                <a:lnTo>
                  <a:pt x="1252" y="2490"/>
                </a:lnTo>
                <a:lnTo>
                  <a:pt x="1239" y="2470"/>
                </a:lnTo>
                <a:lnTo>
                  <a:pt x="1236" y="2461"/>
                </a:lnTo>
                <a:lnTo>
                  <a:pt x="1239" y="2455"/>
                </a:lnTo>
                <a:lnTo>
                  <a:pt x="1258" y="2446"/>
                </a:lnTo>
                <a:lnTo>
                  <a:pt x="1273" y="2445"/>
                </a:lnTo>
                <a:lnTo>
                  <a:pt x="1286" y="2444"/>
                </a:lnTo>
                <a:lnTo>
                  <a:pt x="1300" y="2431"/>
                </a:lnTo>
                <a:lnTo>
                  <a:pt x="1296" y="2410"/>
                </a:lnTo>
                <a:lnTo>
                  <a:pt x="1279" y="2391"/>
                </a:lnTo>
                <a:lnTo>
                  <a:pt x="1264" y="2384"/>
                </a:lnTo>
                <a:lnTo>
                  <a:pt x="1253" y="2381"/>
                </a:lnTo>
                <a:lnTo>
                  <a:pt x="1245" y="2389"/>
                </a:lnTo>
                <a:lnTo>
                  <a:pt x="1247" y="2398"/>
                </a:lnTo>
                <a:lnTo>
                  <a:pt x="1249" y="2404"/>
                </a:lnTo>
                <a:lnTo>
                  <a:pt x="1248" y="2417"/>
                </a:lnTo>
                <a:lnTo>
                  <a:pt x="1240" y="2434"/>
                </a:lnTo>
                <a:lnTo>
                  <a:pt x="1216" y="2453"/>
                </a:lnTo>
                <a:lnTo>
                  <a:pt x="1186" y="2460"/>
                </a:lnTo>
                <a:lnTo>
                  <a:pt x="1173" y="2456"/>
                </a:lnTo>
                <a:lnTo>
                  <a:pt x="1161" y="2453"/>
                </a:lnTo>
                <a:lnTo>
                  <a:pt x="1153" y="2458"/>
                </a:lnTo>
                <a:lnTo>
                  <a:pt x="1157" y="2467"/>
                </a:lnTo>
                <a:lnTo>
                  <a:pt x="1160" y="2471"/>
                </a:lnTo>
                <a:lnTo>
                  <a:pt x="1159" y="2478"/>
                </a:lnTo>
                <a:lnTo>
                  <a:pt x="1144" y="2480"/>
                </a:lnTo>
                <a:lnTo>
                  <a:pt x="1121" y="2474"/>
                </a:lnTo>
                <a:lnTo>
                  <a:pt x="1102" y="2470"/>
                </a:lnTo>
                <a:lnTo>
                  <a:pt x="1081" y="2472"/>
                </a:lnTo>
                <a:lnTo>
                  <a:pt x="1074" y="2478"/>
                </a:lnTo>
                <a:lnTo>
                  <a:pt x="1073" y="2482"/>
                </a:lnTo>
                <a:lnTo>
                  <a:pt x="1075" y="2489"/>
                </a:lnTo>
                <a:lnTo>
                  <a:pt x="1088" y="2498"/>
                </a:lnTo>
                <a:lnTo>
                  <a:pt x="1099" y="2499"/>
                </a:lnTo>
                <a:lnTo>
                  <a:pt x="1109" y="2502"/>
                </a:lnTo>
                <a:lnTo>
                  <a:pt x="1128" y="2521"/>
                </a:lnTo>
                <a:lnTo>
                  <a:pt x="1133" y="2534"/>
                </a:lnTo>
                <a:lnTo>
                  <a:pt x="1136" y="2542"/>
                </a:lnTo>
                <a:lnTo>
                  <a:pt x="1147" y="2556"/>
                </a:lnTo>
                <a:lnTo>
                  <a:pt x="1174" y="2574"/>
                </a:lnTo>
                <a:lnTo>
                  <a:pt x="1198" y="2581"/>
                </a:lnTo>
                <a:lnTo>
                  <a:pt x="1221" y="2587"/>
                </a:lnTo>
                <a:lnTo>
                  <a:pt x="1252" y="2603"/>
                </a:lnTo>
                <a:lnTo>
                  <a:pt x="1255" y="2610"/>
                </a:lnTo>
                <a:lnTo>
                  <a:pt x="1256" y="2614"/>
                </a:lnTo>
                <a:lnTo>
                  <a:pt x="1263" y="2616"/>
                </a:lnTo>
                <a:lnTo>
                  <a:pt x="1284" y="2614"/>
                </a:lnTo>
                <a:lnTo>
                  <a:pt x="1304" y="2607"/>
                </a:lnTo>
                <a:lnTo>
                  <a:pt x="1328" y="2599"/>
                </a:lnTo>
                <a:lnTo>
                  <a:pt x="1351" y="2599"/>
                </a:lnTo>
                <a:lnTo>
                  <a:pt x="1362" y="2605"/>
                </a:lnTo>
                <a:lnTo>
                  <a:pt x="1366" y="2610"/>
                </a:lnTo>
                <a:lnTo>
                  <a:pt x="1371" y="2618"/>
                </a:lnTo>
                <a:lnTo>
                  <a:pt x="1388" y="2623"/>
                </a:lnTo>
                <a:lnTo>
                  <a:pt x="1396" y="2619"/>
                </a:lnTo>
                <a:lnTo>
                  <a:pt x="1405" y="2616"/>
                </a:lnTo>
                <a:lnTo>
                  <a:pt x="1421" y="2620"/>
                </a:lnTo>
                <a:lnTo>
                  <a:pt x="1427" y="2627"/>
                </a:lnTo>
                <a:lnTo>
                  <a:pt x="1433" y="2634"/>
                </a:lnTo>
                <a:lnTo>
                  <a:pt x="1449" y="2639"/>
                </a:lnTo>
                <a:lnTo>
                  <a:pt x="1456" y="2635"/>
                </a:lnTo>
                <a:lnTo>
                  <a:pt x="1465" y="2632"/>
                </a:lnTo>
                <a:lnTo>
                  <a:pt x="1495" y="2642"/>
                </a:lnTo>
                <a:lnTo>
                  <a:pt x="1513" y="2652"/>
                </a:lnTo>
                <a:lnTo>
                  <a:pt x="1543" y="2672"/>
                </a:lnTo>
                <a:lnTo>
                  <a:pt x="1573" y="2681"/>
                </a:lnTo>
                <a:lnTo>
                  <a:pt x="1578" y="2674"/>
                </a:lnTo>
                <a:lnTo>
                  <a:pt x="1574" y="2667"/>
                </a:lnTo>
                <a:lnTo>
                  <a:pt x="1571" y="2659"/>
                </a:lnTo>
                <a:lnTo>
                  <a:pt x="1576" y="2639"/>
                </a:lnTo>
                <a:lnTo>
                  <a:pt x="1581" y="2629"/>
                </a:lnTo>
                <a:lnTo>
                  <a:pt x="1586" y="2621"/>
                </a:lnTo>
                <a:lnTo>
                  <a:pt x="1592" y="2616"/>
                </a:lnTo>
                <a:lnTo>
                  <a:pt x="1604" y="2623"/>
                </a:lnTo>
                <a:lnTo>
                  <a:pt x="1616" y="2643"/>
                </a:lnTo>
                <a:lnTo>
                  <a:pt x="1626" y="2658"/>
                </a:lnTo>
                <a:lnTo>
                  <a:pt x="1643" y="2670"/>
                </a:lnTo>
                <a:lnTo>
                  <a:pt x="1653" y="2671"/>
                </a:lnTo>
                <a:lnTo>
                  <a:pt x="1657" y="2670"/>
                </a:lnTo>
                <a:lnTo>
                  <a:pt x="1665" y="2666"/>
                </a:lnTo>
                <a:lnTo>
                  <a:pt x="1669" y="2669"/>
                </a:lnTo>
                <a:lnTo>
                  <a:pt x="1665" y="2678"/>
                </a:lnTo>
                <a:lnTo>
                  <a:pt x="1657" y="2684"/>
                </a:lnTo>
                <a:lnTo>
                  <a:pt x="1635" y="2690"/>
                </a:lnTo>
                <a:lnTo>
                  <a:pt x="1621" y="2686"/>
                </a:lnTo>
                <a:lnTo>
                  <a:pt x="1608" y="2682"/>
                </a:lnTo>
                <a:lnTo>
                  <a:pt x="1601" y="2685"/>
                </a:lnTo>
                <a:lnTo>
                  <a:pt x="1608" y="2694"/>
                </a:lnTo>
                <a:lnTo>
                  <a:pt x="1620" y="2702"/>
                </a:lnTo>
                <a:lnTo>
                  <a:pt x="1675" y="2718"/>
                </a:lnTo>
                <a:lnTo>
                  <a:pt x="1709" y="2724"/>
                </a:lnTo>
                <a:lnTo>
                  <a:pt x="1749" y="2729"/>
                </a:lnTo>
                <a:lnTo>
                  <a:pt x="1771" y="2727"/>
                </a:lnTo>
                <a:lnTo>
                  <a:pt x="1766" y="2720"/>
                </a:lnTo>
                <a:lnTo>
                  <a:pt x="1759" y="2716"/>
                </a:lnTo>
                <a:lnTo>
                  <a:pt x="1745" y="2707"/>
                </a:lnTo>
                <a:lnTo>
                  <a:pt x="1728" y="2682"/>
                </a:lnTo>
                <a:lnTo>
                  <a:pt x="1726" y="2670"/>
                </a:lnTo>
                <a:lnTo>
                  <a:pt x="1727" y="2665"/>
                </a:lnTo>
                <a:lnTo>
                  <a:pt x="1735" y="2662"/>
                </a:lnTo>
                <a:lnTo>
                  <a:pt x="1762" y="2678"/>
                </a:lnTo>
                <a:lnTo>
                  <a:pt x="1791" y="2703"/>
                </a:lnTo>
                <a:lnTo>
                  <a:pt x="1819" y="2727"/>
                </a:lnTo>
                <a:lnTo>
                  <a:pt x="1872" y="2760"/>
                </a:lnTo>
                <a:lnTo>
                  <a:pt x="1888" y="2765"/>
                </a:lnTo>
                <a:lnTo>
                  <a:pt x="1915" y="2767"/>
                </a:lnTo>
                <a:lnTo>
                  <a:pt x="1938" y="2770"/>
                </a:lnTo>
                <a:lnTo>
                  <a:pt x="1947" y="2772"/>
                </a:lnTo>
                <a:lnTo>
                  <a:pt x="1953" y="2788"/>
                </a:lnTo>
                <a:lnTo>
                  <a:pt x="1949" y="2798"/>
                </a:lnTo>
                <a:lnTo>
                  <a:pt x="1946" y="2807"/>
                </a:lnTo>
                <a:lnTo>
                  <a:pt x="1935" y="2817"/>
                </a:lnTo>
                <a:lnTo>
                  <a:pt x="1899" y="2820"/>
                </a:lnTo>
                <a:lnTo>
                  <a:pt x="1855" y="2815"/>
                </a:lnTo>
                <a:lnTo>
                  <a:pt x="1772" y="2803"/>
                </a:lnTo>
                <a:lnTo>
                  <a:pt x="1806" y="2842"/>
                </a:lnTo>
                <a:lnTo>
                  <a:pt x="1819" y="2857"/>
                </a:lnTo>
                <a:lnTo>
                  <a:pt x="1826" y="2873"/>
                </a:lnTo>
                <a:lnTo>
                  <a:pt x="1824" y="2880"/>
                </a:lnTo>
                <a:lnTo>
                  <a:pt x="1821" y="2880"/>
                </a:lnTo>
                <a:lnTo>
                  <a:pt x="1809" y="2882"/>
                </a:lnTo>
                <a:lnTo>
                  <a:pt x="1799" y="2896"/>
                </a:lnTo>
                <a:lnTo>
                  <a:pt x="1802" y="2917"/>
                </a:lnTo>
                <a:lnTo>
                  <a:pt x="1818" y="2935"/>
                </a:lnTo>
                <a:lnTo>
                  <a:pt x="1831" y="2940"/>
                </a:lnTo>
                <a:lnTo>
                  <a:pt x="1839" y="2942"/>
                </a:lnTo>
                <a:lnTo>
                  <a:pt x="1844" y="2946"/>
                </a:lnTo>
                <a:lnTo>
                  <a:pt x="1834" y="2954"/>
                </a:lnTo>
                <a:lnTo>
                  <a:pt x="1810" y="2961"/>
                </a:lnTo>
                <a:lnTo>
                  <a:pt x="1785" y="2967"/>
                </a:lnTo>
                <a:lnTo>
                  <a:pt x="1759" y="2965"/>
                </a:lnTo>
                <a:lnTo>
                  <a:pt x="1747" y="2957"/>
                </a:lnTo>
                <a:lnTo>
                  <a:pt x="1742" y="2950"/>
                </a:lnTo>
                <a:lnTo>
                  <a:pt x="1738" y="2944"/>
                </a:lnTo>
                <a:lnTo>
                  <a:pt x="1730" y="2936"/>
                </a:lnTo>
                <a:lnTo>
                  <a:pt x="1717" y="2937"/>
                </a:lnTo>
                <a:lnTo>
                  <a:pt x="1704" y="2949"/>
                </a:lnTo>
                <a:lnTo>
                  <a:pt x="1699" y="2956"/>
                </a:lnTo>
                <a:lnTo>
                  <a:pt x="1692" y="2966"/>
                </a:lnTo>
                <a:lnTo>
                  <a:pt x="1697" y="2973"/>
                </a:lnTo>
                <a:lnTo>
                  <a:pt x="1710" y="2979"/>
                </a:lnTo>
                <a:lnTo>
                  <a:pt x="1720" y="2982"/>
                </a:lnTo>
                <a:lnTo>
                  <a:pt x="1730" y="2985"/>
                </a:lnTo>
                <a:lnTo>
                  <a:pt x="1748" y="2998"/>
                </a:lnTo>
                <a:lnTo>
                  <a:pt x="1774" y="3031"/>
                </a:lnTo>
                <a:lnTo>
                  <a:pt x="1788" y="3061"/>
                </a:lnTo>
                <a:lnTo>
                  <a:pt x="1802" y="3095"/>
                </a:lnTo>
                <a:lnTo>
                  <a:pt x="1828" y="3137"/>
                </a:lnTo>
                <a:lnTo>
                  <a:pt x="1842" y="3147"/>
                </a:lnTo>
                <a:lnTo>
                  <a:pt x="1848" y="3144"/>
                </a:lnTo>
                <a:lnTo>
                  <a:pt x="1852" y="3123"/>
                </a:lnTo>
                <a:lnTo>
                  <a:pt x="1848" y="3096"/>
                </a:lnTo>
                <a:lnTo>
                  <a:pt x="1841" y="3059"/>
                </a:lnTo>
                <a:lnTo>
                  <a:pt x="1847" y="3049"/>
                </a:lnTo>
                <a:lnTo>
                  <a:pt x="1862" y="3070"/>
                </a:lnTo>
                <a:lnTo>
                  <a:pt x="1887" y="3103"/>
                </a:lnTo>
                <a:lnTo>
                  <a:pt x="1905" y="3127"/>
                </a:lnTo>
                <a:lnTo>
                  <a:pt x="1912" y="3136"/>
                </a:lnTo>
                <a:lnTo>
                  <a:pt x="1917" y="3153"/>
                </a:lnTo>
                <a:lnTo>
                  <a:pt x="1915" y="3157"/>
                </a:lnTo>
                <a:lnTo>
                  <a:pt x="1913" y="3161"/>
                </a:lnTo>
                <a:lnTo>
                  <a:pt x="1924" y="3179"/>
                </a:lnTo>
                <a:lnTo>
                  <a:pt x="1935" y="3188"/>
                </a:lnTo>
                <a:lnTo>
                  <a:pt x="1948" y="3198"/>
                </a:lnTo>
                <a:lnTo>
                  <a:pt x="1960" y="3199"/>
                </a:lnTo>
                <a:lnTo>
                  <a:pt x="1962" y="3195"/>
                </a:lnTo>
                <a:lnTo>
                  <a:pt x="1959" y="3180"/>
                </a:lnTo>
                <a:lnTo>
                  <a:pt x="1941" y="3148"/>
                </a:lnTo>
                <a:lnTo>
                  <a:pt x="1926" y="3129"/>
                </a:lnTo>
                <a:lnTo>
                  <a:pt x="1910" y="3107"/>
                </a:lnTo>
                <a:lnTo>
                  <a:pt x="1891" y="3071"/>
                </a:lnTo>
                <a:lnTo>
                  <a:pt x="1889" y="3056"/>
                </a:lnTo>
                <a:lnTo>
                  <a:pt x="1893" y="3052"/>
                </a:lnTo>
                <a:lnTo>
                  <a:pt x="1906" y="3055"/>
                </a:lnTo>
                <a:lnTo>
                  <a:pt x="1922" y="3067"/>
                </a:lnTo>
                <a:lnTo>
                  <a:pt x="1937" y="3080"/>
                </a:lnTo>
                <a:lnTo>
                  <a:pt x="1977" y="3096"/>
                </a:lnTo>
                <a:lnTo>
                  <a:pt x="1995" y="3097"/>
                </a:lnTo>
                <a:lnTo>
                  <a:pt x="2011" y="3098"/>
                </a:lnTo>
                <a:lnTo>
                  <a:pt x="2033" y="3105"/>
                </a:lnTo>
                <a:lnTo>
                  <a:pt x="2035" y="3110"/>
                </a:lnTo>
                <a:lnTo>
                  <a:pt x="2036" y="3113"/>
                </a:lnTo>
                <a:lnTo>
                  <a:pt x="2049" y="3120"/>
                </a:lnTo>
                <a:lnTo>
                  <a:pt x="2086" y="3127"/>
                </a:lnTo>
                <a:lnTo>
                  <a:pt x="2120" y="3130"/>
                </a:lnTo>
                <a:lnTo>
                  <a:pt x="2154" y="3133"/>
                </a:lnTo>
                <a:lnTo>
                  <a:pt x="2212" y="3145"/>
                </a:lnTo>
                <a:lnTo>
                  <a:pt x="2226" y="3154"/>
                </a:lnTo>
                <a:lnTo>
                  <a:pt x="2237" y="3161"/>
                </a:lnTo>
                <a:lnTo>
                  <a:pt x="2251" y="3160"/>
                </a:lnTo>
                <a:lnTo>
                  <a:pt x="2256" y="3152"/>
                </a:lnTo>
                <a:lnTo>
                  <a:pt x="2258" y="3147"/>
                </a:lnTo>
                <a:lnTo>
                  <a:pt x="2270" y="3142"/>
                </a:lnTo>
                <a:lnTo>
                  <a:pt x="2304" y="3140"/>
                </a:lnTo>
                <a:lnTo>
                  <a:pt x="2337" y="3145"/>
                </a:lnTo>
                <a:lnTo>
                  <a:pt x="2368" y="3149"/>
                </a:lnTo>
                <a:lnTo>
                  <a:pt x="2397" y="3160"/>
                </a:lnTo>
                <a:lnTo>
                  <a:pt x="2406" y="3168"/>
                </a:lnTo>
                <a:lnTo>
                  <a:pt x="2405" y="3172"/>
                </a:lnTo>
                <a:lnTo>
                  <a:pt x="2402" y="3178"/>
                </a:lnTo>
                <a:lnTo>
                  <a:pt x="2412" y="3181"/>
                </a:lnTo>
                <a:lnTo>
                  <a:pt x="2422" y="3178"/>
                </a:lnTo>
                <a:lnTo>
                  <a:pt x="2434" y="3171"/>
                </a:lnTo>
                <a:lnTo>
                  <a:pt x="2450" y="3148"/>
                </a:lnTo>
                <a:lnTo>
                  <a:pt x="2451" y="3135"/>
                </a:lnTo>
                <a:lnTo>
                  <a:pt x="2451" y="3129"/>
                </a:lnTo>
                <a:lnTo>
                  <a:pt x="2456" y="3122"/>
                </a:lnTo>
                <a:lnTo>
                  <a:pt x="2470" y="3130"/>
                </a:lnTo>
                <a:lnTo>
                  <a:pt x="2490" y="3152"/>
                </a:lnTo>
                <a:lnTo>
                  <a:pt x="2504" y="3169"/>
                </a:lnTo>
                <a:lnTo>
                  <a:pt x="2516" y="3180"/>
                </a:lnTo>
                <a:lnTo>
                  <a:pt x="2517" y="3178"/>
                </a:lnTo>
                <a:lnTo>
                  <a:pt x="2515" y="3173"/>
                </a:lnTo>
                <a:lnTo>
                  <a:pt x="2511" y="3165"/>
                </a:lnTo>
                <a:lnTo>
                  <a:pt x="2520" y="3153"/>
                </a:lnTo>
                <a:lnTo>
                  <a:pt x="2531" y="3152"/>
                </a:lnTo>
                <a:lnTo>
                  <a:pt x="2537" y="3153"/>
                </a:lnTo>
                <a:lnTo>
                  <a:pt x="2548" y="3158"/>
                </a:lnTo>
                <a:lnTo>
                  <a:pt x="2559" y="3177"/>
                </a:lnTo>
                <a:lnTo>
                  <a:pt x="2560" y="3197"/>
                </a:lnTo>
                <a:lnTo>
                  <a:pt x="2561" y="3217"/>
                </a:lnTo>
                <a:lnTo>
                  <a:pt x="2571" y="3235"/>
                </a:lnTo>
                <a:lnTo>
                  <a:pt x="2582" y="3242"/>
                </a:lnTo>
                <a:lnTo>
                  <a:pt x="2587" y="3243"/>
                </a:lnTo>
                <a:lnTo>
                  <a:pt x="2598" y="3241"/>
                </a:lnTo>
                <a:lnTo>
                  <a:pt x="2606" y="3227"/>
                </a:lnTo>
                <a:lnTo>
                  <a:pt x="2604" y="3216"/>
                </a:lnTo>
                <a:lnTo>
                  <a:pt x="2599" y="3202"/>
                </a:lnTo>
                <a:lnTo>
                  <a:pt x="2606" y="3188"/>
                </a:lnTo>
                <a:lnTo>
                  <a:pt x="2624" y="3192"/>
                </a:lnTo>
                <a:lnTo>
                  <a:pt x="2649" y="3210"/>
                </a:lnTo>
                <a:lnTo>
                  <a:pt x="2664" y="3224"/>
                </a:lnTo>
                <a:lnTo>
                  <a:pt x="2677" y="3237"/>
                </a:lnTo>
                <a:lnTo>
                  <a:pt x="2703" y="3256"/>
                </a:lnTo>
                <a:lnTo>
                  <a:pt x="2726" y="3261"/>
                </a:lnTo>
                <a:lnTo>
                  <a:pt x="2740" y="3253"/>
                </a:lnTo>
                <a:lnTo>
                  <a:pt x="2742" y="3243"/>
                </a:lnTo>
                <a:lnTo>
                  <a:pt x="2740" y="3235"/>
                </a:lnTo>
                <a:lnTo>
                  <a:pt x="2724" y="3225"/>
                </a:lnTo>
                <a:lnTo>
                  <a:pt x="2715" y="3224"/>
                </a:lnTo>
                <a:lnTo>
                  <a:pt x="2704" y="3223"/>
                </a:lnTo>
                <a:lnTo>
                  <a:pt x="2689" y="3213"/>
                </a:lnTo>
                <a:lnTo>
                  <a:pt x="2687" y="3206"/>
                </a:lnTo>
                <a:lnTo>
                  <a:pt x="2687" y="3202"/>
                </a:lnTo>
                <a:lnTo>
                  <a:pt x="2693" y="3195"/>
                </a:lnTo>
                <a:lnTo>
                  <a:pt x="2707" y="3190"/>
                </a:lnTo>
                <a:lnTo>
                  <a:pt x="2735" y="3191"/>
                </a:lnTo>
                <a:lnTo>
                  <a:pt x="2764" y="3202"/>
                </a:lnTo>
                <a:lnTo>
                  <a:pt x="2776" y="3210"/>
                </a:lnTo>
                <a:lnTo>
                  <a:pt x="2789" y="3221"/>
                </a:lnTo>
                <a:lnTo>
                  <a:pt x="2801" y="3223"/>
                </a:lnTo>
                <a:lnTo>
                  <a:pt x="2806" y="3217"/>
                </a:lnTo>
                <a:lnTo>
                  <a:pt x="2808" y="3211"/>
                </a:lnTo>
                <a:lnTo>
                  <a:pt x="2811" y="3207"/>
                </a:lnTo>
                <a:lnTo>
                  <a:pt x="2821" y="3202"/>
                </a:lnTo>
                <a:lnTo>
                  <a:pt x="2850" y="3202"/>
                </a:lnTo>
                <a:lnTo>
                  <a:pt x="2881" y="3210"/>
                </a:lnTo>
                <a:lnTo>
                  <a:pt x="2950" y="3229"/>
                </a:lnTo>
                <a:lnTo>
                  <a:pt x="3000" y="3235"/>
                </a:lnTo>
                <a:lnTo>
                  <a:pt x="3013" y="3230"/>
                </a:lnTo>
                <a:lnTo>
                  <a:pt x="3014" y="3224"/>
                </a:lnTo>
                <a:lnTo>
                  <a:pt x="3015" y="3219"/>
                </a:lnTo>
                <a:lnTo>
                  <a:pt x="3029" y="3213"/>
                </a:lnTo>
                <a:lnTo>
                  <a:pt x="3050" y="3216"/>
                </a:lnTo>
                <a:lnTo>
                  <a:pt x="3071" y="3223"/>
                </a:lnTo>
                <a:lnTo>
                  <a:pt x="3079" y="3230"/>
                </a:lnTo>
                <a:lnTo>
                  <a:pt x="3087" y="3235"/>
                </a:lnTo>
                <a:lnTo>
                  <a:pt x="3125" y="3242"/>
                </a:lnTo>
                <a:lnTo>
                  <a:pt x="3148" y="3243"/>
                </a:lnTo>
                <a:lnTo>
                  <a:pt x="3175" y="3242"/>
                </a:lnTo>
                <a:lnTo>
                  <a:pt x="3189" y="3235"/>
                </a:lnTo>
                <a:lnTo>
                  <a:pt x="3186" y="3227"/>
                </a:lnTo>
                <a:lnTo>
                  <a:pt x="3180" y="3221"/>
                </a:lnTo>
                <a:lnTo>
                  <a:pt x="3172" y="3209"/>
                </a:lnTo>
                <a:lnTo>
                  <a:pt x="3161" y="3179"/>
                </a:lnTo>
                <a:lnTo>
                  <a:pt x="3161" y="3162"/>
                </a:lnTo>
                <a:lnTo>
                  <a:pt x="3161" y="3148"/>
                </a:lnTo>
                <a:lnTo>
                  <a:pt x="3167" y="3141"/>
                </a:lnTo>
                <a:lnTo>
                  <a:pt x="3172" y="3148"/>
                </a:lnTo>
                <a:lnTo>
                  <a:pt x="3182" y="3172"/>
                </a:lnTo>
                <a:lnTo>
                  <a:pt x="3216" y="3213"/>
                </a:lnTo>
                <a:lnTo>
                  <a:pt x="3261" y="3246"/>
                </a:lnTo>
                <a:lnTo>
                  <a:pt x="3310" y="3266"/>
                </a:lnTo>
                <a:lnTo>
                  <a:pt x="3335" y="3268"/>
                </a:lnTo>
                <a:lnTo>
                  <a:pt x="3363" y="3270"/>
                </a:lnTo>
                <a:lnTo>
                  <a:pt x="3411" y="3276"/>
                </a:lnTo>
                <a:lnTo>
                  <a:pt x="3422" y="3281"/>
                </a:lnTo>
                <a:lnTo>
                  <a:pt x="3435" y="3284"/>
                </a:lnTo>
                <a:lnTo>
                  <a:pt x="3497" y="3288"/>
                </a:lnTo>
                <a:lnTo>
                  <a:pt x="3536" y="3287"/>
                </a:lnTo>
                <a:lnTo>
                  <a:pt x="3574" y="3288"/>
                </a:lnTo>
                <a:lnTo>
                  <a:pt x="3633" y="3295"/>
                </a:lnTo>
                <a:lnTo>
                  <a:pt x="3640" y="3300"/>
                </a:lnTo>
                <a:lnTo>
                  <a:pt x="3647" y="3308"/>
                </a:lnTo>
                <a:lnTo>
                  <a:pt x="3662" y="3315"/>
                </a:lnTo>
                <a:lnTo>
                  <a:pt x="3675" y="3311"/>
                </a:lnTo>
                <a:lnTo>
                  <a:pt x="3684" y="3298"/>
                </a:lnTo>
                <a:lnTo>
                  <a:pt x="3684" y="3287"/>
                </a:lnTo>
                <a:lnTo>
                  <a:pt x="3683" y="3278"/>
                </a:lnTo>
                <a:lnTo>
                  <a:pt x="3674" y="3262"/>
                </a:lnTo>
                <a:lnTo>
                  <a:pt x="3666" y="3260"/>
                </a:lnTo>
                <a:lnTo>
                  <a:pt x="3659" y="3259"/>
                </a:lnTo>
                <a:lnTo>
                  <a:pt x="3649" y="3251"/>
                </a:lnTo>
                <a:lnTo>
                  <a:pt x="3648" y="3246"/>
                </a:lnTo>
                <a:lnTo>
                  <a:pt x="3649" y="3243"/>
                </a:lnTo>
                <a:lnTo>
                  <a:pt x="3658" y="3237"/>
                </a:lnTo>
                <a:lnTo>
                  <a:pt x="3681" y="3232"/>
                </a:lnTo>
                <a:lnTo>
                  <a:pt x="3702" y="3232"/>
                </a:lnTo>
                <a:lnTo>
                  <a:pt x="3724" y="3232"/>
                </a:lnTo>
                <a:lnTo>
                  <a:pt x="3750" y="3235"/>
                </a:lnTo>
                <a:lnTo>
                  <a:pt x="3756" y="3244"/>
                </a:lnTo>
                <a:lnTo>
                  <a:pt x="3740" y="3260"/>
                </a:lnTo>
                <a:lnTo>
                  <a:pt x="3726" y="3271"/>
                </a:lnTo>
                <a:lnTo>
                  <a:pt x="3715" y="3279"/>
                </a:lnTo>
                <a:lnTo>
                  <a:pt x="3706" y="3288"/>
                </a:lnTo>
                <a:lnTo>
                  <a:pt x="3714" y="3298"/>
                </a:lnTo>
                <a:lnTo>
                  <a:pt x="3744" y="3306"/>
                </a:lnTo>
                <a:lnTo>
                  <a:pt x="3767" y="3311"/>
                </a:lnTo>
                <a:lnTo>
                  <a:pt x="3796" y="3309"/>
                </a:lnTo>
                <a:lnTo>
                  <a:pt x="3811" y="3303"/>
                </a:lnTo>
                <a:lnTo>
                  <a:pt x="3817" y="3298"/>
                </a:lnTo>
                <a:lnTo>
                  <a:pt x="3825" y="3288"/>
                </a:lnTo>
                <a:lnTo>
                  <a:pt x="3821" y="3280"/>
                </a:lnTo>
                <a:lnTo>
                  <a:pt x="3808" y="3279"/>
                </a:lnTo>
                <a:lnTo>
                  <a:pt x="3800" y="3279"/>
                </a:lnTo>
                <a:lnTo>
                  <a:pt x="3790" y="3274"/>
                </a:lnTo>
                <a:lnTo>
                  <a:pt x="3785" y="3266"/>
                </a:lnTo>
                <a:lnTo>
                  <a:pt x="3785" y="3251"/>
                </a:lnTo>
                <a:lnTo>
                  <a:pt x="3787" y="3243"/>
                </a:lnTo>
                <a:lnTo>
                  <a:pt x="3797" y="3215"/>
                </a:lnTo>
                <a:lnTo>
                  <a:pt x="3804" y="3206"/>
                </a:lnTo>
                <a:lnTo>
                  <a:pt x="3820" y="3208"/>
                </a:lnTo>
                <a:lnTo>
                  <a:pt x="3873" y="3229"/>
                </a:lnTo>
                <a:lnTo>
                  <a:pt x="3934" y="3260"/>
                </a:lnTo>
                <a:lnTo>
                  <a:pt x="3984" y="3292"/>
                </a:lnTo>
                <a:lnTo>
                  <a:pt x="3996" y="3304"/>
                </a:lnTo>
                <a:lnTo>
                  <a:pt x="4009" y="3319"/>
                </a:lnTo>
                <a:lnTo>
                  <a:pt x="4023" y="3326"/>
                </a:lnTo>
                <a:lnTo>
                  <a:pt x="4029" y="3324"/>
                </a:lnTo>
                <a:lnTo>
                  <a:pt x="4029" y="3320"/>
                </a:lnTo>
                <a:lnTo>
                  <a:pt x="4027" y="3309"/>
                </a:lnTo>
                <a:lnTo>
                  <a:pt x="4005" y="3278"/>
                </a:lnTo>
                <a:lnTo>
                  <a:pt x="3988" y="3260"/>
                </a:lnTo>
                <a:lnTo>
                  <a:pt x="3973" y="3246"/>
                </a:lnTo>
                <a:lnTo>
                  <a:pt x="3958" y="3221"/>
                </a:lnTo>
                <a:lnTo>
                  <a:pt x="3960" y="3216"/>
                </a:lnTo>
                <a:lnTo>
                  <a:pt x="3968" y="3215"/>
                </a:lnTo>
                <a:lnTo>
                  <a:pt x="4008" y="3243"/>
                </a:lnTo>
                <a:lnTo>
                  <a:pt x="4036" y="3266"/>
                </a:lnTo>
                <a:lnTo>
                  <a:pt x="4061" y="3291"/>
                </a:lnTo>
                <a:lnTo>
                  <a:pt x="4093" y="3329"/>
                </a:lnTo>
                <a:lnTo>
                  <a:pt x="4092" y="3335"/>
                </a:lnTo>
                <a:lnTo>
                  <a:pt x="4091" y="3338"/>
                </a:lnTo>
                <a:lnTo>
                  <a:pt x="4105" y="3344"/>
                </a:lnTo>
                <a:lnTo>
                  <a:pt x="4118" y="3346"/>
                </a:lnTo>
                <a:lnTo>
                  <a:pt x="4127" y="3346"/>
                </a:lnTo>
                <a:lnTo>
                  <a:pt x="4139" y="3343"/>
                </a:lnTo>
                <a:lnTo>
                  <a:pt x="4144" y="3333"/>
                </a:lnTo>
                <a:lnTo>
                  <a:pt x="4143" y="3316"/>
                </a:lnTo>
                <a:lnTo>
                  <a:pt x="4141" y="3304"/>
                </a:lnTo>
                <a:lnTo>
                  <a:pt x="4139" y="3291"/>
                </a:lnTo>
                <a:lnTo>
                  <a:pt x="4139" y="3273"/>
                </a:lnTo>
                <a:lnTo>
                  <a:pt x="4145" y="3268"/>
                </a:lnTo>
                <a:lnTo>
                  <a:pt x="4162" y="3271"/>
                </a:lnTo>
                <a:lnTo>
                  <a:pt x="4176" y="3275"/>
                </a:lnTo>
                <a:lnTo>
                  <a:pt x="4193" y="3283"/>
                </a:lnTo>
                <a:lnTo>
                  <a:pt x="4224" y="3312"/>
                </a:lnTo>
                <a:lnTo>
                  <a:pt x="4250" y="3349"/>
                </a:lnTo>
                <a:lnTo>
                  <a:pt x="4260" y="3384"/>
                </a:lnTo>
                <a:lnTo>
                  <a:pt x="4257" y="3398"/>
                </a:lnTo>
                <a:lnTo>
                  <a:pt x="4256" y="3403"/>
                </a:lnTo>
                <a:lnTo>
                  <a:pt x="4259" y="3409"/>
                </a:lnTo>
                <a:lnTo>
                  <a:pt x="4277" y="3412"/>
                </a:lnTo>
                <a:lnTo>
                  <a:pt x="4297" y="3409"/>
                </a:lnTo>
                <a:lnTo>
                  <a:pt x="4316" y="3405"/>
                </a:lnTo>
                <a:lnTo>
                  <a:pt x="4329" y="3398"/>
                </a:lnTo>
                <a:lnTo>
                  <a:pt x="4328" y="3394"/>
                </a:lnTo>
                <a:lnTo>
                  <a:pt x="4325" y="3393"/>
                </a:lnTo>
                <a:lnTo>
                  <a:pt x="4316" y="3388"/>
                </a:lnTo>
                <a:lnTo>
                  <a:pt x="4310" y="3370"/>
                </a:lnTo>
                <a:lnTo>
                  <a:pt x="4314" y="3358"/>
                </a:lnTo>
                <a:lnTo>
                  <a:pt x="4319" y="3344"/>
                </a:lnTo>
                <a:lnTo>
                  <a:pt x="4331" y="3343"/>
                </a:lnTo>
                <a:lnTo>
                  <a:pt x="4341" y="3355"/>
                </a:lnTo>
                <a:lnTo>
                  <a:pt x="4350" y="3366"/>
                </a:lnTo>
                <a:lnTo>
                  <a:pt x="4362" y="3367"/>
                </a:lnTo>
                <a:lnTo>
                  <a:pt x="4366" y="3357"/>
                </a:lnTo>
                <a:lnTo>
                  <a:pt x="4371" y="3348"/>
                </a:lnTo>
                <a:lnTo>
                  <a:pt x="4390" y="3343"/>
                </a:lnTo>
                <a:lnTo>
                  <a:pt x="4412" y="3348"/>
                </a:lnTo>
                <a:lnTo>
                  <a:pt x="4426" y="3363"/>
                </a:lnTo>
                <a:lnTo>
                  <a:pt x="4428" y="3373"/>
                </a:lnTo>
                <a:lnTo>
                  <a:pt x="4426" y="3380"/>
                </a:lnTo>
                <a:lnTo>
                  <a:pt x="4410" y="3384"/>
                </a:lnTo>
                <a:lnTo>
                  <a:pt x="4401" y="3380"/>
                </a:lnTo>
                <a:lnTo>
                  <a:pt x="4384" y="3375"/>
                </a:lnTo>
                <a:lnTo>
                  <a:pt x="4374" y="3376"/>
                </a:lnTo>
                <a:lnTo>
                  <a:pt x="4372" y="3381"/>
                </a:lnTo>
                <a:lnTo>
                  <a:pt x="4380" y="3393"/>
                </a:lnTo>
                <a:lnTo>
                  <a:pt x="4407" y="3415"/>
                </a:lnTo>
                <a:lnTo>
                  <a:pt x="4428" y="3428"/>
                </a:lnTo>
                <a:lnTo>
                  <a:pt x="4456" y="3443"/>
                </a:lnTo>
                <a:lnTo>
                  <a:pt x="4477" y="3447"/>
                </a:lnTo>
                <a:lnTo>
                  <a:pt x="4481" y="3440"/>
                </a:lnTo>
                <a:lnTo>
                  <a:pt x="4482" y="3433"/>
                </a:lnTo>
                <a:lnTo>
                  <a:pt x="4483" y="3422"/>
                </a:lnTo>
                <a:lnTo>
                  <a:pt x="4496" y="3405"/>
                </a:lnTo>
                <a:lnTo>
                  <a:pt x="4505" y="3400"/>
                </a:lnTo>
                <a:lnTo>
                  <a:pt x="4509" y="3398"/>
                </a:lnTo>
                <a:lnTo>
                  <a:pt x="4509" y="3394"/>
                </a:lnTo>
                <a:lnTo>
                  <a:pt x="4500" y="3390"/>
                </a:lnTo>
                <a:lnTo>
                  <a:pt x="4483" y="3390"/>
                </a:lnTo>
                <a:lnTo>
                  <a:pt x="4456" y="3387"/>
                </a:lnTo>
                <a:lnTo>
                  <a:pt x="4453" y="3376"/>
                </a:lnTo>
                <a:lnTo>
                  <a:pt x="4473" y="3362"/>
                </a:lnTo>
                <a:lnTo>
                  <a:pt x="4484" y="3354"/>
                </a:lnTo>
                <a:lnTo>
                  <a:pt x="4496" y="3343"/>
                </a:lnTo>
                <a:lnTo>
                  <a:pt x="4494" y="3335"/>
                </a:lnTo>
                <a:lnTo>
                  <a:pt x="4479" y="3329"/>
                </a:lnTo>
                <a:lnTo>
                  <a:pt x="4466" y="3324"/>
                </a:lnTo>
                <a:lnTo>
                  <a:pt x="4449" y="3318"/>
                </a:lnTo>
                <a:lnTo>
                  <a:pt x="4438" y="3306"/>
                </a:lnTo>
                <a:lnTo>
                  <a:pt x="4438" y="3298"/>
                </a:lnTo>
                <a:lnTo>
                  <a:pt x="4440" y="3295"/>
                </a:lnTo>
                <a:lnTo>
                  <a:pt x="4451" y="3287"/>
                </a:lnTo>
                <a:lnTo>
                  <a:pt x="4477" y="3286"/>
                </a:lnTo>
                <a:lnTo>
                  <a:pt x="4505" y="3300"/>
                </a:lnTo>
                <a:lnTo>
                  <a:pt x="4530" y="3326"/>
                </a:lnTo>
                <a:lnTo>
                  <a:pt x="4538" y="3344"/>
                </a:lnTo>
                <a:lnTo>
                  <a:pt x="4545" y="3362"/>
                </a:lnTo>
                <a:lnTo>
                  <a:pt x="4562" y="3383"/>
                </a:lnTo>
                <a:lnTo>
                  <a:pt x="4581" y="3385"/>
                </a:lnTo>
                <a:lnTo>
                  <a:pt x="4607" y="3370"/>
                </a:lnTo>
                <a:lnTo>
                  <a:pt x="4624" y="3355"/>
                </a:lnTo>
                <a:lnTo>
                  <a:pt x="4641" y="3338"/>
                </a:lnTo>
                <a:lnTo>
                  <a:pt x="4674" y="3316"/>
                </a:lnTo>
                <a:lnTo>
                  <a:pt x="4701" y="3306"/>
                </a:lnTo>
                <a:lnTo>
                  <a:pt x="4713" y="3310"/>
                </a:lnTo>
                <a:lnTo>
                  <a:pt x="4717" y="3318"/>
                </a:lnTo>
                <a:lnTo>
                  <a:pt x="4717" y="3324"/>
                </a:lnTo>
                <a:lnTo>
                  <a:pt x="4716" y="3334"/>
                </a:lnTo>
                <a:lnTo>
                  <a:pt x="4703" y="3343"/>
                </a:lnTo>
                <a:lnTo>
                  <a:pt x="4692" y="3341"/>
                </a:lnTo>
                <a:lnTo>
                  <a:pt x="4681" y="3337"/>
                </a:lnTo>
                <a:lnTo>
                  <a:pt x="4661" y="3342"/>
                </a:lnTo>
                <a:lnTo>
                  <a:pt x="4654" y="3349"/>
                </a:lnTo>
                <a:lnTo>
                  <a:pt x="4652" y="3357"/>
                </a:lnTo>
                <a:lnTo>
                  <a:pt x="4661" y="3368"/>
                </a:lnTo>
                <a:lnTo>
                  <a:pt x="4673" y="3369"/>
                </a:lnTo>
                <a:lnTo>
                  <a:pt x="4684" y="3371"/>
                </a:lnTo>
                <a:lnTo>
                  <a:pt x="4704" y="3386"/>
                </a:lnTo>
                <a:lnTo>
                  <a:pt x="4711" y="3396"/>
                </a:lnTo>
                <a:lnTo>
                  <a:pt x="4716" y="3406"/>
                </a:lnTo>
                <a:lnTo>
                  <a:pt x="4737" y="3417"/>
                </a:lnTo>
                <a:lnTo>
                  <a:pt x="4761" y="3417"/>
                </a:lnTo>
                <a:lnTo>
                  <a:pt x="4785" y="3406"/>
                </a:lnTo>
                <a:lnTo>
                  <a:pt x="4793" y="3396"/>
                </a:lnTo>
                <a:lnTo>
                  <a:pt x="4797" y="3393"/>
                </a:lnTo>
                <a:lnTo>
                  <a:pt x="4802" y="3392"/>
                </a:lnTo>
                <a:lnTo>
                  <a:pt x="4808" y="3400"/>
                </a:lnTo>
                <a:lnTo>
                  <a:pt x="4809" y="3415"/>
                </a:lnTo>
                <a:lnTo>
                  <a:pt x="4810" y="3432"/>
                </a:lnTo>
                <a:lnTo>
                  <a:pt x="4823" y="3465"/>
                </a:lnTo>
                <a:lnTo>
                  <a:pt x="4846" y="3493"/>
                </a:lnTo>
                <a:lnTo>
                  <a:pt x="4876" y="3515"/>
                </a:lnTo>
                <a:lnTo>
                  <a:pt x="4893" y="3521"/>
                </a:lnTo>
                <a:lnTo>
                  <a:pt x="4904" y="3525"/>
                </a:lnTo>
                <a:lnTo>
                  <a:pt x="4920" y="3528"/>
                </a:lnTo>
                <a:lnTo>
                  <a:pt x="4925" y="3522"/>
                </a:lnTo>
                <a:lnTo>
                  <a:pt x="4925" y="3507"/>
                </a:lnTo>
                <a:lnTo>
                  <a:pt x="4923" y="3496"/>
                </a:lnTo>
                <a:lnTo>
                  <a:pt x="4920" y="3488"/>
                </a:lnTo>
                <a:lnTo>
                  <a:pt x="4911" y="3475"/>
                </a:lnTo>
                <a:lnTo>
                  <a:pt x="4898" y="3466"/>
                </a:lnTo>
                <a:lnTo>
                  <a:pt x="4883" y="3460"/>
                </a:lnTo>
                <a:lnTo>
                  <a:pt x="4874" y="3460"/>
                </a:lnTo>
                <a:lnTo>
                  <a:pt x="4864" y="3459"/>
                </a:lnTo>
                <a:lnTo>
                  <a:pt x="4849" y="3455"/>
                </a:lnTo>
                <a:lnTo>
                  <a:pt x="4839" y="3446"/>
                </a:lnTo>
                <a:lnTo>
                  <a:pt x="4834" y="3433"/>
                </a:lnTo>
                <a:lnTo>
                  <a:pt x="4834" y="3423"/>
                </a:lnTo>
                <a:lnTo>
                  <a:pt x="4835" y="3407"/>
                </a:lnTo>
                <a:lnTo>
                  <a:pt x="4842" y="3393"/>
                </a:lnTo>
                <a:lnTo>
                  <a:pt x="4851" y="3390"/>
                </a:lnTo>
                <a:lnTo>
                  <a:pt x="4866" y="3392"/>
                </a:lnTo>
                <a:lnTo>
                  <a:pt x="4893" y="3412"/>
                </a:lnTo>
                <a:lnTo>
                  <a:pt x="4908" y="3431"/>
                </a:lnTo>
                <a:lnTo>
                  <a:pt x="4918" y="3444"/>
                </a:lnTo>
                <a:lnTo>
                  <a:pt x="4934" y="3459"/>
                </a:lnTo>
                <a:lnTo>
                  <a:pt x="4946" y="3463"/>
                </a:lnTo>
                <a:lnTo>
                  <a:pt x="4959" y="3456"/>
                </a:lnTo>
                <a:lnTo>
                  <a:pt x="4966" y="3449"/>
                </a:lnTo>
                <a:lnTo>
                  <a:pt x="4978" y="3438"/>
                </a:lnTo>
                <a:lnTo>
                  <a:pt x="5003" y="3426"/>
                </a:lnTo>
                <a:lnTo>
                  <a:pt x="5026" y="3424"/>
                </a:lnTo>
                <a:lnTo>
                  <a:pt x="5046" y="3433"/>
                </a:lnTo>
                <a:lnTo>
                  <a:pt x="5053" y="3442"/>
                </a:lnTo>
                <a:lnTo>
                  <a:pt x="5061" y="3453"/>
                </a:lnTo>
                <a:lnTo>
                  <a:pt x="5076" y="3461"/>
                </a:lnTo>
                <a:lnTo>
                  <a:pt x="5089" y="3456"/>
                </a:lnTo>
                <a:lnTo>
                  <a:pt x="5093" y="3438"/>
                </a:lnTo>
                <a:lnTo>
                  <a:pt x="5089" y="3425"/>
                </a:lnTo>
                <a:lnTo>
                  <a:pt x="5086" y="3410"/>
                </a:lnTo>
                <a:lnTo>
                  <a:pt x="5093" y="3392"/>
                </a:lnTo>
                <a:lnTo>
                  <a:pt x="5101" y="3383"/>
                </a:lnTo>
                <a:lnTo>
                  <a:pt x="5108" y="3380"/>
                </a:lnTo>
                <a:lnTo>
                  <a:pt x="5115" y="3378"/>
                </a:lnTo>
                <a:lnTo>
                  <a:pt x="5128" y="3380"/>
                </a:lnTo>
                <a:lnTo>
                  <a:pt x="5136" y="3392"/>
                </a:lnTo>
                <a:lnTo>
                  <a:pt x="5139" y="3411"/>
                </a:lnTo>
                <a:lnTo>
                  <a:pt x="5138" y="3425"/>
                </a:lnTo>
                <a:lnTo>
                  <a:pt x="5139" y="3429"/>
                </a:lnTo>
                <a:lnTo>
                  <a:pt x="5151" y="3434"/>
                </a:lnTo>
                <a:lnTo>
                  <a:pt x="5187" y="3443"/>
                </a:lnTo>
                <a:lnTo>
                  <a:pt x="5220" y="3447"/>
                </a:lnTo>
                <a:lnTo>
                  <a:pt x="5242" y="3449"/>
                </a:lnTo>
                <a:lnTo>
                  <a:pt x="5276" y="3458"/>
                </a:lnTo>
                <a:lnTo>
                  <a:pt x="5305" y="3470"/>
                </a:lnTo>
                <a:lnTo>
                  <a:pt x="5326" y="3487"/>
                </a:lnTo>
                <a:lnTo>
                  <a:pt x="5336" y="3498"/>
                </a:lnTo>
                <a:lnTo>
                  <a:pt x="5349" y="3515"/>
                </a:lnTo>
                <a:lnTo>
                  <a:pt x="5369" y="3528"/>
                </a:lnTo>
                <a:lnTo>
                  <a:pt x="5378" y="3529"/>
                </a:lnTo>
                <a:lnTo>
                  <a:pt x="5381" y="3526"/>
                </a:lnTo>
                <a:lnTo>
                  <a:pt x="5385" y="3522"/>
                </a:lnTo>
                <a:lnTo>
                  <a:pt x="5381" y="3515"/>
                </a:lnTo>
                <a:lnTo>
                  <a:pt x="5374" y="3515"/>
                </a:lnTo>
                <a:lnTo>
                  <a:pt x="5369" y="3513"/>
                </a:lnTo>
                <a:lnTo>
                  <a:pt x="5361" y="3507"/>
                </a:lnTo>
                <a:lnTo>
                  <a:pt x="5354" y="3487"/>
                </a:lnTo>
                <a:lnTo>
                  <a:pt x="5352" y="3469"/>
                </a:lnTo>
                <a:lnTo>
                  <a:pt x="5352" y="3451"/>
                </a:lnTo>
                <a:lnTo>
                  <a:pt x="5356" y="3431"/>
                </a:lnTo>
                <a:lnTo>
                  <a:pt x="5368" y="3425"/>
                </a:lnTo>
                <a:lnTo>
                  <a:pt x="5389" y="3435"/>
                </a:lnTo>
                <a:lnTo>
                  <a:pt x="5407" y="3445"/>
                </a:lnTo>
                <a:lnTo>
                  <a:pt x="5423" y="3455"/>
                </a:lnTo>
                <a:lnTo>
                  <a:pt x="5446" y="3459"/>
                </a:lnTo>
                <a:lnTo>
                  <a:pt x="5456" y="3449"/>
                </a:lnTo>
                <a:lnTo>
                  <a:pt x="5448" y="3429"/>
                </a:lnTo>
                <a:lnTo>
                  <a:pt x="5435" y="3415"/>
                </a:lnTo>
                <a:lnTo>
                  <a:pt x="5412" y="3390"/>
                </a:lnTo>
                <a:lnTo>
                  <a:pt x="5410" y="3375"/>
                </a:lnTo>
                <a:lnTo>
                  <a:pt x="5424" y="3378"/>
                </a:lnTo>
                <a:lnTo>
                  <a:pt x="5437" y="3382"/>
                </a:lnTo>
                <a:lnTo>
                  <a:pt x="5450" y="3386"/>
                </a:lnTo>
                <a:lnTo>
                  <a:pt x="5459" y="3382"/>
                </a:lnTo>
                <a:lnTo>
                  <a:pt x="5454" y="3371"/>
                </a:lnTo>
                <a:lnTo>
                  <a:pt x="5448" y="3361"/>
                </a:lnTo>
                <a:lnTo>
                  <a:pt x="5454" y="3351"/>
                </a:lnTo>
                <a:lnTo>
                  <a:pt x="5462" y="3353"/>
                </a:lnTo>
                <a:lnTo>
                  <a:pt x="5480" y="3354"/>
                </a:lnTo>
                <a:lnTo>
                  <a:pt x="5525" y="3347"/>
                </a:lnTo>
                <a:lnTo>
                  <a:pt x="5572" y="3334"/>
                </a:lnTo>
                <a:lnTo>
                  <a:pt x="5603" y="3320"/>
                </a:lnTo>
                <a:lnTo>
                  <a:pt x="5606" y="3313"/>
                </a:lnTo>
                <a:lnTo>
                  <a:pt x="5603" y="3308"/>
                </a:lnTo>
                <a:lnTo>
                  <a:pt x="5573" y="3301"/>
                </a:lnTo>
                <a:lnTo>
                  <a:pt x="5552" y="3300"/>
                </a:lnTo>
                <a:lnTo>
                  <a:pt x="5530" y="3303"/>
                </a:lnTo>
                <a:lnTo>
                  <a:pt x="5500" y="3310"/>
                </a:lnTo>
                <a:lnTo>
                  <a:pt x="5497" y="3315"/>
                </a:lnTo>
                <a:lnTo>
                  <a:pt x="5494" y="3321"/>
                </a:lnTo>
                <a:lnTo>
                  <a:pt x="5459" y="3333"/>
                </a:lnTo>
                <a:lnTo>
                  <a:pt x="5434" y="3336"/>
                </a:lnTo>
                <a:lnTo>
                  <a:pt x="5396" y="3341"/>
                </a:lnTo>
                <a:lnTo>
                  <a:pt x="5384" y="3335"/>
                </a:lnTo>
                <a:lnTo>
                  <a:pt x="5394" y="3323"/>
                </a:lnTo>
                <a:lnTo>
                  <a:pt x="5405" y="3313"/>
                </a:lnTo>
                <a:lnTo>
                  <a:pt x="5416" y="3304"/>
                </a:lnTo>
                <a:lnTo>
                  <a:pt x="5440" y="3291"/>
                </a:lnTo>
                <a:lnTo>
                  <a:pt x="5500" y="3279"/>
                </a:lnTo>
                <a:lnTo>
                  <a:pt x="5586" y="3273"/>
                </a:lnTo>
                <a:lnTo>
                  <a:pt x="5608" y="3271"/>
                </a:lnTo>
                <a:lnTo>
                  <a:pt x="5627" y="3261"/>
                </a:lnTo>
                <a:lnTo>
                  <a:pt x="5631" y="3251"/>
                </a:lnTo>
                <a:lnTo>
                  <a:pt x="5630" y="3246"/>
                </a:lnTo>
                <a:lnTo>
                  <a:pt x="5626" y="3236"/>
                </a:lnTo>
                <a:lnTo>
                  <a:pt x="5614" y="3227"/>
                </a:lnTo>
                <a:lnTo>
                  <a:pt x="5595" y="3225"/>
                </a:lnTo>
                <a:lnTo>
                  <a:pt x="5565" y="3234"/>
                </a:lnTo>
                <a:lnTo>
                  <a:pt x="5543" y="3243"/>
                </a:lnTo>
                <a:lnTo>
                  <a:pt x="5516" y="3253"/>
                </a:lnTo>
                <a:lnTo>
                  <a:pt x="5500" y="3250"/>
                </a:lnTo>
                <a:lnTo>
                  <a:pt x="5499" y="3240"/>
                </a:lnTo>
                <a:lnTo>
                  <a:pt x="5500" y="3230"/>
                </a:lnTo>
                <a:lnTo>
                  <a:pt x="5503" y="3222"/>
                </a:lnTo>
                <a:lnTo>
                  <a:pt x="5510" y="3210"/>
                </a:lnTo>
                <a:lnTo>
                  <a:pt x="5522" y="3204"/>
                </a:lnTo>
                <a:lnTo>
                  <a:pt x="5539" y="3202"/>
                </a:lnTo>
                <a:lnTo>
                  <a:pt x="5548" y="3203"/>
                </a:lnTo>
                <a:lnTo>
                  <a:pt x="5565" y="3204"/>
                </a:lnTo>
                <a:lnTo>
                  <a:pt x="5582" y="3197"/>
                </a:lnTo>
                <a:lnTo>
                  <a:pt x="5587" y="3190"/>
                </a:lnTo>
                <a:lnTo>
                  <a:pt x="5587" y="3184"/>
                </a:lnTo>
                <a:lnTo>
                  <a:pt x="5589" y="3173"/>
                </a:lnTo>
                <a:lnTo>
                  <a:pt x="5595" y="3172"/>
                </a:lnTo>
                <a:lnTo>
                  <a:pt x="5603" y="3183"/>
                </a:lnTo>
                <a:lnTo>
                  <a:pt x="5609" y="3192"/>
                </a:lnTo>
                <a:lnTo>
                  <a:pt x="5629" y="3194"/>
                </a:lnTo>
                <a:lnTo>
                  <a:pt x="5642" y="3186"/>
                </a:lnTo>
                <a:lnTo>
                  <a:pt x="5651" y="3181"/>
                </a:lnTo>
                <a:lnTo>
                  <a:pt x="5658" y="3172"/>
                </a:lnTo>
                <a:lnTo>
                  <a:pt x="5654" y="3157"/>
                </a:lnTo>
                <a:lnTo>
                  <a:pt x="5635" y="3143"/>
                </a:lnTo>
                <a:lnTo>
                  <a:pt x="5618" y="3131"/>
                </a:lnTo>
                <a:lnTo>
                  <a:pt x="5597" y="3127"/>
                </a:lnTo>
                <a:lnTo>
                  <a:pt x="5585" y="3130"/>
                </a:lnTo>
                <a:lnTo>
                  <a:pt x="5581" y="3134"/>
                </a:lnTo>
                <a:lnTo>
                  <a:pt x="5570" y="3142"/>
                </a:lnTo>
                <a:lnTo>
                  <a:pt x="5544" y="3150"/>
                </a:lnTo>
                <a:lnTo>
                  <a:pt x="5517" y="3150"/>
                </a:lnTo>
                <a:lnTo>
                  <a:pt x="5499" y="3142"/>
                </a:lnTo>
                <a:lnTo>
                  <a:pt x="5497" y="3134"/>
                </a:lnTo>
                <a:lnTo>
                  <a:pt x="5496" y="3127"/>
                </a:lnTo>
                <a:lnTo>
                  <a:pt x="5481" y="3117"/>
                </a:lnTo>
                <a:lnTo>
                  <a:pt x="5470" y="3116"/>
                </a:lnTo>
                <a:lnTo>
                  <a:pt x="5465" y="3116"/>
                </a:lnTo>
                <a:lnTo>
                  <a:pt x="5455" y="3122"/>
                </a:lnTo>
                <a:lnTo>
                  <a:pt x="5444" y="3137"/>
                </a:lnTo>
                <a:lnTo>
                  <a:pt x="5443" y="3152"/>
                </a:lnTo>
                <a:lnTo>
                  <a:pt x="5442" y="3167"/>
                </a:lnTo>
                <a:lnTo>
                  <a:pt x="5431" y="3186"/>
                </a:lnTo>
                <a:lnTo>
                  <a:pt x="5423" y="3188"/>
                </a:lnTo>
                <a:lnTo>
                  <a:pt x="5416" y="3186"/>
                </a:lnTo>
                <a:lnTo>
                  <a:pt x="5410" y="3171"/>
                </a:lnTo>
                <a:lnTo>
                  <a:pt x="5413" y="3161"/>
                </a:lnTo>
                <a:lnTo>
                  <a:pt x="5416" y="3154"/>
                </a:lnTo>
                <a:lnTo>
                  <a:pt x="5415" y="3144"/>
                </a:lnTo>
                <a:lnTo>
                  <a:pt x="5399" y="3134"/>
                </a:lnTo>
                <a:lnTo>
                  <a:pt x="5378" y="3134"/>
                </a:lnTo>
                <a:lnTo>
                  <a:pt x="5360" y="3132"/>
                </a:lnTo>
                <a:lnTo>
                  <a:pt x="5329" y="3117"/>
                </a:lnTo>
                <a:lnTo>
                  <a:pt x="5321" y="3105"/>
                </a:lnTo>
                <a:lnTo>
                  <a:pt x="5319" y="3098"/>
                </a:lnTo>
                <a:lnTo>
                  <a:pt x="5309" y="3088"/>
                </a:lnTo>
                <a:lnTo>
                  <a:pt x="5284" y="3085"/>
                </a:lnTo>
                <a:lnTo>
                  <a:pt x="5256" y="3091"/>
                </a:lnTo>
                <a:lnTo>
                  <a:pt x="5232" y="3095"/>
                </a:lnTo>
                <a:lnTo>
                  <a:pt x="5214" y="3093"/>
                </a:lnTo>
                <a:lnTo>
                  <a:pt x="5212" y="3086"/>
                </a:lnTo>
                <a:lnTo>
                  <a:pt x="5214" y="3081"/>
                </a:lnTo>
                <a:lnTo>
                  <a:pt x="5220" y="3073"/>
                </a:lnTo>
                <a:lnTo>
                  <a:pt x="5234" y="3067"/>
                </a:lnTo>
                <a:lnTo>
                  <a:pt x="5239" y="3069"/>
                </a:lnTo>
                <a:lnTo>
                  <a:pt x="5244" y="3071"/>
                </a:lnTo>
                <a:lnTo>
                  <a:pt x="5254" y="3070"/>
                </a:lnTo>
                <a:lnTo>
                  <a:pt x="5267" y="3062"/>
                </a:lnTo>
                <a:lnTo>
                  <a:pt x="5280" y="3041"/>
                </a:lnTo>
                <a:lnTo>
                  <a:pt x="5283" y="3016"/>
                </a:lnTo>
                <a:lnTo>
                  <a:pt x="5277" y="3005"/>
                </a:lnTo>
                <a:lnTo>
                  <a:pt x="5270" y="2994"/>
                </a:lnTo>
                <a:lnTo>
                  <a:pt x="5262" y="2993"/>
                </a:lnTo>
                <a:lnTo>
                  <a:pt x="5261" y="3002"/>
                </a:lnTo>
                <a:lnTo>
                  <a:pt x="5260" y="3011"/>
                </a:lnTo>
                <a:lnTo>
                  <a:pt x="5245" y="3023"/>
                </a:lnTo>
                <a:lnTo>
                  <a:pt x="5234" y="3025"/>
                </a:lnTo>
                <a:lnTo>
                  <a:pt x="5224" y="3024"/>
                </a:lnTo>
                <a:lnTo>
                  <a:pt x="5209" y="3013"/>
                </a:lnTo>
                <a:lnTo>
                  <a:pt x="5207" y="3007"/>
                </a:lnTo>
                <a:lnTo>
                  <a:pt x="5206" y="2999"/>
                </a:lnTo>
                <a:lnTo>
                  <a:pt x="5190" y="2990"/>
                </a:lnTo>
                <a:lnTo>
                  <a:pt x="5180" y="2988"/>
                </a:lnTo>
                <a:lnTo>
                  <a:pt x="5170" y="2990"/>
                </a:lnTo>
                <a:lnTo>
                  <a:pt x="5155" y="3000"/>
                </a:lnTo>
                <a:lnTo>
                  <a:pt x="5152" y="3009"/>
                </a:lnTo>
                <a:lnTo>
                  <a:pt x="5151" y="3016"/>
                </a:lnTo>
                <a:lnTo>
                  <a:pt x="5140" y="3018"/>
                </a:lnTo>
                <a:lnTo>
                  <a:pt x="5131" y="3012"/>
                </a:lnTo>
                <a:lnTo>
                  <a:pt x="5120" y="3007"/>
                </a:lnTo>
                <a:lnTo>
                  <a:pt x="5088" y="2996"/>
                </a:lnTo>
                <a:lnTo>
                  <a:pt x="5073" y="2994"/>
                </a:lnTo>
                <a:lnTo>
                  <a:pt x="5062" y="2993"/>
                </a:lnTo>
                <a:lnTo>
                  <a:pt x="5049" y="2993"/>
                </a:lnTo>
                <a:lnTo>
                  <a:pt x="5052" y="3008"/>
                </a:lnTo>
                <a:lnTo>
                  <a:pt x="5071" y="3037"/>
                </a:lnTo>
                <a:lnTo>
                  <a:pt x="5086" y="3060"/>
                </a:lnTo>
                <a:lnTo>
                  <a:pt x="5124" y="3105"/>
                </a:lnTo>
                <a:lnTo>
                  <a:pt x="5141" y="3119"/>
                </a:lnTo>
                <a:lnTo>
                  <a:pt x="5156" y="3132"/>
                </a:lnTo>
                <a:lnTo>
                  <a:pt x="5164" y="3146"/>
                </a:lnTo>
                <a:lnTo>
                  <a:pt x="5163" y="3152"/>
                </a:lnTo>
                <a:lnTo>
                  <a:pt x="5160" y="3152"/>
                </a:lnTo>
                <a:lnTo>
                  <a:pt x="5150" y="3150"/>
                </a:lnTo>
                <a:lnTo>
                  <a:pt x="5127" y="3135"/>
                </a:lnTo>
                <a:lnTo>
                  <a:pt x="5116" y="3124"/>
                </a:lnTo>
                <a:lnTo>
                  <a:pt x="5107" y="3115"/>
                </a:lnTo>
                <a:lnTo>
                  <a:pt x="5085" y="3106"/>
                </a:lnTo>
                <a:lnTo>
                  <a:pt x="5076" y="3108"/>
                </a:lnTo>
                <a:lnTo>
                  <a:pt x="5070" y="3115"/>
                </a:lnTo>
                <a:lnTo>
                  <a:pt x="5073" y="3129"/>
                </a:lnTo>
                <a:lnTo>
                  <a:pt x="5082" y="3135"/>
                </a:lnTo>
                <a:lnTo>
                  <a:pt x="5088" y="3140"/>
                </a:lnTo>
                <a:lnTo>
                  <a:pt x="5094" y="3146"/>
                </a:lnTo>
                <a:lnTo>
                  <a:pt x="5086" y="3152"/>
                </a:lnTo>
                <a:lnTo>
                  <a:pt x="5068" y="3152"/>
                </a:lnTo>
                <a:lnTo>
                  <a:pt x="5059" y="3152"/>
                </a:lnTo>
                <a:lnTo>
                  <a:pt x="5042" y="3146"/>
                </a:lnTo>
                <a:lnTo>
                  <a:pt x="5029" y="3136"/>
                </a:lnTo>
                <a:lnTo>
                  <a:pt x="5020" y="3122"/>
                </a:lnTo>
                <a:lnTo>
                  <a:pt x="5016" y="3113"/>
                </a:lnTo>
                <a:lnTo>
                  <a:pt x="5013" y="3104"/>
                </a:lnTo>
                <a:lnTo>
                  <a:pt x="5002" y="3091"/>
                </a:lnTo>
                <a:lnTo>
                  <a:pt x="4987" y="3083"/>
                </a:lnTo>
                <a:lnTo>
                  <a:pt x="4963" y="3082"/>
                </a:lnTo>
                <a:lnTo>
                  <a:pt x="4948" y="3083"/>
                </a:lnTo>
                <a:lnTo>
                  <a:pt x="4924" y="3086"/>
                </a:lnTo>
                <a:lnTo>
                  <a:pt x="4886" y="3098"/>
                </a:lnTo>
                <a:lnTo>
                  <a:pt x="4877" y="3107"/>
                </a:lnTo>
                <a:lnTo>
                  <a:pt x="4871" y="3113"/>
                </a:lnTo>
                <a:lnTo>
                  <a:pt x="4863" y="3110"/>
                </a:lnTo>
                <a:lnTo>
                  <a:pt x="4863" y="3102"/>
                </a:lnTo>
                <a:lnTo>
                  <a:pt x="4861" y="3093"/>
                </a:lnTo>
                <a:lnTo>
                  <a:pt x="4846" y="3081"/>
                </a:lnTo>
                <a:lnTo>
                  <a:pt x="4834" y="3080"/>
                </a:lnTo>
                <a:lnTo>
                  <a:pt x="4824" y="3079"/>
                </a:lnTo>
                <a:lnTo>
                  <a:pt x="4814" y="3069"/>
                </a:lnTo>
                <a:lnTo>
                  <a:pt x="4817" y="3061"/>
                </a:lnTo>
                <a:lnTo>
                  <a:pt x="4823" y="3055"/>
                </a:lnTo>
                <a:lnTo>
                  <a:pt x="4842" y="3052"/>
                </a:lnTo>
                <a:lnTo>
                  <a:pt x="4853" y="3056"/>
                </a:lnTo>
                <a:lnTo>
                  <a:pt x="4866" y="3059"/>
                </a:lnTo>
                <a:lnTo>
                  <a:pt x="4879" y="3054"/>
                </a:lnTo>
                <a:lnTo>
                  <a:pt x="4878" y="3037"/>
                </a:lnTo>
                <a:lnTo>
                  <a:pt x="4862" y="3018"/>
                </a:lnTo>
                <a:lnTo>
                  <a:pt x="4848" y="3009"/>
                </a:lnTo>
                <a:lnTo>
                  <a:pt x="4833" y="3002"/>
                </a:lnTo>
                <a:lnTo>
                  <a:pt x="4778" y="2986"/>
                </a:lnTo>
                <a:lnTo>
                  <a:pt x="4749" y="2980"/>
                </a:lnTo>
                <a:lnTo>
                  <a:pt x="4722" y="2973"/>
                </a:lnTo>
                <a:lnTo>
                  <a:pt x="4686" y="2959"/>
                </a:lnTo>
                <a:lnTo>
                  <a:pt x="4681" y="2953"/>
                </a:lnTo>
                <a:lnTo>
                  <a:pt x="4684" y="2948"/>
                </a:lnTo>
                <a:lnTo>
                  <a:pt x="4710" y="2946"/>
                </a:lnTo>
                <a:lnTo>
                  <a:pt x="4728" y="2949"/>
                </a:lnTo>
                <a:lnTo>
                  <a:pt x="4741" y="2950"/>
                </a:lnTo>
                <a:lnTo>
                  <a:pt x="4760" y="2950"/>
                </a:lnTo>
                <a:lnTo>
                  <a:pt x="4772" y="2944"/>
                </a:lnTo>
                <a:lnTo>
                  <a:pt x="4781" y="2930"/>
                </a:lnTo>
                <a:lnTo>
                  <a:pt x="4785" y="2920"/>
                </a:lnTo>
                <a:lnTo>
                  <a:pt x="4787" y="2910"/>
                </a:lnTo>
                <a:lnTo>
                  <a:pt x="4798" y="2894"/>
                </a:lnTo>
                <a:lnTo>
                  <a:pt x="4816" y="2881"/>
                </a:lnTo>
                <a:lnTo>
                  <a:pt x="4841" y="2872"/>
                </a:lnTo>
                <a:lnTo>
                  <a:pt x="4858" y="2869"/>
                </a:lnTo>
                <a:lnTo>
                  <a:pt x="4881" y="2866"/>
                </a:lnTo>
                <a:lnTo>
                  <a:pt x="4922" y="2865"/>
                </a:lnTo>
                <a:lnTo>
                  <a:pt x="4929" y="2869"/>
                </a:lnTo>
                <a:lnTo>
                  <a:pt x="4932" y="2871"/>
                </a:lnTo>
                <a:lnTo>
                  <a:pt x="4930" y="2875"/>
                </a:lnTo>
                <a:lnTo>
                  <a:pt x="4917" y="2880"/>
                </a:lnTo>
                <a:lnTo>
                  <a:pt x="4902" y="2880"/>
                </a:lnTo>
                <a:lnTo>
                  <a:pt x="4887" y="2881"/>
                </a:lnTo>
                <a:lnTo>
                  <a:pt x="4865" y="2890"/>
                </a:lnTo>
                <a:lnTo>
                  <a:pt x="4863" y="2896"/>
                </a:lnTo>
                <a:lnTo>
                  <a:pt x="4861" y="2904"/>
                </a:lnTo>
                <a:lnTo>
                  <a:pt x="4843" y="2917"/>
                </a:lnTo>
                <a:lnTo>
                  <a:pt x="4831" y="2920"/>
                </a:lnTo>
                <a:lnTo>
                  <a:pt x="4822" y="2922"/>
                </a:lnTo>
                <a:lnTo>
                  <a:pt x="4812" y="2927"/>
                </a:lnTo>
                <a:lnTo>
                  <a:pt x="4817" y="2936"/>
                </a:lnTo>
                <a:lnTo>
                  <a:pt x="4839" y="2949"/>
                </a:lnTo>
                <a:lnTo>
                  <a:pt x="4850" y="2955"/>
                </a:lnTo>
                <a:lnTo>
                  <a:pt x="4874" y="2961"/>
                </a:lnTo>
                <a:lnTo>
                  <a:pt x="4916" y="2962"/>
                </a:lnTo>
                <a:lnTo>
                  <a:pt x="4953" y="2955"/>
                </a:lnTo>
                <a:lnTo>
                  <a:pt x="4982" y="2948"/>
                </a:lnTo>
                <a:lnTo>
                  <a:pt x="5010" y="2947"/>
                </a:lnTo>
                <a:lnTo>
                  <a:pt x="5017" y="2950"/>
                </a:lnTo>
                <a:lnTo>
                  <a:pt x="5016" y="2953"/>
                </a:lnTo>
                <a:lnTo>
                  <a:pt x="5015" y="2956"/>
                </a:lnTo>
                <a:lnTo>
                  <a:pt x="5022" y="2960"/>
                </a:lnTo>
                <a:lnTo>
                  <a:pt x="5044" y="2965"/>
                </a:lnTo>
                <a:lnTo>
                  <a:pt x="5065" y="2963"/>
                </a:lnTo>
                <a:lnTo>
                  <a:pt x="5123" y="2958"/>
                </a:lnTo>
                <a:lnTo>
                  <a:pt x="5150" y="2948"/>
                </a:lnTo>
                <a:lnTo>
                  <a:pt x="5150" y="2935"/>
                </a:lnTo>
                <a:lnTo>
                  <a:pt x="5146" y="2925"/>
                </a:lnTo>
                <a:lnTo>
                  <a:pt x="5141" y="2913"/>
                </a:lnTo>
                <a:lnTo>
                  <a:pt x="5144" y="2900"/>
                </a:lnTo>
                <a:lnTo>
                  <a:pt x="5153" y="2902"/>
                </a:lnTo>
                <a:lnTo>
                  <a:pt x="5171" y="2916"/>
                </a:lnTo>
                <a:lnTo>
                  <a:pt x="5182" y="2929"/>
                </a:lnTo>
                <a:lnTo>
                  <a:pt x="5189" y="2938"/>
                </a:lnTo>
                <a:lnTo>
                  <a:pt x="5213" y="2952"/>
                </a:lnTo>
                <a:lnTo>
                  <a:pt x="5286" y="2961"/>
                </a:lnTo>
                <a:lnTo>
                  <a:pt x="5383" y="2963"/>
                </a:lnTo>
                <a:lnTo>
                  <a:pt x="5458" y="2965"/>
                </a:lnTo>
                <a:lnTo>
                  <a:pt x="5587" y="2972"/>
                </a:lnTo>
                <a:lnTo>
                  <a:pt x="5622" y="2978"/>
                </a:lnTo>
                <a:lnTo>
                  <a:pt x="5649" y="2984"/>
                </a:lnTo>
                <a:lnTo>
                  <a:pt x="5670" y="2984"/>
                </a:lnTo>
                <a:lnTo>
                  <a:pt x="5673" y="2979"/>
                </a:lnTo>
                <a:lnTo>
                  <a:pt x="5671" y="2974"/>
                </a:lnTo>
                <a:lnTo>
                  <a:pt x="5668" y="2966"/>
                </a:lnTo>
                <a:lnTo>
                  <a:pt x="5671" y="2950"/>
                </a:lnTo>
                <a:lnTo>
                  <a:pt x="5677" y="2945"/>
                </a:lnTo>
                <a:lnTo>
                  <a:pt x="5683" y="2943"/>
                </a:lnTo>
                <a:lnTo>
                  <a:pt x="5697" y="2952"/>
                </a:lnTo>
                <a:lnTo>
                  <a:pt x="5702" y="2960"/>
                </a:lnTo>
                <a:lnTo>
                  <a:pt x="5706" y="2967"/>
                </a:lnTo>
                <a:lnTo>
                  <a:pt x="5723" y="2977"/>
                </a:lnTo>
                <a:lnTo>
                  <a:pt x="5775" y="2984"/>
                </a:lnTo>
                <a:lnTo>
                  <a:pt x="5837" y="2985"/>
                </a:lnTo>
                <a:lnTo>
                  <a:pt x="5889" y="2986"/>
                </a:lnTo>
                <a:lnTo>
                  <a:pt x="5977" y="2996"/>
                </a:lnTo>
                <a:lnTo>
                  <a:pt x="6000" y="3004"/>
                </a:lnTo>
                <a:lnTo>
                  <a:pt x="6015" y="3010"/>
                </a:lnTo>
                <a:lnTo>
                  <a:pt x="6042" y="3015"/>
                </a:lnTo>
                <a:lnTo>
                  <a:pt x="6050" y="3010"/>
                </a:lnTo>
                <a:lnTo>
                  <a:pt x="6053" y="3008"/>
                </a:lnTo>
                <a:lnTo>
                  <a:pt x="6056" y="3009"/>
                </a:lnTo>
                <a:lnTo>
                  <a:pt x="6056" y="3019"/>
                </a:lnTo>
                <a:lnTo>
                  <a:pt x="6052" y="3032"/>
                </a:lnTo>
                <a:lnTo>
                  <a:pt x="6046" y="3049"/>
                </a:lnTo>
                <a:lnTo>
                  <a:pt x="6052" y="3058"/>
                </a:lnTo>
                <a:lnTo>
                  <a:pt x="6062" y="3057"/>
                </a:lnTo>
                <a:lnTo>
                  <a:pt x="6068" y="3054"/>
                </a:lnTo>
                <a:lnTo>
                  <a:pt x="6079" y="3052"/>
                </a:lnTo>
                <a:lnTo>
                  <a:pt x="6094" y="3055"/>
                </a:lnTo>
                <a:lnTo>
                  <a:pt x="6095" y="3061"/>
                </a:lnTo>
                <a:lnTo>
                  <a:pt x="6097" y="3069"/>
                </a:lnTo>
                <a:lnTo>
                  <a:pt x="6106" y="3079"/>
                </a:lnTo>
                <a:lnTo>
                  <a:pt x="6114" y="3080"/>
                </a:lnTo>
                <a:lnTo>
                  <a:pt x="6122" y="3078"/>
                </a:lnTo>
                <a:lnTo>
                  <a:pt x="6130" y="3058"/>
                </a:lnTo>
                <a:lnTo>
                  <a:pt x="6131" y="3045"/>
                </a:lnTo>
                <a:lnTo>
                  <a:pt x="6134" y="3030"/>
                </a:lnTo>
                <a:lnTo>
                  <a:pt x="6145" y="3011"/>
                </a:lnTo>
                <a:lnTo>
                  <a:pt x="6157" y="3004"/>
                </a:lnTo>
                <a:lnTo>
                  <a:pt x="6164" y="3002"/>
                </a:lnTo>
                <a:lnTo>
                  <a:pt x="6169" y="2999"/>
                </a:lnTo>
                <a:lnTo>
                  <a:pt x="6172" y="2996"/>
                </a:lnTo>
                <a:lnTo>
                  <a:pt x="6159" y="2992"/>
                </a:lnTo>
                <a:lnTo>
                  <a:pt x="6137" y="2991"/>
                </a:lnTo>
                <a:lnTo>
                  <a:pt x="6114" y="2990"/>
                </a:lnTo>
                <a:lnTo>
                  <a:pt x="6075" y="2977"/>
                </a:lnTo>
                <a:lnTo>
                  <a:pt x="6066" y="2967"/>
                </a:lnTo>
                <a:lnTo>
                  <a:pt x="6064" y="2962"/>
                </a:lnTo>
                <a:lnTo>
                  <a:pt x="6063" y="2957"/>
                </a:lnTo>
                <a:lnTo>
                  <a:pt x="6074" y="2954"/>
                </a:lnTo>
                <a:lnTo>
                  <a:pt x="6090" y="2956"/>
                </a:lnTo>
                <a:lnTo>
                  <a:pt x="6106" y="2959"/>
                </a:lnTo>
                <a:lnTo>
                  <a:pt x="6144" y="2949"/>
                </a:lnTo>
                <a:lnTo>
                  <a:pt x="6161" y="2940"/>
                </a:lnTo>
                <a:lnTo>
                  <a:pt x="6182" y="2923"/>
                </a:lnTo>
                <a:lnTo>
                  <a:pt x="6181" y="2917"/>
                </a:lnTo>
                <a:lnTo>
                  <a:pt x="6159" y="2923"/>
                </a:lnTo>
                <a:lnTo>
                  <a:pt x="6149" y="2927"/>
                </a:lnTo>
                <a:lnTo>
                  <a:pt x="6134" y="2927"/>
                </a:lnTo>
                <a:lnTo>
                  <a:pt x="6125" y="2920"/>
                </a:lnTo>
                <a:lnTo>
                  <a:pt x="6119" y="2905"/>
                </a:lnTo>
                <a:lnTo>
                  <a:pt x="6119" y="2893"/>
                </a:lnTo>
                <a:lnTo>
                  <a:pt x="6119" y="2878"/>
                </a:lnTo>
                <a:lnTo>
                  <a:pt x="6122" y="2869"/>
                </a:lnTo>
                <a:lnTo>
                  <a:pt x="6125" y="2871"/>
                </a:lnTo>
                <a:lnTo>
                  <a:pt x="6126" y="2874"/>
                </a:lnTo>
                <a:lnTo>
                  <a:pt x="6129" y="2880"/>
                </a:lnTo>
                <a:lnTo>
                  <a:pt x="6138" y="2885"/>
                </a:lnTo>
                <a:lnTo>
                  <a:pt x="6161" y="2885"/>
                </a:lnTo>
                <a:lnTo>
                  <a:pt x="6188" y="2877"/>
                </a:lnTo>
                <a:lnTo>
                  <a:pt x="6212" y="2870"/>
                </a:lnTo>
                <a:lnTo>
                  <a:pt x="6253" y="2871"/>
                </a:lnTo>
                <a:lnTo>
                  <a:pt x="6275" y="2882"/>
                </a:lnTo>
                <a:lnTo>
                  <a:pt x="6284" y="2892"/>
                </a:lnTo>
                <a:lnTo>
                  <a:pt x="6287" y="2904"/>
                </a:lnTo>
                <a:lnTo>
                  <a:pt x="6283" y="2918"/>
                </a:lnTo>
                <a:lnTo>
                  <a:pt x="6277" y="2925"/>
                </a:lnTo>
                <a:lnTo>
                  <a:pt x="6268" y="2937"/>
                </a:lnTo>
                <a:lnTo>
                  <a:pt x="6269" y="2955"/>
                </a:lnTo>
                <a:lnTo>
                  <a:pt x="6287" y="2966"/>
                </a:lnTo>
                <a:lnTo>
                  <a:pt x="6317" y="2965"/>
                </a:lnTo>
                <a:lnTo>
                  <a:pt x="6337" y="2960"/>
                </a:lnTo>
                <a:lnTo>
                  <a:pt x="6363" y="2953"/>
                </a:lnTo>
                <a:lnTo>
                  <a:pt x="6428" y="2952"/>
                </a:lnTo>
                <a:lnTo>
                  <a:pt x="6489" y="2961"/>
                </a:lnTo>
                <a:lnTo>
                  <a:pt x="6517" y="2973"/>
                </a:lnTo>
                <a:lnTo>
                  <a:pt x="6524" y="2983"/>
                </a:lnTo>
                <a:lnTo>
                  <a:pt x="6522" y="2988"/>
                </a:lnTo>
                <a:lnTo>
                  <a:pt x="6519" y="2996"/>
                </a:lnTo>
                <a:lnTo>
                  <a:pt x="6522" y="3006"/>
                </a:lnTo>
                <a:lnTo>
                  <a:pt x="6528" y="3007"/>
                </a:lnTo>
                <a:lnTo>
                  <a:pt x="6538" y="3006"/>
                </a:lnTo>
                <a:lnTo>
                  <a:pt x="6554" y="2994"/>
                </a:lnTo>
                <a:lnTo>
                  <a:pt x="6563" y="2977"/>
                </a:lnTo>
                <a:lnTo>
                  <a:pt x="6560" y="2960"/>
                </a:lnTo>
                <a:lnTo>
                  <a:pt x="6552" y="2956"/>
                </a:lnTo>
                <a:lnTo>
                  <a:pt x="6538" y="2952"/>
                </a:lnTo>
                <a:lnTo>
                  <a:pt x="6531" y="2942"/>
                </a:lnTo>
                <a:lnTo>
                  <a:pt x="6532" y="2935"/>
                </a:lnTo>
                <a:lnTo>
                  <a:pt x="6543" y="2924"/>
                </a:lnTo>
                <a:lnTo>
                  <a:pt x="6575" y="2911"/>
                </a:lnTo>
                <a:lnTo>
                  <a:pt x="6599" y="2906"/>
                </a:lnTo>
                <a:lnTo>
                  <a:pt x="6647" y="2895"/>
                </a:lnTo>
                <a:lnTo>
                  <a:pt x="6714" y="2895"/>
                </a:lnTo>
                <a:lnTo>
                  <a:pt x="6775" y="2904"/>
                </a:lnTo>
                <a:lnTo>
                  <a:pt x="6848" y="2915"/>
                </a:lnTo>
                <a:lnTo>
                  <a:pt x="6799" y="2887"/>
                </a:lnTo>
                <a:lnTo>
                  <a:pt x="6777" y="2875"/>
                </a:lnTo>
                <a:lnTo>
                  <a:pt x="6756" y="2854"/>
                </a:lnTo>
                <a:lnTo>
                  <a:pt x="6749" y="2841"/>
                </a:lnTo>
                <a:lnTo>
                  <a:pt x="6748" y="2835"/>
                </a:lnTo>
                <a:lnTo>
                  <a:pt x="6749" y="2828"/>
                </a:lnTo>
                <a:lnTo>
                  <a:pt x="6755" y="2818"/>
                </a:lnTo>
                <a:lnTo>
                  <a:pt x="6773" y="2812"/>
                </a:lnTo>
                <a:lnTo>
                  <a:pt x="6807" y="2821"/>
                </a:lnTo>
                <a:lnTo>
                  <a:pt x="6845" y="2845"/>
                </a:lnTo>
                <a:lnTo>
                  <a:pt x="6860" y="2862"/>
                </a:lnTo>
                <a:lnTo>
                  <a:pt x="6876" y="2881"/>
                </a:lnTo>
                <a:lnTo>
                  <a:pt x="6893" y="2893"/>
                </a:lnTo>
                <a:lnTo>
                  <a:pt x="6900" y="2894"/>
                </a:lnTo>
                <a:lnTo>
                  <a:pt x="6905" y="2883"/>
                </a:lnTo>
                <a:lnTo>
                  <a:pt x="6897" y="2846"/>
                </a:lnTo>
                <a:lnTo>
                  <a:pt x="6886" y="2819"/>
                </a:lnTo>
                <a:lnTo>
                  <a:pt x="6876" y="2792"/>
                </a:lnTo>
                <a:lnTo>
                  <a:pt x="6870" y="2765"/>
                </a:lnTo>
                <a:lnTo>
                  <a:pt x="6872" y="2754"/>
                </a:lnTo>
                <a:lnTo>
                  <a:pt x="6875" y="2754"/>
                </a:lnTo>
                <a:lnTo>
                  <a:pt x="6882" y="2755"/>
                </a:lnTo>
                <a:lnTo>
                  <a:pt x="6896" y="2772"/>
                </a:lnTo>
                <a:lnTo>
                  <a:pt x="6900" y="2784"/>
                </a:lnTo>
                <a:lnTo>
                  <a:pt x="6905" y="2794"/>
                </a:lnTo>
                <a:lnTo>
                  <a:pt x="6921" y="2807"/>
                </a:lnTo>
                <a:lnTo>
                  <a:pt x="6952" y="2816"/>
                </a:lnTo>
                <a:lnTo>
                  <a:pt x="7004" y="2821"/>
                </a:lnTo>
                <a:lnTo>
                  <a:pt x="7040" y="2822"/>
                </a:lnTo>
                <a:lnTo>
                  <a:pt x="7102" y="2823"/>
                </a:lnTo>
                <a:lnTo>
                  <a:pt x="7159" y="2819"/>
                </a:lnTo>
                <a:lnTo>
                  <a:pt x="7180" y="2811"/>
                </a:lnTo>
                <a:lnTo>
                  <a:pt x="7185" y="2806"/>
                </a:lnTo>
                <a:lnTo>
                  <a:pt x="7189" y="2799"/>
                </a:lnTo>
                <a:lnTo>
                  <a:pt x="7198" y="2792"/>
                </a:lnTo>
                <a:lnTo>
                  <a:pt x="7219" y="2793"/>
                </a:lnTo>
                <a:lnTo>
                  <a:pt x="7241" y="2804"/>
                </a:lnTo>
                <a:lnTo>
                  <a:pt x="7265" y="2815"/>
                </a:lnTo>
                <a:lnTo>
                  <a:pt x="7313" y="2830"/>
                </a:lnTo>
                <a:lnTo>
                  <a:pt x="7353" y="2835"/>
                </a:lnTo>
                <a:lnTo>
                  <a:pt x="7372" y="2832"/>
                </a:lnTo>
                <a:lnTo>
                  <a:pt x="7378" y="2827"/>
                </a:lnTo>
                <a:lnTo>
                  <a:pt x="7377" y="2822"/>
                </a:lnTo>
                <a:lnTo>
                  <a:pt x="7378" y="2813"/>
                </a:lnTo>
                <a:lnTo>
                  <a:pt x="7390" y="2802"/>
                </a:lnTo>
                <a:lnTo>
                  <a:pt x="7401" y="2798"/>
                </a:lnTo>
                <a:lnTo>
                  <a:pt x="7429" y="2792"/>
                </a:lnTo>
                <a:lnTo>
                  <a:pt x="7461" y="2781"/>
                </a:lnTo>
                <a:lnTo>
                  <a:pt x="7474" y="2777"/>
                </a:lnTo>
                <a:lnTo>
                  <a:pt x="7487" y="2778"/>
                </a:lnTo>
                <a:lnTo>
                  <a:pt x="7491" y="2783"/>
                </a:lnTo>
                <a:lnTo>
                  <a:pt x="7491" y="2787"/>
                </a:lnTo>
                <a:lnTo>
                  <a:pt x="7492" y="2793"/>
                </a:lnTo>
                <a:lnTo>
                  <a:pt x="7495" y="2798"/>
                </a:lnTo>
                <a:lnTo>
                  <a:pt x="7508" y="2798"/>
                </a:lnTo>
                <a:lnTo>
                  <a:pt x="7526" y="2790"/>
                </a:lnTo>
                <a:lnTo>
                  <a:pt x="7544" y="2782"/>
                </a:lnTo>
                <a:lnTo>
                  <a:pt x="7585" y="2783"/>
                </a:lnTo>
                <a:lnTo>
                  <a:pt x="7610" y="2793"/>
                </a:lnTo>
                <a:lnTo>
                  <a:pt x="7636" y="2804"/>
                </a:lnTo>
                <a:lnTo>
                  <a:pt x="7664" y="2805"/>
                </a:lnTo>
                <a:lnTo>
                  <a:pt x="7682" y="2798"/>
                </a:lnTo>
                <a:lnTo>
                  <a:pt x="7692" y="2793"/>
                </a:lnTo>
                <a:lnTo>
                  <a:pt x="7708" y="2784"/>
                </a:lnTo>
                <a:lnTo>
                  <a:pt x="7741" y="2772"/>
                </a:lnTo>
                <a:lnTo>
                  <a:pt x="7754" y="2771"/>
                </a:lnTo>
                <a:lnTo>
                  <a:pt x="7765" y="2770"/>
                </a:lnTo>
                <a:lnTo>
                  <a:pt x="7780" y="2760"/>
                </a:lnTo>
                <a:lnTo>
                  <a:pt x="7781" y="2754"/>
                </a:lnTo>
                <a:lnTo>
                  <a:pt x="7783" y="2746"/>
                </a:lnTo>
                <a:lnTo>
                  <a:pt x="7798" y="2736"/>
                </a:lnTo>
                <a:lnTo>
                  <a:pt x="7809" y="2735"/>
                </a:lnTo>
                <a:lnTo>
                  <a:pt x="7815" y="2735"/>
                </a:lnTo>
                <a:lnTo>
                  <a:pt x="7824" y="2731"/>
                </a:lnTo>
                <a:lnTo>
                  <a:pt x="7825" y="2714"/>
                </a:lnTo>
                <a:lnTo>
                  <a:pt x="7817" y="2690"/>
                </a:lnTo>
                <a:lnTo>
                  <a:pt x="7810" y="2666"/>
                </a:lnTo>
                <a:lnTo>
                  <a:pt x="7812" y="2649"/>
                </a:lnTo>
                <a:lnTo>
                  <a:pt x="7820" y="2645"/>
                </a:lnTo>
                <a:lnTo>
                  <a:pt x="7827" y="2645"/>
                </a:lnTo>
                <a:lnTo>
                  <a:pt x="7837" y="2645"/>
                </a:lnTo>
                <a:lnTo>
                  <a:pt x="7852" y="2655"/>
                </a:lnTo>
                <a:lnTo>
                  <a:pt x="7854" y="2662"/>
                </a:lnTo>
                <a:lnTo>
                  <a:pt x="7857" y="2670"/>
                </a:lnTo>
                <a:lnTo>
                  <a:pt x="7876" y="2680"/>
                </a:lnTo>
                <a:lnTo>
                  <a:pt x="7890" y="2681"/>
                </a:lnTo>
                <a:lnTo>
                  <a:pt x="7898" y="2681"/>
                </a:lnTo>
                <a:lnTo>
                  <a:pt x="7911" y="2687"/>
                </a:lnTo>
                <a:lnTo>
                  <a:pt x="7930" y="2705"/>
                </a:lnTo>
                <a:lnTo>
                  <a:pt x="7950" y="2739"/>
                </a:lnTo>
                <a:lnTo>
                  <a:pt x="7958" y="2777"/>
                </a:lnTo>
                <a:lnTo>
                  <a:pt x="7956" y="2793"/>
                </a:lnTo>
                <a:lnTo>
                  <a:pt x="7954" y="2802"/>
                </a:lnTo>
                <a:lnTo>
                  <a:pt x="7956" y="2806"/>
                </a:lnTo>
                <a:lnTo>
                  <a:pt x="7959" y="2803"/>
                </a:lnTo>
                <a:lnTo>
                  <a:pt x="7961" y="2799"/>
                </a:lnTo>
                <a:lnTo>
                  <a:pt x="7969" y="2799"/>
                </a:lnTo>
                <a:lnTo>
                  <a:pt x="7987" y="2807"/>
                </a:lnTo>
                <a:lnTo>
                  <a:pt x="8001" y="2819"/>
                </a:lnTo>
                <a:lnTo>
                  <a:pt x="8013" y="2829"/>
                </a:lnTo>
                <a:lnTo>
                  <a:pt x="8028" y="2841"/>
                </a:lnTo>
                <a:lnTo>
                  <a:pt x="8037" y="2838"/>
                </a:lnTo>
                <a:lnTo>
                  <a:pt x="8045" y="2824"/>
                </a:lnTo>
                <a:lnTo>
                  <a:pt x="8048" y="2811"/>
                </a:lnTo>
                <a:lnTo>
                  <a:pt x="8053" y="2794"/>
                </a:lnTo>
                <a:lnTo>
                  <a:pt x="8066" y="2775"/>
                </a:lnTo>
                <a:lnTo>
                  <a:pt x="8080" y="2773"/>
                </a:lnTo>
                <a:lnTo>
                  <a:pt x="8088" y="2791"/>
                </a:lnTo>
                <a:lnTo>
                  <a:pt x="8089" y="2808"/>
                </a:lnTo>
                <a:lnTo>
                  <a:pt x="8090" y="2821"/>
                </a:lnTo>
                <a:lnTo>
                  <a:pt x="8099" y="2838"/>
                </a:lnTo>
                <a:lnTo>
                  <a:pt x="8112" y="2844"/>
                </a:lnTo>
                <a:lnTo>
                  <a:pt x="8127" y="2836"/>
                </a:lnTo>
                <a:lnTo>
                  <a:pt x="8135" y="2825"/>
                </a:lnTo>
                <a:lnTo>
                  <a:pt x="8138" y="2821"/>
                </a:lnTo>
                <a:lnTo>
                  <a:pt x="8146" y="2816"/>
                </a:lnTo>
                <a:lnTo>
                  <a:pt x="8160" y="2818"/>
                </a:lnTo>
                <a:lnTo>
                  <a:pt x="8173" y="2828"/>
                </a:lnTo>
                <a:lnTo>
                  <a:pt x="8184" y="2835"/>
                </a:lnTo>
                <a:lnTo>
                  <a:pt x="8197" y="2838"/>
                </a:lnTo>
                <a:lnTo>
                  <a:pt x="8198" y="2835"/>
                </a:lnTo>
                <a:lnTo>
                  <a:pt x="8200" y="2831"/>
                </a:lnTo>
                <a:lnTo>
                  <a:pt x="8213" y="2835"/>
                </a:lnTo>
                <a:lnTo>
                  <a:pt x="8224" y="2842"/>
                </a:lnTo>
                <a:lnTo>
                  <a:pt x="8231" y="2847"/>
                </a:lnTo>
                <a:lnTo>
                  <a:pt x="8239" y="2852"/>
                </a:lnTo>
                <a:lnTo>
                  <a:pt x="8243" y="2840"/>
                </a:lnTo>
                <a:lnTo>
                  <a:pt x="8238" y="2817"/>
                </a:lnTo>
                <a:lnTo>
                  <a:pt x="8235" y="2796"/>
                </a:lnTo>
                <a:lnTo>
                  <a:pt x="8238" y="2774"/>
                </a:lnTo>
                <a:lnTo>
                  <a:pt x="8248" y="2775"/>
                </a:lnTo>
                <a:lnTo>
                  <a:pt x="8264" y="2799"/>
                </a:lnTo>
                <a:lnTo>
                  <a:pt x="8273" y="2820"/>
                </a:lnTo>
                <a:lnTo>
                  <a:pt x="8283" y="2845"/>
                </a:lnTo>
                <a:lnTo>
                  <a:pt x="8295" y="2856"/>
                </a:lnTo>
                <a:lnTo>
                  <a:pt x="8303" y="2850"/>
                </a:lnTo>
                <a:lnTo>
                  <a:pt x="8307" y="2844"/>
                </a:lnTo>
                <a:lnTo>
                  <a:pt x="8313" y="2833"/>
                </a:lnTo>
                <a:lnTo>
                  <a:pt x="8317" y="2811"/>
                </a:lnTo>
                <a:lnTo>
                  <a:pt x="8314" y="2804"/>
                </a:lnTo>
                <a:lnTo>
                  <a:pt x="8311" y="2798"/>
                </a:lnTo>
                <a:lnTo>
                  <a:pt x="8314" y="2791"/>
                </a:lnTo>
                <a:lnTo>
                  <a:pt x="8320" y="2790"/>
                </a:lnTo>
                <a:lnTo>
                  <a:pt x="8328" y="2792"/>
                </a:lnTo>
                <a:lnTo>
                  <a:pt x="8347" y="2810"/>
                </a:lnTo>
                <a:lnTo>
                  <a:pt x="8356" y="2824"/>
                </a:lnTo>
                <a:lnTo>
                  <a:pt x="8362" y="2833"/>
                </a:lnTo>
                <a:lnTo>
                  <a:pt x="8378" y="2846"/>
                </a:lnTo>
                <a:lnTo>
                  <a:pt x="8397" y="2852"/>
                </a:lnTo>
                <a:lnTo>
                  <a:pt x="8424" y="2852"/>
                </a:lnTo>
                <a:lnTo>
                  <a:pt x="8442" y="2849"/>
                </a:lnTo>
                <a:lnTo>
                  <a:pt x="8470" y="2846"/>
                </a:lnTo>
                <a:lnTo>
                  <a:pt x="8497" y="2850"/>
                </a:lnTo>
                <a:lnTo>
                  <a:pt x="8506" y="2857"/>
                </a:lnTo>
                <a:lnTo>
                  <a:pt x="8507" y="2862"/>
                </a:lnTo>
                <a:lnTo>
                  <a:pt x="8507" y="2867"/>
                </a:lnTo>
                <a:lnTo>
                  <a:pt x="8511" y="2870"/>
                </a:lnTo>
                <a:lnTo>
                  <a:pt x="8523" y="2865"/>
                </a:lnTo>
                <a:lnTo>
                  <a:pt x="8535" y="2853"/>
                </a:lnTo>
                <a:lnTo>
                  <a:pt x="8544" y="2845"/>
                </a:lnTo>
                <a:lnTo>
                  <a:pt x="8558" y="2836"/>
                </a:lnTo>
                <a:lnTo>
                  <a:pt x="8571" y="2835"/>
                </a:lnTo>
                <a:lnTo>
                  <a:pt x="8585" y="2842"/>
                </a:lnTo>
                <a:lnTo>
                  <a:pt x="8594" y="2847"/>
                </a:lnTo>
                <a:lnTo>
                  <a:pt x="8608" y="2860"/>
                </a:lnTo>
                <a:lnTo>
                  <a:pt x="8613" y="2853"/>
                </a:lnTo>
                <a:lnTo>
                  <a:pt x="8601" y="2831"/>
                </a:lnTo>
                <a:lnTo>
                  <a:pt x="8590" y="2808"/>
                </a:lnTo>
                <a:lnTo>
                  <a:pt x="8580" y="2777"/>
                </a:lnTo>
                <a:lnTo>
                  <a:pt x="8582" y="2766"/>
                </a:lnTo>
                <a:lnTo>
                  <a:pt x="8589" y="2765"/>
                </a:lnTo>
                <a:lnTo>
                  <a:pt x="8602" y="2773"/>
                </a:lnTo>
                <a:lnTo>
                  <a:pt x="8616" y="2790"/>
                </a:lnTo>
                <a:lnTo>
                  <a:pt x="8635" y="2813"/>
                </a:lnTo>
                <a:lnTo>
                  <a:pt x="8654" y="2823"/>
                </a:lnTo>
                <a:lnTo>
                  <a:pt x="8664" y="2816"/>
                </a:lnTo>
                <a:lnTo>
                  <a:pt x="8670" y="2808"/>
                </a:lnTo>
                <a:lnTo>
                  <a:pt x="8677" y="2795"/>
                </a:lnTo>
                <a:lnTo>
                  <a:pt x="8688" y="2760"/>
                </a:lnTo>
                <a:lnTo>
                  <a:pt x="8690" y="2744"/>
                </a:lnTo>
                <a:lnTo>
                  <a:pt x="8690" y="2723"/>
                </a:lnTo>
                <a:lnTo>
                  <a:pt x="8696" y="2722"/>
                </a:lnTo>
                <a:lnTo>
                  <a:pt x="8704" y="2743"/>
                </a:lnTo>
                <a:lnTo>
                  <a:pt x="8713" y="2757"/>
                </a:lnTo>
                <a:lnTo>
                  <a:pt x="8741" y="2777"/>
                </a:lnTo>
                <a:lnTo>
                  <a:pt x="8775" y="2781"/>
                </a:lnTo>
                <a:lnTo>
                  <a:pt x="8796" y="2774"/>
                </a:lnTo>
                <a:lnTo>
                  <a:pt x="8806" y="2766"/>
                </a:lnTo>
                <a:lnTo>
                  <a:pt x="8809" y="2759"/>
                </a:lnTo>
                <a:lnTo>
                  <a:pt x="8815" y="2747"/>
                </a:lnTo>
                <a:lnTo>
                  <a:pt x="8828" y="2736"/>
                </a:lnTo>
                <a:lnTo>
                  <a:pt x="8841" y="2737"/>
                </a:lnTo>
                <a:lnTo>
                  <a:pt x="8850" y="2750"/>
                </a:lnTo>
                <a:lnTo>
                  <a:pt x="8851" y="2762"/>
                </a:lnTo>
                <a:lnTo>
                  <a:pt x="8852" y="2769"/>
                </a:lnTo>
                <a:lnTo>
                  <a:pt x="8858" y="2779"/>
                </a:lnTo>
                <a:lnTo>
                  <a:pt x="8880" y="2785"/>
                </a:lnTo>
                <a:lnTo>
                  <a:pt x="8905" y="2782"/>
                </a:lnTo>
                <a:lnTo>
                  <a:pt x="8921" y="2781"/>
                </a:lnTo>
                <a:lnTo>
                  <a:pt x="8943" y="2781"/>
                </a:lnTo>
                <a:lnTo>
                  <a:pt x="8955" y="2788"/>
                </a:lnTo>
                <a:lnTo>
                  <a:pt x="8961" y="2804"/>
                </a:lnTo>
                <a:lnTo>
                  <a:pt x="8962" y="2815"/>
                </a:lnTo>
                <a:lnTo>
                  <a:pt x="8962" y="2838"/>
                </a:lnTo>
                <a:lnTo>
                  <a:pt x="8968" y="2836"/>
                </a:lnTo>
                <a:lnTo>
                  <a:pt x="8978" y="2811"/>
                </a:lnTo>
                <a:lnTo>
                  <a:pt x="8987" y="2793"/>
                </a:lnTo>
                <a:lnTo>
                  <a:pt x="9004" y="2773"/>
                </a:lnTo>
                <a:lnTo>
                  <a:pt x="9022" y="2777"/>
                </a:lnTo>
                <a:lnTo>
                  <a:pt x="9039" y="2799"/>
                </a:lnTo>
                <a:lnTo>
                  <a:pt x="9047" y="2820"/>
                </a:lnTo>
                <a:lnTo>
                  <a:pt x="9055" y="2842"/>
                </a:lnTo>
                <a:lnTo>
                  <a:pt x="9064" y="2852"/>
                </a:lnTo>
                <a:lnTo>
                  <a:pt x="9066" y="2846"/>
                </a:lnTo>
                <a:lnTo>
                  <a:pt x="9067" y="2838"/>
                </a:lnTo>
                <a:lnTo>
                  <a:pt x="9069" y="2827"/>
                </a:lnTo>
                <a:lnTo>
                  <a:pt x="9080" y="2809"/>
                </a:lnTo>
                <a:lnTo>
                  <a:pt x="9087" y="2808"/>
                </a:lnTo>
                <a:lnTo>
                  <a:pt x="9094" y="2806"/>
                </a:lnTo>
                <a:lnTo>
                  <a:pt x="9104" y="2791"/>
                </a:lnTo>
                <a:lnTo>
                  <a:pt x="9105" y="2781"/>
                </a:lnTo>
                <a:lnTo>
                  <a:pt x="9106" y="2770"/>
                </a:lnTo>
                <a:lnTo>
                  <a:pt x="9121" y="2761"/>
                </a:lnTo>
                <a:lnTo>
                  <a:pt x="9132" y="2765"/>
                </a:lnTo>
                <a:lnTo>
                  <a:pt x="9142" y="2771"/>
                </a:lnTo>
                <a:lnTo>
                  <a:pt x="9157" y="2796"/>
                </a:lnTo>
                <a:lnTo>
                  <a:pt x="9160" y="2809"/>
                </a:lnTo>
                <a:lnTo>
                  <a:pt x="9160" y="2828"/>
                </a:lnTo>
                <a:lnTo>
                  <a:pt x="9171" y="2834"/>
                </a:lnTo>
                <a:lnTo>
                  <a:pt x="9183" y="2824"/>
                </a:lnTo>
                <a:lnTo>
                  <a:pt x="9191" y="2811"/>
                </a:lnTo>
                <a:lnTo>
                  <a:pt x="9201" y="2768"/>
                </a:lnTo>
                <a:lnTo>
                  <a:pt x="9199" y="2741"/>
                </a:lnTo>
                <a:lnTo>
                  <a:pt x="9197" y="2715"/>
                </a:lnTo>
                <a:lnTo>
                  <a:pt x="9201" y="2690"/>
                </a:lnTo>
                <a:lnTo>
                  <a:pt x="9208" y="2682"/>
                </a:lnTo>
                <a:lnTo>
                  <a:pt x="9212" y="2681"/>
                </a:lnTo>
                <a:lnTo>
                  <a:pt x="9221" y="2682"/>
                </a:lnTo>
                <a:lnTo>
                  <a:pt x="9230" y="2694"/>
                </a:lnTo>
                <a:lnTo>
                  <a:pt x="9230" y="2703"/>
                </a:lnTo>
                <a:lnTo>
                  <a:pt x="9228" y="2718"/>
                </a:lnTo>
                <a:lnTo>
                  <a:pt x="9236" y="2748"/>
                </a:lnTo>
                <a:lnTo>
                  <a:pt x="9251" y="2773"/>
                </a:lnTo>
                <a:lnTo>
                  <a:pt x="9273" y="2788"/>
                </a:lnTo>
                <a:lnTo>
                  <a:pt x="9285" y="2790"/>
                </a:lnTo>
                <a:lnTo>
                  <a:pt x="9300" y="2790"/>
                </a:lnTo>
                <a:lnTo>
                  <a:pt x="9301" y="2781"/>
                </a:lnTo>
                <a:lnTo>
                  <a:pt x="9286" y="2771"/>
                </a:lnTo>
                <a:lnTo>
                  <a:pt x="9275" y="2764"/>
                </a:lnTo>
                <a:lnTo>
                  <a:pt x="9272" y="2754"/>
                </a:lnTo>
                <a:lnTo>
                  <a:pt x="9280" y="2754"/>
                </a:lnTo>
                <a:lnTo>
                  <a:pt x="9289" y="2752"/>
                </a:lnTo>
                <a:lnTo>
                  <a:pt x="9298" y="2736"/>
                </a:lnTo>
                <a:lnTo>
                  <a:pt x="9298" y="2712"/>
                </a:lnTo>
                <a:lnTo>
                  <a:pt x="9289" y="2683"/>
                </a:lnTo>
                <a:lnTo>
                  <a:pt x="9280" y="2668"/>
                </a:lnTo>
                <a:lnTo>
                  <a:pt x="9276" y="2659"/>
                </a:lnTo>
                <a:lnTo>
                  <a:pt x="9278" y="2642"/>
                </a:lnTo>
                <a:lnTo>
                  <a:pt x="9285" y="2635"/>
                </a:lnTo>
                <a:lnTo>
                  <a:pt x="9288" y="2634"/>
                </a:lnTo>
                <a:lnTo>
                  <a:pt x="9297" y="2636"/>
                </a:lnTo>
                <a:lnTo>
                  <a:pt x="9312" y="2648"/>
                </a:lnTo>
                <a:lnTo>
                  <a:pt x="9329" y="2675"/>
                </a:lnTo>
                <a:lnTo>
                  <a:pt x="9338" y="2706"/>
                </a:lnTo>
                <a:lnTo>
                  <a:pt x="9337" y="2719"/>
                </a:lnTo>
                <a:lnTo>
                  <a:pt x="9335" y="2732"/>
                </a:lnTo>
                <a:lnTo>
                  <a:pt x="9345" y="2746"/>
                </a:lnTo>
                <a:lnTo>
                  <a:pt x="9362" y="2745"/>
                </a:lnTo>
                <a:lnTo>
                  <a:pt x="9377" y="2728"/>
                </a:lnTo>
                <a:lnTo>
                  <a:pt x="9383" y="2714"/>
                </a:lnTo>
                <a:lnTo>
                  <a:pt x="9386" y="2696"/>
                </a:lnTo>
                <a:lnTo>
                  <a:pt x="9383" y="2670"/>
                </a:lnTo>
                <a:lnTo>
                  <a:pt x="9377" y="2667"/>
                </a:lnTo>
                <a:lnTo>
                  <a:pt x="9370" y="2662"/>
                </a:lnTo>
                <a:lnTo>
                  <a:pt x="9360" y="2649"/>
                </a:lnTo>
                <a:lnTo>
                  <a:pt x="9359" y="2643"/>
                </a:lnTo>
                <a:lnTo>
                  <a:pt x="9360" y="2636"/>
                </a:lnTo>
                <a:lnTo>
                  <a:pt x="9372" y="2633"/>
                </a:lnTo>
                <a:lnTo>
                  <a:pt x="9380" y="2637"/>
                </a:lnTo>
                <a:lnTo>
                  <a:pt x="9386" y="2641"/>
                </a:lnTo>
                <a:lnTo>
                  <a:pt x="9391" y="2641"/>
                </a:lnTo>
                <a:lnTo>
                  <a:pt x="9395" y="2629"/>
                </a:lnTo>
                <a:lnTo>
                  <a:pt x="9391" y="2612"/>
                </a:lnTo>
                <a:lnTo>
                  <a:pt x="9387" y="2595"/>
                </a:lnTo>
                <a:lnTo>
                  <a:pt x="9390" y="2583"/>
                </a:lnTo>
                <a:lnTo>
                  <a:pt x="9396" y="2582"/>
                </a:lnTo>
                <a:lnTo>
                  <a:pt x="9400" y="2585"/>
                </a:lnTo>
                <a:lnTo>
                  <a:pt x="9404" y="2587"/>
                </a:lnTo>
                <a:lnTo>
                  <a:pt x="9410" y="2587"/>
                </a:lnTo>
                <a:lnTo>
                  <a:pt x="9412" y="2579"/>
                </a:lnTo>
                <a:lnTo>
                  <a:pt x="9408" y="2565"/>
                </a:lnTo>
                <a:lnTo>
                  <a:pt x="9397" y="2536"/>
                </a:lnTo>
                <a:lnTo>
                  <a:pt x="9384" y="2492"/>
                </a:lnTo>
                <a:lnTo>
                  <a:pt x="9382" y="2462"/>
                </a:lnTo>
                <a:lnTo>
                  <a:pt x="9389" y="2447"/>
                </a:lnTo>
                <a:lnTo>
                  <a:pt x="9397" y="2445"/>
                </a:lnTo>
                <a:lnTo>
                  <a:pt x="9405" y="2446"/>
                </a:lnTo>
                <a:lnTo>
                  <a:pt x="9411" y="2453"/>
                </a:lnTo>
                <a:lnTo>
                  <a:pt x="9408" y="2456"/>
                </a:lnTo>
                <a:lnTo>
                  <a:pt x="9404" y="2464"/>
                </a:lnTo>
                <a:lnTo>
                  <a:pt x="9410" y="2491"/>
                </a:lnTo>
                <a:lnTo>
                  <a:pt x="9416" y="2507"/>
                </a:lnTo>
                <a:lnTo>
                  <a:pt x="9426" y="2524"/>
                </a:lnTo>
                <a:lnTo>
                  <a:pt x="9437" y="2570"/>
                </a:lnTo>
                <a:lnTo>
                  <a:pt x="9438" y="2591"/>
                </a:lnTo>
                <a:lnTo>
                  <a:pt x="9439" y="2604"/>
                </a:lnTo>
                <a:lnTo>
                  <a:pt x="9446" y="2622"/>
                </a:lnTo>
                <a:lnTo>
                  <a:pt x="9459" y="2632"/>
                </a:lnTo>
                <a:lnTo>
                  <a:pt x="9485" y="2636"/>
                </a:lnTo>
                <a:lnTo>
                  <a:pt x="9503" y="2637"/>
                </a:lnTo>
                <a:lnTo>
                  <a:pt x="9527" y="2636"/>
                </a:lnTo>
                <a:lnTo>
                  <a:pt x="9566" y="2628"/>
                </a:lnTo>
                <a:lnTo>
                  <a:pt x="9596" y="2611"/>
                </a:lnTo>
                <a:lnTo>
                  <a:pt x="9611" y="2587"/>
                </a:lnTo>
                <a:lnTo>
                  <a:pt x="9612" y="2574"/>
                </a:lnTo>
                <a:lnTo>
                  <a:pt x="9611" y="2566"/>
                </a:lnTo>
                <a:lnTo>
                  <a:pt x="9594" y="2555"/>
                </a:lnTo>
                <a:lnTo>
                  <a:pt x="9582" y="2554"/>
                </a:lnTo>
                <a:lnTo>
                  <a:pt x="9563" y="2554"/>
                </a:lnTo>
                <a:lnTo>
                  <a:pt x="9563" y="2542"/>
                </a:lnTo>
                <a:lnTo>
                  <a:pt x="9580" y="2525"/>
                </a:lnTo>
                <a:lnTo>
                  <a:pt x="9595" y="2512"/>
                </a:lnTo>
                <a:lnTo>
                  <a:pt x="9619" y="2505"/>
                </a:lnTo>
                <a:lnTo>
                  <a:pt x="9635" y="2506"/>
                </a:lnTo>
                <a:lnTo>
                  <a:pt x="9644" y="2509"/>
                </a:lnTo>
                <a:lnTo>
                  <a:pt x="9658" y="2516"/>
                </a:lnTo>
                <a:lnTo>
                  <a:pt x="9663" y="2523"/>
                </a:lnTo>
                <a:lnTo>
                  <a:pt x="9659" y="2529"/>
                </a:lnTo>
                <a:lnTo>
                  <a:pt x="9655" y="2531"/>
                </a:lnTo>
                <a:lnTo>
                  <a:pt x="9644" y="2535"/>
                </a:lnTo>
                <a:lnTo>
                  <a:pt x="9633" y="2549"/>
                </a:lnTo>
                <a:lnTo>
                  <a:pt x="9634" y="2567"/>
                </a:lnTo>
                <a:lnTo>
                  <a:pt x="9647" y="2590"/>
                </a:lnTo>
                <a:lnTo>
                  <a:pt x="9658" y="2602"/>
                </a:lnTo>
                <a:lnTo>
                  <a:pt x="9667" y="2609"/>
                </a:lnTo>
                <a:lnTo>
                  <a:pt x="9677" y="2617"/>
                </a:lnTo>
                <a:lnTo>
                  <a:pt x="9688" y="2608"/>
                </a:lnTo>
                <a:lnTo>
                  <a:pt x="9696" y="2583"/>
                </a:lnTo>
                <a:lnTo>
                  <a:pt x="9699" y="2564"/>
                </a:lnTo>
                <a:lnTo>
                  <a:pt x="9698" y="2528"/>
                </a:lnTo>
                <a:lnTo>
                  <a:pt x="9693" y="2516"/>
                </a:lnTo>
                <a:lnTo>
                  <a:pt x="9688" y="2507"/>
                </a:lnTo>
                <a:lnTo>
                  <a:pt x="9692" y="2503"/>
                </a:lnTo>
                <a:lnTo>
                  <a:pt x="9701" y="2507"/>
                </a:lnTo>
                <a:lnTo>
                  <a:pt x="9707" y="2509"/>
                </a:lnTo>
                <a:lnTo>
                  <a:pt x="9720" y="2508"/>
                </a:lnTo>
                <a:lnTo>
                  <a:pt x="9743" y="2495"/>
                </a:lnTo>
                <a:lnTo>
                  <a:pt x="9759" y="2478"/>
                </a:lnTo>
                <a:lnTo>
                  <a:pt x="9797" y="2436"/>
                </a:lnTo>
                <a:lnTo>
                  <a:pt x="9770" y="2483"/>
                </a:lnTo>
                <a:lnTo>
                  <a:pt x="9761" y="2499"/>
                </a:lnTo>
                <a:lnTo>
                  <a:pt x="9752" y="2527"/>
                </a:lnTo>
                <a:lnTo>
                  <a:pt x="9755" y="2544"/>
                </a:lnTo>
                <a:lnTo>
                  <a:pt x="9768" y="2554"/>
                </a:lnTo>
                <a:lnTo>
                  <a:pt x="9780" y="2554"/>
                </a:lnTo>
                <a:lnTo>
                  <a:pt x="9785" y="2552"/>
                </a:lnTo>
                <a:lnTo>
                  <a:pt x="9795" y="2530"/>
                </a:lnTo>
                <a:lnTo>
                  <a:pt x="9796" y="2512"/>
                </a:lnTo>
                <a:lnTo>
                  <a:pt x="9797" y="2494"/>
                </a:lnTo>
                <a:lnTo>
                  <a:pt x="9801" y="2490"/>
                </a:lnTo>
                <a:lnTo>
                  <a:pt x="9807" y="2504"/>
                </a:lnTo>
                <a:lnTo>
                  <a:pt x="9810" y="2517"/>
                </a:lnTo>
                <a:lnTo>
                  <a:pt x="9828" y="2534"/>
                </a:lnTo>
                <a:lnTo>
                  <a:pt x="9837" y="2536"/>
                </a:lnTo>
                <a:lnTo>
                  <a:pt x="9843" y="2535"/>
                </a:lnTo>
                <a:lnTo>
                  <a:pt x="9850" y="2528"/>
                </a:lnTo>
                <a:lnTo>
                  <a:pt x="9855" y="2506"/>
                </a:lnTo>
                <a:lnTo>
                  <a:pt x="9847" y="2466"/>
                </a:lnTo>
                <a:lnTo>
                  <a:pt x="9828" y="2428"/>
                </a:lnTo>
                <a:lnTo>
                  <a:pt x="9813" y="2415"/>
                </a:lnTo>
                <a:lnTo>
                  <a:pt x="9798" y="2402"/>
                </a:lnTo>
                <a:lnTo>
                  <a:pt x="9803" y="2393"/>
                </a:lnTo>
                <a:lnTo>
                  <a:pt x="9824" y="2391"/>
                </a:lnTo>
                <a:lnTo>
                  <a:pt x="9841" y="2393"/>
                </a:lnTo>
                <a:lnTo>
                  <a:pt x="9866" y="2409"/>
                </a:lnTo>
                <a:lnTo>
                  <a:pt x="9872" y="2422"/>
                </a:lnTo>
                <a:lnTo>
                  <a:pt x="9874" y="2433"/>
                </a:lnTo>
                <a:lnTo>
                  <a:pt x="9876" y="2428"/>
                </a:lnTo>
                <a:lnTo>
                  <a:pt x="9875" y="2412"/>
                </a:lnTo>
                <a:lnTo>
                  <a:pt x="9875" y="2397"/>
                </a:lnTo>
                <a:lnTo>
                  <a:pt x="9881" y="2375"/>
                </a:lnTo>
                <a:lnTo>
                  <a:pt x="9886" y="2373"/>
                </a:lnTo>
                <a:lnTo>
                  <a:pt x="9893" y="2371"/>
                </a:lnTo>
                <a:lnTo>
                  <a:pt x="9902" y="2356"/>
                </a:lnTo>
                <a:lnTo>
                  <a:pt x="9903" y="2346"/>
                </a:lnTo>
                <a:lnTo>
                  <a:pt x="9902" y="2335"/>
                </a:lnTo>
                <a:lnTo>
                  <a:pt x="9887" y="2327"/>
                </a:lnTo>
                <a:lnTo>
                  <a:pt x="9875" y="2330"/>
                </a:lnTo>
                <a:lnTo>
                  <a:pt x="9865" y="2333"/>
                </a:lnTo>
                <a:lnTo>
                  <a:pt x="9849" y="2328"/>
                </a:lnTo>
                <a:lnTo>
                  <a:pt x="9848" y="2320"/>
                </a:lnTo>
                <a:lnTo>
                  <a:pt x="9847" y="2312"/>
                </a:lnTo>
                <a:lnTo>
                  <a:pt x="9832" y="2302"/>
                </a:lnTo>
                <a:lnTo>
                  <a:pt x="9821" y="2301"/>
                </a:lnTo>
                <a:lnTo>
                  <a:pt x="9810" y="2302"/>
                </a:lnTo>
                <a:lnTo>
                  <a:pt x="9795" y="2311"/>
                </a:lnTo>
                <a:lnTo>
                  <a:pt x="9794" y="2319"/>
                </a:lnTo>
                <a:lnTo>
                  <a:pt x="9793" y="2325"/>
                </a:lnTo>
                <a:lnTo>
                  <a:pt x="9783" y="2335"/>
                </a:lnTo>
                <a:lnTo>
                  <a:pt x="9775" y="2336"/>
                </a:lnTo>
                <a:lnTo>
                  <a:pt x="9769" y="2335"/>
                </a:lnTo>
                <a:lnTo>
                  <a:pt x="9759" y="2320"/>
                </a:lnTo>
                <a:lnTo>
                  <a:pt x="9758" y="2309"/>
                </a:lnTo>
                <a:lnTo>
                  <a:pt x="9758" y="2301"/>
                </a:lnTo>
                <a:lnTo>
                  <a:pt x="9767" y="2287"/>
                </a:lnTo>
                <a:lnTo>
                  <a:pt x="9782" y="2281"/>
                </a:lnTo>
                <a:lnTo>
                  <a:pt x="9804" y="2279"/>
                </a:lnTo>
                <a:lnTo>
                  <a:pt x="9818" y="2281"/>
                </a:lnTo>
                <a:lnTo>
                  <a:pt x="9822" y="2280"/>
                </a:lnTo>
                <a:lnTo>
                  <a:pt x="9830" y="2269"/>
                </a:lnTo>
                <a:lnTo>
                  <a:pt x="9830" y="2260"/>
                </a:lnTo>
                <a:lnTo>
                  <a:pt x="9831" y="2251"/>
                </a:lnTo>
                <a:lnTo>
                  <a:pt x="9840" y="2253"/>
                </a:lnTo>
                <a:lnTo>
                  <a:pt x="9848" y="2265"/>
                </a:lnTo>
                <a:lnTo>
                  <a:pt x="9856" y="2274"/>
                </a:lnTo>
                <a:lnTo>
                  <a:pt x="9871" y="2281"/>
                </a:lnTo>
                <a:lnTo>
                  <a:pt x="9878" y="2277"/>
                </a:lnTo>
                <a:lnTo>
                  <a:pt x="9881" y="2270"/>
                </a:lnTo>
                <a:lnTo>
                  <a:pt x="9878" y="2252"/>
                </a:lnTo>
                <a:lnTo>
                  <a:pt x="9870" y="2243"/>
                </a:lnTo>
                <a:lnTo>
                  <a:pt x="9860" y="2232"/>
                </a:lnTo>
                <a:lnTo>
                  <a:pt x="9849" y="2209"/>
                </a:lnTo>
                <a:lnTo>
                  <a:pt x="9848" y="2187"/>
                </a:lnTo>
                <a:lnTo>
                  <a:pt x="9858" y="2176"/>
                </a:lnTo>
                <a:lnTo>
                  <a:pt x="9867" y="2173"/>
                </a:lnTo>
                <a:lnTo>
                  <a:pt x="9874" y="2176"/>
                </a:lnTo>
                <a:lnTo>
                  <a:pt x="9882" y="2187"/>
                </a:lnTo>
                <a:lnTo>
                  <a:pt x="9881" y="2195"/>
                </a:lnTo>
                <a:lnTo>
                  <a:pt x="9881" y="2208"/>
                </a:lnTo>
                <a:lnTo>
                  <a:pt x="9896" y="2253"/>
                </a:lnTo>
                <a:lnTo>
                  <a:pt x="9908" y="2277"/>
                </a:lnTo>
                <a:lnTo>
                  <a:pt x="9932" y="2324"/>
                </a:lnTo>
                <a:lnTo>
                  <a:pt x="9938" y="2346"/>
                </a:lnTo>
                <a:lnTo>
                  <a:pt x="9938" y="2371"/>
                </a:lnTo>
                <a:lnTo>
                  <a:pt x="9944" y="2385"/>
                </a:lnTo>
                <a:lnTo>
                  <a:pt x="9952" y="2385"/>
                </a:lnTo>
                <a:lnTo>
                  <a:pt x="9957" y="2382"/>
                </a:lnTo>
                <a:lnTo>
                  <a:pt x="9964" y="2375"/>
                </a:lnTo>
                <a:lnTo>
                  <a:pt x="9968" y="2359"/>
                </a:lnTo>
                <a:lnTo>
                  <a:pt x="9965" y="2352"/>
                </a:lnTo>
                <a:lnTo>
                  <a:pt x="9960" y="2343"/>
                </a:lnTo>
                <a:lnTo>
                  <a:pt x="9968" y="2324"/>
                </a:lnTo>
                <a:lnTo>
                  <a:pt x="9977" y="2317"/>
                </a:lnTo>
                <a:lnTo>
                  <a:pt x="9990" y="2308"/>
                </a:lnTo>
                <a:lnTo>
                  <a:pt x="9989" y="2301"/>
                </a:lnTo>
                <a:lnTo>
                  <a:pt x="9973" y="2301"/>
                </a:lnTo>
                <a:lnTo>
                  <a:pt x="9960" y="2298"/>
                </a:lnTo>
                <a:lnTo>
                  <a:pt x="9934" y="2274"/>
                </a:lnTo>
                <a:lnTo>
                  <a:pt x="9913" y="2241"/>
                </a:lnTo>
                <a:lnTo>
                  <a:pt x="9907" y="2215"/>
                </a:lnTo>
                <a:lnTo>
                  <a:pt x="9907" y="2201"/>
                </a:lnTo>
                <a:lnTo>
                  <a:pt x="9910" y="2195"/>
                </a:lnTo>
                <a:lnTo>
                  <a:pt x="9911" y="2192"/>
                </a:lnTo>
                <a:lnTo>
                  <a:pt x="9908" y="2182"/>
                </a:lnTo>
                <a:lnTo>
                  <a:pt x="9894" y="2165"/>
                </a:lnTo>
                <a:lnTo>
                  <a:pt x="9863" y="2139"/>
                </a:lnTo>
                <a:lnTo>
                  <a:pt x="9830" y="2121"/>
                </a:lnTo>
                <a:lnTo>
                  <a:pt x="9818" y="2119"/>
                </a:lnTo>
                <a:lnTo>
                  <a:pt x="9813" y="2120"/>
                </a:lnTo>
                <a:lnTo>
                  <a:pt x="9819" y="2129"/>
                </a:lnTo>
                <a:lnTo>
                  <a:pt x="9829" y="2135"/>
                </a:lnTo>
                <a:lnTo>
                  <a:pt x="9836" y="2143"/>
                </a:lnTo>
                <a:lnTo>
                  <a:pt x="9843" y="2160"/>
                </a:lnTo>
                <a:lnTo>
                  <a:pt x="9836" y="2179"/>
                </a:lnTo>
                <a:lnTo>
                  <a:pt x="9821" y="2191"/>
                </a:lnTo>
                <a:lnTo>
                  <a:pt x="9810" y="2192"/>
                </a:lnTo>
                <a:lnTo>
                  <a:pt x="9804" y="2191"/>
                </a:lnTo>
                <a:lnTo>
                  <a:pt x="9800" y="2180"/>
                </a:lnTo>
                <a:lnTo>
                  <a:pt x="9805" y="2172"/>
                </a:lnTo>
                <a:lnTo>
                  <a:pt x="9809" y="2164"/>
                </a:lnTo>
                <a:lnTo>
                  <a:pt x="9801" y="2156"/>
                </a:lnTo>
                <a:lnTo>
                  <a:pt x="9792" y="2159"/>
                </a:lnTo>
                <a:lnTo>
                  <a:pt x="9786" y="2161"/>
                </a:lnTo>
                <a:lnTo>
                  <a:pt x="9779" y="2172"/>
                </a:lnTo>
                <a:lnTo>
                  <a:pt x="9770" y="2194"/>
                </a:lnTo>
                <a:lnTo>
                  <a:pt x="9770" y="2211"/>
                </a:lnTo>
                <a:lnTo>
                  <a:pt x="9771" y="2228"/>
                </a:lnTo>
                <a:lnTo>
                  <a:pt x="9770" y="2239"/>
                </a:lnTo>
                <a:lnTo>
                  <a:pt x="9767" y="2237"/>
                </a:lnTo>
                <a:lnTo>
                  <a:pt x="9764" y="2233"/>
                </a:lnTo>
                <a:lnTo>
                  <a:pt x="9759" y="2226"/>
                </a:lnTo>
                <a:lnTo>
                  <a:pt x="9739" y="2220"/>
                </a:lnTo>
                <a:lnTo>
                  <a:pt x="9726" y="2222"/>
                </a:lnTo>
                <a:lnTo>
                  <a:pt x="9719" y="2226"/>
                </a:lnTo>
                <a:lnTo>
                  <a:pt x="9708" y="2227"/>
                </a:lnTo>
                <a:lnTo>
                  <a:pt x="9704" y="2215"/>
                </a:lnTo>
                <a:lnTo>
                  <a:pt x="9709" y="2194"/>
                </a:lnTo>
                <a:lnTo>
                  <a:pt x="9713" y="2172"/>
                </a:lnTo>
                <a:lnTo>
                  <a:pt x="9706" y="2165"/>
                </a:lnTo>
                <a:lnTo>
                  <a:pt x="9693" y="2176"/>
                </a:lnTo>
                <a:lnTo>
                  <a:pt x="9682" y="2185"/>
                </a:lnTo>
                <a:lnTo>
                  <a:pt x="9669" y="2208"/>
                </a:lnTo>
                <a:lnTo>
                  <a:pt x="9669" y="2217"/>
                </a:lnTo>
                <a:lnTo>
                  <a:pt x="9671" y="2252"/>
                </a:lnTo>
                <a:lnTo>
                  <a:pt x="9664" y="2286"/>
                </a:lnTo>
                <a:lnTo>
                  <a:pt x="9657" y="2295"/>
                </a:lnTo>
                <a:lnTo>
                  <a:pt x="9652" y="2293"/>
                </a:lnTo>
                <a:lnTo>
                  <a:pt x="9646" y="2285"/>
                </a:lnTo>
                <a:lnTo>
                  <a:pt x="9643" y="2251"/>
                </a:lnTo>
                <a:lnTo>
                  <a:pt x="9648" y="2208"/>
                </a:lnTo>
                <a:lnTo>
                  <a:pt x="9658" y="2183"/>
                </a:lnTo>
                <a:lnTo>
                  <a:pt x="9664" y="2174"/>
                </a:lnTo>
                <a:lnTo>
                  <a:pt x="9669" y="2173"/>
                </a:lnTo>
                <a:lnTo>
                  <a:pt x="9675" y="2171"/>
                </a:lnTo>
                <a:lnTo>
                  <a:pt x="9684" y="2145"/>
                </a:lnTo>
                <a:lnTo>
                  <a:pt x="9685" y="2127"/>
                </a:lnTo>
                <a:lnTo>
                  <a:pt x="9685" y="2101"/>
                </a:lnTo>
                <a:lnTo>
                  <a:pt x="9693" y="2090"/>
                </a:lnTo>
                <a:lnTo>
                  <a:pt x="9704" y="2095"/>
                </a:lnTo>
                <a:lnTo>
                  <a:pt x="9712" y="2102"/>
                </a:lnTo>
                <a:lnTo>
                  <a:pt x="9725" y="2110"/>
                </a:lnTo>
                <a:lnTo>
                  <a:pt x="9737" y="2111"/>
                </a:lnTo>
                <a:lnTo>
                  <a:pt x="9741" y="2107"/>
                </a:lnTo>
                <a:lnTo>
                  <a:pt x="9739" y="2094"/>
                </a:lnTo>
                <a:lnTo>
                  <a:pt x="9725" y="2068"/>
                </a:lnTo>
                <a:lnTo>
                  <a:pt x="9712" y="2054"/>
                </a:lnTo>
                <a:lnTo>
                  <a:pt x="9704" y="2045"/>
                </a:lnTo>
                <a:lnTo>
                  <a:pt x="9692" y="2037"/>
                </a:lnTo>
                <a:lnTo>
                  <a:pt x="9683" y="2040"/>
                </a:lnTo>
                <a:lnTo>
                  <a:pt x="9675" y="2054"/>
                </a:lnTo>
                <a:lnTo>
                  <a:pt x="9671" y="2067"/>
                </a:lnTo>
                <a:lnTo>
                  <a:pt x="9665" y="2081"/>
                </a:lnTo>
                <a:lnTo>
                  <a:pt x="9658" y="2095"/>
                </a:lnTo>
                <a:lnTo>
                  <a:pt x="9649" y="2087"/>
                </a:lnTo>
                <a:lnTo>
                  <a:pt x="9639" y="2054"/>
                </a:lnTo>
                <a:lnTo>
                  <a:pt x="9632" y="2022"/>
                </a:lnTo>
                <a:lnTo>
                  <a:pt x="9621" y="2018"/>
                </a:lnTo>
                <a:lnTo>
                  <a:pt x="9611" y="2042"/>
                </a:lnTo>
                <a:lnTo>
                  <a:pt x="9607" y="2053"/>
                </a:lnTo>
                <a:lnTo>
                  <a:pt x="9596" y="2069"/>
                </a:lnTo>
                <a:lnTo>
                  <a:pt x="9580" y="2077"/>
                </a:lnTo>
                <a:lnTo>
                  <a:pt x="9558" y="2079"/>
                </a:lnTo>
                <a:lnTo>
                  <a:pt x="9544" y="2078"/>
                </a:lnTo>
                <a:lnTo>
                  <a:pt x="9523" y="2074"/>
                </a:lnTo>
                <a:lnTo>
                  <a:pt x="9483" y="2064"/>
                </a:lnTo>
                <a:lnTo>
                  <a:pt x="9471" y="2058"/>
                </a:lnTo>
                <a:lnTo>
                  <a:pt x="9466" y="2055"/>
                </a:lnTo>
                <a:lnTo>
                  <a:pt x="9458" y="2056"/>
                </a:lnTo>
                <a:lnTo>
                  <a:pt x="9450" y="2069"/>
                </a:lnTo>
                <a:lnTo>
                  <a:pt x="9449" y="2089"/>
                </a:lnTo>
                <a:lnTo>
                  <a:pt x="9449" y="2106"/>
                </a:lnTo>
                <a:lnTo>
                  <a:pt x="9442" y="2135"/>
                </a:lnTo>
                <a:lnTo>
                  <a:pt x="9438" y="2143"/>
                </a:lnTo>
                <a:lnTo>
                  <a:pt x="9435" y="2145"/>
                </a:lnTo>
                <a:lnTo>
                  <a:pt x="9424" y="2142"/>
                </a:lnTo>
                <a:lnTo>
                  <a:pt x="9398" y="2124"/>
                </a:lnTo>
                <a:lnTo>
                  <a:pt x="9359" y="2085"/>
                </a:lnTo>
                <a:lnTo>
                  <a:pt x="9325" y="2042"/>
                </a:lnTo>
                <a:lnTo>
                  <a:pt x="9317" y="2023"/>
                </a:lnTo>
                <a:lnTo>
                  <a:pt x="9313" y="2010"/>
                </a:lnTo>
                <a:lnTo>
                  <a:pt x="9315" y="1995"/>
                </a:lnTo>
                <a:lnTo>
                  <a:pt x="9328" y="1994"/>
                </a:lnTo>
                <a:lnTo>
                  <a:pt x="9348" y="2007"/>
                </a:lnTo>
                <a:lnTo>
                  <a:pt x="9359" y="2020"/>
                </a:lnTo>
                <a:lnTo>
                  <a:pt x="9370" y="2032"/>
                </a:lnTo>
                <a:lnTo>
                  <a:pt x="9389" y="2044"/>
                </a:lnTo>
                <a:lnTo>
                  <a:pt x="9403" y="2044"/>
                </a:lnTo>
                <a:lnTo>
                  <a:pt x="9412" y="2030"/>
                </a:lnTo>
                <a:lnTo>
                  <a:pt x="9413" y="2018"/>
                </a:lnTo>
                <a:lnTo>
                  <a:pt x="9412" y="2008"/>
                </a:lnTo>
                <a:lnTo>
                  <a:pt x="9403" y="1997"/>
                </a:lnTo>
                <a:lnTo>
                  <a:pt x="9397" y="1999"/>
                </a:lnTo>
                <a:lnTo>
                  <a:pt x="9389" y="2002"/>
                </a:lnTo>
                <a:lnTo>
                  <a:pt x="9364" y="1989"/>
                </a:lnTo>
                <a:lnTo>
                  <a:pt x="9350" y="1974"/>
                </a:lnTo>
                <a:lnTo>
                  <a:pt x="9341" y="1966"/>
                </a:lnTo>
                <a:lnTo>
                  <a:pt x="9332" y="1948"/>
                </a:lnTo>
                <a:lnTo>
                  <a:pt x="9329" y="1933"/>
                </a:lnTo>
                <a:lnTo>
                  <a:pt x="9334" y="1917"/>
                </a:lnTo>
                <a:lnTo>
                  <a:pt x="9339" y="1907"/>
                </a:lnTo>
                <a:lnTo>
                  <a:pt x="9345" y="1897"/>
                </a:lnTo>
                <a:lnTo>
                  <a:pt x="9352" y="1889"/>
                </a:lnTo>
                <a:lnTo>
                  <a:pt x="9358" y="1898"/>
                </a:lnTo>
                <a:lnTo>
                  <a:pt x="9359" y="1928"/>
                </a:lnTo>
                <a:lnTo>
                  <a:pt x="9360" y="1951"/>
                </a:lnTo>
                <a:lnTo>
                  <a:pt x="9367" y="1968"/>
                </a:lnTo>
                <a:lnTo>
                  <a:pt x="9376" y="1971"/>
                </a:lnTo>
                <a:lnTo>
                  <a:pt x="9383" y="1969"/>
                </a:lnTo>
                <a:lnTo>
                  <a:pt x="9394" y="1967"/>
                </a:lnTo>
                <a:lnTo>
                  <a:pt x="9425" y="1976"/>
                </a:lnTo>
                <a:lnTo>
                  <a:pt x="9440" y="1985"/>
                </a:lnTo>
                <a:lnTo>
                  <a:pt x="9459" y="1998"/>
                </a:lnTo>
                <a:lnTo>
                  <a:pt x="9484" y="2010"/>
                </a:lnTo>
                <a:lnTo>
                  <a:pt x="9498" y="2005"/>
                </a:lnTo>
                <a:lnTo>
                  <a:pt x="9500" y="1983"/>
                </a:lnTo>
                <a:lnTo>
                  <a:pt x="9497" y="1966"/>
                </a:lnTo>
                <a:lnTo>
                  <a:pt x="9494" y="1954"/>
                </a:lnTo>
                <a:lnTo>
                  <a:pt x="9494" y="1934"/>
                </a:lnTo>
                <a:lnTo>
                  <a:pt x="9500" y="1919"/>
                </a:lnTo>
                <a:lnTo>
                  <a:pt x="9513" y="1906"/>
                </a:lnTo>
                <a:lnTo>
                  <a:pt x="9524" y="1901"/>
                </a:lnTo>
                <a:lnTo>
                  <a:pt x="9539" y="1893"/>
                </a:lnTo>
                <a:lnTo>
                  <a:pt x="9551" y="1891"/>
                </a:lnTo>
                <a:lnTo>
                  <a:pt x="9553" y="1895"/>
                </a:lnTo>
                <a:lnTo>
                  <a:pt x="9551" y="1898"/>
                </a:lnTo>
                <a:lnTo>
                  <a:pt x="9548" y="1908"/>
                </a:lnTo>
                <a:lnTo>
                  <a:pt x="9550" y="1942"/>
                </a:lnTo>
                <a:lnTo>
                  <a:pt x="9557" y="1960"/>
                </a:lnTo>
                <a:lnTo>
                  <a:pt x="9562" y="1973"/>
                </a:lnTo>
                <a:lnTo>
                  <a:pt x="9570" y="1985"/>
                </a:lnTo>
                <a:lnTo>
                  <a:pt x="9574" y="1973"/>
                </a:lnTo>
                <a:lnTo>
                  <a:pt x="9574" y="1936"/>
                </a:lnTo>
                <a:lnTo>
                  <a:pt x="9574" y="1906"/>
                </a:lnTo>
                <a:lnTo>
                  <a:pt x="9565" y="1874"/>
                </a:lnTo>
                <a:lnTo>
                  <a:pt x="9556" y="1861"/>
                </a:lnTo>
                <a:lnTo>
                  <a:pt x="9549" y="1858"/>
                </a:lnTo>
                <a:lnTo>
                  <a:pt x="9544" y="1856"/>
                </a:lnTo>
                <a:lnTo>
                  <a:pt x="9533" y="1844"/>
                </a:lnTo>
                <a:lnTo>
                  <a:pt x="9523" y="1817"/>
                </a:lnTo>
                <a:lnTo>
                  <a:pt x="9522" y="1793"/>
                </a:lnTo>
                <a:lnTo>
                  <a:pt x="9521" y="1769"/>
                </a:lnTo>
                <a:lnTo>
                  <a:pt x="9514" y="1749"/>
                </a:lnTo>
                <a:lnTo>
                  <a:pt x="9508" y="1746"/>
                </a:lnTo>
                <a:lnTo>
                  <a:pt x="9503" y="1748"/>
                </a:lnTo>
                <a:lnTo>
                  <a:pt x="9496" y="1755"/>
                </a:lnTo>
                <a:lnTo>
                  <a:pt x="9487" y="1778"/>
                </a:lnTo>
                <a:lnTo>
                  <a:pt x="9487" y="1790"/>
                </a:lnTo>
                <a:lnTo>
                  <a:pt x="9488" y="1805"/>
                </a:lnTo>
                <a:lnTo>
                  <a:pt x="9481" y="1845"/>
                </a:lnTo>
                <a:lnTo>
                  <a:pt x="9473" y="1864"/>
                </a:lnTo>
                <a:lnTo>
                  <a:pt x="9454" y="1907"/>
                </a:lnTo>
                <a:lnTo>
                  <a:pt x="9411" y="1864"/>
                </a:lnTo>
                <a:lnTo>
                  <a:pt x="9394" y="1847"/>
                </a:lnTo>
                <a:lnTo>
                  <a:pt x="9361" y="1826"/>
                </a:lnTo>
                <a:lnTo>
                  <a:pt x="9353" y="1826"/>
                </a:lnTo>
                <a:lnTo>
                  <a:pt x="9351" y="1826"/>
                </a:lnTo>
                <a:lnTo>
                  <a:pt x="9349" y="1822"/>
                </a:lnTo>
                <a:lnTo>
                  <a:pt x="9352" y="1807"/>
                </a:lnTo>
                <a:lnTo>
                  <a:pt x="9359" y="1793"/>
                </a:lnTo>
                <a:lnTo>
                  <a:pt x="9365" y="1779"/>
                </a:lnTo>
                <a:lnTo>
                  <a:pt x="9367" y="1761"/>
                </a:lnTo>
                <a:lnTo>
                  <a:pt x="9358" y="1757"/>
                </a:lnTo>
                <a:lnTo>
                  <a:pt x="9337" y="1767"/>
                </a:lnTo>
                <a:lnTo>
                  <a:pt x="9324" y="1779"/>
                </a:lnTo>
                <a:lnTo>
                  <a:pt x="9312" y="1791"/>
                </a:lnTo>
                <a:lnTo>
                  <a:pt x="9307" y="1784"/>
                </a:lnTo>
                <a:lnTo>
                  <a:pt x="9312" y="1766"/>
                </a:lnTo>
                <a:lnTo>
                  <a:pt x="9315" y="1753"/>
                </a:lnTo>
                <a:lnTo>
                  <a:pt x="9315" y="1740"/>
                </a:lnTo>
                <a:lnTo>
                  <a:pt x="9309" y="1733"/>
                </a:lnTo>
                <a:lnTo>
                  <a:pt x="9254" y="1724"/>
                </a:lnTo>
                <a:lnTo>
                  <a:pt x="9123" y="1716"/>
                </a:lnTo>
                <a:lnTo>
                  <a:pt x="9030" y="1707"/>
                </a:lnTo>
                <a:lnTo>
                  <a:pt x="9002" y="1703"/>
                </a:lnTo>
                <a:lnTo>
                  <a:pt x="8993" y="1698"/>
                </a:lnTo>
                <a:lnTo>
                  <a:pt x="8961" y="1690"/>
                </a:lnTo>
                <a:lnTo>
                  <a:pt x="8940" y="1686"/>
                </a:lnTo>
                <a:lnTo>
                  <a:pt x="8933" y="1685"/>
                </a:lnTo>
                <a:lnTo>
                  <a:pt x="8930" y="1673"/>
                </a:lnTo>
                <a:lnTo>
                  <a:pt x="8932" y="1667"/>
                </a:lnTo>
                <a:lnTo>
                  <a:pt x="8934" y="1661"/>
                </a:lnTo>
                <a:lnTo>
                  <a:pt x="8933" y="1655"/>
                </a:lnTo>
                <a:lnTo>
                  <a:pt x="8923" y="1648"/>
                </a:lnTo>
                <a:lnTo>
                  <a:pt x="8895" y="1649"/>
                </a:lnTo>
                <a:lnTo>
                  <a:pt x="8867" y="1659"/>
                </a:lnTo>
                <a:lnTo>
                  <a:pt x="8856" y="1668"/>
                </a:lnTo>
                <a:lnTo>
                  <a:pt x="8846" y="1678"/>
                </a:lnTo>
                <a:lnTo>
                  <a:pt x="8831" y="1678"/>
                </a:lnTo>
                <a:lnTo>
                  <a:pt x="8826" y="1668"/>
                </a:lnTo>
                <a:lnTo>
                  <a:pt x="8821" y="1660"/>
                </a:lnTo>
                <a:lnTo>
                  <a:pt x="8819" y="1649"/>
                </a:lnTo>
                <a:lnTo>
                  <a:pt x="8822" y="1648"/>
                </a:lnTo>
                <a:lnTo>
                  <a:pt x="8825" y="1646"/>
                </a:lnTo>
                <a:lnTo>
                  <a:pt x="8814" y="1628"/>
                </a:lnTo>
                <a:lnTo>
                  <a:pt x="8802" y="1614"/>
                </a:lnTo>
                <a:lnTo>
                  <a:pt x="8794" y="1605"/>
                </a:lnTo>
                <a:lnTo>
                  <a:pt x="8777" y="1593"/>
                </a:lnTo>
                <a:lnTo>
                  <a:pt x="8757" y="1586"/>
                </a:lnTo>
                <a:lnTo>
                  <a:pt x="8734" y="1586"/>
                </a:lnTo>
                <a:lnTo>
                  <a:pt x="8720" y="1589"/>
                </a:lnTo>
                <a:lnTo>
                  <a:pt x="8702" y="1591"/>
                </a:lnTo>
                <a:lnTo>
                  <a:pt x="8676" y="1586"/>
                </a:lnTo>
                <a:lnTo>
                  <a:pt x="8669" y="1577"/>
                </a:lnTo>
                <a:lnTo>
                  <a:pt x="8671" y="1569"/>
                </a:lnTo>
                <a:lnTo>
                  <a:pt x="8684" y="1558"/>
                </a:lnTo>
                <a:lnTo>
                  <a:pt x="8703" y="1553"/>
                </a:lnTo>
                <a:lnTo>
                  <a:pt x="8717" y="1547"/>
                </a:lnTo>
                <a:lnTo>
                  <a:pt x="8713" y="1543"/>
                </a:lnTo>
                <a:lnTo>
                  <a:pt x="8693" y="1542"/>
                </a:lnTo>
                <a:lnTo>
                  <a:pt x="8677" y="1540"/>
                </a:lnTo>
                <a:lnTo>
                  <a:pt x="8648" y="1529"/>
                </a:lnTo>
                <a:lnTo>
                  <a:pt x="8643" y="1521"/>
                </a:lnTo>
                <a:lnTo>
                  <a:pt x="8638" y="1514"/>
                </a:lnTo>
                <a:lnTo>
                  <a:pt x="8621" y="1504"/>
                </a:lnTo>
                <a:lnTo>
                  <a:pt x="8614" y="1504"/>
                </a:lnTo>
                <a:lnTo>
                  <a:pt x="8607" y="1504"/>
                </a:lnTo>
                <a:lnTo>
                  <a:pt x="8603" y="1514"/>
                </a:lnTo>
                <a:lnTo>
                  <a:pt x="8606" y="1521"/>
                </a:lnTo>
                <a:lnTo>
                  <a:pt x="8609" y="1529"/>
                </a:lnTo>
                <a:lnTo>
                  <a:pt x="8605" y="1539"/>
                </a:lnTo>
                <a:lnTo>
                  <a:pt x="8597" y="1540"/>
                </a:lnTo>
                <a:lnTo>
                  <a:pt x="8593" y="1540"/>
                </a:lnTo>
                <a:lnTo>
                  <a:pt x="8586" y="1534"/>
                </a:lnTo>
                <a:lnTo>
                  <a:pt x="8584" y="1519"/>
                </a:lnTo>
                <a:lnTo>
                  <a:pt x="8589" y="1504"/>
                </a:lnTo>
                <a:lnTo>
                  <a:pt x="8591" y="1493"/>
                </a:lnTo>
                <a:lnTo>
                  <a:pt x="8592" y="1479"/>
                </a:lnTo>
                <a:lnTo>
                  <a:pt x="8585" y="1471"/>
                </a:lnTo>
                <a:lnTo>
                  <a:pt x="8569" y="1469"/>
                </a:lnTo>
                <a:lnTo>
                  <a:pt x="8557" y="1469"/>
                </a:lnTo>
                <a:lnTo>
                  <a:pt x="8542" y="1470"/>
                </a:lnTo>
                <a:lnTo>
                  <a:pt x="8533" y="1474"/>
                </a:lnTo>
                <a:lnTo>
                  <a:pt x="8535" y="1478"/>
                </a:lnTo>
                <a:lnTo>
                  <a:pt x="8540" y="1480"/>
                </a:lnTo>
                <a:lnTo>
                  <a:pt x="8545" y="1482"/>
                </a:lnTo>
                <a:lnTo>
                  <a:pt x="8547" y="1489"/>
                </a:lnTo>
                <a:lnTo>
                  <a:pt x="8535" y="1503"/>
                </a:lnTo>
                <a:lnTo>
                  <a:pt x="8514" y="1515"/>
                </a:lnTo>
                <a:lnTo>
                  <a:pt x="8491" y="1526"/>
                </a:lnTo>
                <a:lnTo>
                  <a:pt x="8453" y="1533"/>
                </a:lnTo>
                <a:lnTo>
                  <a:pt x="8433" y="1530"/>
                </a:lnTo>
                <a:lnTo>
                  <a:pt x="8425" y="1523"/>
                </a:lnTo>
                <a:lnTo>
                  <a:pt x="8424" y="1514"/>
                </a:lnTo>
                <a:lnTo>
                  <a:pt x="8429" y="1502"/>
                </a:lnTo>
                <a:lnTo>
                  <a:pt x="8434" y="1494"/>
                </a:lnTo>
                <a:lnTo>
                  <a:pt x="8441" y="1486"/>
                </a:lnTo>
                <a:lnTo>
                  <a:pt x="8445" y="1474"/>
                </a:lnTo>
                <a:lnTo>
                  <a:pt x="8441" y="1466"/>
                </a:lnTo>
                <a:lnTo>
                  <a:pt x="8427" y="1456"/>
                </a:lnTo>
                <a:lnTo>
                  <a:pt x="8415" y="1451"/>
                </a:lnTo>
                <a:lnTo>
                  <a:pt x="8391" y="1441"/>
                </a:lnTo>
                <a:lnTo>
                  <a:pt x="8351" y="1417"/>
                </a:lnTo>
                <a:lnTo>
                  <a:pt x="8323" y="1391"/>
                </a:lnTo>
                <a:lnTo>
                  <a:pt x="8309" y="1366"/>
                </a:lnTo>
                <a:lnTo>
                  <a:pt x="8307" y="1353"/>
                </a:lnTo>
                <a:lnTo>
                  <a:pt x="8306" y="1341"/>
                </a:lnTo>
                <a:lnTo>
                  <a:pt x="8297" y="1319"/>
                </a:lnTo>
                <a:lnTo>
                  <a:pt x="8289" y="1314"/>
                </a:lnTo>
                <a:lnTo>
                  <a:pt x="8282" y="1308"/>
                </a:lnTo>
                <a:lnTo>
                  <a:pt x="8272" y="1290"/>
                </a:lnTo>
                <a:lnTo>
                  <a:pt x="8271" y="1281"/>
                </a:lnTo>
                <a:lnTo>
                  <a:pt x="8271" y="1277"/>
                </a:lnTo>
                <a:lnTo>
                  <a:pt x="8275" y="1275"/>
                </a:lnTo>
                <a:lnTo>
                  <a:pt x="8287" y="1281"/>
                </a:lnTo>
                <a:lnTo>
                  <a:pt x="8298" y="1293"/>
                </a:lnTo>
                <a:lnTo>
                  <a:pt x="8309" y="1307"/>
                </a:lnTo>
                <a:lnTo>
                  <a:pt x="8321" y="1316"/>
                </a:lnTo>
                <a:lnTo>
                  <a:pt x="8325" y="1315"/>
                </a:lnTo>
                <a:lnTo>
                  <a:pt x="8325" y="1311"/>
                </a:lnTo>
                <a:lnTo>
                  <a:pt x="8325" y="1308"/>
                </a:lnTo>
                <a:lnTo>
                  <a:pt x="8329" y="1307"/>
                </a:lnTo>
                <a:lnTo>
                  <a:pt x="8336" y="1313"/>
                </a:lnTo>
                <a:lnTo>
                  <a:pt x="8344" y="1322"/>
                </a:lnTo>
                <a:lnTo>
                  <a:pt x="8353" y="1336"/>
                </a:lnTo>
                <a:lnTo>
                  <a:pt x="8361" y="1334"/>
                </a:lnTo>
                <a:lnTo>
                  <a:pt x="8361" y="1317"/>
                </a:lnTo>
                <a:lnTo>
                  <a:pt x="8362" y="1305"/>
                </a:lnTo>
                <a:lnTo>
                  <a:pt x="8373" y="1288"/>
                </a:lnTo>
                <a:lnTo>
                  <a:pt x="8380" y="1286"/>
                </a:lnTo>
                <a:lnTo>
                  <a:pt x="8387" y="1285"/>
                </a:lnTo>
                <a:lnTo>
                  <a:pt x="8397" y="1275"/>
                </a:lnTo>
                <a:lnTo>
                  <a:pt x="8398" y="1268"/>
                </a:lnTo>
                <a:lnTo>
                  <a:pt x="8396" y="1260"/>
                </a:lnTo>
                <a:lnTo>
                  <a:pt x="8376" y="1251"/>
                </a:lnTo>
                <a:lnTo>
                  <a:pt x="8363" y="1250"/>
                </a:lnTo>
                <a:lnTo>
                  <a:pt x="8348" y="1248"/>
                </a:lnTo>
                <a:lnTo>
                  <a:pt x="8326" y="1238"/>
                </a:lnTo>
                <a:lnTo>
                  <a:pt x="8322" y="1230"/>
                </a:lnTo>
                <a:lnTo>
                  <a:pt x="8318" y="1226"/>
                </a:lnTo>
                <a:lnTo>
                  <a:pt x="8291" y="1218"/>
                </a:lnTo>
                <a:lnTo>
                  <a:pt x="8215" y="1208"/>
                </a:lnTo>
                <a:lnTo>
                  <a:pt x="8146" y="1205"/>
                </a:lnTo>
                <a:lnTo>
                  <a:pt x="8086" y="1201"/>
                </a:lnTo>
                <a:lnTo>
                  <a:pt x="7991" y="1186"/>
                </a:lnTo>
                <a:lnTo>
                  <a:pt x="7926" y="1166"/>
                </a:lnTo>
                <a:lnTo>
                  <a:pt x="7899" y="1146"/>
                </a:lnTo>
                <a:lnTo>
                  <a:pt x="7891" y="1131"/>
                </a:lnTo>
                <a:lnTo>
                  <a:pt x="7890" y="1123"/>
                </a:lnTo>
                <a:lnTo>
                  <a:pt x="7891" y="1115"/>
                </a:lnTo>
                <a:lnTo>
                  <a:pt x="7900" y="1106"/>
                </a:lnTo>
                <a:lnTo>
                  <a:pt x="7914" y="1106"/>
                </a:lnTo>
                <a:lnTo>
                  <a:pt x="7928" y="1114"/>
                </a:lnTo>
                <a:lnTo>
                  <a:pt x="7934" y="1121"/>
                </a:lnTo>
                <a:lnTo>
                  <a:pt x="7941" y="1127"/>
                </a:lnTo>
                <a:lnTo>
                  <a:pt x="7970" y="1125"/>
                </a:lnTo>
                <a:lnTo>
                  <a:pt x="7988" y="1118"/>
                </a:lnTo>
                <a:lnTo>
                  <a:pt x="8007" y="1108"/>
                </a:lnTo>
                <a:lnTo>
                  <a:pt x="8021" y="1095"/>
                </a:lnTo>
                <a:lnTo>
                  <a:pt x="8022" y="1085"/>
                </a:lnTo>
                <a:lnTo>
                  <a:pt x="8010" y="1070"/>
                </a:lnTo>
                <a:lnTo>
                  <a:pt x="7964" y="1043"/>
                </a:lnTo>
                <a:lnTo>
                  <a:pt x="7926" y="1023"/>
                </a:lnTo>
                <a:lnTo>
                  <a:pt x="7860" y="991"/>
                </a:lnTo>
                <a:lnTo>
                  <a:pt x="7827" y="981"/>
                </a:lnTo>
                <a:lnTo>
                  <a:pt x="7821" y="983"/>
                </a:lnTo>
                <a:lnTo>
                  <a:pt x="7821" y="993"/>
                </a:lnTo>
                <a:lnTo>
                  <a:pt x="7825" y="1005"/>
                </a:lnTo>
                <a:lnTo>
                  <a:pt x="7828" y="1016"/>
                </a:lnTo>
                <a:lnTo>
                  <a:pt x="7825" y="1031"/>
                </a:lnTo>
                <a:lnTo>
                  <a:pt x="7820" y="1032"/>
                </a:lnTo>
                <a:lnTo>
                  <a:pt x="7812" y="1031"/>
                </a:lnTo>
                <a:lnTo>
                  <a:pt x="7791" y="1016"/>
                </a:lnTo>
                <a:lnTo>
                  <a:pt x="7781" y="1005"/>
                </a:lnTo>
                <a:lnTo>
                  <a:pt x="7772" y="992"/>
                </a:lnTo>
                <a:lnTo>
                  <a:pt x="7770" y="981"/>
                </a:lnTo>
                <a:lnTo>
                  <a:pt x="7775" y="979"/>
                </a:lnTo>
                <a:lnTo>
                  <a:pt x="7779" y="978"/>
                </a:lnTo>
                <a:lnTo>
                  <a:pt x="7788" y="977"/>
                </a:lnTo>
                <a:lnTo>
                  <a:pt x="7795" y="968"/>
                </a:lnTo>
                <a:lnTo>
                  <a:pt x="7792" y="961"/>
                </a:lnTo>
                <a:lnTo>
                  <a:pt x="7790" y="958"/>
                </a:lnTo>
                <a:lnTo>
                  <a:pt x="7791" y="954"/>
                </a:lnTo>
                <a:lnTo>
                  <a:pt x="7803" y="952"/>
                </a:lnTo>
                <a:lnTo>
                  <a:pt x="7817" y="955"/>
                </a:lnTo>
                <a:lnTo>
                  <a:pt x="7832" y="957"/>
                </a:lnTo>
                <a:lnTo>
                  <a:pt x="7849" y="953"/>
                </a:lnTo>
                <a:lnTo>
                  <a:pt x="7854" y="939"/>
                </a:lnTo>
                <a:lnTo>
                  <a:pt x="7846" y="921"/>
                </a:lnTo>
                <a:lnTo>
                  <a:pt x="7834" y="913"/>
                </a:lnTo>
                <a:lnTo>
                  <a:pt x="7825" y="907"/>
                </a:lnTo>
                <a:lnTo>
                  <a:pt x="7827" y="894"/>
                </a:lnTo>
                <a:lnTo>
                  <a:pt x="7838" y="885"/>
                </a:lnTo>
                <a:lnTo>
                  <a:pt x="7842" y="882"/>
                </a:lnTo>
                <a:lnTo>
                  <a:pt x="7843" y="878"/>
                </a:lnTo>
                <a:lnTo>
                  <a:pt x="7827" y="873"/>
                </a:lnTo>
                <a:lnTo>
                  <a:pt x="7801" y="873"/>
                </a:lnTo>
                <a:lnTo>
                  <a:pt x="7785" y="873"/>
                </a:lnTo>
                <a:lnTo>
                  <a:pt x="7762" y="878"/>
                </a:lnTo>
                <a:lnTo>
                  <a:pt x="7751" y="885"/>
                </a:lnTo>
                <a:lnTo>
                  <a:pt x="7750" y="900"/>
                </a:lnTo>
                <a:lnTo>
                  <a:pt x="7752" y="909"/>
                </a:lnTo>
                <a:lnTo>
                  <a:pt x="7755" y="926"/>
                </a:lnTo>
                <a:lnTo>
                  <a:pt x="7750" y="936"/>
                </a:lnTo>
                <a:lnTo>
                  <a:pt x="7740" y="936"/>
                </a:lnTo>
                <a:lnTo>
                  <a:pt x="7733" y="934"/>
                </a:lnTo>
                <a:lnTo>
                  <a:pt x="7708" y="927"/>
                </a:lnTo>
                <a:lnTo>
                  <a:pt x="7689" y="923"/>
                </a:lnTo>
                <a:lnTo>
                  <a:pt x="7682" y="922"/>
                </a:lnTo>
                <a:lnTo>
                  <a:pt x="7674" y="909"/>
                </a:lnTo>
                <a:lnTo>
                  <a:pt x="7673" y="901"/>
                </a:lnTo>
                <a:lnTo>
                  <a:pt x="7671" y="890"/>
                </a:lnTo>
                <a:lnTo>
                  <a:pt x="7652" y="860"/>
                </a:lnTo>
                <a:lnTo>
                  <a:pt x="7638" y="847"/>
                </a:lnTo>
                <a:lnTo>
                  <a:pt x="7619" y="832"/>
                </a:lnTo>
                <a:lnTo>
                  <a:pt x="7603" y="829"/>
                </a:lnTo>
                <a:lnTo>
                  <a:pt x="7597" y="837"/>
                </a:lnTo>
                <a:lnTo>
                  <a:pt x="7593" y="844"/>
                </a:lnTo>
                <a:lnTo>
                  <a:pt x="7590" y="850"/>
                </a:lnTo>
                <a:lnTo>
                  <a:pt x="7579" y="859"/>
                </a:lnTo>
                <a:lnTo>
                  <a:pt x="7554" y="868"/>
                </a:lnTo>
                <a:lnTo>
                  <a:pt x="7508" y="868"/>
                </a:lnTo>
                <a:lnTo>
                  <a:pt x="7457" y="855"/>
                </a:lnTo>
                <a:lnTo>
                  <a:pt x="7433" y="844"/>
                </a:lnTo>
                <a:lnTo>
                  <a:pt x="7412" y="833"/>
                </a:lnTo>
                <a:lnTo>
                  <a:pt x="7387" y="829"/>
                </a:lnTo>
                <a:lnTo>
                  <a:pt x="7376" y="831"/>
                </a:lnTo>
                <a:lnTo>
                  <a:pt x="7374" y="835"/>
                </a:lnTo>
                <a:lnTo>
                  <a:pt x="7369" y="844"/>
                </a:lnTo>
                <a:lnTo>
                  <a:pt x="7370" y="863"/>
                </a:lnTo>
                <a:lnTo>
                  <a:pt x="7382" y="878"/>
                </a:lnTo>
                <a:lnTo>
                  <a:pt x="7404" y="887"/>
                </a:lnTo>
                <a:lnTo>
                  <a:pt x="7417" y="888"/>
                </a:lnTo>
                <a:lnTo>
                  <a:pt x="7425" y="889"/>
                </a:lnTo>
                <a:lnTo>
                  <a:pt x="7448" y="898"/>
                </a:lnTo>
                <a:lnTo>
                  <a:pt x="7491" y="926"/>
                </a:lnTo>
                <a:lnTo>
                  <a:pt x="7520" y="951"/>
                </a:lnTo>
                <a:lnTo>
                  <a:pt x="7555" y="984"/>
                </a:lnTo>
                <a:lnTo>
                  <a:pt x="7570" y="1008"/>
                </a:lnTo>
                <a:lnTo>
                  <a:pt x="7563" y="1014"/>
                </a:lnTo>
                <a:lnTo>
                  <a:pt x="7553" y="1015"/>
                </a:lnTo>
                <a:lnTo>
                  <a:pt x="7537" y="1013"/>
                </a:lnTo>
                <a:lnTo>
                  <a:pt x="7493" y="997"/>
                </a:lnTo>
                <a:lnTo>
                  <a:pt x="7456" y="978"/>
                </a:lnTo>
                <a:lnTo>
                  <a:pt x="7443" y="966"/>
                </a:lnTo>
                <a:lnTo>
                  <a:pt x="7445" y="960"/>
                </a:lnTo>
                <a:lnTo>
                  <a:pt x="7452" y="960"/>
                </a:lnTo>
                <a:lnTo>
                  <a:pt x="7461" y="959"/>
                </a:lnTo>
                <a:lnTo>
                  <a:pt x="7467" y="948"/>
                </a:lnTo>
                <a:lnTo>
                  <a:pt x="7464" y="940"/>
                </a:lnTo>
                <a:lnTo>
                  <a:pt x="7457" y="933"/>
                </a:lnTo>
                <a:lnTo>
                  <a:pt x="7438" y="928"/>
                </a:lnTo>
                <a:lnTo>
                  <a:pt x="7426" y="931"/>
                </a:lnTo>
                <a:lnTo>
                  <a:pt x="7413" y="934"/>
                </a:lnTo>
                <a:lnTo>
                  <a:pt x="7386" y="933"/>
                </a:lnTo>
                <a:lnTo>
                  <a:pt x="7363" y="923"/>
                </a:lnTo>
                <a:lnTo>
                  <a:pt x="7347" y="907"/>
                </a:lnTo>
                <a:lnTo>
                  <a:pt x="7346" y="896"/>
                </a:lnTo>
                <a:lnTo>
                  <a:pt x="7345" y="887"/>
                </a:lnTo>
                <a:lnTo>
                  <a:pt x="7329" y="868"/>
                </a:lnTo>
                <a:lnTo>
                  <a:pt x="7317" y="863"/>
                </a:lnTo>
                <a:lnTo>
                  <a:pt x="7310" y="859"/>
                </a:lnTo>
                <a:lnTo>
                  <a:pt x="7302" y="851"/>
                </a:lnTo>
                <a:lnTo>
                  <a:pt x="7297" y="830"/>
                </a:lnTo>
                <a:lnTo>
                  <a:pt x="7301" y="812"/>
                </a:lnTo>
                <a:lnTo>
                  <a:pt x="7306" y="789"/>
                </a:lnTo>
                <a:lnTo>
                  <a:pt x="7301" y="783"/>
                </a:lnTo>
                <a:lnTo>
                  <a:pt x="7289" y="798"/>
                </a:lnTo>
                <a:lnTo>
                  <a:pt x="7281" y="807"/>
                </a:lnTo>
                <a:lnTo>
                  <a:pt x="7270" y="817"/>
                </a:lnTo>
                <a:lnTo>
                  <a:pt x="7259" y="818"/>
                </a:lnTo>
                <a:lnTo>
                  <a:pt x="7247" y="810"/>
                </a:lnTo>
                <a:lnTo>
                  <a:pt x="7240" y="803"/>
                </a:lnTo>
                <a:lnTo>
                  <a:pt x="7230" y="791"/>
                </a:lnTo>
                <a:lnTo>
                  <a:pt x="7225" y="772"/>
                </a:lnTo>
                <a:lnTo>
                  <a:pt x="7235" y="759"/>
                </a:lnTo>
                <a:lnTo>
                  <a:pt x="7260" y="753"/>
                </a:lnTo>
                <a:lnTo>
                  <a:pt x="7279" y="752"/>
                </a:lnTo>
                <a:lnTo>
                  <a:pt x="7289" y="752"/>
                </a:lnTo>
                <a:lnTo>
                  <a:pt x="7304" y="746"/>
                </a:lnTo>
                <a:lnTo>
                  <a:pt x="7316" y="738"/>
                </a:lnTo>
                <a:lnTo>
                  <a:pt x="7322" y="723"/>
                </a:lnTo>
                <a:lnTo>
                  <a:pt x="7325" y="716"/>
                </a:lnTo>
                <a:lnTo>
                  <a:pt x="7327" y="698"/>
                </a:lnTo>
                <a:lnTo>
                  <a:pt x="7321" y="693"/>
                </a:lnTo>
                <a:lnTo>
                  <a:pt x="7314" y="705"/>
                </a:lnTo>
                <a:lnTo>
                  <a:pt x="7304" y="715"/>
                </a:lnTo>
                <a:lnTo>
                  <a:pt x="7279" y="720"/>
                </a:lnTo>
                <a:lnTo>
                  <a:pt x="7263" y="716"/>
                </a:lnTo>
                <a:lnTo>
                  <a:pt x="7233" y="703"/>
                </a:lnTo>
                <a:lnTo>
                  <a:pt x="7216" y="697"/>
                </a:lnTo>
                <a:lnTo>
                  <a:pt x="7203" y="693"/>
                </a:lnTo>
                <a:lnTo>
                  <a:pt x="7197" y="689"/>
                </a:lnTo>
                <a:lnTo>
                  <a:pt x="7185" y="684"/>
                </a:lnTo>
                <a:lnTo>
                  <a:pt x="7161" y="679"/>
                </a:lnTo>
                <a:lnTo>
                  <a:pt x="7148" y="678"/>
                </a:lnTo>
                <a:lnTo>
                  <a:pt x="7133" y="683"/>
                </a:lnTo>
                <a:lnTo>
                  <a:pt x="7130" y="700"/>
                </a:lnTo>
                <a:lnTo>
                  <a:pt x="7138" y="727"/>
                </a:lnTo>
                <a:lnTo>
                  <a:pt x="7147" y="744"/>
                </a:lnTo>
                <a:lnTo>
                  <a:pt x="7156" y="760"/>
                </a:lnTo>
                <a:lnTo>
                  <a:pt x="7156" y="775"/>
                </a:lnTo>
                <a:lnTo>
                  <a:pt x="7152" y="779"/>
                </a:lnTo>
                <a:lnTo>
                  <a:pt x="7147" y="779"/>
                </a:lnTo>
                <a:lnTo>
                  <a:pt x="7139" y="778"/>
                </a:lnTo>
                <a:lnTo>
                  <a:pt x="7126" y="765"/>
                </a:lnTo>
                <a:lnTo>
                  <a:pt x="7121" y="755"/>
                </a:lnTo>
                <a:lnTo>
                  <a:pt x="7109" y="717"/>
                </a:lnTo>
                <a:lnTo>
                  <a:pt x="7083" y="640"/>
                </a:lnTo>
                <a:lnTo>
                  <a:pt x="7072" y="603"/>
                </a:lnTo>
                <a:lnTo>
                  <a:pt x="7061" y="543"/>
                </a:lnTo>
                <a:lnTo>
                  <a:pt x="7062" y="517"/>
                </a:lnTo>
                <a:lnTo>
                  <a:pt x="7067" y="509"/>
                </a:lnTo>
                <a:lnTo>
                  <a:pt x="7078" y="518"/>
                </a:lnTo>
                <a:lnTo>
                  <a:pt x="7089" y="543"/>
                </a:lnTo>
                <a:lnTo>
                  <a:pt x="7097" y="560"/>
                </a:lnTo>
                <a:lnTo>
                  <a:pt x="7106" y="575"/>
                </a:lnTo>
                <a:lnTo>
                  <a:pt x="7108" y="575"/>
                </a:lnTo>
                <a:lnTo>
                  <a:pt x="7109" y="572"/>
                </a:lnTo>
                <a:lnTo>
                  <a:pt x="7110" y="569"/>
                </a:lnTo>
                <a:lnTo>
                  <a:pt x="7116" y="568"/>
                </a:lnTo>
                <a:lnTo>
                  <a:pt x="7132" y="577"/>
                </a:lnTo>
                <a:lnTo>
                  <a:pt x="7147" y="589"/>
                </a:lnTo>
                <a:lnTo>
                  <a:pt x="7169" y="608"/>
                </a:lnTo>
                <a:lnTo>
                  <a:pt x="7181" y="610"/>
                </a:lnTo>
                <a:lnTo>
                  <a:pt x="7183" y="600"/>
                </a:lnTo>
                <a:lnTo>
                  <a:pt x="7183" y="589"/>
                </a:lnTo>
                <a:lnTo>
                  <a:pt x="7184" y="572"/>
                </a:lnTo>
                <a:lnTo>
                  <a:pt x="7195" y="568"/>
                </a:lnTo>
                <a:lnTo>
                  <a:pt x="7208" y="578"/>
                </a:lnTo>
                <a:lnTo>
                  <a:pt x="7216" y="583"/>
                </a:lnTo>
                <a:lnTo>
                  <a:pt x="7227" y="588"/>
                </a:lnTo>
                <a:lnTo>
                  <a:pt x="7239" y="578"/>
                </a:lnTo>
                <a:lnTo>
                  <a:pt x="7245" y="556"/>
                </a:lnTo>
                <a:lnTo>
                  <a:pt x="7248" y="531"/>
                </a:lnTo>
                <a:lnTo>
                  <a:pt x="7240" y="463"/>
                </a:lnTo>
                <a:lnTo>
                  <a:pt x="7219" y="394"/>
                </a:lnTo>
                <a:lnTo>
                  <a:pt x="7200" y="358"/>
                </a:lnTo>
                <a:lnTo>
                  <a:pt x="7186" y="345"/>
                </a:lnTo>
                <a:lnTo>
                  <a:pt x="7180" y="344"/>
                </a:lnTo>
                <a:lnTo>
                  <a:pt x="7173" y="345"/>
                </a:lnTo>
                <a:lnTo>
                  <a:pt x="7171" y="355"/>
                </a:lnTo>
                <a:lnTo>
                  <a:pt x="7174" y="363"/>
                </a:lnTo>
                <a:lnTo>
                  <a:pt x="7179" y="372"/>
                </a:lnTo>
                <a:lnTo>
                  <a:pt x="7171" y="380"/>
                </a:lnTo>
                <a:lnTo>
                  <a:pt x="7149" y="376"/>
                </a:lnTo>
                <a:lnTo>
                  <a:pt x="7121" y="362"/>
                </a:lnTo>
                <a:lnTo>
                  <a:pt x="7107" y="350"/>
                </a:lnTo>
                <a:lnTo>
                  <a:pt x="7087" y="332"/>
                </a:lnTo>
                <a:lnTo>
                  <a:pt x="7077" y="330"/>
                </a:lnTo>
                <a:lnTo>
                  <a:pt x="7074" y="340"/>
                </a:lnTo>
                <a:lnTo>
                  <a:pt x="7074" y="350"/>
                </a:lnTo>
                <a:lnTo>
                  <a:pt x="7073" y="363"/>
                </a:lnTo>
                <a:lnTo>
                  <a:pt x="7064" y="379"/>
                </a:lnTo>
                <a:lnTo>
                  <a:pt x="7056" y="380"/>
                </a:lnTo>
                <a:lnTo>
                  <a:pt x="7049" y="382"/>
                </a:lnTo>
                <a:lnTo>
                  <a:pt x="7040" y="397"/>
                </a:lnTo>
                <a:lnTo>
                  <a:pt x="7039" y="409"/>
                </a:lnTo>
                <a:lnTo>
                  <a:pt x="7037" y="421"/>
                </a:lnTo>
                <a:lnTo>
                  <a:pt x="7027" y="428"/>
                </a:lnTo>
                <a:lnTo>
                  <a:pt x="7009" y="416"/>
                </a:lnTo>
                <a:lnTo>
                  <a:pt x="6991" y="388"/>
                </a:lnTo>
                <a:lnTo>
                  <a:pt x="6982" y="368"/>
                </a:lnTo>
                <a:lnTo>
                  <a:pt x="6974" y="350"/>
                </a:lnTo>
                <a:lnTo>
                  <a:pt x="6962" y="334"/>
                </a:lnTo>
                <a:lnTo>
                  <a:pt x="6956" y="331"/>
                </a:lnTo>
                <a:lnTo>
                  <a:pt x="6953" y="333"/>
                </a:lnTo>
                <a:lnTo>
                  <a:pt x="6949" y="338"/>
                </a:lnTo>
                <a:lnTo>
                  <a:pt x="6950" y="363"/>
                </a:lnTo>
                <a:lnTo>
                  <a:pt x="6971" y="445"/>
                </a:lnTo>
                <a:lnTo>
                  <a:pt x="7004" y="554"/>
                </a:lnTo>
                <a:lnTo>
                  <a:pt x="7011" y="581"/>
                </a:lnTo>
                <a:lnTo>
                  <a:pt x="7019" y="625"/>
                </a:lnTo>
                <a:lnTo>
                  <a:pt x="7019" y="654"/>
                </a:lnTo>
                <a:lnTo>
                  <a:pt x="7012" y="663"/>
                </a:lnTo>
                <a:lnTo>
                  <a:pt x="7006" y="664"/>
                </a:lnTo>
                <a:lnTo>
                  <a:pt x="7002" y="662"/>
                </a:lnTo>
                <a:lnTo>
                  <a:pt x="6993" y="656"/>
                </a:lnTo>
                <a:lnTo>
                  <a:pt x="6984" y="656"/>
                </a:lnTo>
                <a:lnTo>
                  <a:pt x="6992" y="673"/>
                </a:lnTo>
                <a:lnTo>
                  <a:pt x="7012" y="695"/>
                </a:lnTo>
                <a:lnTo>
                  <a:pt x="7029" y="713"/>
                </a:lnTo>
                <a:lnTo>
                  <a:pt x="7029" y="725"/>
                </a:lnTo>
                <a:lnTo>
                  <a:pt x="7012" y="725"/>
                </a:lnTo>
                <a:lnTo>
                  <a:pt x="7000" y="726"/>
                </a:lnTo>
                <a:lnTo>
                  <a:pt x="6985" y="735"/>
                </a:lnTo>
                <a:lnTo>
                  <a:pt x="6984" y="743"/>
                </a:lnTo>
                <a:lnTo>
                  <a:pt x="6982" y="750"/>
                </a:lnTo>
                <a:lnTo>
                  <a:pt x="6962" y="759"/>
                </a:lnTo>
                <a:lnTo>
                  <a:pt x="6947" y="760"/>
                </a:lnTo>
                <a:lnTo>
                  <a:pt x="6933" y="763"/>
                </a:lnTo>
                <a:lnTo>
                  <a:pt x="6918" y="772"/>
                </a:lnTo>
                <a:lnTo>
                  <a:pt x="6911" y="782"/>
                </a:lnTo>
                <a:lnTo>
                  <a:pt x="6911" y="788"/>
                </a:lnTo>
                <a:lnTo>
                  <a:pt x="6912" y="797"/>
                </a:lnTo>
                <a:lnTo>
                  <a:pt x="6920" y="810"/>
                </a:lnTo>
                <a:lnTo>
                  <a:pt x="6936" y="817"/>
                </a:lnTo>
                <a:lnTo>
                  <a:pt x="6962" y="818"/>
                </a:lnTo>
                <a:lnTo>
                  <a:pt x="6980" y="817"/>
                </a:lnTo>
                <a:lnTo>
                  <a:pt x="6993" y="816"/>
                </a:lnTo>
                <a:lnTo>
                  <a:pt x="7003" y="822"/>
                </a:lnTo>
                <a:lnTo>
                  <a:pt x="6996" y="837"/>
                </a:lnTo>
                <a:lnTo>
                  <a:pt x="6974" y="854"/>
                </a:lnTo>
                <a:lnTo>
                  <a:pt x="6958" y="863"/>
                </a:lnTo>
                <a:lnTo>
                  <a:pt x="6945" y="868"/>
                </a:lnTo>
                <a:lnTo>
                  <a:pt x="6925" y="873"/>
                </a:lnTo>
                <a:lnTo>
                  <a:pt x="6915" y="868"/>
                </a:lnTo>
                <a:lnTo>
                  <a:pt x="6906" y="852"/>
                </a:lnTo>
                <a:lnTo>
                  <a:pt x="6903" y="837"/>
                </a:lnTo>
                <a:lnTo>
                  <a:pt x="6893" y="804"/>
                </a:lnTo>
                <a:lnTo>
                  <a:pt x="6863" y="750"/>
                </a:lnTo>
                <a:lnTo>
                  <a:pt x="6822" y="709"/>
                </a:lnTo>
                <a:lnTo>
                  <a:pt x="6770" y="684"/>
                </a:lnTo>
                <a:lnTo>
                  <a:pt x="6739" y="678"/>
                </a:lnTo>
                <a:lnTo>
                  <a:pt x="6706" y="672"/>
                </a:lnTo>
                <a:lnTo>
                  <a:pt x="6651" y="653"/>
                </a:lnTo>
                <a:lnTo>
                  <a:pt x="6639" y="643"/>
                </a:lnTo>
                <a:lnTo>
                  <a:pt x="6630" y="633"/>
                </a:lnTo>
                <a:lnTo>
                  <a:pt x="6607" y="622"/>
                </a:lnTo>
                <a:lnTo>
                  <a:pt x="6598" y="623"/>
                </a:lnTo>
                <a:lnTo>
                  <a:pt x="6589" y="625"/>
                </a:lnTo>
                <a:lnTo>
                  <a:pt x="6586" y="622"/>
                </a:lnTo>
                <a:lnTo>
                  <a:pt x="6590" y="619"/>
                </a:lnTo>
                <a:lnTo>
                  <a:pt x="6595" y="616"/>
                </a:lnTo>
                <a:lnTo>
                  <a:pt x="6591" y="597"/>
                </a:lnTo>
                <a:lnTo>
                  <a:pt x="6583" y="587"/>
                </a:lnTo>
                <a:lnTo>
                  <a:pt x="6572" y="571"/>
                </a:lnTo>
                <a:lnTo>
                  <a:pt x="6568" y="558"/>
                </a:lnTo>
                <a:lnTo>
                  <a:pt x="6572" y="553"/>
                </a:lnTo>
                <a:lnTo>
                  <a:pt x="6586" y="553"/>
                </a:lnTo>
                <a:lnTo>
                  <a:pt x="6622" y="566"/>
                </a:lnTo>
                <a:lnTo>
                  <a:pt x="6647" y="580"/>
                </a:lnTo>
                <a:lnTo>
                  <a:pt x="6675" y="595"/>
                </a:lnTo>
                <a:lnTo>
                  <a:pt x="6715" y="612"/>
                </a:lnTo>
                <a:lnTo>
                  <a:pt x="6743" y="612"/>
                </a:lnTo>
                <a:lnTo>
                  <a:pt x="6769" y="593"/>
                </a:lnTo>
                <a:lnTo>
                  <a:pt x="6784" y="576"/>
                </a:lnTo>
                <a:lnTo>
                  <a:pt x="6822" y="534"/>
                </a:lnTo>
                <a:lnTo>
                  <a:pt x="6833" y="576"/>
                </a:lnTo>
                <a:lnTo>
                  <a:pt x="6837" y="591"/>
                </a:lnTo>
                <a:lnTo>
                  <a:pt x="6849" y="609"/>
                </a:lnTo>
                <a:lnTo>
                  <a:pt x="6863" y="616"/>
                </a:lnTo>
                <a:lnTo>
                  <a:pt x="6878" y="608"/>
                </a:lnTo>
                <a:lnTo>
                  <a:pt x="6884" y="597"/>
                </a:lnTo>
                <a:lnTo>
                  <a:pt x="6891" y="591"/>
                </a:lnTo>
                <a:lnTo>
                  <a:pt x="6907" y="588"/>
                </a:lnTo>
                <a:lnTo>
                  <a:pt x="6915" y="591"/>
                </a:lnTo>
                <a:lnTo>
                  <a:pt x="6920" y="593"/>
                </a:lnTo>
                <a:lnTo>
                  <a:pt x="6926" y="594"/>
                </a:lnTo>
                <a:lnTo>
                  <a:pt x="6929" y="585"/>
                </a:lnTo>
                <a:lnTo>
                  <a:pt x="6924" y="570"/>
                </a:lnTo>
                <a:lnTo>
                  <a:pt x="6920" y="557"/>
                </a:lnTo>
                <a:lnTo>
                  <a:pt x="6924" y="525"/>
                </a:lnTo>
                <a:lnTo>
                  <a:pt x="6933" y="513"/>
                </a:lnTo>
                <a:lnTo>
                  <a:pt x="6940" y="505"/>
                </a:lnTo>
                <a:lnTo>
                  <a:pt x="6945" y="493"/>
                </a:lnTo>
                <a:lnTo>
                  <a:pt x="6943" y="482"/>
                </a:lnTo>
                <a:lnTo>
                  <a:pt x="6933" y="473"/>
                </a:lnTo>
                <a:lnTo>
                  <a:pt x="6924" y="469"/>
                </a:lnTo>
                <a:lnTo>
                  <a:pt x="6912" y="460"/>
                </a:lnTo>
                <a:lnTo>
                  <a:pt x="6895" y="440"/>
                </a:lnTo>
                <a:lnTo>
                  <a:pt x="6893" y="431"/>
                </a:lnTo>
                <a:lnTo>
                  <a:pt x="6892" y="425"/>
                </a:lnTo>
                <a:lnTo>
                  <a:pt x="6882" y="407"/>
                </a:lnTo>
                <a:lnTo>
                  <a:pt x="6853" y="375"/>
                </a:lnTo>
                <a:lnTo>
                  <a:pt x="6798" y="326"/>
                </a:lnTo>
                <a:lnTo>
                  <a:pt x="6745" y="288"/>
                </a:lnTo>
                <a:lnTo>
                  <a:pt x="6724" y="279"/>
                </a:lnTo>
                <a:lnTo>
                  <a:pt x="6701" y="272"/>
                </a:lnTo>
                <a:lnTo>
                  <a:pt x="6696" y="281"/>
                </a:lnTo>
                <a:lnTo>
                  <a:pt x="6712" y="301"/>
                </a:lnTo>
                <a:lnTo>
                  <a:pt x="6736" y="330"/>
                </a:lnTo>
                <a:lnTo>
                  <a:pt x="6757" y="347"/>
                </a:lnTo>
                <a:lnTo>
                  <a:pt x="6763" y="354"/>
                </a:lnTo>
                <a:lnTo>
                  <a:pt x="6766" y="367"/>
                </a:lnTo>
                <a:lnTo>
                  <a:pt x="6762" y="371"/>
                </a:lnTo>
                <a:lnTo>
                  <a:pt x="6756" y="376"/>
                </a:lnTo>
                <a:lnTo>
                  <a:pt x="6736" y="371"/>
                </a:lnTo>
                <a:lnTo>
                  <a:pt x="6726" y="364"/>
                </a:lnTo>
                <a:lnTo>
                  <a:pt x="6698" y="341"/>
                </a:lnTo>
                <a:lnTo>
                  <a:pt x="6658" y="308"/>
                </a:lnTo>
                <a:lnTo>
                  <a:pt x="6632" y="288"/>
                </a:lnTo>
                <a:lnTo>
                  <a:pt x="6625" y="276"/>
                </a:lnTo>
                <a:lnTo>
                  <a:pt x="6637" y="272"/>
                </a:lnTo>
                <a:lnTo>
                  <a:pt x="6648" y="271"/>
                </a:lnTo>
                <a:lnTo>
                  <a:pt x="6667" y="271"/>
                </a:lnTo>
                <a:lnTo>
                  <a:pt x="6672" y="264"/>
                </a:lnTo>
                <a:lnTo>
                  <a:pt x="6659" y="255"/>
                </a:lnTo>
                <a:lnTo>
                  <a:pt x="6646" y="250"/>
                </a:lnTo>
                <a:lnTo>
                  <a:pt x="6598" y="245"/>
                </a:lnTo>
                <a:lnTo>
                  <a:pt x="6572" y="249"/>
                </a:lnTo>
                <a:lnTo>
                  <a:pt x="6541" y="252"/>
                </a:lnTo>
                <a:lnTo>
                  <a:pt x="6519" y="247"/>
                </a:lnTo>
                <a:lnTo>
                  <a:pt x="6513" y="238"/>
                </a:lnTo>
                <a:lnTo>
                  <a:pt x="6512" y="230"/>
                </a:lnTo>
                <a:lnTo>
                  <a:pt x="6513" y="222"/>
                </a:lnTo>
                <a:lnTo>
                  <a:pt x="6516" y="213"/>
                </a:lnTo>
                <a:lnTo>
                  <a:pt x="6525" y="208"/>
                </a:lnTo>
                <a:lnTo>
                  <a:pt x="6537" y="208"/>
                </a:lnTo>
                <a:lnTo>
                  <a:pt x="6545" y="210"/>
                </a:lnTo>
                <a:lnTo>
                  <a:pt x="6561" y="216"/>
                </a:lnTo>
                <a:lnTo>
                  <a:pt x="6563" y="212"/>
                </a:lnTo>
                <a:lnTo>
                  <a:pt x="6549" y="201"/>
                </a:lnTo>
                <a:lnTo>
                  <a:pt x="6541" y="196"/>
                </a:lnTo>
                <a:lnTo>
                  <a:pt x="6528" y="192"/>
                </a:lnTo>
                <a:lnTo>
                  <a:pt x="6517" y="193"/>
                </a:lnTo>
                <a:lnTo>
                  <a:pt x="6506" y="203"/>
                </a:lnTo>
                <a:lnTo>
                  <a:pt x="6500" y="210"/>
                </a:lnTo>
                <a:lnTo>
                  <a:pt x="6490" y="220"/>
                </a:lnTo>
                <a:lnTo>
                  <a:pt x="6478" y="226"/>
                </a:lnTo>
                <a:lnTo>
                  <a:pt x="6472" y="222"/>
                </a:lnTo>
                <a:lnTo>
                  <a:pt x="6469" y="219"/>
                </a:lnTo>
                <a:lnTo>
                  <a:pt x="6462" y="212"/>
                </a:lnTo>
                <a:lnTo>
                  <a:pt x="6441" y="208"/>
                </a:lnTo>
                <a:lnTo>
                  <a:pt x="6429" y="212"/>
                </a:lnTo>
                <a:lnTo>
                  <a:pt x="6423" y="215"/>
                </a:lnTo>
                <a:lnTo>
                  <a:pt x="6422" y="222"/>
                </a:lnTo>
                <a:lnTo>
                  <a:pt x="6439" y="240"/>
                </a:lnTo>
                <a:lnTo>
                  <a:pt x="6471" y="257"/>
                </a:lnTo>
                <a:lnTo>
                  <a:pt x="6501" y="275"/>
                </a:lnTo>
                <a:lnTo>
                  <a:pt x="6563" y="318"/>
                </a:lnTo>
                <a:lnTo>
                  <a:pt x="6585" y="339"/>
                </a:lnTo>
                <a:lnTo>
                  <a:pt x="6631" y="385"/>
                </a:lnTo>
                <a:lnTo>
                  <a:pt x="6561" y="346"/>
                </a:lnTo>
                <a:lnTo>
                  <a:pt x="6533" y="332"/>
                </a:lnTo>
                <a:lnTo>
                  <a:pt x="6483" y="317"/>
                </a:lnTo>
                <a:lnTo>
                  <a:pt x="6471" y="319"/>
                </a:lnTo>
                <a:lnTo>
                  <a:pt x="6462" y="324"/>
                </a:lnTo>
                <a:lnTo>
                  <a:pt x="6458" y="322"/>
                </a:lnTo>
                <a:lnTo>
                  <a:pt x="6462" y="317"/>
                </a:lnTo>
                <a:lnTo>
                  <a:pt x="6464" y="314"/>
                </a:lnTo>
                <a:lnTo>
                  <a:pt x="6462" y="303"/>
                </a:lnTo>
                <a:lnTo>
                  <a:pt x="6445" y="283"/>
                </a:lnTo>
                <a:lnTo>
                  <a:pt x="6425" y="270"/>
                </a:lnTo>
                <a:lnTo>
                  <a:pt x="6412" y="262"/>
                </a:lnTo>
                <a:lnTo>
                  <a:pt x="6393" y="245"/>
                </a:lnTo>
                <a:lnTo>
                  <a:pt x="6382" y="228"/>
                </a:lnTo>
                <a:lnTo>
                  <a:pt x="6376" y="208"/>
                </a:lnTo>
                <a:lnTo>
                  <a:pt x="6376" y="197"/>
                </a:lnTo>
                <a:lnTo>
                  <a:pt x="6377" y="178"/>
                </a:lnTo>
                <a:lnTo>
                  <a:pt x="6370" y="130"/>
                </a:lnTo>
                <a:lnTo>
                  <a:pt x="6364" y="110"/>
                </a:lnTo>
                <a:lnTo>
                  <a:pt x="6358" y="91"/>
                </a:lnTo>
                <a:lnTo>
                  <a:pt x="6358" y="66"/>
                </a:lnTo>
                <a:lnTo>
                  <a:pt x="6363" y="51"/>
                </a:lnTo>
                <a:lnTo>
                  <a:pt x="6367" y="45"/>
                </a:lnTo>
                <a:lnTo>
                  <a:pt x="6373" y="37"/>
                </a:lnTo>
                <a:lnTo>
                  <a:pt x="6376" y="21"/>
                </a:lnTo>
                <a:lnTo>
                  <a:pt x="6370" y="8"/>
                </a:lnTo>
                <a:lnTo>
                  <a:pt x="6354" y="1"/>
                </a:lnTo>
                <a:lnTo>
                  <a:pt x="6343" y="0"/>
                </a:lnTo>
                <a:lnTo>
                  <a:pt x="6340" y="1"/>
                </a:lnTo>
                <a:lnTo>
                  <a:pt x="6337" y="15"/>
                </a:lnTo>
                <a:lnTo>
                  <a:pt x="6336" y="55"/>
                </a:lnTo>
                <a:lnTo>
                  <a:pt x="6340" y="94"/>
                </a:lnTo>
                <a:close/>
                <a:moveTo>
                  <a:pt x="4428" y="308"/>
                </a:moveTo>
                <a:lnTo>
                  <a:pt x="4427" y="315"/>
                </a:lnTo>
                <a:lnTo>
                  <a:pt x="4417" y="325"/>
                </a:lnTo>
                <a:lnTo>
                  <a:pt x="4409" y="326"/>
                </a:lnTo>
                <a:lnTo>
                  <a:pt x="4403" y="325"/>
                </a:lnTo>
                <a:lnTo>
                  <a:pt x="4392" y="315"/>
                </a:lnTo>
                <a:lnTo>
                  <a:pt x="4391" y="308"/>
                </a:lnTo>
                <a:lnTo>
                  <a:pt x="4392" y="301"/>
                </a:lnTo>
                <a:lnTo>
                  <a:pt x="4403" y="291"/>
                </a:lnTo>
                <a:lnTo>
                  <a:pt x="4409" y="290"/>
                </a:lnTo>
                <a:lnTo>
                  <a:pt x="4417" y="291"/>
                </a:lnTo>
                <a:lnTo>
                  <a:pt x="4427" y="301"/>
                </a:lnTo>
                <a:lnTo>
                  <a:pt x="4428" y="308"/>
                </a:lnTo>
                <a:close/>
                <a:moveTo>
                  <a:pt x="4192" y="344"/>
                </a:moveTo>
                <a:lnTo>
                  <a:pt x="4190" y="357"/>
                </a:lnTo>
                <a:lnTo>
                  <a:pt x="4184" y="363"/>
                </a:lnTo>
                <a:lnTo>
                  <a:pt x="4174" y="357"/>
                </a:lnTo>
                <a:lnTo>
                  <a:pt x="4165" y="344"/>
                </a:lnTo>
                <a:lnTo>
                  <a:pt x="4161" y="337"/>
                </a:lnTo>
                <a:lnTo>
                  <a:pt x="4166" y="327"/>
                </a:lnTo>
                <a:lnTo>
                  <a:pt x="4172" y="326"/>
                </a:lnTo>
                <a:lnTo>
                  <a:pt x="4180" y="327"/>
                </a:lnTo>
                <a:lnTo>
                  <a:pt x="4191" y="337"/>
                </a:lnTo>
                <a:lnTo>
                  <a:pt x="4192" y="344"/>
                </a:lnTo>
                <a:close/>
                <a:moveTo>
                  <a:pt x="4477" y="412"/>
                </a:moveTo>
                <a:lnTo>
                  <a:pt x="4475" y="417"/>
                </a:lnTo>
                <a:lnTo>
                  <a:pt x="4471" y="420"/>
                </a:lnTo>
                <a:lnTo>
                  <a:pt x="4468" y="409"/>
                </a:lnTo>
                <a:lnTo>
                  <a:pt x="4467" y="390"/>
                </a:lnTo>
                <a:lnTo>
                  <a:pt x="4468" y="368"/>
                </a:lnTo>
                <a:lnTo>
                  <a:pt x="4471" y="354"/>
                </a:lnTo>
                <a:lnTo>
                  <a:pt x="4475" y="354"/>
                </a:lnTo>
                <a:lnTo>
                  <a:pt x="4477" y="357"/>
                </a:lnTo>
                <a:lnTo>
                  <a:pt x="4479" y="368"/>
                </a:lnTo>
                <a:lnTo>
                  <a:pt x="4479" y="397"/>
                </a:lnTo>
                <a:lnTo>
                  <a:pt x="4477" y="412"/>
                </a:lnTo>
                <a:close/>
                <a:moveTo>
                  <a:pt x="4350" y="426"/>
                </a:moveTo>
                <a:lnTo>
                  <a:pt x="4343" y="437"/>
                </a:lnTo>
                <a:lnTo>
                  <a:pt x="4327" y="452"/>
                </a:lnTo>
                <a:lnTo>
                  <a:pt x="4319" y="453"/>
                </a:lnTo>
                <a:lnTo>
                  <a:pt x="4315" y="453"/>
                </a:lnTo>
                <a:lnTo>
                  <a:pt x="4309" y="449"/>
                </a:lnTo>
                <a:lnTo>
                  <a:pt x="4310" y="433"/>
                </a:lnTo>
                <a:lnTo>
                  <a:pt x="4319" y="415"/>
                </a:lnTo>
                <a:lnTo>
                  <a:pt x="4328" y="401"/>
                </a:lnTo>
                <a:lnTo>
                  <a:pt x="4343" y="388"/>
                </a:lnTo>
                <a:lnTo>
                  <a:pt x="4354" y="391"/>
                </a:lnTo>
                <a:lnTo>
                  <a:pt x="4354" y="409"/>
                </a:lnTo>
                <a:lnTo>
                  <a:pt x="4350" y="426"/>
                </a:lnTo>
                <a:close/>
                <a:moveTo>
                  <a:pt x="4640" y="439"/>
                </a:moveTo>
                <a:lnTo>
                  <a:pt x="4636" y="446"/>
                </a:lnTo>
                <a:lnTo>
                  <a:pt x="4629" y="441"/>
                </a:lnTo>
                <a:lnTo>
                  <a:pt x="4629" y="428"/>
                </a:lnTo>
                <a:lnTo>
                  <a:pt x="4628" y="414"/>
                </a:lnTo>
                <a:lnTo>
                  <a:pt x="4632" y="403"/>
                </a:lnTo>
                <a:lnTo>
                  <a:pt x="4636" y="402"/>
                </a:lnTo>
                <a:lnTo>
                  <a:pt x="4638" y="404"/>
                </a:lnTo>
                <a:lnTo>
                  <a:pt x="4641" y="409"/>
                </a:lnTo>
                <a:lnTo>
                  <a:pt x="4643" y="428"/>
                </a:lnTo>
                <a:lnTo>
                  <a:pt x="4640" y="439"/>
                </a:lnTo>
                <a:close/>
                <a:moveTo>
                  <a:pt x="6664" y="409"/>
                </a:moveTo>
                <a:lnTo>
                  <a:pt x="6676" y="415"/>
                </a:lnTo>
                <a:lnTo>
                  <a:pt x="6693" y="433"/>
                </a:lnTo>
                <a:lnTo>
                  <a:pt x="6694" y="444"/>
                </a:lnTo>
                <a:lnTo>
                  <a:pt x="6695" y="454"/>
                </a:lnTo>
                <a:lnTo>
                  <a:pt x="6708" y="471"/>
                </a:lnTo>
                <a:lnTo>
                  <a:pt x="6718" y="477"/>
                </a:lnTo>
                <a:lnTo>
                  <a:pt x="6724" y="480"/>
                </a:lnTo>
                <a:lnTo>
                  <a:pt x="6729" y="493"/>
                </a:lnTo>
                <a:lnTo>
                  <a:pt x="6724" y="500"/>
                </a:lnTo>
                <a:lnTo>
                  <a:pt x="6721" y="504"/>
                </a:lnTo>
                <a:lnTo>
                  <a:pt x="6711" y="506"/>
                </a:lnTo>
                <a:lnTo>
                  <a:pt x="6693" y="503"/>
                </a:lnTo>
                <a:lnTo>
                  <a:pt x="6668" y="484"/>
                </a:lnTo>
                <a:lnTo>
                  <a:pt x="6645" y="456"/>
                </a:lnTo>
                <a:lnTo>
                  <a:pt x="6637" y="439"/>
                </a:lnTo>
                <a:lnTo>
                  <a:pt x="6632" y="424"/>
                </a:lnTo>
                <a:lnTo>
                  <a:pt x="6627" y="405"/>
                </a:lnTo>
                <a:lnTo>
                  <a:pt x="6633" y="400"/>
                </a:lnTo>
                <a:lnTo>
                  <a:pt x="6650" y="404"/>
                </a:lnTo>
                <a:lnTo>
                  <a:pt x="6664" y="409"/>
                </a:lnTo>
                <a:close/>
                <a:moveTo>
                  <a:pt x="5696" y="453"/>
                </a:moveTo>
                <a:lnTo>
                  <a:pt x="5696" y="467"/>
                </a:lnTo>
                <a:lnTo>
                  <a:pt x="5692" y="487"/>
                </a:lnTo>
                <a:lnTo>
                  <a:pt x="5690" y="489"/>
                </a:lnTo>
                <a:lnTo>
                  <a:pt x="5682" y="481"/>
                </a:lnTo>
                <a:lnTo>
                  <a:pt x="5673" y="453"/>
                </a:lnTo>
                <a:lnTo>
                  <a:pt x="5670" y="439"/>
                </a:lnTo>
                <a:lnTo>
                  <a:pt x="5674" y="419"/>
                </a:lnTo>
                <a:lnTo>
                  <a:pt x="5680" y="417"/>
                </a:lnTo>
                <a:lnTo>
                  <a:pt x="5686" y="419"/>
                </a:lnTo>
                <a:lnTo>
                  <a:pt x="5695" y="439"/>
                </a:lnTo>
                <a:lnTo>
                  <a:pt x="5696" y="453"/>
                </a:lnTo>
                <a:close/>
                <a:moveTo>
                  <a:pt x="7093" y="445"/>
                </a:moveTo>
                <a:lnTo>
                  <a:pt x="7092" y="455"/>
                </a:lnTo>
                <a:lnTo>
                  <a:pt x="7081" y="465"/>
                </a:lnTo>
                <a:lnTo>
                  <a:pt x="7074" y="462"/>
                </a:lnTo>
                <a:lnTo>
                  <a:pt x="7067" y="456"/>
                </a:lnTo>
                <a:lnTo>
                  <a:pt x="7062" y="440"/>
                </a:lnTo>
                <a:lnTo>
                  <a:pt x="7066" y="433"/>
                </a:lnTo>
                <a:lnTo>
                  <a:pt x="7071" y="425"/>
                </a:lnTo>
                <a:lnTo>
                  <a:pt x="7081" y="417"/>
                </a:lnTo>
                <a:lnTo>
                  <a:pt x="7089" y="420"/>
                </a:lnTo>
                <a:lnTo>
                  <a:pt x="7092" y="434"/>
                </a:lnTo>
                <a:lnTo>
                  <a:pt x="7093" y="445"/>
                </a:lnTo>
                <a:close/>
                <a:moveTo>
                  <a:pt x="6262" y="477"/>
                </a:moveTo>
                <a:lnTo>
                  <a:pt x="6252" y="490"/>
                </a:lnTo>
                <a:lnTo>
                  <a:pt x="6240" y="533"/>
                </a:lnTo>
                <a:lnTo>
                  <a:pt x="6236" y="579"/>
                </a:lnTo>
                <a:lnTo>
                  <a:pt x="6239" y="604"/>
                </a:lnTo>
                <a:lnTo>
                  <a:pt x="6246" y="614"/>
                </a:lnTo>
                <a:lnTo>
                  <a:pt x="6250" y="614"/>
                </a:lnTo>
                <a:lnTo>
                  <a:pt x="6256" y="614"/>
                </a:lnTo>
                <a:lnTo>
                  <a:pt x="6266" y="597"/>
                </a:lnTo>
                <a:lnTo>
                  <a:pt x="6267" y="585"/>
                </a:lnTo>
                <a:lnTo>
                  <a:pt x="6269" y="572"/>
                </a:lnTo>
                <a:lnTo>
                  <a:pt x="6283" y="553"/>
                </a:lnTo>
                <a:lnTo>
                  <a:pt x="6293" y="547"/>
                </a:lnTo>
                <a:lnTo>
                  <a:pt x="6304" y="544"/>
                </a:lnTo>
                <a:lnTo>
                  <a:pt x="6312" y="554"/>
                </a:lnTo>
                <a:lnTo>
                  <a:pt x="6308" y="567"/>
                </a:lnTo>
                <a:lnTo>
                  <a:pt x="6305" y="573"/>
                </a:lnTo>
                <a:lnTo>
                  <a:pt x="6306" y="585"/>
                </a:lnTo>
                <a:lnTo>
                  <a:pt x="6320" y="598"/>
                </a:lnTo>
                <a:lnTo>
                  <a:pt x="6337" y="605"/>
                </a:lnTo>
                <a:lnTo>
                  <a:pt x="6351" y="609"/>
                </a:lnTo>
                <a:lnTo>
                  <a:pt x="6363" y="621"/>
                </a:lnTo>
                <a:lnTo>
                  <a:pt x="6354" y="633"/>
                </a:lnTo>
                <a:lnTo>
                  <a:pt x="6328" y="642"/>
                </a:lnTo>
                <a:lnTo>
                  <a:pt x="6310" y="643"/>
                </a:lnTo>
                <a:lnTo>
                  <a:pt x="6299" y="643"/>
                </a:lnTo>
                <a:lnTo>
                  <a:pt x="6283" y="650"/>
                </a:lnTo>
                <a:lnTo>
                  <a:pt x="6269" y="664"/>
                </a:lnTo>
                <a:lnTo>
                  <a:pt x="6260" y="685"/>
                </a:lnTo>
                <a:lnTo>
                  <a:pt x="6255" y="700"/>
                </a:lnTo>
                <a:lnTo>
                  <a:pt x="6248" y="723"/>
                </a:lnTo>
                <a:lnTo>
                  <a:pt x="6224" y="767"/>
                </a:lnTo>
                <a:lnTo>
                  <a:pt x="6212" y="779"/>
                </a:lnTo>
                <a:lnTo>
                  <a:pt x="6203" y="787"/>
                </a:lnTo>
                <a:lnTo>
                  <a:pt x="6193" y="792"/>
                </a:lnTo>
                <a:lnTo>
                  <a:pt x="6190" y="780"/>
                </a:lnTo>
                <a:lnTo>
                  <a:pt x="6197" y="750"/>
                </a:lnTo>
                <a:lnTo>
                  <a:pt x="6202" y="728"/>
                </a:lnTo>
                <a:lnTo>
                  <a:pt x="6217" y="690"/>
                </a:lnTo>
                <a:lnTo>
                  <a:pt x="6224" y="679"/>
                </a:lnTo>
                <a:lnTo>
                  <a:pt x="6234" y="669"/>
                </a:lnTo>
                <a:lnTo>
                  <a:pt x="6240" y="652"/>
                </a:lnTo>
                <a:lnTo>
                  <a:pt x="6235" y="641"/>
                </a:lnTo>
                <a:lnTo>
                  <a:pt x="6217" y="640"/>
                </a:lnTo>
                <a:lnTo>
                  <a:pt x="6204" y="643"/>
                </a:lnTo>
                <a:lnTo>
                  <a:pt x="6190" y="647"/>
                </a:lnTo>
                <a:lnTo>
                  <a:pt x="6174" y="651"/>
                </a:lnTo>
                <a:lnTo>
                  <a:pt x="6174" y="629"/>
                </a:lnTo>
                <a:lnTo>
                  <a:pt x="6191" y="580"/>
                </a:lnTo>
                <a:lnTo>
                  <a:pt x="6203" y="547"/>
                </a:lnTo>
                <a:lnTo>
                  <a:pt x="6227" y="494"/>
                </a:lnTo>
                <a:lnTo>
                  <a:pt x="6250" y="456"/>
                </a:lnTo>
                <a:lnTo>
                  <a:pt x="6263" y="442"/>
                </a:lnTo>
                <a:lnTo>
                  <a:pt x="6269" y="440"/>
                </a:lnTo>
                <a:lnTo>
                  <a:pt x="6272" y="442"/>
                </a:lnTo>
                <a:lnTo>
                  <a:pt x="6274" y="447"/>
                </a:lnTo>
                <a:lnTo>
                  <a:pt x="6269" y="466"/>
                </a:lnTo>
                <a:lnTo>
                  <a:pt x="6262" y="477"/>
                </a:lnTo>
                <a:close/>
                <a:moveTo>
                  <a:pt x="4246" y="515"/>
                </a:moveTo>
                <a:lnTo>
                  <a:pt x="4246" y="527"/>
                </a:lnTo>
                <a:lnTo>
                  <a:pt x="4251" y="544"/>
                </a:lnTo>
                <a:lnTo>
                  <a:pt x="4260" y="553"/>
                </a:lnTo>
                <a:lnTo>
                  <a:pt x="4278" y="554"/>
                </a:lnTo>
                <a:lnTo>
                  <a:pt x="4292" y="553"/>
                </a:lnTo>
                <a:lnTo>
                  <a:pt x="4310" y="552"/>
                </a:lnTo>
                <a:lnTo>
                  <a:pt x="4334" y="558"/>
                </a:lnTo>
                <a:lnTo>
                  <a:pt x="4337" y="564"/>
                </a:lnTo>
                <a:lnTo>
                  <a:pt x="4338" y="569"/>
                </a:lnTo>
                <a:lnTo>
                  <a:pt x="4344" y="578"/>
                </a:lnTo>
                <a:lnTo>
                  <a:pt x="4362" y="582"/>
                </a:lnTo>
                <a:lnTo>
                  <a:pt x="4391" y="575"/>
                </a:lnTo>
                <a:lnTo>
                  <a:pt x="4417" y="556"/>
                </a:lnTo>
                <a:lnTo>
                  <a:pt x="4422" y="543"/>
                </a:lnTo>
                <a:lnTo>
                  <a:pt x="4427" y="529"/>
                </a:lnTo>
                <a:lnTo>
                  <a:pt x="4438" y="512"/>
                </a:lnTo>
                <a:lnTo>
                  <a:pt x="4452" y="509"/>
                </a:lnTo>
                <a:lnTo>
                  <a:pt x="4470" y="522"/>
                </a:lnTo>
                <a:lnTo>
                  <a:pt x="4482" y="534"/>
                </a:lnTo>
                <a:lnTo>
                  <a:pt x="4491" y="546"/>
                </a:lnTo>
                <a:lnTo>
                  <a:pt x="4493" y="557"/>
                </a:lnTo>
                <a:lnTo>
                  <a:pt x="4489" y="562"/>
                </a:lnTo>
                <a:lnTo>
                  <a:pt x="4486" y="562"/>
                </a:lnTo>
                <a:lnTo>
                  <a:pt x="4477" y="560"/>
                </a:lnTo>
                <a:lnTo>
                  <a:pt x="4463" y="551"/>
                </a:lnTo>
                <a:lnTo>
                  <a:pt x="4458" y="543"/>
                </a:lnTo>
                <a:lnTo>
                  <a:pt x="4455" y="537"/>
                </a:lnTo>
                <a:lnTo>
                  <a:pt x="4452" y="539"/>
                </a:lnTo>
                <a:lnTo>
                  <a:pt x="4453" y="547"/>
                </a:lnTo>
                <a:lnTo>
                  <a:pt x="4457" y="556"/>
                </a:lnTo>
                <a:lnTo>
                  <a:pt x="4482" y="568"/>
                </a:lnTo>
                <a:lnTo>
                  <a:pt x="4499" y="569"/>
                </a:lnTo>
                <a:lnTo>
                  <a:pt x="4516" y="570"/>
                </a:lnTo>
                <a:lnTo>
                  <a:pt x="4531" y="580"/>
                </a:lnTo>
                <a:lnTo>
                  <a:pt x="4536" y="593"/>
                </a:lnTo>
                <a:lnTo>
                  <a:pt x="4537" y="602"/>
                </a:lnTo>
                <a:lnTo>
                  <a:pt x="4536" y="615"/>
                </a:lnTo>
                <a:lnTo>
                  <a:pt x="4528" y="625"/>
                </a:lnTo>
                <a:lnTo>
                  <a:pt x="4520" y="626"/>
                </a:lnTo>
                <a:lnTo>
                  <a:pt x="4516" y="623"/>
                </a:lnTo>
                <a:lnTo>
                  <a:pt x="4512" y="621"/>
                </a:lnTo>
                <a:lnTo>
                  <a:pt x="4506" y="622"/>
                </a:lnTo>
                <a:lnTo>
                  <a:pt x="4502" y="633"/>
                </a:lnTo>
                <a:lnTo>
                  <a:pt x="4504" y="648"/>
                </a:lnTo>
                <a:lnTo>
                  <a:pt x="4505" y="664"/>
                </a:lnTo>
                <a:lnTo>
                  <a:pt x="4502" y="685"/>
                </a:lnTo>
                <a:lnTo>
                  <a:pt x="4496" y="689"/>
                </a:lnTo>
                <a:lnTo>
                  <a:pt x="4469" y="689"/>
                </a:lnTo>
                <a:lnTo>
                  <a:pt x="4454" y="681"/>
                </a:lnTo>
                <a:lnTo>
                  <a:pt x="4454" y="670"/>
                </a:lnTo>
                <a:lnTo>
                  <a:pt x="4456" y="662"/>
                </a:lnTo>
                <a:lnTo>
                  <a:pt x="4459" y="651"/>
                </a:lnTo>
                <a:lnTo>
                  <a:pt x="4453" y="638"/>
                </a:lnTo>
                <a:lnTo>
                  <a:pt x="4434" y="634"/>
                </a:lnTo>
                <a:lnTo>
                  <a:pt x="4407" y="643"/>
                </a:lnTo>
                <a:lnTo>
                  <a:pt x="4391" y="652"/>
                </a:lnTo>
                <a:lnTo>
                  <a:pt x="4377" y="662"/>
                </a:lnTo>
                <a:lnTo>
                  <a:pt x="4378" y="670"/>
                </a:lnTo>
                <a:lnTo>
                  <a:pt x="4395" y="670"/>
                </a:lnTo>
                <a:lnTo>
                  <a:pt x="4403" y="671"/>
                </a:lnTo>
                <a:lnTo>
                  <a:pt x="4415" y="680"/>
                </a:lnTo>
                <a:lnTo>
                  <a:pt x="4424" y="717"/>
                </a:lnTo>
                <a:lnTo>
                  <a:pt x="4424" y="770"/>
                </a:lnTo>
                <a:lnTo>
                  <a:pt x="4422" y="813"/>
                </a:lnTo>
                <a:lnTo>
                  <a:pt x="4415" y="854"/>
                </a:lnTo>
                <a:lnTo>
                  <a:pt x="4407" y="868"/>
                </a:lnTo>
                <a:lnTo>
                  <a:pt x="4402" y="869"/>
                </a:lnTo>
                <a:lnTo>
                  <a:pt x="4391" y="866"/>
                </a:lnTo>
                <a:lnTo>
                  <a:pt x="4348" y="829"/>
                </a:lnTo>
                <a:lnTo>
                  <a:pt x="4325" y="803"/>
                </a:lnTo>
                <a:lnTo>
                  <a:pt x="4309" y="785"/>
                </a:lnTo>
                <a:lnTo>
                  <a:pt x="4286" y="753"/>
                </a:lnTo>
                <a:lnTo>
                  <a:pt x="4272" y="721"/>
                </a:lnTo>
                <a:lnTo>
                  <a:pt x="4265" y="691"/>
                </a:lnTo>
                <a:lnTo>
                  <a:pt x="4265" y="676"/>
                </a:lnTo>
                <a:lnTo>
                  <a:pt x="4264" y="645"/>
                </a:lnTo>
                <a:lnTo>
                  <a:pt x="4255" y="627"/>
                </a:lnTo>
                <a:lnTo>
                  <a:pt x="4244" y="626"/>
                </a:lnTo>
                <a:lnTo>
                  <a:pt x="4235" y="629"/>
                </a:lnTo>
                <a:lnTo>
                  <a:pt x="4226" y="631"/>
                </a:lnTo>
                <a:lnTo>
                  <a:pt x="4208" y="628"/>
                </a:lnTo>
                <a:lnTo>
                  <a:pt x="4194" y="615"/>
                </a:lnTo>
                <a:lnTo>
                  <a:pt x="4182" y="596"/>
                </a:lnTo>
                <a:lnTo>
                  <a:pt x="4176" y="573"/>
                </a:lnTo>
                <a:lnTo>
                  <a:pt x="4173" y="548"/>
                </a:lnTo>
                <a:lnTo>
                  <a:pt x="4178" y="523"/>
                </a:lnTo>
                <a:lnTo>
                  <a:pt x="4188" y="502"/>
                </a:lnTo>
                <a:lnTo>
                  <a:pt x="4195" y="493"/>
                </a:lnTo>
                <a:lnTo>
                  <a:pt x="4207" y="482"/>
                </a:lnTo>
                <a:lnTo>
                  <a:pt x="4227" y="472"/>
                </a:lnTo>
                <a:lnTo>
                  <a:pt x="4239" y="478"/>
                </a:lnTo>
                <a:lnTo>
                  <a:pt x="4245" y="498"/>
                </a:lnTo>
                <a:lnTo>
                  <a:pt x="4246" y="515"/>
                </a:lnTo>
                <a:close/>
                <a:moveTo>
                  <a:pt x="4301" y="489"/>
                </a:moveTo>
                <a:lnTo>
                  <a:pt x="4300" y="496"/>
                </a:lnTo>
                <a:lnTo>
                  <a:pt x="4289" y="506"/>
                </a:lnTo>
                <a:lnTo>
                  <a:pt x="4281" y="507"/>
                </a:lnTo>
                <a:lnTo>
                  <a:pt x="4275" y="506"/>
                </a:lnTo>
                <a:lnTo>
                  <a:pt x="4270" y="496"/>
                </a:lnTo>
                <a:lnTo>
                  <a:pt x="4273" y="489"/>
                </a:lnTo>
                <a:lnTo>
                  <a:pt x="4278" y="481"/>
                </a:lnTo>
                <a:lnTo>
                  <a:pt x="4289" y="471"/>
                </a:lnTo>
                <a:lnTo>
                  <a:pt x="4293" y="471"/>
                </a:lnTo>
                <a:lnTo>
                  <a:pt x="4296" y="471"/>
                </a:lnTo>
                <a:lnTo>
                  <a:pt x="4301" y="481"/>
                </a:lnTo>
                <a:lnTo>
                  <a:pt x="4301" y="489"/>
                </a:lnTo>
                <a:close/>
                <a:moveTo>
                  <a:pt x="4627" y="670"/>
                </a:moveTo>
                <a:lnTo>
                  <a:pt x="4620" y="700"/>
                </a:lnTo>
                <a:lnTo>
                  <a:pt x="4606" y="727"/>
                </a:lnTo>
                <a:lnTo>
                  <a:pt x="4592" y="738"/>
                </a:lnTo>
                <a:lnTo>
                  <a:pt x="4583" y="739"/>
                </a:lnTo>
                <a:lnTo>
                  <a:pt x="4568" y="742"/>
                </a:lnTo>
                <a:lnTo>
                  <a:pt x="4560" y="737"/>
                </a:lnTo>
                <a:lnTo>
                  <a:pt x="4562" y="728"/>
                </a:lnTo>
                <a:lnTo>
                  <a:pt x="4565" y="721"/>
                </a:lnTo>
                <a:lnTo>
                  <a:pt x="4571" y="708"/>
                </a:lnTo>
                <a:lnTo>
                  <a:pt x="4581" y="666"/>
                </a:lnTo>
                <a:lnTo>
                  <a:pt x="4583" y="643"/>
                </a:lnTo>
                <a:lnTo>
                  <a:pt x="4585" y="617"/>
                </a:lnTo>
                <a:lnTo>
                  <a:pt x="4594" y="553"/>
                </a:lnTo>
                <a:lnTo>
                  <a:pt x="4602" y="526"/>
                </a:lnTo>
                <a:lnTo>
                  <a:pt x="4618" y="462"/>
                </a:lnTo>
                <a:lnTo>
                  <a:pt x="4627" y="534"/>
                </a:lnTo>
                <a:lnTo>
                  <a:pt x="4630" y="567"/>
                </a:lnTo>
                <a:lnTo>
                  <a:pt x="4630" y="641"/>
                </a:lnTo>
                <a:lnTo>
                  <a:pt x="4627" y="670"/>
                </a:lnTo>
                <a:close/>
                <a:moveTo>
                  <a:pt x="4801" y="537"/>
                </a:moveTo>
                <a:lnTo>
                  <a:pt x="4798" y="553"/>
                </a:lnTo>
                <a:lnTo>
                  <a:pt x="4801" y="570"/>
                </a:lnTo>
                <a:lnTo>
                  <a:pt x="4809" y="578"/>
                </a:lnTo>
                <a:lnTo>
                  <a:pt x="4825" y="581"/>
                </a:lnTo>
                <a:lnTo>
                  <a:pt x="4860" y="572"/>
                </a:lnTo>
                <a:lnTo>
                  <a:pt x="4883" y="562"/>
                </a:lnTo>
                <a:lnTo>
                  <a:pt x="4896" y="555"/>
                </a:lnTo>
                <a:lnTo>
                  <a:pt x="4911" y="552"/>
                </a:lnTo>
                <a:lnTo>
                  <a:pt x="4916" y="555"/>
                </a:lnTo>
                <a:lnTo>
                  <a:pt x="4917" y="558"/>
                </a:lnTo>
                <a:lnTo>
                  <a:pt x="4921" y="564"/>
                </a:lnTo>
                <a:lnTo>
                  <a:pt x="4950" y="573"/>
                </a:lnTo>
                <a:lnTo>
                  <a:pt x="4972" y="576"/>
                </a:lnTo>
                <a:lnTo>
                  <a:pt x="4987" y="577"/>
                </a:lnTo>
                <a:lnTo>
                  <a:pt x="5008" y="576"/>
                </a:lnTo>
                <a:lnTo>
                  <a:pt x="5021" y="568"/>
                </a:lnTo>
                <a:lnTo>
                  <a:pt x="5025" y="554"/>
                </a:lnTo>
                <a:lnTo>
                  <a:pt x="5026" y="543"/>
                </a:lnTo>
                <a:lnTo>
                  <a:pt x="5026" y="529"/>
                </a:lnTo>
                <a:lnTo>
                  <a:pt x="5036" y="509"/>
                </a:lnTo>
                <a:lnTo>
                  <a:pt x="5042" y="507"/>
                </a:lnTo>
                <a:lnTo>
                  <a:pt x="5048" y="509"/>
                </a:lnTo>
                <a:lnTo>
                  <a:pt x="5052" y="529"/>
                </a:lnTo>
                <a:lnTo>
                  <a:pt x="5049" y="543"/>
                </a:lnTo>
                <a:lnTo>
                  <a:pt x="5047" y="555"/>
                </a:lnTo>
                <a:lnTo>
                  <a:pt x="5046" y="568"/>
                </a:lnTo>
                <a:lnTo>
                  <a:pt x="5060" y="571"/>
                </a:lnTo>
                <a:lnTo>
                  <a:pt x="5087" y="562"/>
                </a:lnTo>
                <a:lnTo>
                  <a:pt x="5106" y="556"/>
                </a:lnTo>
                <a:lnTo>
                  <a:pt x="5132" y="553"/>
                </a:lnTo>
                <a:lnTo>
                  <a:pt x="5135" y="556"/>
                </a:lnTo>
                <a:lnTo>
                  <a:pt x="5136" y="560"/>
                </a:lnTo>
                <a:lnTo>
                  <a:pt x="5147" y="555"/>
                </a:lnTo>
                <a:lnTo>
                  <a:pt x="5157" y="547"/>
                </a:lnTo>
                <a:lnTo>
                  <a:pt x="5162" y="542"/>
                </a:lnTo>
                <a:lnTo>
                  <a:pt x="5174" y="537"/>
                </a:lnTo>
                <a:lnTo>
                  <a:pt x="5194" y="541"/>
                </a:lnTo>
                <a:lnTo>
                  <a:pt x="5211" y="556"/>
                </a:lnTo>
                <a:lnTo>
                  <a:pt x="5231" y="573"/>
                </a:lnTo>
                <a:lnTo>
                  <a:pt x="5247" y="577"/>
                </a:lnTo>
                <a:lnTo>
                  <a:pt x="5257" y="569"/>
                </a:lnTo>
                <a:lnTo>
                  <a:pt x="5261" y="562"/>
                </a:lnTo>
                <a:lnTo>
                  <a:pt x="5270" y="550"/>
                </a:lnTo>
                <a:lnTo>
                  <a:pt x="5279" y="547"/>
                </a:lnTo>
                <a:lnTo>
                  <a:pt x="5280" y="556"/>
                </a:lnTo>
                <a:lnTo>
                  <a:pt x="5282" y="566"/>
                </a:lnTo>
                <a:lnTo>
                  <a:pt x="5301" y="578"/>
                </a:lnTo>
                <a:lnTo>
                  <a:pt x="5316" y="580"/>
                </a:lnTo>
                <a:lnTo>
                  <a:pt x="5326" y="580"/>
                </a:lnTo>
                <a:lnTo>
                  <a:pt x="5339" y="577"/>
                </a:lnTo>
                <a:lnTo>
                  <a:pt x="5344" y="569"/>
                </a:lnTo>
                <a:lnTo>
                  <a:pt x="5339" y="555"/>
                </a:lnTo>
                <a:lnTo>
                  <a:pt x="5334" y="545"/>
                </a:lnTo>
                <a:lnTo>
                  <a:pt x="5325" y="527"/>
                </a:lnTo>
                <a:lnTo>
                  <a:pt x="5317" y="504"/>
                </a:lnTo>
                <a:lnTo>
                  <a:pt x="5322" y="496"/>
                </a:lnTo>
                <a:lnTo>
                  <a:pt x="5342" y="503"/>
                </a:lnTo>
                <a:lnTo>
                  <a:pt x="5358" y="510"/>
                </a:lnTo>
                <a:lnTo>
                  <a:pt x="5376" y="522"/>
                </a:lnTo>
                <a:lnTo>
                  <a:pt x="5403" y="544"/>
                </a:lnTo>
                <a:lnTo>
                  <a:pt x="5415" y="563"/>
                </a:lnTo>
                <a:lnTo>
                  <a:pt x="5411" y="581"/>
                </a:lnTo>
                <a:lnTo>
                  <a:pt x="5405" y="591"/>
                </a:lnTo>
                <a:lnTo>
                  <a:pt x="5400" y="596"/>
                </a:lnTo>
                <a:lnTo>
                  <a:pt x="5397" y="609"/>
                </a:lnTo>
                <a:lnTo>
                  <a:pt x="5404" y="632"/>
                </a:lnTo>
                <a:lnTo>
                  <a:pt x="5419" y="651"/>
                </a:lnTo>
                <a:lnTo>
                  <a:pt x="5433" y="665"/>
                </a:lnTo>
                <a:lnTo>
                  <a:pt x="5469" y="683"/>
                </a:lnTo>
                <a:lnTo>
                  <a:pt x="5505" y="689"/>
                </a:lnTo>
                <a:lnTo>
                  <a:pt x="5529" y="681"/>
                </a:lnTo>
                <a:lnTo>
                  <a:pt x="5541" y="672"/>
                </a:lnTo>
                <a:lnTo>
                  <a:pt x="5544" y="667"/>
                </a:lnTo>
                <a:lnTo>
                  <a:pt x="5549" y="658"/>
                </a:lnTo>
                <a:lnTo>
                  <a:pt x="5542" y="654"/>
                </a:lnTo>
                <a:lnTo>
                  <a:pt x="5530" y="657"/>
                </a:lnTo>
                <a:lnTo>
                  <a:pt x="5517" y="660"/>
                </a:lnTo>
                <a:lnTo>
                  <a:pt x="5483" y="651"/>
                </a:lnTo>
                <a:lnTo>
                  <a:pt x="5449" y="632"/>
                </a:lnTo>
                <a:lnTo>
                  <a:pt x="5426" y="608"/>
                </a:lnTo>
                <a:lnTo>
                  <a:pt x="5424" y="597"/>
                </a:lnTo>
                <a:lnTo>
                  <a:pt x="5425" y="593"/>
                </a:lnTo>
                <a:lnTo>
                  <a:pt x="5437" y="585"/>
                </a:lnTo>
                <a:lnTo>
                  <a:pt x="5469" y="582"/>
                </a:lnTo>
                <a:lnTo>
                  <a:pt x="5528" y="589"/>
                </a:lnTo>
                <a:lnTo>
                  <a:pt x="5584" y="605"/>
                </a:lnTo>
                <a:lnTo>
                  <a:pt x="5604" y="618"/>
                </a:lnTo>
                <a:lnTo>
                  <a:pt x="5627" y="637"/>
                </a:lnTo>
                <a:lnTo>
                  <a:pt x="5634" y="653"/>
                </a:lnTo>
                <a:lnTo>
                  <a:pt x="5627" y="659"/>
                </a:lnTo>
                <a:lnTo>
                  <a:pt x="5619" y="663"/>
                </a:lnTo>
                <a:lnTo>
                  <a:pt x="5610" y="666"/>
                </a:lnTo>
                <a:lnTo>
                  <a:pt x="5601" y="673"/>
                </a:lnTo>
                <a:lnTo>
                  <a:pt x="5605" y="689"/>
                </a:lnTo>
                <a:lnTo>
                  <a:pt x="5624" y="710"/>
                </a:lnTo>
                <a:lnTo>
                  <a:pt x="5637" y="727"/>
                </a:lnTo>
                <a:lnTo>
                  <a:pt x="5660" y="764"/>
                </a:lnTo>
                <a:lnTo>
                  <a:pt x="5666" y="779"/>
                </a:lnTo>
                <a:lnTo>
                  <a:pt x="5669" y="795"/>
                </a:lnTo>
                <a:lnTo>
                  <a:pt x="5663" y="805"/>
                </a:lnTo>
                <a:lnTo>
                  <a:pt x="5655" y="806"/>
                </a:lnTo>
                <a:lnTo>
                  <a:pt x="5641" y="797"/>
                </a:lnTo>
                <a:lnTo>
                  <a:pt x="5620" y="772"/>
                </a:lnTo>
                <a:lnTo>
                  <a:pt x="5614" y="755"/>
                </a:lnTo>
                <a:lnTo>
                  <a:pt x="5607" y="738"/>
                </a:lnTo>
                <a:lnTo>
                  <a:pt x="5592" y="713"/>
                </a:lnTo>
                <a:lnTo>
                  <a:pt x="5573" y="700"/>
                </a:lnTo>
                <a:lnTo>
                  <a:pt x="5550" y="697"/>
                </a:lnTo>
                <a:lnTo>
                  <a:pt x="5539" y="701"/>
                </a:lnTo>
                <a:lnTo>
                  <a:pt x="5532" y="704"/>
                </a:lnTo>
                <a:lnTo>
                  <a:pt x="5527" y="710"/>
                </a:lnTo>
                <a:lnTo>
                  <a:pt x="5533" y="723"/>
                </a:lnTo>
                <a:lnTo>
                  <a:pt x="5552" y="738"/>
                </a:lnTo>
                <a:lnTo>
                  <a:pt x="5566" y="748"/>
                </a:lnTo>
                <a:lnTo>
                  <a:pt x="5578" y="766"/>
                </a:lnTo>
                <a:lnTo>
                  <a:pt x="5580" y="776"/>
                </a:lnTo>
                <a:lnTo>
                  <a:pt x="5579" y="779"/>
                </a:lnTo>
                <a:lnTo>
                  <a:pt x="5575" y="785"/>
                </a:lnTo>
                <a:lnTo>
                  <a:pt x="5581" y="801"/>
                </a:lnTo>
                <a:lnTo>
                  <a:pt x="5587" y="806"/>
                </a:lnTo>
                <a:lnTo>
                  <a:pt x="5592" y="809"/>
                </a:lnTo>
                <a:lnTo>
                  <a:pt x="5595" y="817"/>
                </a:lnTo>
                <a:lnTo>
                  <a:pt x="5593" y="834"/>
                </a:lnTo>
                <a:lnTo>
                  <a:pt x="5584" y="850"/>
                </a:lnTo>
                <a:lnTo>
                  <a:pt x="5579" y="859"/>
                </a:lnTo>
                <a:lnTo>
                  <a:pt x="5567" y="870"/>
                </a:lnTo>
                <a:lnTo>
                  <a:pt x="5555" y="875"/>
                </a:lnTo>
                <a:lnTo>
                  <a:pt x="5541" y="869"/>
                </a:lnTo>
                <a:lnTo>
                  <a:pt x="5532" y="864"/>
                </a:lnTo>
                <a:lnTo>
                  <a:pt x="5517" y="854"/>
                </a:lnTo>
                <a:lnTo>
                  <a:pt x="5510" y="842"/>
                </a:lnTo>
                <a:lnTo>
                  <a:pt x="5516" y="833"/>
                </a:lnTo>
                <a:lnTo>
                  <a:pt x="5521" y="830"/>
                </a:lnTo>
                <a:lnTo>
                  <a:pt x="5531" y="822"/>
                </a:lnTo>
                <a:lnTo>
                  <a:pt x="5532" y="807"/>
                </a:lnTo>
                <a:lnTo>
                  <a:pt x="5522" y="797"/>
                </a:lnTo>
                <a:lnTo>
                  <a:pt x="5517" y="792"/>
                </a:lnTo>
                <a:lnTo>
                  <a:pt x="5506" y="787"/>
                </a:lnTo>
                <a:lnTo>
                  <a:pt x="5490" y="794"/>
                </a:lnTo>
                <a:lnTo>
                  <a:pt x="5475" y="812"/>
                </a:lnTo>
                <a:lnTo>
                  <a:pt x="5462" y="826"/>
                </a:lnTo>
                <a:lnTo>
                  <a:pt x="5435" y="841"/>
                </a:lnTo>
                <a:lnTo>
                  <a:pt x="5417" y="846"/>
                </a:lnTo>
                <a:lnTo>
                  <a:pt x="5407" y="846"/>
                </a:lnTo>
                <a:lnTo>
                  <a:pt x="5386" y="846"/>
                </a:lnTo>
                <a:lnTo>
                  <a:pt x="5344" y="854"/>
                </a:lnTo>
                <a:lnTo>
                  <a:pt x="5329" y="860"/>
                </a:lnTo>
                <a:lnTo>
                  <a:pt x="5313" y="866"/>
                </a:lnTo>
                <a:lnTo>
                  <a:pt x="5304" y="859"/>
                </a:lnTo>
                <a:lnTo>
                  <a:pt x="5309" y="844"/>
                </a:lnTo>
                <a:lnTo>
                  <a:pt x="5312" y="834"/>
                </a:lnTo>
                <a:lnTo>
                  <a:pt x="5309" y="820"/>
                </a:lnTo>
                <a:lnTo>
                  <a:pt x="5294" y="814"/>
                </a:lnTo>
                <a:lnTo>
                  <a:pt x="5268" y="812"/>
                </a:lnTo>
                <a:lnTo>
                  <a:pt x="5249" y="814"/>
                </a:lnTo>
                <a:lnTo>
                  <a:pt x="5240" y="814"/>
                </a:lnTo>
                <a:lnTo>
                  <a:pt x="5222" y="805"/>
                </a:lnTo>
                <a:lnTo>
                  <a:pt x="5217" y="797"/>
                </a:lnTo>
                <a:lnTo>
                  <a:pt x="5209" y="789"/>
                </a:lnTo>
                <a:lnTo>
                  <a:pt x="5184" y="780"/>
                </a:lnTo>
                <a:lnTo>
                  <a:pt x="5157" y="780"/>
                </a:lnTo>
                <a:lnTo>
                  <a:pt x="5140" y="787"/>
                </a:lnTo>
                <a:lnTo>
                  <a:pt x="5135" y="793"/>
                </a:lnTo>
                <a:lnTo>
                  <a:pt x="5135" y="797"/>
                </a:lnTo>
                <a:lnTo>
                  <a:pt x="5133" y="804"/>
                </a:lnTo>
                <a:lnTo>
                  <a:pt x="5118" y="814"/>
                </a:lnTo>
                <a:lnTo>
                  <a:pt x="5108" y="815"/>
                </a:lnTo>
                <a:lnTo>
                  <a:pt x="5097" y="814"/>
                </a:lnTo>
                <a:lnTo>
                  <a:pt x="5082" y="804"/>
                </a:lnTo>
                <a:lnTo>
                  <a:pt x="5081" y="797"/>
                </a:lnTo>
                <a:lnTo>
                  <a:pt x="5079" y="790"/>
                </a:lnTo>
                <a:lnTo>
                  <a:pt x="5069" y="780"/>
                </a:lnTo>
                <a:lnTo>
                  <a:pt x="5060" y="779"/>
                </a:lnTo>
                <a:lnTo>
                  <a:pt x="5053" y="780"/>
                </a:lnTo>
                <a:lnTo>
                  <a:pt x="5048" y="789"/>
                </a:lnTo>
                <a:lnTo>
                  <a:pt x="5051" y="795"/>
                </a:lnTo>
                <a:lnTo>
                  <a:pt x="5053" y="802"/>
                </a:lnTo>
                <a:lnTo>
                  <a:pt x="5045" y="817"/>
                </a:lnTo>
                <a:lnTo>
                  <a:pt x="5035" y="822"/>
                </a:lnTo>
                <a:lnTo>
                  <a:pt x="5023" y="826"/>
                </a:lnTo>
                <a:lnTo>
                  <a:pt x="5006" y="822"/>
                </a:lnTo>
                <a:lnTo>
                  <a:pt x="4996" y="807"/>
                </a:lnTo>
                <a:lnTo>
                  <a:pt x="4996" y="782"/>
                </a:lnTo>
                <a:lnTo>
                  <a:pt x="5000" y="766"/>
                </a:lnTo>
                <a:lnTo>
                  <a:pt x="5002" y="760"/>
                </a:lnTo>
                <a:lnTo>
                  <a:pt x="5000" y="757"/>
                </a:lnTo>
                <a:lnTo>
                  <a:pt x="4987" y="768"/>
                </a:lnTo>
                <a:lnTo>
                  <a:pt x="4972" y="788"/>
                </a:lnTo>
                <a:lnTo>
                  <a:pt x="4955" y="808"/>
                </a:lnTo>
                <a:lnTo>
                  <a:pt x="4942" y="819"/>
                </a:lnTo>
                <a:lnTo>
                  <a:pt x="4941" y="815"/>
                </a:lnTo>
                <a:lnTo>
                  <a:pt x="4942" y="808"/>
                </a:lnTo>
                <a:lnTo>
                  <a:pt x="4947" y="793"/>
                </a:lnTo>
                <a:lnTo>
                  <a:pt x="4944" y="772"/>
                </a:lnTo>
                <a:lnTo>
                  <a:pt x="4938" y="764"/>
                </a:lnTo>
                <a:lnTo>
                  <a:pt x="4934" y="760"/>
                </a:lnTo>
                <a:lnTo>
                  <a:pt x="4925" y="752"/>
                </a:lnTo>
                <a:lnTo>
                  <a:pt x="4914" y="708"/>
                </a:lnTo>
                <a:lnTo>
                  <a:pt x="4913" y="681"/>
                </a:lnTo>
                <a:lnTo>
                  <a:pt x="4912" y="655"/>
                </a:lnTo>
                <a:lnTo>
                  <a:pt x="4907" y="632"/>
                </a:lnTo>
                <a:lnTo>
                  <a:pt x="4900" y="626"/>
                </a:lnTo>
                <a:lnTo>
                  <a:pt x="4897" y="627"/>
                </a:lnTo>
                <a:lnTo>
                  <a:pt x="4890" y="633"/>
                </a:lnTo>
                <a:lnTo>
                  <a:pt x="4881" y="663"/>
                </a:lnTo>
                <a:lnTo>
                  <a:pt x="4880" y="681"/>
                </a:lnTo>
                <a:lnTo>
                  <a:pt x="4879" y="698"/>
                </a:lnTo>
                <a:lnTo>
                  <a:pt x="4872" y="717"/>
                </a:lnTo>
                <a:lnTo>
                  <a:pt x="4865" y="723"/>
                </a:lnTo>
                <a:lnTo>
                  <a:pt x="4861" y="725"/>
                </a:lnTo>
                <a:lnTo>
                  <a:pt x="4855" y="723"/>
                </a:lnTo>
                <a:lnTo>
                  <a:pt x="4849" y="716"/>
                </a:lnTo>
                <a:lnTo>
                  <a:pt x="4846" y="689"/>
                </a:lnTo>
                <a:lnTo>
                  <a:pt x="4850" y="659"/>
                </a:lnTo>
                <a:lnTo>
                  <a:pt x="4855" y="626"/>
                </a:lnTo>
                <a:lnTo>
                  <a:pt x="4851" y="604"/>
                </a:lnTo>
                <a:lnTo>
                  <a:pt x="4841" y="602"/>
                </a:lnTo>
                <a:lnTo>
                  <a:pt x="4834" y="605"/>
                </a:lnTo>
                <a:lnTo>
                  <a:pt x="4808" y="613"/>
                </a:lnTo>
                <a:lnTo>
                  <a:pt x="4788" y="616"/>
                </a:lnTo>
                <a:lnTo>
                  <a:pt x="4781" y="618"/>
                </a:lnTo>
                <a:lnTo>
                  <a:pt x="4773" y="638"/>
                </a:lnTo>
                <a:lnTo>
                  <a:pt x="4772" y="652"/>
                </a:lnTo>
                <a:lnTo>
                  <a:pt x="4771" y="669"/>
                </a:lnTo>
                <a:lnTo>
                  <a:pt x="4762" y="687"/>
                </a:lnTo>
                <a:lnTo>
                  <a:pt x="4749" y="684"/>
                </a:lnTo>
                <a:lnTo>
                  <a:pt x="4736" y="662"/>
                </a:lnTo>
                <a:lnTo>
                  <a:pt x="4732" y="643"/>
                </a:lnTo>
                <a:lnTo>
                  <a:pt x="4729" y="626"/>
                </a:lnTo>
                <a:lnTo>
                  <a:pt x="4732" y="608"/>
                </a:lnTo>
                <a:lnTo>
                  <a:pt x="4739" y="603"/>
                </a:lnTo>
                <a:lnTo>
                  <a:pt x="4743" y="603"/>
                </a:lnTo>
                <a:lnTo>
                  <a:pt x="4747" y="603"/>
                </a:lnTo>
                <a:lnTo>
                  <a:pt x="4755" y="594"/>
                </a:lnTo>
                <a:lnTo>
                  <a:pt x="4765" y="566"/>
                </a:lnTo>
                <a:lnTo>
                  <a:pt x="4768" y="538"/>
                </a:lnTo>
                <a:lnTo>
                  <a:pt x="4772" y="510"/>
                </a:lnTo>
                <a:lnTo>
                  <a:pt x="4780" y="485"/>
                </a:lnTo>
                <a:lnTo>
                  <a:pt x="4788" y="480"/>
                </a:lnTo>
                <a:lnTo>
                  <a:pt x="4792" y="482"/>
                </a:lnTo>
                <a:lnTo>
                  <a:pt x="4799" y="489"/>
                </a:lnTo>
                <a:lnTo>
                  <a:pt x="4804" y="518"/>
                </a:lnTo>
                <a:lnTo>
                  <a:pt x="4801" y="537"/>
                </a:lnTo>
                <a:close/>
                <a:moveTo>
                  <a:pt x="4730" y="547"/>
                </a:moveTo>
                <a:lnTo>
                  <a:pt x="4726" y="555"/>
                </a:lnTo>
                <a:lnTo>
                  <a:pt x="4721" y="550"/>
                </a:lnTo>
                <a:lnTo>
                  <a:pt x="4719" y="537"/>
                </a:lnTo>
                <a:lnTo>
                  <a:pt x="4719" y="522"/>
                </a:lnTo>
                <a:lnTo>
                  <a:pt x="4723" y="512"/>
                </a:lnTo>
                <a:lnTo>
                  <a:pt x="4726" y="510"/>
                </a:lnTo>
                <a:lnTo>
                  <a:pt x="4728" y="513"/>
                </a:lnTo>
                <a:lnTo>
                  <a:pt x="4732" y="518"/>
                </a:lnTo>
                <a:lnTo>
                  <a:pt x="4734" y="537"/>
                </a:lnTo>
                <a:lnTo>
                  <a:pt x="4730" y="547"/>
                </a:lnTo>
                <a:close/>
                <a:moveTo>
                  <a:pt x="5497" y="543"/>
                </a:moveTo>
                <a:lnTo>
                  <a:pt x="5496" y="551"/>
                </a:lnTo>
                <a:lnTo>
                  <a:pt x="5485" y="560"/>
                </a:lnTo>
                <a:lnTo>
                  <a:pt x="5478" y="562"/>
                </a:lnTo>
                <a:lnTo>
                  <a:pt x="5471" y="560"/>
                </a:lnTo>
                <a:lnTo>
                  <a:pt x="5467" y="551"/>
                </a:lnTo>
                <a:lnTo>
                  <a:pt x="5470" y="543"/>
                </a:lnTo>
                <a:lnTo>
                  <a:pt x="5474" y="535"/>
                </a:lnTo>
                <a:lnTo>
                  <a:pt x="5485" y="526"/>
                </a:lnTo>
                <a:lnTo>
                  <a:pt x="5490" y="526"/>
                </a:lnTo>
                <a:lnTo>
                  <a:pt x="5493" y="526"/>
                </a:lnTo>
                <a:lnTo>
                  <a:pt x="5497" y="535"/>
                </a:lnTo>
                <a:lnTo>
                  <a:pt x="5497" y="543"/>
                </a:lnTo>
                <a:close/>
                <a:moveTo>
                  <a:pt x="5878" y="589"/>
                </a:moveTo>
                <a:lnTo>
                  <a:pt x="5884" y="587"/>
                </a:lnTo>
                <a:lnTo>
                  <a:pt x="5899" y="596"/>
                </a:lnTo>
                <a:lnTo>
                  <a:pt x="5903" y="607"/>
                </a:lnTo>
                <a:lnTo>
                  <a:pt x="5906" y="615"/>
                </a:lnTo>
                <a:lnTo>
                  <a:pt x="5907" y="625"/>
                </a:lnTo>
                <a:lnTo>
                  <a:pt x="5895" y="626"/>
                </a:lnTo>
                <a:lnTo>
                  <a:pt x="5875" y="614"/>
                </a:lnTo>
                <a:lnTo>
                  <a:pt x="5853" y="603"/>
                </a:lnTo>
                <a:lnTo>
                  <a:pt x="5843" y="604"/>
                </a:lnTo>
                <a:lnTo>
                  <a:pt x="5844" y="615"/>
                </a:lnTo>
                <a:lnTo>
                  <a:pt x="5847" y="623"/>
                </a:lnTo>
                <a:lnTo>
                  <a:pt x="5850" y="631"/>
                </a:lnTo>
                <a:lnTo>
                  <a:pt x="5851" y="641"/>
                </a:lnTo>
                <a:lnTo>
                  <a:pt x="5839" y="648"/>
                </a:lnTo>
                <a:lnTo>
                  <a:pt x="5818" y="646"/>
                </a:lnTo>
                <a:lnTo>
                  <a:pt x="5807" y="645"/>
                </a:lnTo>
                <a:lnTo>
                  <a:pt x="5791" y="650"/>
                </a:lnTo>
                <a:lnTo>
                  <a:pt x="5780" y="659"/>
                </a:lnTo>
                <a:lnTo>
                  <a:pt x="5775" y="679"/>
                </a:lnTo>
                <a:lnTo>
                  <a:pt x="5772" y="692"/>
                </a:lnTo>
                <a:lnTo>
                  <a:pt x="5771" y="713"/>
                </a:lnTo>
                <a:lnTo>
                  <a:pt x="5776" y="734"/>
                </a:lnTo>
                <a:lnTo>
                  <a:pt x="5781" y="742"/>
                </a:lnTo>
                <a:lnTo>
                  <a:pt x="5785" y="743"/>
                </a:lnTo>
                <a:lnTo>
                  <a:pt x="5793" y="744"/>
                </a:lnTo>
                <a:lnTo>
                  <a:pt x="5804" y="759"/>
                </a:lnTo>
                <a:lnTo>
                  <a:pt x="5805" y="770"/>
                </a:lnTo>
                <a:lnTo>
                  <a:pt x="5804" y="785"/>
                </a:lnTo>
                <a:lnTo>
                  <a:pt x="5795" y="797"/>
                </a:lnTo>
                <a:lnTo>
                  <a:pt x="5780" y="790"/>
                </a:lnTo>
                <a:lnTo>
                  <a:pt x="5765" y="766"/>
                </a:lnTo>
                <a:lnTo>
                  <a:pt x="5758" y="746"/>
                </a:lnTo>
                <a:lnTo>
                  <a:pt x="5747" y="704"/>
                </a:lnTo>
                <a:lnTo>
                  <a:pt x="5741" y="655"/>
                </a:lnTo>
                <a:lnTo>
                  <a:pt x="5743" y="631"/>
                </a:lnTo>
                <a:lnTo>
                  <a:pt x="5751" y="614"/>
                </a:lnTo>
                <a:lnTo>
                  <a:pt x="5763" y="602"/>
                </a:lnTo>
                <a:lnTo>
                  <a:pt x="5781" y="596"/>
                </a:lnTo>
                <a:lnTo>
                  <a:pt x="5805" y="594"/>
                </a:lnTo>
                <a:lnTo>
                  <a:pt x="5820" y="596"/>
                </a:lnTo>
                <a:lnTo>
                  <a:pt x="5823" y="596"/>
                </a:lnTo>
                <a:lnTo>
                  <a:pt x="5832" y="591"/>
                </a:lnTo>
                <a:lnTo>
                  <a:pt x="5842" y="575"/>
                </a:lnTo>
                <a:lnTo>
                  <a:pt x="5843" y="558"/>
                </a:lnTo>
                <a:lnTo>
                  <a:pt x="5847" y="516"/>
                </a:lnTo>
                <a:lnTo>
                  <a:pt x="5854" y="558"/>
                </a:lnTo>
                <a:lnTo>
                  <a:pt x="5858" y="573"/>
                </a:lnTo>
                <a:lnTo>
                  <a:pt x="5867" y="588"/>
                </a:lnTo>
                <a:lnTo>
                  <a:pt x="5875" y="590"/>
                </a:lnTo>
                <a:lnTo>
                  <a:pt x="5878" y="589"/>
                </a:lnTo>
                <a:close/>
                <a:moveTo>
                  <a:pt x="5978" y="545"/>
                </a:moveTo>
                <a:lnTo>
                  <a:pt x="5983" y="556"/>
                </a:lnTo>
                <a:lnTo>
                  <a:pt x="5984" y="569"/>
                </a:lnTo>
                <a:lnTo>
                  <a:pt x="5976" y="572"/>
                </a:lnTo>
                <a:lnTo>
                  <a:pt x="5959" y="563"/>
                </a:lnTo>
                <a:lnTo>
                  <a:pt x="5951" y="553"/>
                </a:lnTo>
                <a:lnTo>
                  <a:pt x="5941" y="541"/>
                </a:lnTo>
                <a:lnTo>
                  <a:pt x="5939" y="529"/>
                </a:lnTo>
                <a:lnTo>
                  <a:pt x="5943" y="526"/>
                </a:lnTo>
                <a:lnTo>
                  <a:pt x="5946" y="526"/>
                </a:lnTo>
                <a:lnTo>
                  <a:pt x="5955" y="527"/>
                </a:lnTo>
                <a:lnTo>
                  <a:pt x="5973" y="538"/>
                </a:lnTo>
                <a:lnTo>
                  <a:pt x="5978" y="545"/>
                </a:lnTo>
                <a:close/>
                <a:moveTo>
                  <a:pt x="6746" y="592"/>
                </a:moveTo>
                <a:lnTo>
                  <a:pt x="6747" y="595"/>
                </a:lnTo>
                <a:lnTo>
                  <a:pt x="6736" y="597"/>
                </a:lnTo>
                <a:lnTo>
                  <a:pt x="6726" y="597"/>
                </a:lnTo>
                <a:lnTo>
                  <a:pt x="6714" y="596"/>
                </a:lnTo>
                <a:lnTo>
                  <a:pt x="6693" y="580"/>
                </a:lnTo>
                <a:lnTo>
                  <a:pt x="6686" y="569"/>
                </a:lnTo>
                <a:lnTo>
                  <a:pt x="6680" y="552"/>
                </a:lnTo>
                <a:lnTo>
                  <a:pt x="6689" y="550"/>
                </a:lnTo>
                <a:lnTo>
                  <a:pt x="6707" y="564"/>
                </a:lnTo>
                <a:lnTo>
                  <a:pt x="6734" y="583"/>
                </a:lnTo>
                <a:lnTo>
                  <a:pt x="6746" y="592"/>
                </a:lnTo>
                <a:close/>
                <a:moveTo>
                  <a:pt x="5690" y="589"/>
                </a:moveTo>
                <a:lnTo>
                  <a:pt x="5705" y="604"/>
                </a:lnTo>
                <a:lnTo>
                  <a:pt x="5701" y="616"/>
                </a:lnTo>
                <a:lnTo>
                  <a:pt x="5680" y="616"/>
                </a:lnTo>
                <a:lnTo>
                  <a:pt x="5665" y="615"/>
                </a:lnTo>
                <a:lnTo>
                  <a:pt x="5648" y="605"/>
                </a:lnTo>
                <a:lnTo>
                  <a:pt x="5643" y="594"/>
                </a:lnTo>
                <a:lnTo>
                  <a:pt x="5642" y="589"/>
                </a:lnTo>
                <a:lnTo>
                  <a:pt x="5643" y="578"/>
                </a:lnTo>
                <a:lnTo>
                  <a:pt x="5649" y="563"/>
                </a:lnTo>
                <a:lnTo>
                  <a:pt x="5653" y="562"/>
                </a:lnTo>
                <a:lnTo>
                  <a:pt x="5667" y="568"/>
                </a:lnTo>
                <a:lnTo>
                  <a:pt x="5690" y="589"/>
                </a:lnTo>
                <a:close/>
                <a:moveTo>
                  <a:pt x="6070" y="648"/>
                </a:moveTo>
                <a:lnTo>
                  <a:pt x="6062" y="654"/>
                </a:lnTo>
                <a:lnTo>
                  <a:pt x="6051" y="652"/>
                </a:lnTo>
                <a:lnTo>
                  <a:pt x="6045" y="635"/>
                </a:lnTo>
                <a:lnTo>
                  <a:pt x="6048" y="609"/>
                </a:lnTo>
                <a:lnTo>
                  <a:pt x="6052" y="594"/>
                </a:lnTo>
                <a:lnTo>
                  <a:pt x="6066" y="553"/>
                </a:lnTo>
                <a:lnTo>
                  <a:pt x="6074" y="594"/>
                </a:lnTo>
                <a:lnTo>
                  <a:pt x="6076" y="612"/>
                </a:lnTo>
                <a:lnTo>
                  <a:pt x="6074" y="641"/>
                </a:lnTo>
                <a:lnTo>
                  <a:pt x="6070" y="648"/>
                </a:lnTo>
                <a:close/>
                <a:moveTo>
                  <a:pt x="4700" y="597"/>
                </a:moveTo>
                <a:lnTo>
                  <a:pt x="4698" y="612"/>
                </a:lnTo>
                <a:lnTo>
                  <a:pt x="4692" y="616"/>
                </a:lnTo>
                <a:lnTo>
                  <a:pt x="4682" y="612"/>
                </a:lnTo>
                <a:lnTo>
                  <a:pt x="4673" y="597"/>
                </a:lnTo>
                <a:lnTo>
                  <a:pt x="4669" y="590"/>
                </a:lnTo>
                <a:lnTo>
                  <a:pt x="4674" y="580"/>
                </a:lnTo>
                <a:lnTo>
                  <a:pt x="4679" y="580"/>
                </a:lnTo>
                <a:lnTo>
                  <a:pt x="4688" y="580"/>
                </a:lnTo>
                <a:lnTo>
                  <a:pt x="4699" y="590"/>
                </a:lnTo>
                <a:lnTo>
                  <a:pt x="4700" y="597"/>
                </a:lnTo>
                <a:close/>
                <a:moveTo>
                  <a:pt x="6447" y="607"/>
                </a:moveTo>
                <a:lnTo>
                  <a:pt x="6461" y="618"/>
                </a:lnTo>
                <a:lnTo>
                  <a:pt x="6475" y="639"/>
                </a:lnTo>
                <a:lnTo>
                  <a:pt x="6473" y="645"/>
                </a:lnTo>
                <a:lnTo>
                  <a:pt x="6463" y="651"/>
                </a:lnTo>
                <a:lnTo>
                  <a:pt x="6436" y="647"/>
                </a:lnTo>
                <a:lnTo>
                  <a:pt x="6408" y="634"/>
                </a:lnTo>
                <a:lnTo>
                  <a:pt x="6388" y="615"/>
                </a:lnTo>
                <a:lnTo>
                  <a:pt x="6386" y="605"/>
                </a:lnTo>
                <a:lnTo>
                  <a:pt x="6386" y="594"/>
                </a:lnTo>
                <a:lnTo>
                  <a:pt x="6393" y="582"/>
                </a:lnTo>
                <a:lnTo>
                  <a:pt x="6408" y="583"/>
                </a:lnTo>
                <a:lnTo>
                  <a:pt x="6432" y="595"/>
                </a:lnTo>
                <a:lnTo>
                  <a:pt x="6447" y="607"/>
                </a:lnTo>
                <a:close/>
                <a:moveTo>
                  <a:pt x="5994" y="613"/>
                </a:moveTo>
                <a:lnTo>
                  <a:pt x="5996" y="619"/>
                </a:lnTo>
                <a:lnTo>
                  <a:pt x="5988" y="628"/>
                </a:lnTo>
                <a:lnTo>
                  <a:pt x="5978" y="629"/>
                </a:lnTo>
                <a:lnTo>
                  <a:pt x="5967" y="628"/>
                </a:lnTo>
                <a:lnTo>
                  <a:pt x="5958" y="619"/>
                </a:lnTo>
                <a:lnTo>
                  <a:pt x="5962" y="613"/>
                </a:lnTo>
                <a:lnTo>
                  <a:pt x="5970" y="602"/>
                </a:lnTo>
                <a:lnTo>
                  <a:pt x="5978" y="597"/>
                </a:lnTo>
                <a:lnTo>
                  <a:pt x="5984" y="602"/>
                </a:lnTo>
                <a:lnTo>
                  <a:pt x="5994" y="613"/>
                </a:lnTo>
                <a:close/>
                <a:moveTo>
                  <a:pt x="7074" y="654"/>
                </a:moveTo>
                <a:lnTo>
                  <a:pt x="7073" y="660"/>
                </a:lnTo>
                <a:lnTo>
                  <a:pt x="7064" y="669"/>
                </a:lnTo>
                <a:lnTo>
                  <a:pt x="7056" y="670"/>
                </a:lnTo>
                <a:lnTo>
                  <a:pt x="7049" y="669"/>
                </a:lnTo>
                <a:lnTo>
                  <a:pt x="7040" y="653"/>
                </a:lnTo>
                <a:lnTo>
                  <a:pt x="7039" y="641"/>
                </a:lnTo>
                <a:lnTo>
                  <a:pt x="7040" y="631"/>
                </a:lnTo>
                <a:lnTo>
                  <a:pt x="7049" y="622"/>
                </a:lnTo>
                <a:lnTo>
                  <a:pt x="7056" y="625"/>
                </a:lnTo>
                <a:lnTo>
                  <a:pt x="7064" y="630"/>
                </a:lnTo>
                <a:lnTo>
                  <a:pt x="7073" y="645"/>
                </a:lnTo>
                <a:lnTo>
                  <a:pt x="7074" y="654"/>
                </a:lnTo>
                <a:close/>
                <a:moveTo>
                  <a:pt x="4173" y="689"/>
                </a:moveTo>
                <a:lnTo>
                  <a:pt x="4176" y="694"/>
                </a:lnTo>
                <a:lnTo>
                  <a:pt x="4197" y="707"/>
                </a:lnTo>
                <a:lnTo>
                  <a:pt x="4214" y="712"/>
                </a:lnTo>
                <a:lnTo>
                  <a:pt x="4231" y="717"/>
                </a:lnTo>
                <a:lnTo>
                  <a:pt x="4243" y="726"/>
                </a:lnTo>
                <a:lnTo>
                  <a:pt x="4244" y="730"/>
                </a:lnTo>
                <a:lnTo>
                  <a:pt x="4235" y="738"/>
                </a:lnTo>
                <a:lnTo>
                  <a:pt x="4204" y="746"/>
                </a:lnTo>
                <a:lnTo>
                  <a:pt x="4179" y="750"/>
                </a:lnTo>
                <a:lnTo>
                  <a:pt x="4162" y="752"/>
                </a:lnTo>
                <a:lnTo>
                  <a:pt x="4140" y="751"/>
                </a:lnTo>
                <a:lnTo>
                  <a:pt x="4126" y="742"/>
                </a:lnTo>
                <a:lnTo>
                  <a:pt x="4117" y="726"/>
                </a:lnTo>
                <a:lnTo>
                  <a:pt x="4114" y="714"/>
                </a:lnTo>
                <a:lnTo>
                  <a:pt x="4111" y="696"/>
                </a:lnTo>
                <a:lnTo>
                  <a:pt x="4111" y="668"/>
                </a:lnTo>
                <a:lnTo>
                  <a:pt x="4114" y="663"/>
                </a:lnTo>
                <a:lnTo>
                  <a:pt x="4120" y="659"/>
                </a:lnTo>
                <a:lnTo>
                  <a:pt x="4139" y="660"/>
                </a:lnTo>
                <a:lnTo>
                  <a:pt x="4158" y="669"/>
                </a:lnTo>
                <a:lnTo>
                  <a:pt x="4172" y="682"/>
                </a:lnTo>
                <a:lnTo>
                  <a:pt x="4173" y="689"/>
                </a:lnTo>
                <a:close/>
                <a:moveTo>
                  <a:pt x="5903" y="668"/>
                </a:moveTo>
                <a:lnTo>
                  <a:pt x="5906" y="676"/>
                </a:lnTo>
                <a:lnTo>
                  <a:pt x="5896" y="689"/>
                </a:lnTo>
                <a:lnTo>
                  <a:pt x="5887" y="694"/>
                </a:lnTo>
                <a:lnTo>
                  <a:pt x="5876" y="697"/>
                </a:lnTo>
                <a:lnTo>
                  <a:pt x="5868" y="690"/>
                </a:lnTo>
                <a:lnTo>
                  <a:pt x="5872" y="678"/>
                </a:lnTo>
                <a:lnTo>
                  <a:pt x="5880" y="659"/>
                </a:lnTo>
                <a:lnTo>
                  <a:pt x="5891" y="654"/>
                </a:lnTo>
                <a:lnTo>
                  <a:pt x="5899" y="662"/>
                </a:lnTo>
                <a:lnTo>
                  <a:pt x="5903" y="668"/>
                </a:lnTo>
                <a:close/>
                <a:moveTo>
                  <a:pt x="6313" y="670"/>
                </a:moveTo>
                <a:lnTo>
                  <a:pt x="6312" y="677"/>
                </a:lnTo>
                <a:lnTo>
                  <a:pt x="6302" y="688"/>
                </a:lnTo>
                <a:lnTo>
                  <a:pt x="6294" y="689"/>
                </a:lnTo>
                <a:lnTo>
                  <a:pt x="6288" y="688"/>
                </a:lnTo>
                <a:lnTo>
                  <a:pt x="6278" y="677"/>
                </a:lnTo>
                <a:lnTo>
                  <a:pt x="6277" y="670"/>
                </a:lnTo>
                <a:lnTo>
                  <a:pt x="6278" y="663"/>
                </a:lnTo>
                <a:lnTo>
                  <a:pt x="6288" y="653"/>
                </a:lnTo>
                <a:lnTo>
                  <a:pt x="6294" y="652"/>
                </a:lnTo>
                <a:lnTo>
                  <a:pt x="6302" y="653"/>
                </a:lnTo>
                <a:lnTo>
                  <a:pt x="6312" y="663"/>
                </a:lnTo>
                <a:lnTo>
                  <a:pt x="6313" y="670"/>
                </a:lnTo>
                <a:close/>
                <a:moveTo>
                  <a:pt x="838" y="689"/>
                </a:moveTo>
                <a:lnTo>
                  <a:pt x="837" y="695"/>
                </a:lnTo>
                <a:lnTo>
                  <a:pt x="827" y="705"/>
                </a:lnTo>
                <a:lnTo>
                  <a:pt x="820" y="706"/>
                </a:lnTo>
                <a:lnTo>
                  <a:pt x="813" y="705"/>
                </a:lnTo>
                <a:lnTo>
                  <a:pt x="802" y="695"/>
                </a:lnTo>
                <a:lnTo>
                  <a:pt x="801" y="689"/>
                </a:lnTo>
                <a:lnTo>
                  <a:pt x="802" y="681"/>
                </a:lnTo>
                <a:lnTo>
                  <a:pt x="813" y="671"/>
                </a:lnTo>
                <a:lnTo>
                  <a:pt x="820" y="670"/>
                </a:lnTo>
                <a:lnTo>
                  <a:pt x="827" y="671"/>
                </a:lnTo>
                <a:lnTo>
                  <a:pt x="837" y="681"/>
                </a:lnTo>
                <a:lnTo>
                  <a:pt x="838" y="689"/>
                </a:lnTo>
                <a:close/>
                <a:moveTo>
                  <a:pt x="5706" y="689"/>
                </a:moveTo>
                <a:lnTo>
                  <a:pt x="5708" y="695"/>
                </a:lnTo>
                <a:lnTo>
                  <a:pt x="5705" y="705"/>
                </a:lnTo>
                <a:lnTo>
                  <a:pt x="5698" y="706"/>
                </a:lnTo>
                <a:lnTo>
                  <a:pt x="5691" y="705"/>
                </a:lnTo>
                <a:lnTo>
                  <a:pt x="5680" y="695"/>
                </a:lnTo>
                <a:lnTo>
                  <a:pt x="5679" y="689"/>
                </a:lnTo>
                <a:lnTo>
                  <a:pt x="5679" y="681"/>
                </a:lnTo>
                <a:lnTo>
                  <a:pt x="5683" y="671"/>
                </a:lnTo>
                <a:lnTo>
                  <a:pt x="5685" y="670"/>
                </a:lnTo>
                <a:lnTo>
                  <a:pt x="5690" y="671"/>
                </a:lnTo>
                <a:lnTo>
                  <a:pt x="5701" y="681"/>
                </a:lnTo>
                <a:lnTo>
                  <a:pt x="5706" y="689"/>
                </a:lnTo>
                <a:close/>
                <a:moveTo>
                  <a:pt x="6159" y="710"/>
                </a:moveTo>
                <a:lnTo>
                  <a:pt x="6150" y="732"/>
                </a:lnTo>
                <a:lnTo>
                  <a:pt x="6115" y="797"/>
                </a:lnTo>
                <a:lnTo>
                  <a:pt x="6074" y="860"/>
                </a:lnTo>
                <a:lnTo>
                  <a:pt x="6050" y="891"/>
                </a:lnTo>
                <a:lnTo>
                  <a:pt x="6042" y="896"/>
                </a:lnTo>
                <a:lnTo>
                  <a:pt x="6041" y="893"/>
                </a:lnTo>
                <a:lnTo>
                  <a:pt x="6044" y="879"/>
                </a:lnTo>
                <a:lnTo>
                  <a:pt x="6077" y="814"/>
                </a:lnTo>
                <a:lnTo>
                  <a:pt x="6120" y="734"/>
                </a:lnTo>
                <a:lnTo>
                  <a:pt x="6157" y="677"/>
                </a:lnTo>
                <a:lnTo>
                  <a:pt x="6164" y="670"/>
                </a:lnTo>
                <a:lnTo>
                  <a:pt x="6166" y="679"/>
                </a:lnTo>
                <a:lnTo>
                  <a:pt x="6159" y="710"/>
                </a:lnTo>
                <a:close/>
                <a:moveTo>
                  <a:pt x="6556" y="700"/>
                </a:moveTo>
                <a:lnTo>
                  <a:pt x="6565" y="727"/>
                </a:lnTo>
                <a:lnTo>
                  <a:pt x="6562" y="740"/>
                </a:lnTo>
                <a:lnTo>
                  <a:pt x="6550" y="733"/>
                </a:lnTo>
                <a:lnTo>
                  <a:pt x="6539" y="725"/>
                </a:lnTo>
                <a:lnTo>
                  <a:pt x="6528" y="715"/>
                </a:lnTo>
                <a:lnTo>
                  <a:pt x="6515" y="696"/>
                </a:lnTo>
                <a:lnTo>
                  <a:pt x="6512" y="680"/>
                </a:lnTo>
                <a:lnTo>
                  <a:pt x="6520" y="671"/>
                </a:lnTo>
                <a:lnTo>
                  <a:pt x="6528" y="670"/>
                </a:lnTo>
                <a:lnTo>
                  <a:pt x="6536" y="671"/>
                </a:lnTo>
                <a:lnTo>
                  <a:pt x="6551" y="688"/>
                </a:lnTo>
                <a:lnTo>
                  <a:pt x="6556" y="700"/>
                </a:lnTo>
                <a:close/>
                <a:moveTo>
                  <a:pt x="4532" y="752"/>
                </a:moveTo>
                <a:lnTo>
                  <a:pt x="4533" y="773"/>
                </a:lnTo>
                <a:lnTo>
                  <a:pt x="4526" y="788"/>
                </a:lnTo>
                <a:lnTo>
                  <a:pt x="4516" y="789"/>
                </a:lnTo>
                <a:lnTo>
                  <a:pt x="4509" y="787"/>
                </a:lnTo>
                <a:lnTo>
                  <a:pt x="4498" y="780"/>
                </a:lnTo>
                <a:lnTo>
                  <a:pt x="4484" y="763"/>
                </a:lnTo>
                <a:lnTo>
                  <a:pt x="4483" y="742"/>
                </a:lnTo>
                <a:lnTo>
                  <a:pt x="4494" y="725"/>
                </a:lnTo>
                <a:lnTo>
                  <a:pt x="4505" y="719"/>
                </a:lnTo>
                <a:lnTo>
                  <a:pt x="4527" y="708"/>
                </a:lnTo>
                <a:lnTo>
                  <a:pt x="4529" y="716"/>
                </a:lnTo>
                <a:lnTo>
                  <a:pt x="4532" y="752"/>
                </a:lnTo>
                <a:close/>
                <a:moveTo>
                  <a:pt x="4825" y="803"/>
                </a:moveTo>
                <a:lnTo>
                  <a:pt x="4825" y="815"/>
                </a:lnTo>
                <a:lnTo>
                  <a:pt x="4818" y="825"/>
                </a:lnTo>
                <a:lnTo>
                  <a:pt x="4812" y="826"/>
                </a:lnTo>
                <a:lnTo>
                  <a:pt x="4809" y="825"/>
                </a:lnTo>
                <a:lnTo>
                  <a:pt x="4801" y="817"/>
                </a:lnTo>
                <a:lnTo>
                  <a:pt x="4792" y="779"/>
                </a:lnTo>
                <a:lnTo>
                  <a:pt x="4792" y="755"/>
                </a:lnTo>
                <a:lnTo>
                  <a:pt x="4792" y="725"/>
                </a:lnTo>
                <a:lnTo>
                  <a:pt x="4798" y="714"/>
                </a:lnTo>
                <a:lnTo>
                  <a:pt x="4804" y="723"/>
                </a:lnTo>
                <a:lnTo>
                  <a:pt x="4809" y="733"/>
                </a:lnTo>
                <a:lnTo>
                  <a:pt x="4815" y="750"/>
                </a:lnTo>
                <a:lnTo>
                  <a:pt x="4824" y="788"/>
                </a:lnTo>
                <a:lnTo>
                  <a:pt x="4825" y="803"/>
                </a:lnTo>
                <a:close/>
                <a:moveTo>
                  <a:pt x="6349" y="717"/>
                </a:moveTo>
                <a:lnTo>
                  <a:pt x="6342" y="731"/>
                </a:lnTo>
                <a:lnTo>
                  <a:pt x="6322" y="754"/>
                </a:lnTo>
                <a:lnTo>
                  <a:pt x="6312" y="764"/>
                </a:lnTo>
                <a:lnTo>
                  <a:pt x="6300" y="773"/>
                </a:lnTo>
                <a:lnTo>
                  <a:pt x="6296" y="764"/>
                </a:lnTo>
                <a:lnTo>
                  <a:pt x="6305" y="735"/>
                </a:lnTo>
                <a:lnTo>
                  <a:pt x="6311" y="726"/>
                </a:lnTo>
                <a:lnTo>
                  <a:pt x="6324" y="712"/>
                </a:lnTo>
                <a:lnTo>
                  <a:pt x="6338" y="705"/>
                </a:lnTo>
                <a:lnTo>
                  <a:pt x="6348" y="709"/>
                </a:lnTo>
                <a:lnTo>
                  <a:pt x="6349" y="717"/>
                </a:lnTo>
                <a:close/>
                <a:moveTo>
                  <a:pt x="6719" y="746"/>
                </a:moveTo>
                <a:lnTo>
                  <a:pt x="6722" y="764"/>
                </a:lnTo>
                <a:lnTo>
                  <a:pt x="6715" y="770"/>
                </a:lnTo>
                <a:lnTo>
                  <a:pt x="6702" y="760"/>
                </a:lnTo>
                <a:lnTo>
                  <a:pt x="6692" y="752"/>
                </a:lnTo>
                <a:lnTo>
                  <a:pt x="6680" y="751"/>
                </a:lnTo>
                <a:lnTo>
                  <a:pt x="6674" y="756"/>
                </a:lnTo>
                <a:lnTo>
                  <a:pt x="6672" y="760"/>
                </a:lnTo>
                <a:lnTo>
                  <a:pt x="6670" y="765"/>
                </a:lnTo>
                <a:lnTo>
                  <a:pt x="6663" y="768"/>
                </a:lnTo>
                <a:lnTo>
                  <a:pt x="6648" y="762"/>
                </a:lnTo>
                <a:lnTo>
                  <a:pt x="6634" y="748"/>
                </a:lnTo>
                <a:lnTo>
                  <a:pt x="6624" y="737"/>
                </a:lnTo>
                <a:lnTo>
                  <a:pt x="6614" y="721"/>
                </a:lnTo>
                <a:lnTo>
                  <a:pt x="6624" y="714"/>
                </a:lnTo>
                <a:lnTo>
                  <a:pt x="6656" y="714"/>
                </a:lnTo>
                <a:lnTo>
                  <a:pt x="6682" y="715"/>
                </a:lnTo>
                <a:lnTo>
                  <a:pt x="6706" y="726"/>
                </a:lnTo>
                <a:lnTo>
                  <a:pt x="6717" y="738"/>
                </a:lnTo>
                <a:lnTo>
                  <a:pt x="6719" y="746"/>
                </a:lnTo>
                <a:close/>
                <a:moveTo>
                  <a:pt x="5889" y="741"/>
                </a:moveTo>
                <a:lnTo>
                  <a:pt x="5902" y="731"/>
                </a:lnTo>
                <a:lnTo>
                  <a:pt x="5914" y="735"/>
                </a:lnTo>
                <a:lnTo>
                  <a:pt x="5914" y="750"/>
                </a:lnTo>
                <a:lnTo>
                  <a:pt x="5914" y="756"/>
                </a:lnTo>
                <a:lnTo>
                  <a:pt x="5908" y="766"/>
                </a:lnTo>
                <a:lnTo>
                  <a:pt x="5893" y="778"/>
                </a:lnTo>
                <a:lnTo>
                  <a:pt x="5878" y="779"/>
                </a:lnTo>
                <a:lnTo>
                  <a:pt x="5869" y="779"/>
                </a:lnTo>
                <a:lnTo>
                  <a:pt x="5856" y="775"/>
                </a:lnTo>
                <a:lnTo>
                  <a:pt x="5847" y="766"/>
                </a:lnTo>
                <a:lnTo>
                  <a:pt x="5843" y="754"/>
                </a:lnTo>
                <a:lnTo>
                  <a:pt x="5843" y="746"/>
                </a:lnTo>
                <a:lnTo>
                  <a:pt x="5844" y="733"/>
                </a:lnTo>
                <a:lnTo>
                  <a:pt x="5850" y="730"/>
                </a:lnTo>
                <a:lnTo>
                  <a:pt x="5854" y="739"/>
                </a:lnTo>
                <a:lnTo>
                  <a:pt x="5857" y="745"/>
                </a:lnTo>
                <a:lnTo>
                  <a:pt x="5863" y="752"/>
                </a:lnTo>
                <a:lnTo>
                  <a:pt x="5876" y="751"/>
                </a:lnTo>
                <a:lnTo>
                  <a:pt x="5889" y="741"/>
                </a:lnTo>
                <a:close/>
                <a:moveTo>
                  <a:pt x="6005" y="744"/>
                </a:moveTo>
                <a:lnTo>
                  <a:pt x="6004" y="752"/>
                </a:lnTo>
                <a:lnTo>
                  <a:pt x="5994" y="755"/>
                </a:lnTo>
                <a:lnTo>
                  <a:pt x="5987" y="752"/>
                </a:lnTo>
                <a:lnTo>
                  <a:pt x="5980" y="748"/>
                </a:lnTo>
                <a:lnTo>
                  <a:pt x="5969" y="754"/>
                </a:lnTo>
                <a:lnTo>
                  <a:pt x="5968" y="760"/>
                </a:lnTo>
                <a:lnTo>
                  <a:pt x="5967" y="768"/>
                </a:lnTo>
                <a:lnTo>
                  <a:pt x="5958" y="772"/>
                </a:lnTo>
                <a:lnTo>
                  <a:pt x="5951" y="770"/>
                </a:lnTo>
                <a:lnTo>
                  <a:pt x="5941" y="763"/>
                </a:lnTo>
                <a:lnTo>
                  <a:pt x="5932" y="750"/>
                </a:lnTo>
                <a:lnTo>
                  <a:pt x="5938" y="739"/>
                </a:lnTo>
                <a:lnTo>
                  <a:pt x="5955" y="731"/>
                </a:lnTo>
                <a:lnTo>
                  <a:pt x="5968" y="730"/>
                </a:lnTo>
                <a:lnTo>
                  <a:pt x="5983" y="730"/>
                </a:lnTo>
                <a:lnTo>
                  <a:pt x="6003" y="738"/>
                </a:lnTo>
                <a:lnTo>
                  <a:pt x="6005" y="744"/>
                </a:lnTo>
                <a:close/>
                <a:moveTo>
                  <a:pt x="6821" y="771"/>
                </a:moveTo>
                <a:lnTo>
                  <a:pt x="6820" y="782"/>
                </a:lnTo>
                <a:lnTo>
                  <a:pt x="6811" y="792"/>
                </a:lnTo>
                <a:lnTo>
                  <a:pt x="6805" y="790"/>
                </a:lnTo>
                <a:lnTo>
                  <a:pt x="6797" y="787"/>
                </a:lnTo>
                <a:lnTo>
                  <a:pt x="6783" y="793"/>
                </a:lnTo>
                <a:lnTo>
                  <a:pt x="6779" y="801"/>
                </a:lnTo>
                <a:lnTo>
                  <a:pt x="6775" y="808"/>
                </a:lnTo>
                <a:lnTo>
                  <a:pt x="6769" y="801"/>
                </a:lnTo>
                <a:lnTo>
                  <a:pt x="6768" y="787"/>
                </a:lnTo>
                <a:lnTo>
                  <a:pt x="6768" y="770"/>
                </a:lnTo>
                <a:lnTo>
                  <a:pt x="6773" y="743"/>
                </a:lnTo>
                <a:lnTo>
                  <a:pt x="6777" y="738"/>
                </a:lnTo>
                <a:lnTo>
                  <a:pt x="6784" y="732"/>
                </a:lnTo>
                <a:lnTo>
                  <a:pt x="6799" y="731"/>
                </a:lnTo>
                <a:lnTo>
                  <a:pt x="6812" y="742"/>
                </a:lnTo>
                <a:lnTo>
                  <a:pt x="6820" y="760"/>
                </a:lnTo>
                <a:lnTo>
                  <a:pt x="6821" y="771"/>
                </a:lnTo>
                <a:close/>
                <a:moveTo>
                  <a:pt x="4678" y="763"/>
                </a:moveTo>
                <a:lnTo>
                  <a:pt x="4674" y="770"/>
                </a:lnTo>
                <a:lnTo>
                  <a:pt x="4661" y="780"/>
                </a:lnTo>
                <a:lnTo>
                  <a:pt x="4654" y="781"/>
                </a:lnTo>
                <a:lnTo>
                  <a:pt x="4648" y="780"/>
                </a:lnTo>
                <a:lnTo>
                  <a:pt x="4635" y="770"/>
                </a:lnTo>
                <a:lnTo>
                  <a:pt x="4630" y="763"/>
                </a:lnTo>
                <a:lnTo>
                  <a:pt x="4629" y="755"/>
                </a:lnTo>
                <a:lnTo>
                  <a:pt x="4642" y="744"/>
                </a:lnTo>
                <a:lnTo>
                  <a:pt x="4654" y="743"/>
                </a:lnTo>
                <a:lnTo>
                  <a:pt x="4666" y="744"/>
                </a:lnTo>
                <a:lnTo>
                  <a:pt x="4678" y="755"/>
                </a:lnTo>
                <a:lnTo>
                  <a:pt x="4678" y="763"/>
                </a:lnTo>
                <a:close/>
                <a:moveTo>
                  <a:pt x="6631" y="779"/>
                </a:moveTo>
                <a:lnTo>
                  <a:pt x="6624" y="784"/>
                </a:lnTo>
                <a:lnTo>
                  <a:pt x="6603" y="788"/>
                </a:lnTo>
                <a:lnTo>
                  <a:pt x="6593" y="784"/>
                </a:lnTo>
                <a:lnTo>
                  <a:pt x="6578" y="779"/>
                </a:lnTo>
                <a:lnTo>
                  <a:pt x="6575" y="767"/>
                </a:lnTo>
                <a:lnTo>
                  <a:pt x="6587" y="759"/>
                </a:lnTo>
                <a:lnTo>
                  <a:pt x="6597" y="754"/>
                </a:lnTo>
                <a:lnTo>
                  <a:pt x="6616" y="752"/>
                </a:lnTo>
                <a:lnTo>
                  <a:pt x="6631" y="757"/>
                </a:lnTo>
                <a:lnTo>
                  <a:pt x="6634" y="770"/>
                </a:lnTo>
                <a:lnTo>
                  <a:pt x="6631" y="779"/>
                </a:lnTo>
                <a:close/>
                <a:moveTo>
                  <a:pt x="7087" y="770"/>
                </a:moveTo>
                <a:lnTo>
                  <a:pt x="7092" y="785"/>
                </a:lnTo>
                <a:lnTo>
                  <a:pt x="7091" y="805"/>
                </a:lnTo>
                <a:lnTo>
                  <a:pt x="7081" y="808"/>
                </a:lnTo>
                <a:lnTo>
                  <a:pt x="7065" y="795"/>
                </a:lnTo>
                <a:lnTo>
                  <a:pt x="7056" y="781"/>
                </a:lnTo>
                <a:lnTo>
                  <a:pt x="7048" y="763"/>
                </a:lnTo>
                <a:lnTo>
                  <a:pt x="7047" y="747"/>
                </a:lnTo>
                <a:lnTo>
                  <a:pt x="7052" y="743"/>
                </a:lnTo>
                <a:lnTo>
                  <a:pt x="7056" y="743"/>
                </a:lnTo>
                <a:lnTo>
                  <a:pt x="7065" y="744"/>
                </a:lnTo>
                <a:lnTo>
                  <a:pt x="7081" y="759"/>
                </a:lnTo>
                <a:lnTo>
                  <a:pt x="7087" y="770"/>
                </a:lnTo>
                <a:close/>
                <a:moveTo>
                  <a:pt x="4010" y="797"/>
                </a:moveTo>
                <a:lnTo>
                  <a:pt x="4009" y="804"/>
                </a:lnTo>
                <a:lnTo>
                  <a:pt x="3998" y="814"/>
                </a:lnTo>
                <a:lnTo>
                  <a:pt x="3991" y="815"/>
                </a:lnTo>
                <a:lnTo>
                  <a:pt x="3984" y="814"/>
                </a:lnTo>
                <a:lnTo>
                  <a:pt x="3981" y="804"/>
                </a:lnTo>
                <a:lnTo>
                  <a:pt x="3983" y="797"/>
                </a:lnTo>
                <a:lnTo>
                  <a:pt x="3987" y="790"/>
                </a:lnTo>
                <a:lnTo>
                  <a:pt x="3998" y="780"/>
                </a:lnTo>
                <a:lnTo>
                  <a:pt x="4004" y="779"/>
                </a:lnTo>
                <a:lnTo>
                  <a:pt x="4006" y="780"/>
                </a:lnTo>
                <a:lnTo>
                  <a:pt x="4010" y="790"/>
                </a:lnTo>
                <a:lnTo>
                  <a:pt x="4010" y="797"/>
                </a:lnTo>
                <a:close/>
                <a:moveTo>
                  <a:pt x="4255" y="797"/>
                </a:moveTo>
                <a:lnTo>
                  <a:pt x="4258" y="804"/>
                </a:lnTo>
                <a:lnTo>
                  <a:pt x="4254" y="814"/>
                </a:lnTo>
                <a:lnTo>
                  <a:pt x="4248" y="815"/>
                </a:lnTo>
                <a:lnTo>
                  <a:pt x="4240" y="814"/>
                </a:lnTo>
                <a:lnTo>
                  <a:pt x="4229" y="804"/>
                </a:lnTo>
                <a:lnTo>
                  <a:pt x="4228" y="797"/>
                </a:lnTo>
                <a:lnTo>
                  <a:pt x="4229" y="790"/>
                </a:lnTo>
                <a:lnTo>
                  <a:pt x="4232" y="780"/>
                </a:lnTo>
                <a:lnTo>
                  <a:pt x="4235" y="779"/>
                </a:lnTo>
                <a:lnTo>
                  <a:pt x="4240" y="780"/>
                </a:lnTo>
                <a:lnTo>
                  <a:pt x="4251" y="790"/>
                </a:lnTo>
                <a:lnTo>
                  <a:pt x="4255" y="797"/>
                </a:lnTo>
                <a:close/>
                <a:moveTo>
                  <a:pt x="4717" y="880"/>
                </a:moveTo>
                <a:lnTo>
                  <a:pt x="4716" y="890"/>
                </a:lnTo>
                <a:lnTo>
                  <a:pt x="4707" y="900"/>
                </a:lnTo>
                <a:lnTo>
                  <a:pt x="4700" y="896"/>
                </a:lnTo>
                <a:lnTo>
                  <a:pt x="4692" y="892"/>
                </a:lnTo>
                <a:lnTo>
                  <a:pt x="4682" y="876"/>
                </a:lnTo>
                <a:lnTo>
                  <a:pt x="4681" y="868"/>
                </a:lnTo>
                <a:lnTo>
                  <a:pt x="4682" y="862"/>
                </a:lnTo>
                <a:lnTo>
                  <a:pt x="4692" y="852"/>
                </a:lnTo>
                <a:lnTo>
                  <a:pt x="4700" y="852"/>
                </a:lnTo>
                <a:lnTo>
                  <a:pt x="4707" y="853"/>
                </a:lnTo>
                <a:lnTo>
                  <a:pt x="4716" y="868"/>
                </a:lnTo>
                <a:lnTo>
                  <a:pt x="4717" y="880"/>
                </a:lnTo>
                <a:close/>
                <a:moveTo>
                  <a:pt x="6566" y="869"/>
                </a:moveTo>
                <a:lnTo>
                  <a:pt x="6565" y="883"/>
                </a:lnTo>
                <a:lnTo>
                  <a:pt x="6560" y="888"/>
                </a:lnTo>
                <a:lnTo>
                  <a:pt x="6549" y="883"/>
                </a:lnTo>
                <a:lnTo>
                  <a:pt x="6539" y="869"/>
                </a:lnTo>
                <a:lnTo>
                  <a:pt x="6537" y="862"/>
                </a:lnTo>
                <a:lnTo>
                  <a:pt x="6540" y="852"/>
                </a:lnTo>
                <a:lnTo>
                  <a:pt x="6547" y="852"/>
                </a:lnTo>
                <a:lnTo>
                  <a:pt x="6554" y="852"/>
                </a:lnTo>
                <a:lnTo>
                  <a:pt x="6565" y="862"/>
                </a:lnTo>
                <a:lnTo>
                  <a:pt x="6566" y="869"/>
                </a:lnTo>
                <a:close/>
                <a:moveTo>
                  <a:pt x="4591" y="978"/>
                </a:moveTo>
                <a:lnTo>
                  <a:pt x="4590" y="1021"/>
                </a:lnTo>
                <a:lnTo>
                  <a:pt x="4583" y="1069"/>
                </a:lnTo>
                <a:lnTo>
                  <a:pt x="4577" y="1085"/>
                </a:lnTo>
                <a:lnTo>
                  <a:pt x="4573" y="1086"/>
                </a:lnTo>
                <a:lnTo>
                  <a:pt x="4569" y="1086"/>
                </a:lnTo>
                <a:lnTo>
                  <a:pt x="4563" y="1080"/>
                </a:lnTo>
                <a:lnTo>
                  <a:pt x="4557" y="1059"/>
                </a:lnTo>
                <a:lnTo>
                  <a:pt x="4555" y="1015"/>
                </a:lnTo>
                <a:lnTo>
                  <a:pt x="4560" y="957"/>
                </a:lnTo>
                <a:lnTo>
                  <a:pt x="4565" y="926"/>
                </a:lnTo>
                <a:lnTo>
                  <a:pt x="4571" y="897"/>
                </a:lnTo>
                <a:lnTo>
                  <a:pt x="4579" y="876"/>
                </a:lnTo>
                <a:lnTo>
                  <a:pt x="4583" y="872"/>
                </a:lnTo>
                <a:lnTo>
                  <a:pt x="4588" y="884"/>
                </a:lnTo>
                <a:lnTo>
                  <a:pt x="4590" y="935"/>
                </a:lnTo>
                <a:lnTo>
                  <a:pt x="4591" y="978"/>
                </a:lnTo>
                <a:close/>
                <a:moveTo>
                  <a:pt x="6615" y="909"/>
                </a:moveTo>
                <a:lnTo>
                  <a:pt x="6612" y="918"/>
                </a:lnTo>
                <a:lnTo>
                  <a:pt x="6606" y="912"/>
                </a:lnTo>
                <a:lnTo>
                  <a:pt x="6605" y="898"/>
                </a:lnTo>
                <a:lnTo>
                  <a:pt x="6605" y="884"/>
                </a:lnTo>
                <a:lnTo>
                  <a:pt x="6608" y="873"/>
                </a:lnTo>
                <a:lnTo>
                  <a:pt x="6612" y="872"/>
                </a:lnTo>
                <a:lnTo>
                  <a:pt x="6614" y="875"/>
                </a:lnTo>
                <a:lnTo>
                  <a:pt x="6618" y="880"/>
                </a:lnTo>
                <a:lnTo>
                  <a:pt x="6619" y="900"/>
                </a:lnTo>
                <a:lnTo>
                  <a:pt x="6615" y="909"/>
                </a:lnTo>
                <a:close/>
                <a:moveTo>
                  <a:pt x="1413" y="918"/>
                </a:moveTo>
                <a:lnTo>
                  <a:pt x="1429" y="938"/>
                </a:lnTo>
                <a:lnTo>
                  <a:pt x="1434" y="938"/>
                </a:lnTo>
                <a:lnTo>
                  <a:pt x="1429" y="918"/>
                </a:lnTo>
                <a:lnTo>
                  <a:pt x="1426" y="905"/>
                </a:lnTo>
                <a:lnTo>
                  <a:pt x="1431" y="892"/>
                </a:lnTo>
                <a:lnTo>
                  <a:pt x="1440" y="888"/>
                </a:lnTo>
                <a:lnTo>
                  <a:pt x="1445" y="888"/>
                </a:lnTo>
                <a:lnTo>
                  <a:pt x="1453" y="888"/>
                </a:lnTo>
                <a:lnTo>
                  <a:pt x="1463" y="893"/>
                </a:lnTo>
                <a:lnTo>
                  <a:pt x="1471" y="908"/>
                </a:lnTo>
                <a:lnTo>
                  <a:pt x="1468" y="935"/>
                </a:lnTo>
                <a:lnTo>
                  <a:pt x="1451" y="966"/>
                </a:lnTo>
                <a:lnTo>
                  <a:pt x="1437" y="978"/>
                </a:lnTo>
                <a:lnTo>
                  <a:pt x="1421" y="991"/>
                </a:lnTo>
                <a:lnTo>
                  <a:pt x="1402" y="1028"/>
                </a:lnTo>
                <a:lnTo>
                  <a:pt x="1400" y="1045"/>
                </a:lnTo>
                <a:lnTo>
                  <a:pt x="1400" y="1063"/>
                </a:lnTo>
                <a:lnTo>
                  <a:pt x="1393" y="1081"/>
                </a:lnTo>
                <a:lnTo>
                  <a:pt x="1379" y="1084"/>
                </a:lnTo>
                <a:lnTo>
                  <a:pt x="1354" y="1071"/>
                </a:lnTo>
                <a:lnTo>
                  <a:pt x="1336" y="1058"/>
                </a:lnTo>
                <a:lnTo>
                  <a:pt x="1315" y="1041"/>
                </a:lnTo>
                <a:lnTo>
                  <a:pt x="1315" y="1033"/>
                </a:lnTo>
                <a:lnTo>
                  <a:pt x="1334" y="1036"/>
                </a:lnTo>
                <a:lnTo>
                  <a:pt x="1342" y="1036"/>
                </a:lnTo>
                <a:lnTo>
                  <a:pt x="1357" y="1031"/>
                </a:lnTo>
                <a:lnTo>
                  <a:pt x="1376" y="1010"/>
                </a:lnTo>
                <a:lnTo>
                  <a:pt x="1391" y="969"/>
                </a:lnTo>
                <a:lnTo>
                  <a:pt x="1390" y="938"/>
                </a:lnTo>
                <a:lnTo>
                  <a:pt x="1383" y="919"/>
                </a:lnTo>
                <a:lnTo>
                  <a:pt x="1378" y="912"/>
                </a:lnTo>
                <a:lnTo>
                  <a:pt x="1371" y="902"/>
                </a:lnTo>
                <a:lnTo>
                  <a:pt x="1368" y="889"/>
                </a:lnTo>
                <a:lnTo>
                  <a:pt x="1372" y="888"/>
                </a:lnTo>
                <a:lnTo>
                  <a:pt x="1380" y="890"/>
                </a:lnTo>
                <a:lnTo>
                  <a:pt x="1402" y="906"/>
                </a:lnTo>
                <a:lnTo>
                  <a:pt x="1413" y="918"/>
                </a:lnTo>
                <a:close/>
                <a:moveTo>
                  <a:pt x="1612" y="945"/>
                </a:moveTo>
                <a:lnTo>
                  <a:pt x="1608" y="963"/>
                </a:lnTo>
                <a:lnTo>
                  <a:pt x="1614" y="997"/>
                </a:lnTo>
                <a:lnTo>
                  <a:pt x="1621" y="1009"/>
                </a:lnTo>
                <a:lnTo>
                  <a:pt x="1630" y="1021"/>
                </a:lnTo>
                <a:lnTo>
                  <a:pt x="1626" y="1032"/>
                </a:lnTo>
                <a:lnTo>
                  <a:pt x="1612" y="1032"/>
                </a:lnTo>
                <a:lnTo>
                  <a:pt x="1601" y="1031"/>
                </a:lnTo>
                <a:lnTo>
                  <a:pt x="1583" y="1017"/>
                </a:lnTo>
                <a:lnTo>
                  <a:pt x="1575" y="991"/>
                </a:lnTo>
                <a:lnTo>
                  <a:pt x="1574" y="956"/>
                </a:lnTo>
                <a:lnTo>
                  <a:pt x="1578" y="936"/>
                </a:lnTo>
                <a:lnTo>
                  <a:pt x="1581" y="925"/>
                </a:lnTo>
                <a:lnTo>
                  <a:pt x="1595" y="907"/>
                </a:lnTo>
                <a:lnTo>
                  <a:pt x="1603" y="906"/>
                </a:lnTo>
                <a:lnTo>
                  <a:pt x="1607" y="906"/>
                </a:lnTo>
                <a:lnTo>
                  <a:pt x="1612" y="913"/>
                </a:lnTo>
                <a:lnTo>
                  <a:pt x="1615" y="930"/>
                </a:lnTo>
                <a:lnTo>
                  <a:pt x="1612" y="945"/>
                </a:lnTo>
                <a:close/>
                <a:moveTo>
                  <a:pt x="4353" y="967"/>
                </a:moveTo>
                <a:lnTo>
                  <a:pt x="4348" y="969"/>
                </a:lnTo>
                <a:lnTo>
                  <a:pt x="4330" y="952"/>
                </a:lnTo>
                <a:lnTo>
                  <a:pt x="4320" y="936"/>
                </a:lnTo>
                <a:lnTo>
                  <a:pt x="4306" y="913"/>
                </a:lnTo>
                <a:lnTo>
                  <a:pt x="4310" y="909"/>
                </a:lnTo>
                <a:lnTo>
                  <a:pt x="4330" y="928"/>
                </a:lnTo>
                <a:lnTo>
                  <a:pt x="4342" y="941"/>
                </a:lnTo>
                <a:lnTo>
                  <a:pt x="4355" y="963"/>
                </a:lnTo>
                <a:lnTo>
                  <a:pt x="4353" y="967"/>
                </a:lnTo>
                <a:close/>
                <a:moveTo>
                  <a:pt x="7202" y="980"/>
                </a:moveTo>
                <a:lnTo>
                  <a:pt x="7201" y="983"/>
                </a:lnTo>
                <a:lnTo>
                  <a:pt x="7195" y="984"/>
                </a:lnTo>
                <a:lnTo>
                  <a:pt x="7180" y="977"/>
                </a:lnTo>
                <a:lnTo>
                  <a:pt x="7165" y="966"/>
                </a:lnTo>
                <a:lnTo>
                  <a:pt x="7151" y="952"/>
                </a:lnTo>
                <a:lnTo>
                  <a:pt x="7131" y="925"/>
                </a:lnTo>
                <a:lnTo>
                  <a:pt x="7129" y="917"/>
                </a:lnTo>
                <a:lnTo>
                  <a:pt x="7129" y="914"/>
                </a:lnTo>
                <a:lnTo>
                  <a:pt x="7135" y="913"/>
                </a:lnTo>
                <a:lnTo>
                  <a:pt x="7151" y="920"/>
                </a:lnTo>
                <a:lnTo>
                  <a:pt x="7165" y="933"/>
                </a:lnTo>
                <a:lnTo>
                  <a:pt x="7180" y="947"/>
                </a:lnTo>
                <a:lnTo>
                  <a:pt x="7200" y="972"/>
                </a:lnTo>
                <a:lnTo>
                  <a:pt x="7202" y="980"/>
                </a:lnTo>
                <a:close/>
                <a:moveTo>
                  <a:pt x="6875" y="1123"/>
                </a:moveTo>
                <a:lnTo>
                  <a:pt x="6864" y="1147"/>
                </a:lnTo>
                <a:lnTo>
                  <a:pt x="6860" y="1136"/>
                </a:lnTo>
                <a:lnTo>
                  <a:pt x="6866" y="1096"/>
                </a:lnTo>
                <a:lnTo>
                  <a:pt x="6873" y="1027"/>
                </a:lnTo>
                <a:lnTo>
                  <a:pt x="6879" y="969"/>
                </a:lnTo>
                <a:lnTo>
                  <a:pt x="6880" y="948"/>
                </a:lnTo>
                <a:lnTo>
                  <a:pt x="6885" y="964"/>
                </a:lnTo>
                <a:lnTo>
                  <a:pt x="6887" y="996"/>
                </a:lnTo>
                <a:lnTo>
                  <a:pt x="6890" y="1032"/>
                </a:lnTo>
                <a:lnTo>
                  <a:pt x="6883" y="1101"/>
                </a:lnTo>
                <a:lnTo>
                  <a:pt x="6875" y="1123"/>
                </a:lnTo>
                <a:close/>
                <a:moveTo>
                  <a:pt x="7618" y="942"/>
                </a:moveTo>
                <a:lnTo>
                  <a:pt x="7617" y="948"/>
                </a:lnTo>
                <a:lnTo>
                  <a:pt x="7607" y="959"/>
                </a:lnTo>
                <a:lnTo>
                  <a:pt x="7600" y="960"/>
                </a:lnTo>
                <a:lnTo>
                  <a:pt x="7593" y="959"/>
                </a:lnTo>
                <a:lnTo>
                  <a:pt x="7583" y="948"/>
                </a:lnTo>
                <a:lnTo>
                  <a:pt x="7582" y="942"/>
                </a:lnTo>
                <a:lnTo>
                  <a:pt x="7583" y="934"/>
                </a:lnTo>
                <a:lnTo>
                  <a:pt x="7593" y="925"/>
                </a:lnTo>
                <a:lnTo>
                  <a:pt x="7600" y="923"/>
                </a:lnTo>
                <a:lnTo>
                  <a:pt x="7607" y="925"/>
                </a:lnTo>
                <a:lnTo>
                  <a:pt x="7617" y="934"/>
                </a:lnTo>
                <a:lnTo>
                  <a:pt x="7618" y="942"/>
                </a:lnTo>
                <a:close/>
                <a:moveTo>
                  <a:pt x="1720" y="953"/>
                </a:moveTo>
                <a:lnTo>
                  <a:pt x="1715" y="956"/>
                </a:lnTo>
                <a:lnTo>
                  <a:pt x="1697" y="958"/>
                </a:lnTo>
                <a:lnTo>
                  <a:pt x="1687" y="955"/>
                </a:lnTo>
                <a:lnTo>
                  <a:pt x="1678" y="951"/>
                </a:lnTo>
                <a:lnTo>
                  <a:pt x="1685" y="944"/>
                </a:lnTo>
                <a:lnTo>
                  <a:pt x="1698" y="944"/>
                </a:lnTo>
                <a:lnTo>
                  <a:pt x="1711" y="943"/>
                </a:lnTo>
                <a:lnTo>
                  <a:pt x="1722" y="947"/>
                </a:lnTo>
                <a:lnTo>
                  <a:pt x="1723" y="951"/>
                </a:lnTo>
                <a:lnTo>
                  <a:pt x="1720" y="953"/>
                </a:lnTo>
                <a:close/>
                <a:moveTo>
                  <a:pt x="3512" y="960"/>
                </a:moveTo>
                <a:lnTo>
                  <a:pt x="3515" y="967"/>
                </a:lnTo>
                <a:lnTo>
                  <a:pt x="3512" y="977"/>
                </a:lnTo>
                <a:lnTo>
                  <a:pt x="3504" y="978"/>
                </a:lnTo>
                <a:lnTo>
                  <a:pt x="3497" y="977"/>
                </a:lnTo>
                <a:lnTo>
                  <a:pt x="3480" y="967"/>
                </a:lnTo>
                <a:lnTo>
                  <a:pt x="3476" y="960"/>
                </a:lnTo>
                <a:lnTo>
                  <a:pt x="3473" y="953"/>
                </a:lnTo>
                <a:lnTo>
                  <a:pt x="3476" y="943"/>
                </a:lnTo>
                <a:lnTo>
                  <a:pt x="3483" y="942"/>
                </a:lnTo>
                <a:lnTo>
                  <a:pt x="3490" y="943"/>
                </a:lnTo>
                <a:lnTo>
                  <a:pt x="3507" y="953"/>
                </a:lnTo>
                <a:lnTo>
                  <a:pt x="3512" y="960"/>
                </a:lnTo>
                <a:close/>
                <a:moveTo>
                  <a:pt x="4471" y="961"/>
                </a:moveTo>
                <a:lnTo>
                  <a:pt x="4477" y="954"/>
                </a:lnTo>
                <a:lnTo>
                  <a:pt x="4494" y="948"/>
                </a:lnTo>
                <a:lnTo>
                  <a:pt x="4502" y="953"/>
                </a:lnTo>
                <a:lnTo>
                  <a:pt x="4505" y="955"/>
                </a:lnTo>
                <a:lnTo>
                  <a:pt x="4506" y="964"/>
                </a:lnTo>
                <a:lnTo>
                  <a:pt x="4496" y="980"/>
                </a:lnTo>
                <a:lnTo>
                  <a:pt x="4482" y="991"/>
                </a:lnTo>
                <a:lnTo>
                  <a:pt x="4461" y="1006"/>
                </a:lnTo>
                <a:lnTo>
                  <a:pt x="4441" y="1008"/>
                </a:lnTo>
                <a:lnTo>
                  <a:pt x="4431" y="1002"/>
                </a:lnTo>
                <a:lnTo>
                  <a:pt x="4428" y="994"/>
                </a:lnTo>
                <a:lnTo>
                  <a:pt x="4421" y="984"/>
                </a:lnTo>
                <a:lnTo>
                  <a:pt x="4419" y="963"/>
                </a:lnTo>
                <a:lnTo>
                  <a:pt x="4422" y="955"/>
                </a:lnTo>
                <a:lnTo>
                  <a:pt x="4427" y="950"/>
                </a:lnTo>
                <a:lnTo>
                  <a:pt x="4440" y="952"/>
                </a:lnTo>
                <a:lnTo>
                  <a:pt x="4445" y="960"/>
                </a:lnTo>
                <a:lnTo>
                  <a:pt x="4452" y="970"/>
                </a:lnTo>
                <a:lnTo>
                  <a:pt x="4465" y="971"/>
                </a:lnTo>
                <a:lnTo>
                  <a:pt x="4471" y="961"/>
                </a:lnTo>
                <a:close/>
                <a:moveTo>
                  <a:pt x="6408" y="982"/>
                </a:moveTo>
                <a:lnTo>
                  <a:pt x="6398" y="990"/>
                </a:lnTo>
                <a:lnTo>
                  <a:pt x="6389" y="993"/>
                </a:lnTo>
                <a:lnTo>
                  <a:pt x="6386" y="989"/>
                </a:lnTo>
                <a:lnTo>
                  <a:pt x="6386" y="985"/>
                </a:lnTo>
                <a:lnTo>
                  <a:pt x="6386" y="976"/>
                </a:lnTo>
                <a:lnTo>
                  <a:pt x="6392" y="959"/>
                </a:lnTo>
                <a:lnTo>
                  <a:pt x="6403" y="950"/>
                </a:lnTo>
                <a:lnTo>
                  <a:pt x="6415" y="947"/>
                </a:lnTo>
                <a:lnTo>
                  <a:pt x="6420" y="951"/>
                </a:lnTo>
                <a:lnTo>
                  <a:pt x="6422" y="956"/>
                </a:lnTo>
                <a:lnTo>
                  <a:pt x="6415" y="973"/>
                </a:lnTo>
                <a:lnTo>
                  <a:pt x="6408" y="982"/>
                </a:lnTo>
                <a:close/>
                <a:moveTo>
                  <a:pt x="3400" y="1027"/>
                </a:moveTo>
                <a:lnTo>
                  <a:pt x="3393" y="1040"/>
                </a:lnTo>
                <a:lnTo>
                  <a:pt x="3381" y="1045"/>
                </a:lnTo>
                <a:lnTo>
                  <a:pt x="3371" y="1033"/>
                </a:lnTo>
                <a:lnTo>
                  <a:pt x="3367" y="1009"/>
                </a:lnTo>
                <a:lnTo>
                  <a:pt x="3371" y="994"/>
                </a:lnTo>
                <a:lnTo>
                  <a:pt x="3376" y="977"/>
                </a:lnTo>
                <a:lnTo>
                  <a:pt x="3385" y="970"/>
                </a:lnTo>
                <a:lnTo>
                  <a:pt x="3391" y="975"/>
                </a:lnTo>
                <a:lnTo>
                  <a:pt x="3395" y="980"/>
                </a:lnTo>
                <a:lnTo>
                  <a:pt x="3400" y="991"/>
                </a:lnTo>
                <a:lnTo>
                  <a:pt x="3403" y="1016"/>
                </a:lnTo>
                <a:lnTo>
                  <a:pt x="3400" y="1027"/>
                </a:lnTo>
                <a:close/>
                <a:moveTo>
                  <a:pt x="3953" y="1026"/>
                </a:moveTo>
                <a:lnTo>
                  <a:pt x="3949" y="1027"/>
                </a:lnTo>
                <a:lnTo>
                  <a:pt x="3942" y="1023"/>
                </a:lnTo>
                <a:lnTo>
                  <a:pt x="3929" y="1009"/>
                </a:lnTo>
                <a:lnTo>
                  <a:pt x="3920" y="993"/>
                </a:lnTo>
                <a:lnTo>
                  <a:pt x="3906" y="968"/>
                </a:lnTo>
                <a:lnTo>
                  <a:pt x="3910" y="964"/>
                </a:lnTo>
                <a:lnTo>
                  <a:pt x="3931" y="982"/>
                </a:lnTo>
                <a:lnTo>
                  <a:pt x="3943" y="995"/>
                </a:lnTo>
                <a:lnTo>
                  <a:pt x="3955" y="1018"/>
                </a:lnTo>
                <a:lnTo>
                  <a:pt x="3953" y="1026"/>
                </a:lnTo>
                <a:close/>
                <a:moveTo>
                  <a:pt x="7709" y="988"/>
                </a:moveTo>
                <a:lnTo>
                  <a:pt x="7721" y="1002"/>
                </a:lnTo>
                <a:lnTo>
                  <a:pt x="7721" y="1011"/>
                </a:lnTo>
                <a:lnTo>
                  <a:pt x="7712" y="1015"/>
                </a:lnTo>
                <a:lnTo>
                  <a:pt x="7703" y="1015"/>
                </a:lnTo>
                <a:lnTo>
                  <a:pt x="7697" y="1015"/>
                </a:lnTo>
                <a:lnTo>
                  <a:pt x="7687" y="1019"/>
                </a:lnTo>
                <a:lnTo>
                  <a:pt x="7681" y="1027"/>
                </a:lnTo>
                <a:lnTo>
                  <a:pt x="7681" y="1038"/>
                </a:lnTo>
                <a:lnTo>
                  <a:pt x="7684" y="1045"/>
                </a:lnTo>
                <a:lnTo>
                  <a:pt x="7689" y="1063"/>
                </a:lnTo>
                <a:lnTo>
                  <a:pt x="7680" y="1061"/>
                </a:lnTo>
                <a:lnTo>
                  <a:pt x="7665" y="1043"/>
                </a:lnTo>
                <a:lnTo>
                  <a:pt x="7653" y="1028"/>
                </a:lnTo>
                <a:lnTo>
                  <a:pt x="7638" y="995"/>
                </a:lnTo>
                <a:lnTo>
                  <a:pt x="7637" y="983"/>
                </a:lnTo>
                <a:lnTo>
                  <a:pt x="7638" y="972"/>
                </a:lnTo>
                <a:lnTo>
                  <a:pt x="7652" y="961"/>
                </a:lnTo>
                <a:lnTo>
                  <a:pt x="7674" y="963"/>
                </a:lnTo>
                <a:lnTo>
                  <a:pt x="7698" y="976"/>
                </a:lnTo>
                <a:lnTo>
                  <a:pt x="7709" y="988"/>
                </a:lnTo>
                <a:close/>
                <a:moveTo>
                  <a:pt x="1154" y="1032"/>
                </a:moveTo>
                <a:lnTo>
                  <a:pt x="1164" y="1054"/>
                </a:lnTo>
                <a:lnTo>
                  <a:pt x="1171" y="1080"/>
                </a:lnTo>
                <a:lnTo>
                  <a:pt x="1166" y="1086"/>
                </a:lnTo>
                <a:lnTo>
                  <a:pt x="1148" y="1071"/>
                </a:lnTo>
                <a:lnTo>
                  <a:pt x="1135" y="1054"/>
                </a:lnTo>
                <a:lnTo>
                  <a:pt x="1127" y="1043"/>
                </a:lnTo>
                <a:lnTo>
                  <a:pt x="1115" y="1017"/>
                </a:lnTo>
                <a:lnTo>
                  <a:pt x="1109" y="994"/>
                </a:lnTo>
                <a:lnTo>
                  <a:pt x="1111" y="980"/>
                </a:lnTo>
                <a:lnTo>
                  <a:pt x="1117" y="978"/>
                </a:lnTo>
                <a:lnTo>
                  <a:pt x="1122" y="981"/>
                </a:lnTo>
                <a:lnTo>
                  <a:pt x="1142" y="1010"/>
                </a:lnTo>
                <a:lnTo>
                  <a:pt x="1154" y="1032"/>
                </a:lnTo>
                <a:close/>
                <a:moveTo>
                  <a:pt x="1545" y="1023"/>
                </a:moveTo>
                <a:lnTo>
                  <a:pt x="1544" y="1034"/>
                </a:lnTo>
                <a:lnTo>
                  <a:pt x="1534" y="1050"/>
                </a:lnTo>
                <a:lnTo>
                  <a:pt x="1527" y="1051"/>
                </a:lnTo>
                <a:lnTo>
                  <a:pt x="1520" y="1050"/>
                </a:lnTo>
                <a:lnTo>
                  <a:pt x="1509" y="1034"/>
                </a:lnTo>
                <a:lnTo>
                  <a:pt x="1508" y="1023"/>
                </a:lnTo>
                <a:lnTo>
                  <a:pt x="1509" y="1013"/>
                </a:lnTo>
                <a:lnTo>
                  <a:pt x="1520" y="997"/>
                </a:lnTo>
                <a:lnTo>
                  <a:pt x="1527" y="996"/>
                </a:lnTo>
                <a:lnTo>
                  <a:pt x="1534" y="997"/>
                </a:lnTo>
                <a:lnTo>
                  <a:pt x="1544" y="1013"/>
                </a:lnTo>
                <a:lnTo>
                  <a:pt x="1545" y="1023"/>
                </a:lnTo>
                <a:close/>
                <a:moveTo>
                  <a:pt x="3213" y="1004"/>
                </a:moveTo>
                <a:lnTo>
                  <a:pt x="3212" y="1008"/>
                </a:lnTo>
                <a:lnTo>
                  <a:pt x="3202" y="1019"/>
                </a:lnTo>
                <a:lnTo>
                  <a:pt x="3194" y="1023"/>
                </a:lnTo>
                <a:lnTo>
                  <a:pt x="3188" y="1027"/>
                </a:lnTo>
                <a:lnTo>
                  <a:pt x="3178" y="1022"/>
                </a:lnTo>
                <a:lnTo>
                  <a:pt x="3177" y="1016"/>
                </a:lnTo>
                <a:lnTo>
                  <a:pt x="3178" y="1008"/>
                </a:lnTo>
                <a:lnTo>
                  <a:pt x="3188" y="997"/>
                </a:lnTo>
                <a:lnTo>
                  <a:pt x="3194" y="996"/>
                </a:lnTo>
                <a:lnTo>
                  <a:pt x="3202" y="996"/>
                </a:lnTo>
                <a:lnTo>
                  <a:pt x="3212" y="1001"/>
                </a:lnTo>
                <a:lnTo>
                  <a:pt x="3213" y="1004"/>
                </a:lnTo>
                <a:close/>
                <a:moveTo>
                  <a:pt x="5044" y="1015"/>
                </a:moveTo>
                <a:lnTo>
                  <a:pt x="5042" y="1021"/>
                </a:lnTo>
                <a:lnTo>
                  <a:pt x="5034" y="1031"/>
                </a:lnTo>
                <a:lnTo>
                  <a:pt x="5026" y="1032"/>
                </a:lnTo>
                <a:lnTo>
                  <a:pt x="5019" y="1031"/>
                </a:lnTo>
                <a:lnTo>
                  <a:pt x="5009" y="1021"/>
                </a:lnTo>
                <a:lnTo>
                  <a:pt x="5008" y="1015"/>
                </a:lnTo>
                <a:lnTo>
                  <a:pt x="5009" y="1007"/>
                </a:lnTo>
                <a:lnTo>
                  <a:pt x="5019" y="997"/>
                </a:lnTo>
                <a:lnTo>
                  <a:pt x="5026" y="996"/>
                </a:lnTo>
                <a:lnTo>
                  <a:pt x="5034" y="997"/>
                </a:lnTo>
                <a:lnTo>
                  <a:pt x="5042" y="1007"/>
                </a:lnTo>
                <a:lnTo>
                  <a:pt x="5044" y="1015"/>
                </a:lnTo>
                <a:close/>
                <a:moveTo>
                  <a:pt x="5516" y="1004"/>
                </a:moveTo>
                <a:lnTo>
                  <a:pt x="5515" y="1008"/>
                </a:lnTo>
                <a:lnTo>
                  <a:pt x="5505" y="1019"/>
                </a:lnTo>
                <a:lnTo>
                  <a:pt x="5497" y="1023"/>
                </a:lnTo>
                <a:lnTo>
                  <a:pt x="5491" y="1027"/>
                </a:lnTo>
                <a:lnTo>
                  <a:pt x="5480" y="1022"/>
                </a:lnTo>
                <a:lnTo>
                  <a:pt x="5479" y="1016"/>
                </a:lnTo>
                <a:lnTo>
                  <a:pt x="5480" y="1008"/>
                </a:lnTo>
                <a:lnTo>
                  <a:pt x="5491" y="997"/>
                </a:lnTo>
                <a:lnTo>
                  <a:pt x="5497" y="996"/>
                </a:lnTo>
                <a:lnTo>
                  <a:pt x="5505" y="996"/>
                </a:lnTo>
                <a:lnTo>
                  <a:pt x="5515" y="1001"/>
                </a:lnTo>
                <a:lnTo>
                  <a:pt x="5516" y="1004"/>
                </a:lnTo>
                <a:close/>
                <a:moveTo>
                  <a:pt x="7002" y="1042"/>
                </a:moveTo>
                <a:lnTo>
                  <a:pt x="6992" y="1053"/>
                </a:lnTo>
                <a:lnTo>
                  <a:pt x="6975" y="1063"/>
                </a:lnTo>
                <a:lnTo>
                  <a:pt x="6971" y="1061"/>
                </a:lnTo>
                <a:lnTo>
                  <a:pt x="6968" y="1056"/>
                </a:lnTo>
                <a:lnTo>
                  <a:pt x="6970" y="1041"/>
                </a:lnTo>
                <a:lnTo>
                  <a:pt x="6982" y="1026"/>
                </a:lnTo>
                <a:lnTo>
                  <a:pt x="6997" y="1016"/>
                </a:lnTo>
                <a:lnTo>
                  <a:pt x="7006" y="1015"/>
                </a:lnTo>
                <a:lnTo>
                  <a:pt x="7009" y="1015"/>
                </a:lnTo>
                <a:lnTo>
                  <a:pt x="7014" y="1018"/>
                </a:lnTo>
                <a:lnTo>
                  <a:pt x="7011" y="1030"/>
                </a:lnTo>
                <a:lnTo>
                  <a:pt x="7002" y="1042"/>
                </a:lnTo>
                <a:close/>
                <a:moveTo>
                  <a:pt x="5274" y="1043"/>
                </a:moveTo>
                <a:lnTo>
                  <a:pt x="5269" y="1047"/>
                </a:lnTo>
                <a:lnTo>
                  <a:pt x="5249" y="1048"/>
                </a:lnTo>
                <a:lnTo>
                  <a:pt x="5239" y="1045"/>
                </a:lnTo>
                <a:lnTo>
                  <a:pt x="5232" y="1041"/>
                </a:lnTo>
                <a:lnTo>
                  <a:pt x="5237" y="1035"/>
                </a:lnTo>
                <a:lnTo>
                  <a:pt x="5250" y="1034"/>
                </a:lnTo>
                <a:lnTo>
                  <a:pt x="5264" y="1034"/>
                </a:lnTo>
                <a:lnTo>
                  <a:pt x="5275" y="1038"/>
                </a:lnTo>
                <a:lnTo>
                  <a:pt x="5276" y="1041"/>
                </a:lnTo>
                <a:lnTo>
                  <a:pt x="5274" y="1043"/>
                </a:lnTo>
                <a:close/>
                <a:moveTo>
                  <a:pt x="1253" y="1076"/>
                </a:moveTo>
                <a:lnTo>
                  <a:pt x="1259" y="1084"/>
                </a:lnTo>
                <a:lnTo>
                  <a:pt x="1263" y="1095"/>
                </a:lnTo>
                <a:lnTo>
                  <a:pt x="1243" y="1097"/>
                </a:lnTo>
                <a:lnTo>
                  <a:pt x="1204" y="1089"/>
                </a:lnTo>
                <a:lnTo>
                  <a:pt x="1203" y="1083"/>
                </a:lnTo>
                <a:lnTo>
                  <a:pt x="1219" y="1055"/>
                </a:lnTo>
                <a:lnTo>
                  <a:pt x="1226" y="1051"/>
                </a:lnTo>
                <a:lnTo>
                  <a:pt x="1235" y="1056"/>
                </a:lnTo>
                <a:lnTo>
                  <a:pt x="1253" y="1076"/>
                </a:lnTo>
                <a:close/>
                <a:moveTo>
                  <a:pt x="3842" y="1118"/>
                </a:moveTo>
                <a:lnTo>
                  <a:pt x="3841" y="1123"/>
                </a:lnTo>
                <a:lnTo>
                  <a:pt x="3836" y="1127"/>
                </a:lnTo>
                <a:lnTo>
                  <a:pt x="3833" y="1116"/>
                </a:lnTo>
                <a:lnTo>
                  <a:pt x="3833" y="1096"/>
                </a:lnTo>
                <a:lnTo>
                  <a:pt x="3833" y="1075"/>
                </a:lnTo>
                <a:lnTo>
                  <a:pt x="3836" y="1060"/>
                </a:lnTo>
                <a:lnTo>
                  <a:pt x="3841" y="1060"/>
                </a:lnTo>
                <a:lnTo>
                  <a:pt x="3842" y="1064"/>
                </a:lnTo>
                <a:lnTo>
                  <a:pt x="3844" y="1075"/>
                </a:lnTo>
                <a:lnTo>
                  <a:pt x="3844" y="1104"/>
                </a:lnTo>
                <a:lnTo>
                  <a:pt x="3842" y="1118"/>
                </a:lnTo>
                <a:close/>
                <a:moveTo>
                  <a:pt x="6416" y="1127"/>
                </a:moveTo>
                <a:lnTo>
                  <a:pt x="6414" y="1131"/>
                </a:lnTo>
                <a:lnTo>
                  <a:pt x="6411" y="1132"/>
                </a:lnTo>
                <a:lnTo>
                  <a:pt x="6408" y="1122"/>
                </a:lnTo>
                <a:lnTo>
                  <a:pt x="6408" y="1105"/>
                </a:lnTo>
                <a:lnTo>
                  <a:pt x="6408" y="1088"/>
                </a:lnTo>
                <a:lnTo>
                  <a:pt x="6411" y="1077"/>
                </a:lnTo>
                <a:lnTo>
                  <a:pt x="6414" y="1078"/>
                </a:lnTo>
                <a:lnTo>
                  <a:pt x="6416" y="1081"/>
                </a:lnTo>
                <a:lnTo>
                  <a:pt x="6419" y="1092"/>
                </a:lnTo>
                <a:lnTo>
                  <a:pt x="6419" y="1117"/>
                </a:lnTo>
                <a:lnTo>
                  <a:pt x="6416" y="1127"/>
                </a:lnTo>
                <a:close/>
                <a:moveTo>
                  <a:pt x="7491" y="1086"/>
                </a:moveTo>
                <a:lnTo>
                  <a:pt x="7490" y="1101"/>
                </a:lnTo>
                <a:lnTo>
                  <a:pt x="7485" y="1105"/>
                </a:lnTo>
                <a:lnTo>
                  <a:pt x="7474" y="1101"/>
                </a:lnTo>
                <a:lnTo>
                  <a:pt x="7464" y="1086"/>
                </a:lnTo>
                <a:lnTo>
                  <a:pt x="7462" y="1079"/>
                </a:lnTo>
                <a:lnTo>
                  <a:pt x="7465" y="1069"/>
                </a:lnTo>
                <a:lnTo>
                  <a:pt x="7471" y="1069"/>
                </a:lnTo>
                <a:lnTo>
                  <a:pt x="7479" y="1069"/>
                </a:lnTo>
                <a:lnTo>
                  <a:pt x="7490" y="1079"/>
                </a:lnTo>
                <a:lnTo>
                  <a:pt x="7491" y="1086"/>
                </a:lnTo>
                <a:close/>
                <a:moveTo>
                  <a:pt x="1099" y="1116"/>
                </a:moveTo>
                <a:lnTo>
                  <a:pt x="1105" y="1127"/>
                </a:lnTo>
                <a:lnTo>
                  <a:pt x="1116" y="1138"/>
                </a:lnTo>
                <a:lnTo>
                  <a:pt x="1121" y="1135"/>
                </a:lnTo>
                <a:lnTo>
                  <a:pt x="1128" y="1133"/>
                </a:lnTo>
                <a:lnTo>
                  <a:pt x="1147" y="1141"/>
                </a:lnTo>
                <a:lnTo>
                  <a:pt x="1157" y="1151"/>
                </a:lnTo>
                <a:lnTo>
                  <a:pt x="1171" y="1164"/>
                </a:lnTo>
                <a:lnTo>
                  <a:pt x="1182" y="1181"/>
                </a:lnTo>
                <a:lnTo>
                  <a:pt x="1174" y="1184"/>
                </a:lnTo>
                <a:lnTo>
                  <a:pt x="1148" y="1173"/>
                </a:lnTo>
                <a:lnTo>
                  <a:pt x="1128" y="1163"/>
                </a:lnTo>
                <a:lnTo>
                  <a:pt x="1109" y="1151"/>
                </a:lnTo>
                <a:lnTo>
                  <a:pt x="1079" y="1126"/>
                </a:lnTo>
                <a:lnTo>
                  <a:pt x="1061" y="1103"/>
                </a:lnTo>
                <a:lnTo>
                  <a:pt x="1061" y="1091"/>
                </a:lnTo>
                <a:lnTo>
                  <a:pt x="1067" y="1088"/>
                </a:lnTo>
                <a:lnTo>
                  <a:pt x="1072" y="1086"/>
                </a:lnTo>
                <a:lnTo>
                  <a:pt x="1079" y="1089"/>
                </a:lnTo>
                <a:lnTo>
                  <a:pt x="1094" y="1104"/>
                </a:lnTo>
                <a:lnTo>
                  <a:pt x="1099" y="1116"/>
                </a:lnTo>
                <a:close/>
                <a:moveTo>
                  <a:pt x="7589" y="1134"/>
                </a:moveTo>
                <a:lnTo>
                  <a:pt x="7609" y="1153"/>
                </a:lnTo>
                <a:lnTo>
                  <a:pt x="7631" y="1182"/>
                </a:lnTo>
                <a:lnTo>
                  <a:pt x="7631" y="1189"/>
                </a:lnTo>
                <a:lnTo>
                  <a:pt x="7624" y="1191"/>
                </a:lnTo>
                <a:lnTo>
                  <a:pt x="7594" y="1178"/>
                </a:lnTo>
                <a:lnTo>
                  <a:pt x="7557" y="1151"/>
                </a:lnTo>
                <a:lnTo>
                  <a:pt x="7527" y="1121"/>
                </a:lnTo>
                <a:lnTo>
                  <a:pt x="7520" y="1108"/>
                </a:lnTo>
                <a:lnTo>
                  <a:pt x="7516" y="1097"/>
                </a:lnTo>
                <a:lnTo>
                  <a:pt x="7520" y="1088"/>
                </a:lnTo>
                <a:lnTo>
                  <a:pt x="7538" y="1094"/>
                </a:lnTo>
                <a:lnTo>
                  <a:pt x="7568" y="1116"/>
                </a:lnTo>
                <a:lnTo>
                  <a:pt x="7589" y="1134"/>
                </a:lnTo>
                <a:close/>
                <a:moveTo>
                  <a:pt x="1600" y="1161"/>
                </a:moveTo>
                <a:lnTo>
                  <a:pt x="1599" y="1168"/>
                </a:lnTo>
                <a:lnTo>
                  <a:pt x="1589" y="1177"/>
                </a:lnTo>
                <a:lnTo>
                  <a:pt x="1581" y="1178"/>
                </a:lnTo>
                <a:lnTo>
                  <a:pt x="1575" y="1176"/>
                </a:lnTo>
                <a:lnTo>
                  <a:pt x="1564" y="1160"/>
                </a:lnTo>
                <a:lnTo>
                  <a:pt x="1563" y="1148"/>
                </a:lnTo>
                <a:lnTo>
                  <a:pt x="1564" y="1139"/>
                </a:lnTo>
                <a:lnTo>
                  <a:pt x="1575" y="1130"/>
                </a:lnTo>
                <a:lnTo>
                  <a:pt x="1581" y="1132"/>
                </a:lnTo>
                <a:lnTo>
                  <a:pt x="1589" y="1138"/>
                </a:lnTo>
                <a:lnTo>
                  <a:pt x="1599" y="1153"/>
                </a:lnTo>
                <a:lnTo>
                  <a:pt x="1600" y="1161"/>
                </a:lnTo>
                <a:close/>
                <a:moveTo>
                  <a:pt x="6977" y="1190"/>
                </a:moveTo>
                <a:lnTo>
                  <a:pt x="6969" y="1196"/>
                </a:lnTo>
                <a:lnTo>
                  <a:pt x="6957" y="1194"/>
                </a:lnTo>
                <a:lnTo>
                  <a:pt x="6950" y="1180"/>
                </a:lnTo>
                <a:lnTo>
                  <a:pt x="6952" y="1159"/>
                </a:lnTo>
                <a:lnTo>
                  <a:pt x="6957" y="1146"/>
                </a:lnTo>
                <a:lnTo>
                  <a:pt x="6966" y="1128"/>
                </a:lnTo>
                <a:lnTo>
                  <a:pt x="6973" y="1128"/>
                </a:lnTo>
                <a:lnTo>
                  <a:pt x="6979" y="1146"/>
                </a:lnTo>
                <a:lnTo>
                  <a:pt x="6982" y="1160"/>
                </a:lnTo>
                <a:lnTo>
                  <a:pt x="6980" y="1184"/>
                </a:lnTo>
                <a:lnTo>
                  <a:pt x="6977" y="1190"/>
                </a:lnTo>
                <a:close/>
                <a:moveTo>
                  <a:pt x="7872" y="1178"/>
                </a:moveTo>
                <a:lnTo>
                  <a:pt x="7871" y="1191"/>
                </a:lnTo>
                <a:lnTo>
                  <a:pt x="7865" y="1195"/>
                </a:lnTo>
                <a:lnTo>
                  <a:pt x="7854" y="1191"/>
                </a:lnTo>
                <a:lnTo>
                  <a:pt x="7845" y="1178"/>
                </a:lnTo>
                <a:lnTo>
                  <a:pt x="7842" y="1170"/>
                </a:lnTo>
                <a:lnTo>
                  <a:pt x="7846" y="1160"/>
                </a:lnTo>
                <a:lnTo>
                  <a:pt x="7852" y="1159"/>
                </a:lnTo>
                <a:lnTo>
                  <a:pt x="7860" y="1160"/>
                </a:lnTo>
                <a:lnTo>
                  <a:pt x="7871" y="1170"/>
                </a:lnTo>
                <a:lnTo>
                  <a:pt x="7872" y="1178"/>
                </a:lnTo>
                <a:close/>
                <a:moveTo>
                  <a:pt x="992" y="1286"/>
                </a:moveTo>
                <a:lnTo>
                  <a:pt x="995" y="1293"/>
                </a:lnTo>
                <a:lnTo>
                  <a:pt x="992" y="1303"/>
                </a:lnTo>
                <a:lnTo>
                  <a:pt x="985" y="1304"/>
                </a:lnTo>
                <a:lnTo>
                  <a:pt x="978" y="1303"/>
                </a:lnTo>
                <a:lnTo>
                  <a:pt x="961" y="1293"/>
                </a:lnTo>
                <a:lnTo>
                  <a:pt x="956" y="1286"/>
                </a:lnTo>
                <a:lnTo>
                  <a:pt x="953" y="1279"/>
                </a:lnTo>
                <a:lnTo>
                  <a:pt x="956" y="1269"/>
                </a:lnTo>
                <a:lnTo>
                  <a:pt x="963" y="1268"/>
                </a:lnTo>
                <a:lnTo>
                  <a:pt x="971" y="1269"/>
                </a:lnTo>
                <a:lnTo>
                  <a:pt x="987" y="1279"/>
                </a:lnTo>
                <a:lnTo>
                  <a:pt x="992" y="1286"/>
                </a:lnTo>
                <a:close/>
                <a:moveTo>
                  <a:pt x="8111" y="1331"/>
                </a:moveTo>
                <a:lnTo>
                  <a:pt x="8109" y="1354"/>
                </a:lnTo>
                <a:lnTo>
                  <a:pt x="8113" y="1370"/>
                </a:lnTo>
                <a:lnTo>
                  <a:pt x="8121" y="1373"/>
                </a:lnTo>
                <a:lnTo>
                  <a:pt x="8127" y="1373"/>
                </a:lnTo>
                <a:lnTo>
                  <a:pt x="8133" y="1372"/>
                </a:lnTo>
                <a:lnTo>
                  <a:pt x="8142" y="1375"/>
                </a:lnTo>
                <a:lnTo>
                  <a:pt x="8150" y="1386"/>
                </a:lnTo>
                <a:lnTo>
                  <a:pt x="8151" y="1401"/>
                </a:lnTo>
                <a:lnTo>
                  <a:pt x="8152" y="1416"/>
                </a:lnTo>
                <a:lnTo>
                  <a:pt x="8180" y="1463"/>
                </a:lnTo>
                <a:lnTo>
                  <a:pt x="8200" y="1488"/>
                </a:lnTo>
                <a:lnTo>
                  <a:pt x="8229" y="1519"/>
                </a:lnTo>
                <a:lnTo>
                  <a:pt x="8246" y="1545"/>
                </a:lnTo>
                <a:lnTo>
                  <a:pt x="8246" y="1553"/>
                </a:lnTo>
                <a:lnTo>
                  <a:pt x="8231" y="1548"/>
                </a:lnTo>
                <a:lnTo>
                  <a:pt x="8183" y="1511"/>
                </a:lnTo>
                <a:lnTo>
                  <a:pt x="8149" y="1480"/>
                </a:lnTo>
                <a:lnTo>
                  <a:pt x="8114" y="1446"/>
                </a:lnTo>
                <a:lnTo>
                  <a:pt x="8061" y="1399"/>
                </a:lnTo>
                <a:lnTo>
                  <a:pt x="8050" y="1395"/>
                </a:lnTo>
                <a:lnTo>
                  <a:pt x="8045" y="1392"/>
                </a:lnTo>
                <a:lnTo>
                  <a:pt x="8036" y="1366"/>
                </a:lnTo>
                <a:lnTo>
                  <a:pt x="8035" y="1347"/>
                </a:lnTo>
                <a:lnTo>
                  <a:pt x="8036" y="1325"/>
                </a:lnTo>
                <a:lnTo>
                  <a:pt x="8045" y="1309"/>
                </a:lnTo>
                <a:lnTo>
                  <a:pt x="8056" y="1308"/>
                </a:lnTo>
                <a:lnTo>
                  <a:pt x="8062" y="1311"/>
                </a:lnTo>
                <a:lnTo>
                  <a:pt x="8073" y="1315"/>
                </a:lnTo>
                <a:lnTo>
                  <a:pt x="8086" y="1313"/>
                </a:lnTo>
                <a:lnTo>
                  <a:pt x="8088" y="1308"/>
                </a:lnTo>
                <a:lnTo>
                  <a:pt x="8085" y="1289"/>
                </a:lnTo>
                <a:lnTo>
                  <a:pt x="8091" y="1273"/>
                </a:lnTo>
                <a:lnTo>
                  <a:pt x="8100" y="1272"/>
                </a:lnTo>
                <a:lnTo>
                  <a:pt x="8106" y="1276"/>
                </a:lnTo>
                <a:lnTo>
                  <a:pt x="8111" y="1282"/>
                </a:lnTo>
                <a:lnTo>
                  <a:pt x="8114" y="1313"/>
                </a:lnTo>
                <a:lnTo>
                  <a:pt x="8111" y="1331"/>
                </a:lnTo>
                <a:close/>
                <a:moveTo>
                  <a:pt x="8227" y="1322"/>
                </a:moveTo>
                <a:lnTo>
                  <a:pt x="8238" y="1323"/>
                </a:lnTo>
                <a:lnTo>
                  <a:pt x="8251" y="1333"/>
                </a:lnTo>
                <a:lnTo>
                  <a:pt x="8252" y="1341"/>
                </a:lnTo>
                <a:lnTo>
                  <a:pt x="8256" y="1351"/>
                </a:lnTo>
                <a:lnTo>
                  <a:pt x="8280" y="1384"/>
                </a:lnTo>
                <a:lnTo>
                  <a:pt x="8298" y="1402"/>
                </a:lnTo>
                <a:lnTo>
                  <a:pt x="8317" y="1420"/>
                </a:lnTo>
                <a:lnTo>
                  <a:pt x="8341" y="1448"/>
                </a:lnTo>
                <a:lnTo>
                  <a:pt x="8344" y="1455"/>
                </a:lnTo>
                <a:lnTo>
                  <a:pt x="8343" y="1458"/>
                </a:lnTo>
                <a:lnTo>
                  <a:pt x="8338" y="1463"/>
                </a:lnTo>
                <a:lnTo>
                  <a:pt x="8326" y="1463"/>
                </a:lnTo>
                <a:lnTo>
                  <a:pt x="8300" y="1452"/>
                </a:lnTo>
                <a:lnTo>
                  <a:pt x="8269" y="1430"/>
                </a:lnTo>
                <a:lnTo>
                  <a:pt x="8252" y="1417"/>
                </a:lnTo>
                <a:lnTo>
                  <a:pt x="8234" y="1401"/>
                </a:lnTo>
                <a:lnTo>
                  <a:pt x="8199" y="1379"/>
                </a:lnTo>
                <a:lnTo>
                  <a:pt x="8187" y="1377"/>
                </a:lnTo>
                <a:lnTo>
                  <a:pt x="8180" y="1376"/>
                </a:lnTo>
                <a:lnTo>
                  <a:pt x="8164" y="1363"/>
                </a:lnTo>
                <a:lnTo>
                  <a:pt x="8152" y="1341"/>
                </a:lnTo>
                <a:lnTo>
                  <a:pt x="8145" y="1314"/>
                </a:lnTo>
                <a:lnTo>
                  <a:pt x="8144" y="1298"/>
                </a:lnTo>
                <a:lnTo>
                  <a:pt x="8145" y="1291"/>
                </a:lnTo>
                <a:lnTo>
                  <a:pt x="8155" y="1294"/>
                </a:lnTo>
                <a:lnTo>
                  <a:pt x="8162" y="1304"/>
                </a:lnTo>
                <a:lnTo>
                  <a:pt x="8172" y="1319"/>
                </a:lnTo>
                <a:lnTo>
                  <a:pt x="8181" y="1315"/>
                </a:lnTo>
                <a:lnTo>
                  <a:pt x="8182" y="1295"/>
                </a:lnTo>
                <a:lnTo>
                  <a:pt x="8184" y="1276"/>
                </a:lnTo>
                <a:lnTo>
                  <a:pt x="8188" y="1273"/>
                </a:lnTo>
                <a:lnTo>
                  <a:pt x="8193" y="1290"/>
                </a:lnTo>
                <a:lnTo>
                  <a:pt x="8197" y="1303"/>
                </a:lnTo>
                <a:lnTo>
                  <a:pt x="8217" y="1320"/>
                </a:lnTo>
                <a:lnTo>
                  <a:pt x="8227" y="1322"/>
                </a:lnTo>
                <a:close/>
                <a:moveTo>
                  <a:pt x="649" y="1306"/>
                </a:moveTo>
                <a:lnTo>
                  <a:pt x="652" y="1315"/>
                </a:lnTo>
                <a:lnTo>
                  <a:pt x="648" y="1336"/>
                </a:lnTo>
                <a:lnTo>
                  <a:pt x="640" y="1346"/>
                </a:lnTo>
                <a:lnTo>
                  <a:pt x="631" y="1355"/>
                </a:lnTo>
                <a:lnTo>
                  <a:pt x="621" y="1352"/>
                </a:lnTo>
                <a:lnTo>
                  <a:pt x="621" y="1339"/>
                </a:lnTo>
                <a:lnTo>
                  <a:pt x="620" y="1332"/>
                </a:lnTo>
                <a:lnTo>
                  <a:pt x="616" y="1327"/>
                </a:lnTo>
                <a:lnTo>
                  <a:pt x="606" y="1332"/>
                </a:lnTo>
                <a:lnTo>
                  <a:pt x="594" y="1347"/>
                </a:lnTo>
                <a:lnTo>
                  <a:pt x="579" y="1365"/>
                </a:lnTo>
                <a:lnTo>
                  <a:pt x="570" y="1370"/>
                </a:lnTo>
                <a:lnTo>
                  <a:pt x="566" y="1364"/>
                </a:lnTo>
                <a:lnTo>
                  <a:pt x="566" y="1357"/>
                </a:lnTo>
                <a:lnTo>
                  <a:pt x="567" y="1345"/>
                </a:lnTo>
                <a:lnTo>
                  <a:pt x="577" y="1321"/>
                </a:lnTo>
                <a:lnTo>
                  <a:pt x="595" y="1301"/>
                </a:lnTo>
                <a:lnTo>
                  <a:pt x="613" y="1288"/>
                </a:lnTo>
                <a:lnTo>
                  <a:pt x="622" y="1286"/>
                </a:lnTo>
                <a:lnTo>
                  <a:pt x="628" y="1288"/>
                </a:lnTo>
                <a:lnTo>
                  <a:pt x="644" y="1298"/>
                </a:lnTo>
                <a:lnTo>
                  <a:pt x="649" y="1306"/>
                </a:lnTo>
                <a:close/>
                <a:moveTo>
                  <a:pt x="730" y="1304"/>
                </a:moveTo>
                <a:lnTo>
                  <a:pt x="731" y="1311"/>
                </a:lnTo>
                <a:lnTo>
                  <a:pt x="749" y="1321"/>
                </a:lnTo>
                <a:lnTo>
                  <a:pt x="762" y="1322"/>
                </a:lnTo>
                <a:lnTo>
                  <a:pt x="780" y="1323"/>
                </a:lnTo>
                <a:lnTo>
                  <a:pt x="807" y="1331"/>
                </a:lnTo>
                <a:lnTo>
                  <a:pt x="823" y="1346"/>
                </a:lnTo>
                <a:lnTo>
                  <a:pt x="826" y="1365"/>
                </a:lnTo>
                <a:lnTo>
                  <a:pt x="822" y="1375"/>
                </a:lnTo>
                <a:lnTo>
                  <a:pt x="817" y="1382"/>
                </a:lnTo>
                <a:lnTo>
                  <a:pt x="806" y="1388"/>
                </a:lnTo>
                <a:lnTo>
                  <a:pt x="780" y="1381"/>
                </a:lnTo>
                <a:lnTo>
                  <a:pt x="749" y="1360"/>
                </a:lnTo>
                <a:lnTo>
                  <a:pt x="730" y="1345"/>
                </a:lnTo>
                <a:lnTo>
                  <a:pt x="702" y="1319"/>
                </a:lnTo>
                <a:lnTo>
                  <a:pt x="693" y="1298"/>
                </a:lnTo>
                <a:lnTo>
                  <a:pt x="700" y="1288"/>
                </a:lnTo>
                <a:lnTo>
                  <a:pt x="711" y="1286"/>
                </a:lnTo>
                <a:lnTo>
                  <a:pt x="719" y="1286"/>
                </a:lnTo>
                <a:lnTo>
                  <a:pt x="728" y="1296"/>
                </a:lnTo>
                <a:lnTo>
                  <a:pt x="730" y="1304"/>
                </a:lnTo>
                <a:close/>
                <a:moveTo>
                  <a:pt x="176" y="1341"/>
                </a:moveTo>
                <a:lnTo>
                  <a:pt x="179" y="1347"/>
                </a:lnTo>
                <a:lnTo>
                  <a:pt x="176" y="1357"/>
                </a:lnTo>
                <a:lnTo>
                  <a:pt x="169" y="1358"/>
                </a:lnTo>
                <a:lnTo>
                  <a:pt x="162" y="1357"/>
                </a:lnTo>
                <a:lnTo>
                  <a:pt x="145" y="1347"/>
                </a:lnTo>
                <a:lnTo>
                  <a:pt x="140" y="1341"/>
                </a:lnTo>
                <a:lnTo>
                  <a:pt x="137" y="1333"/>
                </a:lnTo>
                <a:lnTo>
                  <a:pt x="140" y="1323"/>
                </a:lnTo>
                <a:lnTo>
                  <a:pt x="148" y="1322"/>
                </a:lnTo>
                <a:lnTo>
                  <a:pt x="155" y="1323"/>
                </a:lnTo>
                <a:lnTo>
                  <a:pt x="171" y="1333"/>
                </a:lnTo>
                <a:lnTo>
                  <a:pt x="176" y="1341"/>
                </a:lnTo>
                <a:close/>
                <a:moveTo>
                  <a:pt x="931" y="1358"/>
                </a:moveTo>
                <a:lnTo>
                  <a:pt x="937" y="1359"/>
                </a:lnTo>
                <a:lnTo>
                  <a:pt x="941" y="1369"/>
                </a:lnTo>
                <a:lnTo>
                  <a:pt x="937" y="1377"/>
                </a:lnTo>
                <a:lnTo>
                  <a:pt x="930" y="1385"/>
                </a:lnTo>
                <a:lnTo>
                  <a:pt x="911" y="1394"/>
                </a:lnTo>
                <a:lnTo>
                  <a:pt x="891" y="1391"/>
                </a:lnTo>
                <a:lnTo>
                  <a:pt x="872" y="1377"/>
                </a:lnTo>
                <a:lnTo>
                  <a:pt x="867" y="1366"/>
                </a:lnTo>
                <a:lnTo>
                  <a:pt x="862" y="1352"/>
                </a:lnTo>
                <a:lnTo>
                  <a:pt x="871" y="1343"/>
                </a:lnTo>
                <a:lnTo>
                  <a:pt x="885" y="1347"/>
                </a:lnTo>
                <a:lnTo>
                  <a:pt x="910" y="1356"/>
                </a:lnTo>
                <a:lnTo>
                  <a:pt x="931" y="1358"/>
                </a:lnTo>
                <a:close/>
                <a:moveTo>
                  <a:pt x="385" y="1413"/>
                </a:moveTo>
                <a:lnTo>
                  <a:pt x="384" y="1420"/>
                </a:lnTo>
                <a:lnTo>
                  <a:pt x="374" y="1430"/>
                </a:lnTo>
                <a:lnTo>
                  <a:pt x="366" y="1431"/>
                </a:lnTo>
                <a:lnTo>
                  <a:pt x="360" y="1430"/>
                </a:lnTo>
                <a:lnTo>
                  <a:pt x="350" y="1420"/>
                </a:lnTo>
                <a:lnTo>
                  <a:pt x="349" y="1413"/>
                </a:lnTo>
                <a:lnTo>
                  <a:pt x="350" y="1405"/>
                </a:lnTo>
                <a:lnTo>
                  <a:pt x="360" y="1395"/>
                </a:lnTo>
                <a:lnTo>
                  <a:pt x="366" y="1395"/>
                </a:lnTo>
                <a:lnTo>
                  <a:pt x="374" y="1395"/>
                </a:lnTo>
                <a:lnTo>
                  <a:pt x="384" y="1405"/>
                </a:lnTo>
                <a:lnTo>
                  <a:pt x="385" y="1413"/>
                </a:lnTo>
                <a:close/>
                <a:moveTo>
                  <a:pt x="485" y="1431"/>
                </a:moveTo>
                <a:lnTo>
                  <a:pt x="487" y="1438"/>
                </a:lnTo>
                <a:lnTo>
                  <a:pt x="484" y="1448"/>
                </a:lnTo>
                <a:lnTo>
                  <a:pt x="477" y="1449"/>
                </a:lnTo>
                <a:lnTo>
                  <a:pt x="470" y="1448"/>
                </a:lnTo>
                <a:lnTo>
                  <a:pt x="459" y="1438"/>
                </a:lnTo>
                <a:lnTo>
                  <a:pt x="458" y="1431"/>
                </a:lnTo>
                <a:lnTo>
                  <a:pt x="458" y="1423"/>
                </a:lnTo>
                <a:lnTo>
                  <a:pt x="462" y="1414"/>
                </a:lnTo>
                <a:lnTo>
                  <a:pt x="464" y="1413"/>
                </a:lnTo>
                <a:lnTo>
                  <a:pt x="468" y="1414"/>
                </a:lnTo>
                <a:lnTo>
                  <a:pt x="479" y="1423"/>
                </a:lnTo>
                <a:lnTo>
                  <a:pt x="485" y="1431"/>
                </a:lnTo>
                <a:close/>
                <a:moveTo>
                  <a:pt x="8380" y="1520"/>
                </a:moveTo>
                <a:lnTo>
                  <a:pt x="8378" y="1527"/>
                </a:lnTo>
                <a:lnTo>
                  <a:pt x="8353" y="1540"/>
                </a:lnTo>
                <a:lnTo>
                  <a:pt x="8334" y="1543"/>
                </a:lnTo>
                <a:lnTo>
                  <a:pt x="8316" y="1546"/>
                </a:lnTo>
                <a:lnTo>
                  <a:pt x="8296" y="1545"/>
                </a:lnTo>
                <a:lnTo>
                  <a:pt x="8289" y="1541"/>
                </a:lnTo>
                <a:lnTo>
                  <a:pt x="8289" y="1538"/>
                </a:lnTo>
                <a:lnTo>
                  <a:pt x="8292" y="1532"/>
                </a:lnTo>
                <a:lnTo>
                  <a:pt x="8313" y="1520"/>
                </a:lnTo>
                <a:lnTo>
                  <a:pt x="8331" y="1516"/>
                </a:lnTo>
                <a:lnTo>
                  <a:pt x="8362" y="1509"/>
                </a:lnTo>
                <a:lnTo>
                  <a:pt x="8376" y="1505"/>
                </a:lnTo>
                <a:lnTo>
                  <a:pt x="8379" y="1508"/>
                </a:lnTo>
                <a:lnTo>
                  <a:pt x="8380" y="1520"/>
                </a:lnTo>
                <a:close/>
                <a:moveTo>
                  <a:pt x="8561" y="1567"/>
                </a:moveTo>
                <a:lnTo>
                  <a:pt x="8568" y="1576"/>
                </a:lnTo>
                <a:lnTo>
                  <a:pt x="8572" y="1586"/>
                </a:lnTo>
                <a:lnTo>
                  <a:pt x="8560" y="1594"/>
                </a:lnTo>
                <a:lnTo>
                  <a:pt x="8534" y="1594"/>
                </a:lnTo>
                <a:lnTo>
                  <a:pt x="8507" y="1594"/>
                </a:lnTo>
                <a:lnTo>
                  <a:pt x="8495" y="1586"/>
                </a:lnTo>
                <a:lnTo>
                  <a:pt x="8500" y="1576"/>
                </a:lnTo>
                <a:lnTo>
                  <a:pt x="8507" y="1567"/>
                </a:lnTo>
                <a:lnTo>
                  <a:pt x="8525" y="1546"/>
                </a:lnTo>
                <a:lnTo>
                  <a:pt x="8534" y="1540"/>
                </a:lnTo>
                <a:lnTo>
                  <a:pt x="8542" y="1546"/>
                </a:lnTo>
                <a:lnTo>
                  <a:pt x="8561" y="1567"/>
                </a:lnTo>
                <a:close/>
                <a:moveTo>
                  <a:pt x="850" y="1597"/>
                </a:moveTo>
                <a:lnTo>
                  <a:pt x="847" y="1606"/>
                </a:lnTo>
                <a:lnTo>
                  <a:pt x="840" y="1599"/>
                </a:lnTo>
                <a:lnTo>
                  <a:pt x="839" y="1586"/>
                </a:lnTo>
                <a:lnTo>
                  <a:pt x="839" y="1573"/>
                </a:lnTo>
                <a:lnTo>
                  <a:pt x="843" y="1563"/>
                </a:lnTo>
                <a:lnTo>
                  <a:pt x="847" y="1561"/>
                </a:lnTo>
                <a:lnTo>
                  <a:pt x="849" y="1564"/>
                </a:lnTo>
                <a:lnTo>
                  <a:pt x="852" y="1569"/>
                </a:lnTo>
                <a:lnTo>
                  <a:pt x="854" y="1588"/>
                </a:lnTo>
                <a:lnTo>
                  <a:pt x="850" y="1597"/>
                </a:lnTo>
                <a:close/>
                <a:moveTo>
                  <a:pt x="8434" y="1596"/>
                </a:moveTo>
                <a:lnTo>
                  <a:pt x="8433" y="1603"/>
                </a:lnTo>
                <a:lnTo>
                  <a:pt x="8423" y="1611"/>
                </a:lnTo>
                <a:lnTo>
                  <a:pt x="8416" y="1613"/>
                </a:lnTo>
                <a:lnTo>
                  <a:pt x="8409" y="1610"/>
                </a:lnTo>
                <a:lnTo>
                  <a:pt x="8399" y="1595"/>
                </a:lnTo>
                <a:lnTo>
                  <a:pt x="8398" y="1583"/>
                </a:lnTo>
                <a:lnTo>
                  <a:pt x="8399" y="1573"/>
                </a:lnTo>
                <a:lnTo>
                  <a:pt x="8409" y="1565"/>
                </a:lnTo>
                <a:lnTo>
                  <a:pt x="8416" y="1567"/>
                </a:lnTo>
                <a:lnTo>
                  <a:pt x="8423" y="1572"/>
                </a:lnTo>
                <a:lnTo>
                  <a:pt x="8433" y="1588"/>
                </a:lnTo>
                <a:lnTo>
                  <a:pt x="8434" y="1596"/>
                </a:lnTo>
                <a:close/>
                <a:moveTo>
                  <a:pt x="8769" y="1652"/>
                </a:moveTo>
                <a:lnTo>
                  <a:pt x="8772" y="1656"/>
                </a:lnTo>
                <a:lnTo>
                  <a:pt x="8772" y="1660"/>
                </a:lnTo>
                <a:lnTo>
                  <a:pt x="8756" y="1661"/>
                </a:lnTo>
                <a:lnTo>
                  <a:pt x="8733" y="1656"/>
                </a:lnTo>
                <a:lnTo>
                  <a:pt x="8712" y="1651"/>
                </a:lnTo>
                <a:lnTo>
                  <a:pt x="8671" y="1634"/>
                </a:lnTo>
                <a:lnTo>
                  <a:pt x="8660" y="1627"/>
                </a:lnTo>
                <a:lnTo>
                  <a:pt x="8657" y="1623"/>
                </a:lnTo>
                <a:lnTo>
                  <a:pt x="8658" y="1618"/>
                </a:lnTo>
                <a:lnTo>
                  <a:pt x="8673" y="1618"/>
                </a:lnTo>
                <a:lnTo>
                  <a:pt x="8697" y="1623"/>
                </a:lnTo>
                <a:lnTo>
                  <a:pt x="8720" y="1628"/>
                </a:lnTo>
                <a:lnTo>
                  <a:pt x="8759" y="1644"/>
                </a:lnTo>
                <a:lnTo>
                  <a:pt x="8769" y="1652"/>
                </a:lnTo>
                <a:close/>
                <a:moveTo>
                  <a:pt x="475" y="1657"/>
                </a:moveTo>
                <a:lnTo>
                  <a:pt x="474" y="1668"/>
                </a:lnTo>
                <a:lnTo>
                  <a:pt x="459" y="1683"/>
                </a:lnTo>
                <a:lnTo>
                  <a:pt x="448" y="1684"/>
                </a:lnTo>
                <a:lnTo>
                  <a:pt x="433" y="1683"/>
                </a:lnTo>
                <a:lnTo>
                  <a:pt x="422" y="1676"/>
                </a:lnTo>
                <a:lnTo>
                  <a:pt x="420" y="1669"/>
                </a:lnTo>
                <a:lnTo>
                  <a:pt x="426" y="1656"/>
                </a:lnTo>
                <a:lnTo>
                  <a:pt x="452" y="1639"/>
                </a:lnTo>
                <a:lnTo>
                  <a:pt x="472" y="1632"/>
                </a:lnTo>
                <a:lnTo>
                  <a:pt x="474" y="1636"/>
                </a:lnTo>
                <a:lnTo>
                  <a:pt x="475" y="1657"/>
                </a:lnTo>
                <a:close/>
                <a:moveTo>
                  <a:pt x="793" y="1683"/>
                </a:moveTo>
                <a:lnTo>
                  <a:pt x="796" y="1690"/>
                </a:lnTo>
                <a:lnTo>
                  <a:pt x="790" y="1706"/>
                </a:lnTo>
                <a:lnTo>
                  <a:pt x="784" y="1711"/>
                </a:lnTo>
                <a:lnTo>
                  <a:pt x="776" y="1715"/>
                </a:lnTo>
                <a:lnTo>
                  <a:pt x="767" y="1705"/>
                </a:lnTo>
                <a:lnTo>
                  <a:pt x="765" y="1695"/>
                </a:lnTo>
                <a:lnTo>
                  <a:pt x="765" y="1684"/>
                </a:lnTo>
                <a:lnTo>
                  <a:pt x="770" y="1670"/>
                </a:lnTo>
                <a:lnTo>
                  <a:pt x="776" y="1667"/>
                </a:lnTo>
                <a:lnTo>
                  <a:pt x="787" y="1674"/>
                </a:lnTo>
                <a:lnTo>
                  <a:pt x="793" y="1683"/>
                </a:lnTo>
                <a:close/>
                <a:moveTo>
                  <a:pt x="929" y="1703"/>
                </a:moveTo>
                <a:lnTo>
                  <a:pt x="929" y="1717"/>
                </a:lnTo>
                <a:lnTo>
                  <a:pt x="924" y="1736"/>
                </a:lnTo>
                <a:lnTo>
                  <a:pt x="921" y="1739"/>
                </a:lnTo>
                <a:lnTo>
                  <a:pt x="914" y="1731"/>
                </a:lnTo>
                <a:lnTo>
                  <a:pt x="905" y="1703"/>
                </a:lnTo>
                <a:lnTo>
                  <a:pt x="902" y="1689"/>
                </a:lnTo>
                <a:lnTo>
                  <a:pt x="906" y="1669"/>
                </a:lnTo>
                <a:lnTo>
                  <a:pt x="912" y="1667"/>
                </a:lnTo>
                <a:lnTo>
                  <a:pt x="919" y="1669"/>
                </a:lnTo>
                <a:lnTo>
                  <a:pt x="927" y="1689"/>
                </a:lnTo>
                <a:lnTo>
                  <a:pt x="929" y="1703"/>
                </a:lnTo>
                <a:close/>
                <a:moveTo>
                  <a:pt x="8597" y="1714"/>
                </a:moveTo>
                <a:lnTo>
                  <a:pt x="8596" y="1716"/>
                </a:lnTo>
                <a:lnTo>
                  <a:pt x="8581" y="1720"/>
                </a:lnTo>
                <a:lnTo>
                  <a:pt x="8570" y="1721"/>
                </a:lnTo>
                <a:lnTo>
                  <a:pt x="8559" y="1720"/>
                </a:lnTo>
                <a:lnTo>
                  <a:pt x="8544" y="1710"/>
                </a:lnTo>
                <a:lnTo>
                  <a:pt x="8543" y="1703"/>
                </a:lnTo>
                <a:lnTo>
                  <a:pt x="8544" y="1696"/>
                </a:lnTo>
                <a:lnTo>
                  <a:pt x="8559" y="1693"/>
                </a:lnTo>
                <a:lnTo>
                  <a:pt x="8570" y="1695"/>
                </a:lnTo>
                <a:lnTo>
                  <a:pt x="8591" y="1706"/>
                </a:lnTo>
                <a:lnTo>
                  <a:pt x="8597" y="1714"/>
                </a:lnTo>
                <a:close/>
                <a:moveTo>
                  <a:pt x="9041" y="1776"/>
                </a:moveTo>
                <a:lnTo>
                  <a:pt x="9044" y="1782"/>
                </a:lnTo>
                <a:lnTo>
                  <a:pt x="9041" y="1792"/>
                </a:lnTo>
                <a:lnTo>
                  <a:pt x="9035" y="1793"/>
                </a:lnTo>
                <a:lnTo>
                  <a:pt x="9027" y="1792"/>
                </a:lnTo>
                <a:lnTo>
                  <a:pt x="9011" y="1782"/>
                </a:lnTo>
                <a:lnTo>
                  <a:pt x="9005" y="1776"/>
                </a:lnTo>
                <a:lnTo>
                  <a:pt x="9002" y="1768"/>
                </a:lnTo>
                <a:lnTo>
                  <a:pt x="9005" y="1758"/>
                </a:lnTo>
                <a:lnTo>
                  <a:pt x="9013" y="1757"/>
                </a:lnTo>
                <a:lnTo>
                  <a:pt x="9020" y="1758"/>
                </a:lnTo>
                <a:lnTo>
                  <a:pt x="9037" y="1768"/>
                </a:lnTo>
                <a:lnTo>
                  <a:pt x="9041" y="1776"/>
                </a:lnTo>
                <a:close/>
                <a:moveTo>
                  <a:pt x="485" y="1792"/>
                </a:moveTo>
                <a:lnTo>
                  <a:pt x="487" y="1798"/>
                </a:lnTo>
                <a:lnTo>
                  <a:pt x="483" y="1815"/>
                </a:lnTo>
                <a:lnTo>
                  <a:pt x="475" y="1820"/>
                </a:lnTo>
                <a:lnTo>
                  <a:pt x="468" y="1823"/>
                </a:lnTo>
                <a:lnTo>
                  <a:pt x="459" y="1814"/>
                </a:lnTo>
                <a:lnTo>
                  <a:pt x="458" y="1804"/>
                </a:lnTo>
                <a:lnTo>
                  <a:pt x="458" y="1793"/>
                </a:lnTo>
                <a:lnTo>
                  <a:pt x="461" y="1779"/>
                </a:lnTo>
                <a:lnTo>
                  <a:pt x="468" y="1776"/>
                </a:lnTo>
                <a:lnTo>
                  <a:pt x="478" y="1783"/>
                </a:lnTo>
                <a:lnTo>
                  <a:pt x="485" y="1792"/>
                </a:lnTo>
                <a:close/>
                <a:moveTo>
                  <a:pt x="9177" y="1795"/>
                </a:moveTo>
                <a:lnTo>
                  <a:pt x="9179" y="1803"/>
                </a:lnTo>
                <a:lnTo>
                  <a:pt x="9194" y="1808"/>
                </a:lnTo>
                <a:lnTo>
                  <a:pt x="9204" y="1804"/>
                </a:lnTo>
                <a:lnTo>
                  <a:pt x="9210" y="1803"/>
                </a:lnTo>
                <a:lnTo>
                  <a:pt x="9223" y="1804"/>
                </a:lnTo>
                <a:lnTo>
                  <a:pt x="9240" y="1816"/>
                </a:lnTo>
                <a:lnTo>
                  <a:pt x="9250" y="1830"/>
                </a:lnTo>
                <a:lnTo>
                  <a:pt x="9258" y="1845"/>
                </a:lnTo>
                <a:lnTo>
                  <a:pt x="9267" y="1872"/>
                </a:lnTo>
                <a:lnTo>
                  <a:pt x="9267" y="1891"/>
                </a:lnTo>
                <a:lnTo>
                  <a:pt x="9258" y="1901"/>
                </a:lnTo>
                <a:lnTo>
                  <a:pt x="9250" y="1902"/>
                </a:lnTo>
                <a:lnTo>
                  <a:pt x="9243" y="1901"/>
                </a:lnTo>
                <a:lnTo>
                  <a:pt x="9233" y="1885"/>
                </a:lnTo>
                <a:lnTo>
                  <a:pt x="9231" y="1874"/>
                </a:lnTo>
                <a:lnTo>
                  <a:pt x="9231" y="1869"/>
                </a:lnTo>
                <a:lnTo>
                  <a:pt x="9225" y="1856"/>
                </a:lnTo>
                <a:lnTo>
                  <a:pt x="9205" y="1838"/>
                </a:lnTo>
                <a:lnTo>
                  <a:pt x="9187" y="1830"/>
                </a:lnTo>
                <a:lnTo>
                  <a:pt x="9171" y="1822"/>
                </a:lnTo>
                <a:lnTo>
                  <a:pt x="9149" y="1805"/>
                </a:lnTo>
                <a:lnTo>
                  <a:pt x="9140" y="1788"/>
                </a:lnTo>
                <a:lnTo>
                  <a:pt x="9148" y="1777"/>
                </a:lnTo>
                <a:lnTo>
                  <a:pt x="9160" y="1776"/>
                </a:lnTo>
                <a:lnTo>
                  <a:pt x="9167" y="1777"/>
                </a:lnTo>
                <a:lnTo>
                  <a:pt x="9176" y="1788"/>
                </a:lnTo>
                <a:lnTo>
                  <a:pt x="9177" y="1795"/>
                </a:lnTo>
                <a:close/>
                <a:moveTo>
                  <a:pt x="9123" y="1884"/>
                </a:moveTo>
                <a:lnTo>
                  <a:pt x="9122" y="1897"/>
                </a:lnTo>
                <a:lnTo>
                  <a:pt x="9116" y="1902"/>
                </a:lnTo>
                <a:lnTo>
                  <a:pt x="9105" y="1897"/>
                </a:lnTo>
                <a:lnTo>
                  <a:pt x="9095" y="1884"/>
                </a:lnTo>
                <a:lnTo>
                  <a:pt x="9093" y="1877"/>
                </a:lnTo>
                <a:lnTo>
                  <a:pt x="9097" y="1867"/>
                </a:lnTo>
                <a:lnTo>
                  <a:pt x="9103" y="1866"/>
                </a:lnTo>
                <a:lnTo>
                  <a:pt x="9111" y="1867"/>
                </a:lnTo>
                <a:lnTo>
                  <a:pt x="9122" y="1877"/>
                </a:lnTo>
                <a:lnTo>
                  <a:pt x="9123" y="1884"/>
                </a:lnTo>
                <a:close/>
                <a:moveTo>
                  <a:pt x="9219" y="1961"/>
                </a:moveTo>
                <a:lnTo>
                  <a:pt x="9216" y="1966"/>
                </a:lnTo>
                <a:lnTo>
                  <a:pt x="9210" y="1968"/>
                </a:lnTo>
                <a:lnTo>
                  <a:pt x="9200" y="1961"/>
                </a:lnTo>
                <a:lnTo>
                  <a:pt x="9187" y="1940"/>
                </a:lnTo>
                <a:lnTo>
                  <a:pt x="9179" y="1909"/>
                </a:lnTo>
                <a:lnTo>
                  <a:pt x="9179" y="1893"/>
                </a:lnTo>
                <a:lnTo>
                  <a:pt x="9179" y="1872"/>
                </a:lnTo>
                <a:lnTo>
                  <a:pt x="9189" y="1877"/>
                </a:lnTo>
                <a:lnTo>
                  <a:pt x="9203" y="1902"/>
                </a:lnTo>
                <a:lnTo>
                  <a:pt x="9213" y="1921"/>
                </a:lnTo>
                <a:lnTo>
                  <a:pt x="9222" y="1954"/>
                </a:lnTo>
                <a:lnTo>
                  <a:pt x="9219" y="1961"/>
                </a:lnTo>
                <a:close/>
                <a:moveTo>
                  <a:pt x="8909" y="1906"/>
                </a:moveTo>
                <a:lnTo>
                  <a:pt x="8898" y="1916"/>
                </a:lnTo>
                <a:lnTo>
                  <a:pt x="8877" y="1916"/>
                </a:lnTo>
                <a:lnTo>
                  <a:pt x="8866" y="1906"/>
                </a:lnTo>
                <a:lnTo>
                  <a:pt x="8861" y="1899"/>
                </a:lnTo>
                <a:lnTo>
                  <a:pt x="8856" y="1892"/>
                </a:lnTo>
                <a:lnTo>
                  <a:pt x="8865" y="1884"/>
                </a:lnTo>
                <a:lnTo>
                  <a:pt x="8888" y="1884"/>
                </a:lnTo>
                <a:lnTo>
                  <a:pt x="8909" y="1884"/>
                </a:lnTo>
                <a:lnTo>
                  <a:pt x="8919" y="1892"/>
                </a:lnTo>
                <a:lnTo>
                  <a:pt x="8915" y="1899"/>
                </a:lnTo>
                <a:lnTo>
                  <a:pt x="8909" y="1906"/>
                </a:lnTo>
                <a:close/>
                <a:moveTo>
                  <a:pt x="9467" y="1939"/>
                </a:moveTo>
                <a:lnTo>
                  <a:pt x="9465" y="1952"/>
                </a:lnTo>
                <a:lnTo>
                  <a:pt x="9460" y="1956"/>
                </a:lnTo>
                <a:lnTo>
                  <a:pt x="9450" y="1952"/>
                </a:lnTo>
                <a:lnTo>
                  <a:pt x="9440" y="1939"/>
                </a:lnTo>
                <a:lnTo>
                  <a:pt x="9437" y="1931"/>
                </a:lnTo>
                <a:lnTo>
                  <a:pt x="9441" y="1921"/>
                </a:lnTo>
                <a:lnTo>
                  <a:pt x="9448" y="1920"/>
                </a:lnTo>
                <a:lnTo>
                  <a:pt x="9456" y="1921"/>
                </a:lnTo>
                <a:lnTo>
                  <a:pt x="9466" y="1931"/>
                </a:lnTo>
                <a:lnTo>
                  <a:pt x="9467" y="1939"/>
                </a:lnTo>
                <a:close/>
                <a:moveTo>
                  <a:pt x="9032" y="2056"/>
                </a:moveTo>
                <a:lnTo>
                  <a:pt x="9032" y="2076"/>
                </a:lnTo>
                <a:lnTo>
                  <a:pt x="9024" y="2079"/>
                </a:lnTo>
                <a:lnTo>
                  <a:pt x="9014" y="2065"/>
                </a:lnTo>
                <a:lnTo>
                  <a:pt x="9007" y="2053"/>
                </a:lnTo>
                <a:lnTo>
                  <a:pt x="8998" y="2018"/>
                </a:lnTo>
                <a:lnTo>
                  <a:pt x="8996" y="2002"/>
                </a:lnTo>
                <a:lnTo>
                  <a:pt x="8996" y="1982"/>
                </a:lnTo>
                <a:lnTo>
                  <a:pt x="9005" y="1979"/>
                </a:lnTo>
                <a:lnTo>
                  <a:pt x="9014" y="1993"/>
                </a:lnTo>
                <a:lnTo>
                  <a:pt x="9022" y="2005"/>
                </a:lnTo>
                <a:lnTo>
                  <a:pt x="9031" y="2040"/>
                </a:lnTo>
                <a:lnTo>
                  <a:pt x="9032" y="2056"/>
                </a:lnTo>
                <a:close/>
                <a:moveTo>
                  <a:pt x="9166" y="2083"/>
                </a:moveTo>
                <a:lnTo>
                  <a:pt x="9164" y="2085"/>
                </a:lnTo>
                <a:lnTo>
                  <a:pt x="9157" y="2084"/>
                </a:lnTo>
                <a:lnTo>
                  <a:pt x="9147" y="2073"/>
                </a:lnTo>
                <a:lnTo>
                  <a:pt x="9134" y="2047"/>
                </a:lnTo>
                <a:lnTo>
                  <a:pt x="9125" y="2017"/>
                </a:lnTo>
                <a:lnTo>
                  <a:pt x="9125" y="2002"/>
                </a:lnTo>
                <a:lnTo>
                  <a:pt x="9125" y="1993"/>
                </a:lnTo>
                <a:lnTo>
                  <a:pt x="9128" y="1984"/>
                </a:lnTo>
                <a:lnTo>
                  <a:pt x="9138" y="1993"/>
                </a:lnTo>
                <a:lnTo>
                  <a:pt x="9150" y="2020"/>
                </a:lnTo>
                <a:lnTo>
                  <a:pt x="9159" y="2042"/>
                </a:lnTo>
                <a:lnTo>
                  <a:pt x="9168" y="2077"/>
                </a:lnTo>
                <a:lnTo>
                  <a:pt x="9166" y="2083"/>
                </a:lnTo>
                <a:close/>
                <a:moveTo>
                  <a:pt x="1073" y="2010"/>
                </a:moveTo>
                <a:lnTo>
                  <a:pt x="1072" y="2024"/>
                </a:lnTo>
                <a:lnTo>
                  <a:pt x="1067" y="2029"/>
                </a:lnTo>
                <a:lnTo>
                  <a:pt x="1056" y="2024"/>
                </a:lnTo>
                <a:lnTo>
                  <a:pt x="1046" y="2010"/>
                </a:lnTo>
                <a:lnTo>
                  <a:pt x="1044" y="2003"/>
                </a:lnTo>
                <a:lnTo>
                  <a:pt x="1047" y="1993"/>
                </a:lnTo>
                <a:lnTo>
                  <a:pt x="1054" y="1993"/>
                </a:lnTo>
                <a:lnTo>
                  <a:pt x="1061" y="1993"/>
                </a:lnTo>
                <a:lnTo>
                  <a:pt x="1072" y="2003"/>
                </a:lnTo>
                <a:lnTo>
                  <a:pt x="1073" y="2010"/>
                </a:lnTo>
                <a:close/>
                <a:moveTo>
                  <a:pt x="8921" y="2183"/>
                </a:moveTo>
                <a:lnTo>
                  <a:pt x="8933" y="2215"/>
                </a:lnTo>
                <a:lnTo>
                  <a:pt x="8930" y="2222"/>
                </a:lnTo>
                <a:lnTo>
                  <a:pt x="8915" y="2201"/>
                </a:lnTo>
                <a:lnTo>
                  <a:pt x="8901" y="2182"/>
                </a:lnTo>
                <a:lnTo>
                  <a:pt x="8879" y="2131"/>
                </a:lnTo>
                <a:lnTo>
                  <a:pt x="8864" y="2077"/>
                </a:lnTo>
                <a:lnTo>
                  <a:pt x="8861" y="2033"/>
                </a:lnTo>
                <a:lnTo>
                  <a:pt x="8866" y="2021"/>
                </a:lnTo>
                <a:lnTo>
                  <a:pt x="8868" y="2018"/>
                </a:lnTo>
                <a:lnTo>
                  <a:pt x="8874" y="2021"/>
                </a:lnTo>
                <a:lnTo>
                  <a:pt x="8883" y="2041"/>
                </a:lnTo>
                <a:lnTo>
                  <a:pt x="8889" y="2065"/>
                </a:lnTo>
                <a:lnTo>
                  <a:pt x="8894" y="2093"/>
                </a:lnTo>
                <a:lnTo>
                  <a:pt x="8912" y="2157"/>
                </a:lnTo>
                <a:lnTo>
                  <a:pt x="8921" y="2183"/>
                </a:lnTo>
                <a:close/>
                <a:moveTo>
                  <a:pt x="8579" y="2047"/>
                </a:moveTo>
                <a:lnTo>
                  <a:pt x="8578" y="2054"/>
                </a:lnTo>
                <a:lnTo>
                  <a:pt x="8569" y="2064"/>
                </a:lnTo>
                <a:lnTo>
                  <a:pt x="8561" y="2065"/>
                </a:lnTo>
                <a:lnTo>
                  <a:pt x="8554" y="2064"/>
                </a:lnTo>
                <a:lnTo>
                  <a:pt x="8544" y="2054"/>
                </a:lnTo>
                <a:lnTo>
                  <a:pt x="8543" y="2047"/>
                </a:lnTo>
                <a:lnTo>
                  <a:pt x="8544" y="2040"/>
                </a:lnTo>
                <a:lnTo>
                  <a:pt x="8554" y="2030"/>
                </a:lnTo>
                <a:lnTo>
                  <a:pt x="8561" y="2029"/>
                </a:lnTo>
                <a:lnTo>
                  <a:pt x="8569" y="2030"/>
                </a:lnTo>
                <a:lnTo>
                  <a:pt x="8578" y="2040"/>
                </a:lnTo>
                <a:lnTo>
                  <a:pt x="8579" y="2047"/>
                </a:lnTo>
                <a:close/>
                <a:moveTo>
                  <a:pt x="8670" y="2151"/>
                </a:moveTo>
                <a:lnTo>
                  <a:pt x="8669" y="2170"/>
                </a:lnTo>
                <a:lnTo>
                  <a:pt x="8663" y="2183"/>
                </a:lnTo>
                <a:lnTo>
                  <a:pt x="8656" y="2185"/>
                </a:lnTo>
                <a:lnTo>
                  <a:pt x="8646" y="2176"/>
                </a:lnTo>
                <a:lnTo>
                  <a:pt x="8634" y="2144"/>
                </a:lnTo>
                <a:lnTo>
                  <a:pt x="8630" y="2119"/>
                </a:lnTo>
                <a:lnTo>
                  <a:pt x="8626" y="2092"/>
                </a:lnTo>
                <a:lnTo>
                  <a:pt x="8630" y="2078"/>
                </a:lnTo>
                <a:lnTo>
                  <a:pt x="8640" y="2080"/>
                </a:lnTo>
                <a:lnTo>
                  <a:pt x="8646" y="2085"/>
                </a:lnTo>
                <a:lnTo>
                  <a:pt x="8656" y="2096"/>
                </a:lnTo>
                <a:lnTo>
                  <a:pt x="8668" y="2131"/>
                </a:lnTo>
                <a:lnTo>
                  <a:pt x="8670" y="2151"/>
                </a:lnTo>
                <a:close/>
                <a:moveTo>
                  <a:pt x="8818" y="2151"/>
                </a:moveTo>
                <a:lnTo>
                  <a:pt x="8851" y="2221"/>
                </a:lnTo>
                <a:lnTo>
                  <a:pt x="8866" y="2249"/>
                </a:lnTo>
                <a:lnTo>
                  <a:pt x="8867" y="2256"/>
                </a:lnTo>
                <a:lnTo>
                  <a:pt x="8863" y="2264"/>
                </a:lnTo>
                <a:lnTo>
                  <a:pt x="8856" y="2265"/>
                </a:lnTo>
                <a:lnTo>
                  <a:pt x="8846" y="2257"/>
                </a:lnTo>
                <a:lnTo>
                  <a:pt x="8814" y="2202"/>
                </a:lnTo>
                <a:lnTo>
                  <a:pt x="8780" y="2127"/>
                </a:lnTo>
                <a:lnTo>
                  <a:pt x="8765" y="2083"/>
                </a:lnTo>
                <a:lnTo>
                  <a:pt x="8763" y="2067"/>
                </a:lnTo>
                <a:lnTo>
                  <a:pt x="8766" y="2065"/>
                </a:lnTo>
                <a:lnTo>
                  <a:pt x="8774" y="2070"/>
                </a:lnTo>
                <a:lnTo>
                  <a:pt x="8801" y="2116"/>
                </a:lnTo>
                <a:lnTo>
                  <a:pt x="8818" y="2151"/>
                </a:lnTo>
                <a:close/>
                <a:moveTo>
                  <a:pt x="9340" y="2102"/>
                </a:moveTo>
                <a:lnTo>
                  <a:pt x="9339" y="2115"/>
                </a:lnTo>
                <a:lnTo>
                  <a:pt x="9334" y="2119"/>
                </a:lnTo>
                <a:lnTo>
                  <a:pt x="9323" y="2115"/>
                </a:lnTo>
                <a:lnTo>
                  <a:pt x="9313" y="2102"/>
                </a:lnTo>
                <a:lnTo>
                  <a:pt x="9311" y="2094"/>
                </a:lnTo>
                <a:lnTo>
                  <a:pt x="9314" y="2084"/>
                </a:lnTo>
                <a:lnTo>
                  <a:pt x="9321" y="2083"/>
                </a:lnTo>
                <a:lnTo>
                  <a:pt x="9328" y="2084"/>
                </a:lnTo>
                <a:lnTo>
                  <a:pt x="9339" y="2094"/>
                </a:lnTo>
                <a:lnTo>
                  <a:pt x="9340" y="2102"/>
                </a:lnTo>
                <a:close/>
                <a:moveTo>
                  <a:pt x="9609" y="2132"/>
                </a:moveTo>
                <a:lnTo>
                  <a:pt x="9627" y="2151"/>
                </a:lnTo>
                <a:lnTo>
                  <a:pt x="9627" y="2157"/>
                </a:lnTo>
                <a:lnTo>
                  <a:pt x="9609" y="2151"/>
                </a:lnTo>
                <a:lnTo>
                  <a:pt x="9595" y="2147"/>
                </a:lnTo>
                <a:lnTo>
                  <a:pt x="9564" y="2154"/>
                </a:lnTo>
                <a:lnTo>
                  <a:pt x="9552" y="2162"/>
                </a:lnTo>
                <a:lnTo>
                  <a:pt x="9546" y="2170"/>
                </a:lnTo>
                <a:lnTo>
                  <a:pt x="9533" y="2177"/>
                </a:lnTo>
                <a:lnTo>
                  <a:pt x="9513" y="2174"/>
                </a:lnTo>
                <a:lnTo>
                  <a:pt x="9493" y="2161"/>
                </a:lnTo>
                <a:lnTo>
                  <a:pt x="9473" y="2144"/>
                </a:lnTo>
                <a:lnTo>
                  <a:pt x="9475" y="2137"/>
                </a:lnTo>
                <a:lnTo>
                  <a:pt x="9500" y="2143"/>
                </a:lnTo>
                <a:lnTo>
                  <a:pt x="9520" y="2145"/>
                </a:lnTo>
                <a:lnTo>
                  <a:pt x="9540" y="2141"/>
                </a:lnTo>
                <a:lnTo>
                  <a:pt x="9550" y="2132"/>
                </a:lnTo>
                <a:lnTo>
                  <a:pt x="9552" y="2127"/>
                </a:lnTo>
                <a:lnTo>
                  <a:pt x="9558" y="2116"/>
                </a:lnTo>
                <a:lnTo>
                  <a:pt x="9566" y="2104"/>
                </a:lnTo>
                <a:lnTo>
                  <a:pt x="9578" y="2105"/>
                </a:lnTo>
                <a:lnTo>
                  <a:pt x="9596" y="2119"/>
                </a:lnTo>
                <a:lnTo>
                  <a:pt x="9609" y="2132"/>
                </a:lnTo>
                <a:close/>
                <a:moveTo>
                  <a:pt x="9250" y="2156"/>
                </a:moveTo>
                <a:lnTo>
                  <a:pt x="9249" y="2170"/>
                </a:lnTo>
                <a:lnTo>
                  <a:pt x="9239" y="2190"/>
                </a:lnTo>
                <a:lnTo>
                  <a:pt x="9231" y="2192"/>
                </a:lnTo>
                <a:lnTo>
                  <a:pt x="9225" y="2190"/>
                </a:lnTo>
                <a:lnTo>
                  <a:pt x="9215" y="2170"/>
                </a:lnTo>
                <a:lnTo>
                  <a:pt x="9214" y="2156"/>
                </a:lnTo>
                <a:lnTo>
                  <a:pt x="9215" y="2141"/>
                </a:lnTo>
                <a:lnTo>
                  <a:pt x="9225" y="2121"/>
                </a:lnTo>
                <a:lnTo>
                  <a:pt x="9231" y="2119"/>
                </a:lnTo>
                <a:lnTo>
                  <a:pt x="9239" y="2121"/>
                </a:lnTo>
                <a:lnTo>
                  <a:pt x="9249" y="2141"/>
                </a:lnTo>
                <a:lnTo>
                  <a:pt x="9250" y="2156"/>
                </a:lnTo>
                <a:close/>
                <a:moveTo>
                  <a:pt x="9105" y="2277"/>
                </a:moveTo>
                <a:lnTo>
                  <a:pt x="9104" y="2284"/>
                </a:lnTo>
                <a:lnTo>
                  <a:pt x="9093" y="2285"/>
                </a:lnTo>
                <a:lnTo>
                  <a:pt x="9077" y="2272"/>
                </a:lnTo>
                <a:lnTo>
                  <a:pt x="9061" y="2251"/>
                </a:lnTo>
                <a:lnTo>
                  <a:pt x="9054" y="2237"/>
                </a:lnTo>
                <a:lnTo>
                  <a:pt x="9042" y="2209"/>
                </a:lnTo>
                <a:lnTo>
                  <a:pt x="9032" y="2169"/>
                </a:lnTo>
                <a:lnTo>
                  <a:pt x="9036" y="2158"/>
                </a:lnTo>
                <a:lnTo>
                  <a:pt x="9042" y="2158"/>
                </a:lnTo>
                <a:lnTo>
                  <a:pt x="9055" y="2174"/>
                </a:lnTo>
                <a:lnTo>
                  <a:pt x="9068" y="2199"/>
                </a:lnTo>
                <a:lnTo>
                  <a:pt x="9097" y="2256"/>
                </a:lnTo>
                <a:lnTo>
                  <a:pt x="9105" y="2277"/>
                </a:lnTo>
                <a:close/>
                <a:moveTo>
                  <a:pt x="9384" y="2165"/>
                </a:moveTo>
                <a:lnTo>
                  <a:pt x="9379" y="2174"/>
                </a:lnTo>
                <a:lnTo>
                  <a:pt x="9365" y="2189"/>
                </a:lnTo>
                <a:lnTo>
                  <a:pt x="9351" y="2193"/>
                </a:lnTo>
                <a:lnTo>
                  <a:pt x="9341" y="2185"/>
                </a:lnTo>
                <a:lnTo>
                  <a:pt x="9340" y="2178"/>
                </a:lnTo>
                <a:lnTo>
                  <a:pt x="9341" y="2170"/>
                </a:lnTo>
                <a:lnTo>
                  <a:pt x="9348" y="2156"/>
                </a:lnTo>
                <a:lnTo>
                  <a:pt x="9359" y="2145"/>
                </a:lnTo>
                <a:lnTo>
                  <a:pt x="9372" y="2139"/>
                </a:lnTo>
                <a:lnTo>
                  <a:pt x="9378" y="2137"/>
                </a:lnTo>
                <a:lnTo>
                  <a:pt x="9385" y="2139"/>
                </a:lnTo>
                <a:lnTo>
                  <a:pt x="9387" y="2154"/>
                </a:lnTo>
                <a:lnTo>
                  <a:pt x="9384" y="2165"/>
                </a:lnTo>
                <a:close/>
                <a:moveTo>
                  <a:pt x="9649" y="2391"/>
                </a:moveTo>
                <a:lnTo>
                  <a:pt x="9647" y="2405"/>
                </a:lnTo>
                <a:lnTo>
                  <a:pt x="9632" y="2428"/>
                </a:lnTo>
                <a:lnTo>
                  <a:pt x="9622" y="2434"/>
                </a:lnTo>
                <a:lnTo>
                  <a:pt x="9614" y="2436"/>
                </a:lnTo>
                <a:lnTo>
                  <a:pt x="9605" y="2436"/>
                </a:lnTo>
                <a:lnTo>
                  <a:pt x="9595" y="2422"/>
                </a:lnTo>
                <a:lnTo>
                  <a:pt x="9595" y="2402"/>
                </a:lnTo>
                <a:lnTo>
                  <a:pt x="9595" y="2385"/>
                </a:lnTo>
                <a:lnTo>
                  <a:pt x="9601" y="2356"/>
                </a:lnTo>
                <a:lnTo>
                  <a:pt x="9606" y="2349"/>
                </a:lnTo>
                <a:lnTo>
                  <a:pt x="9613" y="2344"/>
                </a:lnTo>
                <a:lnTo>
                  <a:pt x="9627" y="2345"/>
                </a:lnTo>
                <a:lnTo>
                  <a:pt x="9640" y="2357"/>
                </a:lnTo>
                <a:lnTo>
                  <a:pt x="9648" y="2378"/>
                </a:lnTo>
                <a:lnTo>
                  <a:pt x="9649" y="2391"/>
                </a:lnTo>
                <a:close/>
                <a:moveTo>
                  <a:pt x="9721" y="2384"/>
                </a:moveTo>
                <a:lnTo>
                  <a:pt x="9720" y="2394"/>
                </a:lnTo>
                <a:lnTo>
                  <a:pt x="9711" y="2408"/>
                </a:lnTo>
                <a:lnTo>
                  <a:pt x="9704" y="2409"/>
                </a:lnTo>
                <a:lnTo>
                  <a:pt x="9696" y="2407"/>
                </a:lnTo>
                <a:lnTo>
                  <a:pt x="9686" y="2386"/>
                </a:lnTo>
                <a:lnTo>
                  <a:pt x="9685" y="2371"/>
                </a:lnTo>
                <a:lnTo>
                  <a:pt x="9686" y="2357"/>
                </a:lnTo>
                <a:lnTo>
                  <a:pt x="9694" y="2346"/>
                </a:lnTo>
                <a:lnTo>
                  <a:pt x="9700" y="2344"/>
                </a:lnTo>
                <a:lnTo>
                  <a:pt x="9704" y="2346"/>
                </a:lnTo>
                <a:lnTo>
                  <a:pt x="9711" y="2352"/>
                </a:lnTo>
                <a:lnTo>
                  <a:pt x="9720" y="2372"/>
                </a:lnTo>
                <a:lnTo>
                  <a:pt x="9721" y="2384"/>
                </a:lnTo>
                <a:close/>
                <a:moveTo>
                  <a:pt x="9231" y="2385"/>
                </a:moveTo>
                <a:lnTo>
                  <a:pt x="9231" y="2403"/>
                </a:lnTo>
                <a:lnTo>
                  <a:pt x="9223" y="2406"/>
                </a:lnTo>
                <a:lnTo>
                  <a:pt x="9214" y="2391"/>
                </a:lnTo>
                <a:lnTo>
                  <a:pt x="9209" y="2384"/>
                </a:lnTo>
                <a:lnTo>
                  <a:pt x="9201" y="2378"/>
                </a:lnTo>
                <a:lnTo>
                  <a:pt x="9196" y="2386"/>
                </a:lnTo>
                <a:lnTo>
                  <a:pt x="9193" y="2409"/>
                </a:lnTo>
                <a:lnTo>
                  <a:pt x="9193" y="2435"/>
                </a:lnTo>
                <a:lnTo>
                  <a:pt x="9187" y="2439"/>
                </a:lnTo>
                <a:lnTo>
                  <a:pt x="9179" y="2418"/>
                </a:lnTo>
                <a:lnTo>
                  <a:pt x="9174" y="2403"/>
                </a:lnTo>
                <a:lnTo>
                  <a:pt x="9175" y="2382"/>
                </a:lnTo>
                <a:lnTo>
                  <a:pt x="9180" y="2372"/>
                </a:lnTo>
                <a:lnTo>
                  <a:pt x="9185" y="2369"/>
                </a:lnTo>
                <a:lnTo>
                  <a:pt x="9197" y="2362"/>
                </a:lnTo>
                <a:lnTo>
                  <a:pt x="9214" y="2356"/>
                </a:lnTo>
                <a:lnTo>
                  <a:pt x="9226" y="2360"/>
                </a:lnTo>
                <a:lnTo>
                  <a:pt x="9231" y="2374"/>
                </a:lnTo>
                <a:lnTo>
                  <a:pt x="9231" y="2385"/>
                </a:lnTo>
                <a:close/>
                <a:moveTo>
                  <a:pt x="2052" y="2412"/>
                </a:moveTo>
                <a:lnTo>
                  <a:pt x="2051" y="2418"/>
                </a:lnTo>
                <a:lnTo>
                  <a:pt x="2036" y="2427"/>
                </a:lnTo>
                <a:lnTo>
                  <a:pt x="2025" y="2428"/>
                </a:lnTo>
                <a:lnTo>
                  <a:pt x="2015" y="2427"/>
                </a:lnTo>
                <a:lnTo>
                  <a:pt x="2000" y="2418"/>
                </a:lnTo>
                <a:lnTo>
                  <a:pt x="1998" y="2412"/>
                </a:lnTo>
                <a:lnTo>
                  <a:pt x="2000" y="2406"/>
                </a:lnTo>
                <a:lnTo>
                  <a:pt x="2015" y="2397"/>
                </a:lnTo>
                <a:lnTo>
                  <a:pt x="2025" y="2396"/>
                </a:lnTo>
                <a:lnTo>
                  <a:pt x="2036" y="2397"/>
                </a:lnTo>
                <a:lnTo>
                  <a:pt x="2051" y="2406"/>
                </a:lnTo>
                <a:lnTo>
                  <a:pt x="2052" y="2412"/>
                </a:lnTo>
                <a:close/>
                <a:moveTo>
                  <a:pt x="9721" y="2445"/>
                </a:moveTo>
                <a:lnTo>
                  <a:pt x="9720" y="2459"/>
                </a:lnTo>
                <a:lnTo>
                  <a:pt x="9714" y="2464"/>
                </a:lnTo>
                <a:lnTo>
                  <a:pt x="9704" y="2459"/>
                </a:lnTo>
                <a:lnTo>
                  <a:pt x="9694" y="2445"/>
                </a:lnTo>
                <a:lnTo>
                  <a:pt x="9692" y="2437"/>
                </a:lnTo>
                <a:lnTo>
                  <a:pt x="9695" y="2428"/>
                </a:lnTo>
                <a:lnTo>
                  <a:pt x="9701" y="2428"/>
                </a:lnTo>
                <a:lnTo>
                  <a:pt x="9709" y="2428"/>
                </a:lnTo>
                <a:lnTo>
                  <a:pt x="9720" y="2437"/>
                </a:lnTo>
                <a:lnTo>
                  <a:pt x="9721" y="2445"/>
                </a:lnTo>
                <a:close/>
                <a:moveTo>
                  <a:pt x="2515" y="2482"/>
                </a:moveTo>
                <a:lnTo>
                  <a:pt x="2518" y="2489"/>
                </a:lnTo>
                <a:lnTo>
                  <a:pt x="2513" y="2498"/>
                </a:lnTo>
                <a:lnTo>
                  <a:pt x="2508" y="2499"/>
                </a:lnTo>
                <a:lnTo>
                  <a:pt x="2499" y="2498"/>
                </a:lnTo>
                <a:lnTo>
                  <a:pt x="2488" y="2489"/>
                </a:lnTo>
                <a:lnTo>
                  <a:pt x="2487" y="2482"/>
                </a:lnTo>
                <a:lnTo>
                  <a:pt x="2488" y="2474"/>
                </a:lnTo>
                <a:lnTo>
                  <a:pt x="2492" y="2465"/>
                </a:lnTo>
                <a:lnTo>
                  <a:pt x="2495" y="2464"/>
                </a:lnTo>
                <a:lnTo>
                  <a:pt x="2499" y="2465"/>
                </a:lnTo>
                <a:lnTo>
                  <a:pt x="2510" y="2474"/>
                </a:lnTo>
                <a:lnTo>
                  <a:pt x="2515" y="2482"/>
                </a:lnTo>
                <a:close/>
                <a:moveTo>
                  <a:pt x="9239" y="2510"/>
                </a:moveTo>
                <a:lnTo>
                  <a:pt x="9243" y="2523"/>
                </a:lnTo>
                <a:lnTo>
                  <a:pt x="9245" y="2544"/>
                </a:lnTo>
                <a:lnTo>
                  <a:pt x="9242" y="2548"/>
                </a:lnTo>
                <a:lnTo>
                  <a:pt x="9237" y="2553"/>
                </a:lnTo>
                <a:lnTo>
                  <a:pt x="9222" y="2549"/>
                </a:lnTo>
                <a:lnTo>
                  <a:pt x="9206" y="2536"/>
                </a:lnTo>
                <a:lnTo>
                  <a:pt x="9197" y="2517"/>
                </a:lnTo>
                <a:lnTo>
                  <a:pt x="9196" y="2507"/>
                </a:lnTo>
                <a:lnTo>
                  <a:pt x="9197" y="2495"/>
                </a:lnTo>
                <a:lnTo>
                  <a:pt x="9205" y="2483"/>
                </a:lnTo>
                <a:lnTo>
                  <a:pt x="9218" y="2484"/>
                </a:lnTo>
                <a:lnTo>
                  <a:pt x="9234" y="2498"/>
                </a:lnTo>
                <a:lnTo>
                  <a:pt x="9239" y="2510"/>
                </a:lnTo>
                <a:close/>
                <a:moveTo>
                  <a:pt x="9540" y="2499"/>
                </a:moveTo>
                <a:lnTo>
                  <a:pt x="9539" y="2507"/>
                </a:lnTo>
                <a:lnTo>
                  <a:pt x="9528" y="2517"/>
                </a:lnTo>
                <a:lnTo>
                  <a:pt x="9520" y="2518"/>
                </a:lnTo>
                <a:lnTo>
                  <a:pt x="9514" y="2517"/>
                </a:lnTo>
                <a:lnTo>
                  <a:pt x="9510" y="2507"/>
                </a:lnTo>
                <a:lnTo>
                  <a:pt x="9513" y="2499"/>
                </a:lnTo>
                <a:lnTo>
                  <a:pt x="9518" y="2492"/>
                </a:lnTo>
                <a:lnTo>
                  <a:pt x="9528" y="2482"/>
                </a:lnTo>
                <a:lnTo>
                  <a:pt x="9533" y="2482"/>
                </a:lnTo>
                <a:lnTo>
                  <a:pt x="9535" y="2482"/>
                </a:lnTo>
                <a:lnTo>
                  <a:pt x="9539" y="2492"/>
                </a:lnTo>
                <a:lnTo>
                  <a:pt x="9540" y="2499"/>
                </a:lnTo>
                <a:close/>
                <a:moveTo>
                  <a:pt x="9323" y="2553"/>
                </a:moveTo>
                <a:lnTo>
                  <a:pt x="9322" y="2568"/>
                </a:lnTo>
                <a:lnTo>
                  <a:pt x="9312" y="2593"/>
                </a:lnTo>
                <a:lnTo>
                  <a:pt x="9304" y="2599"/>
                </a:lnTo>
                <a:lnTo>
                  <a:pt x="9300" y="2602"/>
                </a:lnTo>
                <a:lnTo>
                  <a:pt x="9293" y="2598"/>
                </a:lnTo>
                <a:lnTo>
                  <a:pt x="9287" y="2583"/>
                </a:lnTo>
                <a:lnTo>
                  <a:pt x="9286" y="2565"/>
                </a:lnTo>
                <a:lnTo>
                  <a:pt x="9287" y="2546"/>
                </a:lnTo>
                <a:lnTo>
                  <a:pt x="9298" y="2520"/>
                </a:lnTo>
                <a:lnTo>
                  <a:pt x="9304" y="2518"/>
                </a:lnTo>
                <a:lnTo>
                  <a:pt x="9312" y="2520"/>
                </a:lnTo>
                <a:lnTo>
                  <a:pt x="9322" y="2539"/>
                </a:lnTo>
                <a:lnTo>
                  <a:pt x="9323" y="2553"/>
                </a:lnTo>
                <a:close/>
                <a:moveTo>
                  <a:pt x="1500" y="2554"/>
                </a:moveTo>
                <a:lnTo>
                  <a:pt x="1503" y="2561"/>
                </a:lnTo>
                <a:lnTo>
                  <a:pt x="1499" y="2571"/>
                </a:lnTo>
                <a:lnTo>
                  <a:pt x="1492" y="2572"/>
                </a:lnTo>
                <a:lnTo>
                  <a:pt x="1484" y="2571"/>
                </a:lnTo>
                <a:lnTo>
                  <a:pt x="1474" y="2561"/>
                </a:lnTo>
                <a:lnTo>
                  <a:pt x="1472" y="2554"/>
                </a:lnTo>
                <a:lnTo>
                  <a:pt x="1472" y="2546"/>
                </a:lnTo>
                <a:lnTo>
                  <a:pt x="1477" y="2536"/>
                </a:lnTo>
                <a:lnTo>
                  <a:pt x="1480" y="2536"/>
                </a:lnTo>
                <a:lnTo>
                  <a:pt x="1484" y="2536"/>
                </a:lnTo>
                <a:lnTo>
                  <a:pt x="1495" y="2546"/>
                </a:lnTo>
                <a:lnTo>
                  <a:pt x="1500" y="2554"/>
                </a:lnTo>
                <a:close/>
                <a:moveTo>
                  <a:pt x="8893" y="2681"/>
                </a:moveTo>
                <a:lnTo>
                  <a:pt x="8913" y="2703"/>
                </a:lnTo>
                <a:lnTo>
                  <a:pt x="8930" y="2733"/>
                </a:lnTo>
                <a:lnTo>
                  <a:pt x="8934" y="2748"/>
                </a:lnTo>
                <a:lnTo>
                  <a:pt x="8932" y="2754"/>
                </a:lnTo>
                <a:lnTo>
                  <a:pt x="8929" y="2757"/>
                </a:lnTo>
                <a:lnTo>
                  <a:pt x="8917" y="2753"/>
                </a:lnTo>
                <a:lnTo>
                  <a:pt x="8891" y="2729"/>
                </a:lnTo>
                <a:lnTo>
                  <a:pt x="8851" y="2674"/>
                </a:lnTo>
                <a:lnTo>
                  <a:pt x="8820" y="2619"/>
                </a:lnTo>
                <a:lnTo>
                  <a:pt x="8815" y="2597"/>
                </a:lnTo>
                <a:lnTo>
                  <a:pt x="8813" y="2577"/>
                </a:lnTo>
                <a:lnTo>
                  <a:pt x="8814" y="2550"/>
                </a:lnTo>
                <a:lnTo>
                  <a:pt x="8818" y="2544"/>
                </a:lnTo>
                <a:lnTo>
                  <a:pt x="8827" y="2560"/>
                </a:lnTo>
                <a:lnTo>
                  <a:pt x="8831" y="2578"/>
                </a:lnTo>
                <a:lnTo>
                  <a:pt x="8838" y="2600"/>
                </a:lnTo>
                <a:lnTo>
                  <a:pt x="8872" y="2657"/>
                </a:lnTo>
                <a:lnTo>
                  <a:pt x="8893" y="2681"/>
                </a:lnTo>
                <a:close/>
                <a:moveTo>
                  <a:pt x="9540" y="2581"/>
                </a:moveTo>
                <a:lnTo>
                  <a:pt x="9539" y="2586"/>
                </a:lnTo>
                <a:lnTo>
                  <a:pt x="9534" y="2596"/>
                </a:lnTo>
                <a:lnTo>
                  <a:pt x="9519" y="2607"/>
                </a:lnTo>
                <a:lnTo>
                  <a:pt x="9503" y="2608"/>
                </a:lnTo>
                <a:lnTo>
                  <a:pt x="9488" y="2607"/>
                </a:lnTo>
                <a:lnTo>
                  <a:pt x="9477" y="2598"/>
                </a:lnTo>
                <a:lnTo>
                  <a:pt x="9476" y="2587"/>
                </a:lnTo>
                <a:lnTo>
                  <a:pt x="9478" y="2581"/>
                </a:lnTo>
                <a:lnTo>
                  <a:pt x="9485" y="2571"/>
                </a:lnTo>
                <a:lnTo>
                  <a:pt x="9503" y="2556"/>
                </a:lnTo>
                <a:lnTo>
                  <a:pt x="9514" y="2554"/>
                </a:lnTo>
                <a:lnTo>
                  <a:pt x="9525" y="2556"/>
                </a:lnTo>
                <a:lnTo>
                  <a:pt x="9538" y="2571"/>
                </a:lnTo>
                <a:lnTo>
                  <a:pt x="9540" y="2581"/>
                </a:lnTo>
                <a:close/>
                <a:moveTo>
                  <a:pt x="2506" y="2610"/>
                </a:moveTo>
                <a:lnTo>
                  <a:pt x="2505" y="2617"/>
                </a:lnTo>
                <a:lnTo>
                  <a:pt x="2495" y="2621"/>
                </a:lnTo>
                <a:lnTo>
                  <a:pt x="2487" y="2618"/>
                </a:lnTo>
                <a:lnTo>
                  <a:pt x="2481" y="2612"/>
                </a:lnTo>
                <a:lnTo>
                  <a:pt x="2471" y="2596"/>
                </a:lnTo>
                <a:lnTo>
                  <a:pt x="2470" y="2589"/>
                </a:lnTo>
                <a:lnTo>
                  <a:pt x="2471" y="2582"/>
                </a:lnTo>
                <a:lnTo>
                  <a:pt x="2481" y="2578"/>
                </a:lnTo>
                <a:lnTo>
                  <a:pt x="2487" y="2581"/>
                </a:lnTo>
                <a:lnTo>
                  <a:pt x="2495" y="2586"/>
                </a:lnTo>
                <a:lnTo>
                  <a:pt x="2505" y="2603"/>
                </a:lnTo>
                <a:lnTo>
                  <a:pt x="2506" y="2610"/>
                </a:lnTo>
                <a:close/>
                <a:moveTo>
                  <a:pt x="1685" y="2619"/>
                </a:moveTo>
                <a:lnTo>
                  <a:pt x="1679" y="2623"/>
                </a:lnTo>
                <a:lnTo>
                  <a:pt x="1660" y="2624"/>
                </a:lnTo>
                <a:lnTo>
                  <a:pt x="1650" y="2621"/>
                </a:lnTo>
                <a:lnTo>
                  <a:pt x="1642" y="2617"/>
                </a:lnTo>
                <a:lnTo>
                  <a:pt x="1648" y="2611"/>
                </a:lnTo>
                <a:lnTo>
                  <a:pt x="1661" y="2610"/>
                </a:lnTo>
                <a:lnTo>
                  <a:pt x="1675" y="2610"/>
                </a:lnTo>
                <a:lnTo>
                  <a:pt x="1686" y="2614"/>
                </a:lnTo>
                <a:lnTo>
                  <a:pt x="1687" y="2617"/>
                </a:lnTo>
                <a:lnTo>
                  <a:pt x="1685" y="2619"/>
                </a:lnTo>
                <a:close/>
                <a:moveTo>
                  <a:pt x="8960" y="2645"/>
                </a:moveTo>
                <a:lnTo>
                  <a:pt x="8958" y="2658"/>
                </a:lnTo>
                <a:lnTo>
                  <a:pt x="8953" y="2662"/>
                </a:lnTo>
                <a:lnTo>
                  <a:pt x="8942" y="2658"/>
                </a:lnTo>
                <a:lnTo>
                  <a:pt x="8932" y="2645"/>
                </a:lnTo>
                <a:lnTo>
                  <a:pt x="8930" y="2637"/>
                </a:lnTo>
                <a:lnTo>
                  <a:pt x="8933" y="2628"/>
                </a:lnTo>
                <a:lnTo>
                  <a:pt x="8940" y="2627"/>
                </a:lnTo>
                <a:lnTo>
                  <a:pt x="8948" y="2628"/>
                </a:lnTo>
                <a:lnTo>
                  <a:pt x="8958" y="2637"/>
                </a:lnTo>
                <a:lnTo>
                  <a:pt x="8960" y="2645"/>
                </a:lnTo>
                <a:close/>
                <a:moveTo>
                  <a:pt x="9079" y="2652"/>
                </a:moveTo>
                <a:lnTo>
                  <a:pt x="9092" y="2666"/>
                </a:lnTo>
                <a:lnTo>
                  <a:pt x="9103" y="2684"/>
                </a:lnTo>
                <a:lnTo>
                  <a:pt x="9101" y="2691"/>
                </a:lnTo>
                <a:lnTo>
                  <a:pt x="9084" y="2685"/>
                </a:lnTo>
                <a:lnTo>
                  <a:pt x="9068" y="2678"/>
                </a:lnTo>
                <a:lnTo>
                  <a:pt x="9054" y="2667"/>
                </a:lnTo>
                <a:lnTo>
                  <a:pt x="9035" y="2647"/>
                </a:lnTo>
                <a:lnTo>
                  <a:pt x="9032" y="2641"/>
                </a:lnTo>
                <a:lnTo>
                  <a:pt x="9033" y="2634"/>
                </a:lnTo>
                <a:lnTo>
                  <a:pt x="9039" y="2628"/>
                </a:lnTo>
                <a:lnTo>
                  <a:pt x="9060" y="2634"/>
                </a:lnTo>
                <a:lnTo>
                  <a:pt x="9079" y="2652"/>
                </a:lnTo>
                <a:close/>
                <a:moveTo>
                  <a:pt x="8072" y="2690"/>
                </a:moveTo>
                <a:lnTo>
                  <a:pt x="8071" y="2700"/>
                </a:lnTo>
                <a:lnTo>
                  <a:pt x="8061" y="2716"/>
                </a:lnTo>
                <a:lnTo>
                  <a:pt x="8053" y="2717"/>
                </a:lnTo>
                <a:lnTo>
                  <a:pt x="8047" y="2716"/>
                </a:lnTo>
                <a:lnTo>
                  <a:pt x="8044" y="2700"/>
                </a:lnTo>
                <a:lnTo>
                  <a:pt x="8046" y="2690"/>
                </a:lnTo>
                <a:lnTo>
                  <a:pt x="8057" y="2669"/>
                </a:lnTo>
                <a:lnTo>
                  <a:pt x="8064" y="2662"/>
                </a:lnTo>
                <a:lnTo>
                  <a:pt x="8066" y="2665"/>
                </a:lnTo>
                <a:lnTo>
                  <a:pt x="8071" y="2680"/>
                </a:lnTo>
                <a:lnTo>
                  <a:pt x="8072" y="2690"/>
                </a:lnTo>
                <a:close/>
                <a:moveTo>
                  <a:pt x="1926" y="2717"/>
                </a:moveTo>
                <a:lnTo>
                  <a:pt x="1924" y="2731"/>
                </a:lnTo>
                <a:lnTo>
                  <a:pt x="1918" y="2735"/>
                </a:lnTo>
                <a:lnTo>
                  <a:pt x="1909" y="2731"/>
                </a:lnTo>
                <a:lnTo>
                  <a:pt x="1899" y="2717"/>
                </a:lnTo>
                <a:lnTo>
                  <a:pt x="1896" y="2709"/>
                </a:lnTo>
                <a:lnTo>
                  <a:pt x="1900" y="2699"/>
                </a:lnTo>
                <a:lnTo>
                  <a:pt x="1905" y="2699"/>
                </a:lnTo>
                <a:lnTo>
                  <a:pt x="1914" y="2699"/>
                </a:lnTo>
                <a:lnTo>
                  <a:pt x="1925" y="2709"/>
                </a:lnTo>
                <a:lnTo>
                  <a:pt x="1926" y="2717"/>
                </a:lnTo>
                <a:close/>
                <a:moveTo>
                  <a:pt x="7781" y="2706"/>
                </a:moveTo>
                <a:lnTo>
                  <a:pt x="7780" y="2710"/>
                </a:lnTo>
                <a:lnTo>
                  <a:pt x="7771" y="2721"/>
                </a:lnTo>
                <a:lnTo>
                  <a:pt x="7763" y="2727"/>
                </a:lnTo>
                <a:lnTo>
                  <a:pt x="7756" y="2729"/>
                </a:lnTo>
                <a:lnTo>
                  <a:pt x="7747" y="2725"/>
                </a:lnTo>
                <a:lnTo>
                  <a:pt x="7746" y="2719"/>
                </a:lnTo>
                <a:lnTo>
                  <a:pt x="7747" y="2711"/>
                </a:lnTo>
                <a:lnTo>
                  <a:pt x="7756" y="2700"/>
                </a:lnTo>
                <a:lnTo>
                  <a:pt x="7763" y="2699"/>
                </a:lnTo>
                <a:lnTo>
                  <a:pt x="7771" y="2699"/>
                </a:lnTo>
                <a:lnTo>
                  <a:pt x="7780" y="2704"/>
                </a:lnTo>
                <a:lnTo>
                  <a:pt x="7781" y="2706"/>
                </a:lnTo>
                <a:close/>
                <a:moveTo>
                  <a:pt x="2169" y="2739"/>
                </a:moveTo>
                <a:lnTo>
                  <a:pt x="2164" y="2744"/>
                </a:lnTo>
                <a:lnTo>
                  <a:pt x="2149" y="2753"/>
                </a:lnTo>
                <a:lnTo>
                  <a:pt x="2141" y="2754"/>
                </a:lnTo>
                <a:lnTo>
                  <a:pt x="2135" y="2753"/>
                </a:lnTo>
                <a:lnTo>
                  <a:pt x="2126" y="2744"/>
                </a:lnTo>
                <a:lnTo>
                  <a:pt x="2125" y="2739"/>
                </a:lnTo>
                <a:lnTo>
                  <a:pt x="2126" y="2732"/>
                </a:lnTo>
                <a:lnTo>
                  <a:pt x="2141" y="2723"/>
                </a:lnTo>
                <a:lnTo>
                  <a:pt x="2152" y="2722"/>
                </a:lnTo>
                <a:lnTo>
                  <a:pt x="2162" y="2723"/>
                </a:lnTo>
                <a:lnTo>
                  <a:pt x="2171" y="2732"/>
                </a:lnTo>
                <a:lnTo>
                  <a:pt x="2169" y="2739"/>
                </a:lnTo>
                <a:close/>
                <a:moveTo>
                  <a:pt x="2422" y="2824"/>
                </a:moveTo>
                <a:lnTo>
                  <a:pt x="2434" y="2835"/>
                </a:lnTo>
                <a:lnTo>
                  <a:pt x="2450" y="2862"/>
                </a:lnTo>
                <a:lnTo>
                  <a:pt x="2451" y="2874"/>
                </a:lnTo>
                <a:lnTo>
                  <a:pt x="2451" y="2882"/>
                </a:lnTo>
                <a:lnTo>
                  <a:pt x="2448" y="2891"/>
                </a:lnTo>
                <a:lnTo>
                  <a:pt x="2434" y="2887"/>
                </a:lnTo>
                <a:lnTo>
                  <a:pt x="2413" y="2873"/>
                </a:lnTo>
                <a:lnTo>
                  <a:pt x="2398" y="2861"/>
                </a:lnTo>
                <a:lnTo>
                  <a:pt x="2366" y="2821"/>
                </a:lnTo>
                <a:lnTo>
                  <a:pt x="2339" y="2781"/>
                </a:lnTo>
                <a:lnTo>
                  <a:pt x="2334" y="2762"/>
                </a:lnTo>
                <a:lnTo>
                  <a:pt x="2337" y="2759"/>
                </a:lnTo>
                <a:lnTo>
                  <a:pt x="2343" y="2762"/>
                </a:lnTo>
                <a:lnTo>
                  <a:pt x="2350" y="2766"/>
                </a:lnTo>
                <a:lnTo>
                  <a:pt x="2360" y="2758"/>
                </a:lnTo>
                <a:lnTo>
                  <a:pt x="2362" y="2749"/>
                </a:lnTo>
                <a:lnTo>
                  <a:pt x="2363" y="2745"/>
                </a:lnTo>
                <a:lnTo>
                  <a:pt x="2366" y="2743"/>
                </a:lnTo>
                <a:lnTo>
                  <a:pt x="2372" y="2749"/>
                </a:lnTo>
                <a:lnTo>
                  <a:pt x="2379" y="2762"/>
                </a:lnTo>
                <a:lnTo>
                  <a:pt x="2386" y="2780"/>
                </a:lnTo>
                <a:lnTo>
                  <a:pt x="2410" y="2812"/>
                </a:lnTo>
                <a:lnTo>
                  <a:pt x="2422" y="2824"/>
                </a:lnTo>
                <a:close/>
                <a:moveTo>
                  <a:pt x="8404" y="2771"/>
                </a:moveTo>
                <a:lnTo>
                  <a:pt x="8407" y="2786"/>
                </a:lnTo>
                <a:lnTo>
                  <a:pt x="8405" y="2810"/>
                </a:lnTo>
                <a:lnTo>
                  <a:pt x="8399" y="2815"/>
                </a:lnTo>
                <a:lnTo>
                  <a:pt x="8397" y="2817"/>
                </a:lnTo>
                <a:lnTo>
                  <a:pt x="8392" y="2812"/>
                </a:lnTo>
                <a:lnTo>
                  <a:pt x="8385" y="2796"/>
                </a:lnTo>
                <a:lnTo>
                  <a:pt x="8383" y="2779"/>
                </a:lnTo>
                <a:lnTo>
                  <a:pt x="8382" y="2760"/>
                </a:lnTo>
                <a:lnTo>
                  <a:pt x="8384" y="2740"/>
                </a:lnTo>
                <a:lnTo>
                  <a:pt x="8391" y="2737"/>
                </a:lnTo>
                <a:lnTo>
                  <a:pt x="8398" y="2755"/>
                </a:lnTo>
                <a:lnTo>
                  <a:pt x="8404" y="2771"/>
                </a:lnTo>
                <a:close/>
                <a:moveTo>
                  <a:pt x="4091" y="2787"/>
                </a:moveTo>
                <a:lnTo>
                  <a:pt x="4108" y="2805"/>
                </a:lnTo>
                <a:lnTo>
                  <a:pt x="4154" y="2829"/>
                </a:lnTo>
                <a:lnTo>
                  <a:pt x="4202" y="2840"/>
                </a:lnTo>
                <a:lnTo>
                  <a:pt x="4230" y="2837"/>
                </a:lnTo>
                <a:lnTo>
                  <a:pt x="4244" y="2830"/>
                </a:lnTo>
                <a:lnTo>
                  <a:pt x="4248" y="2824"/>
                </a:lnTo>
                <a:lnTo>
                  <a:pt x="4256" y="2812"/>
                </a:lnTo>
                <a:lnTo>
                  <a:pt x="4264" y="2811"/>
                </a:lnTo>
                <a:lnTo>
                  <a:pt x="4265" y="2820"/>
                </a:lnTo>
                <a:lnTo>
                  <a:pt x="4266" y="2829"/>
                </a:lnTo>
                <a:lnTo>
                  <a:pt x="4279" y="2835"/>
                </a:lnTo>
                <a:lnTo>
                  <a:pt x="4290" y="2833"/>
                </a:lnTo>
                <a:lnTo>
                  <a:pt x="4300" y="2832"/>
                </a:lnTo>
                <a:lnTo>
                  <a:pt x="4321" y="2844"/>
                </a:lnTo>
                <a:lnTo>
                  <a:pt x="4341" y="2870"/>
                </a:lnTo>
                <a:lnTo>
                  <a:pt x="4354" y="2902"/>
                </a:lnTo>
                <a:lnTo>
                  <a:pt x="4355" y="2918"/>
                </a:lnTo>
                <a:lnTo>
                  <a:pt x="4355" y="2923"/>
                </a:lnTo>
                <a:lnTo>
                  <a:pt x="4352" y="2930"/>
                </a:lnTo>
                <a:lnTo>
                  <a:pt x="4342" y="2928"/>
                </a:lnTo>
                <a:lnTo>
                  <a:pt x="4328" y="2917"/>
                </a:lnTo>
                <a:lnTo>
                  <a:pt x="4316" y="2909"/>
                </a:lnTo>
                <a:lnTo>
                  <a:pt x="4292" y="2903"/>
                </a:lnTo>
                <a:lnTo>
                  <a:pt x="4284" y="2906"/>
                </a:lnTo>
                <a:lnTo>
                  <a:pt x="4281" y="2908"/>
                </a:lnTo>
                <a:lnTo>
                  <a:pt x="4271" y="2907"/>
                </a:lnTo>
                <a:lnTo>
                  <a:pt x="4257" y="2897"/>
                </a:lnTo>
                <a:lnTo>
                  <a:pt x="4248" y="2885"/>
                </a:lnTo>
                <a:lnTo>
                  <a:pt x="4240" y="2873"/>
                </a:lnTo>
                <a:lnTo>
                  <a:pt x="4231" y="2868"/>
                </a:lnTo>
                <a:lnTo>
                  <a:pt x="4229" y="2871"/>
                </a:lnTo>
                <a:lnTo>
                  <a:pt x="4228" y="2874"/>
                </a:lnTo>
                <a:lnTo>
                  <a:pt x="4227" y="2884"/>
                </a:lnTo>
                <a:lnTo>
                  <a:pt x="4210" y="2897"/>
                </a:lnTo>
                <a:lnTo>
                  <a:pt x="4199" y="2898"/>
                </a:lnTo>
                <a:lnTo>
                  <a:pt x="4191" y="2898"/>
                </a:lnTo>
                <a:lnTo>
                  <a:pt x="4180" y="2900"/>
                </a:lnTo>
                <a:lnTo>
                  <a:pt x="4180" y="2911"/>
                </a:lnTo>
                <a:lnTo>
                  <a:pt x="4194" y="2929"/>
                </a:lnTo>
                <a:lnTo>
                  <a:pt x="4207" y="2945"/>
                </a:lnTo>
                <a:lnTo>
                  <a:pt x="4207" y="2954"/>
                </a:lnTo>
                <a:lnTo>
                  <a:pt x="4192" y="2949"/>
                </a:lnTo>
                <a:lnTo>
                  <a:pt x="4181" y="2944"/>
                </a:lnTo>
                <a:lnTo>
                  <a:pt x="4164" y="2918"/>
                </a:lnTo>
                <a:lnTo>
                  <a:pt x="4159" y="2902"/>
                </a:lnTo>
                <a:lnTo>
                  <a:pt x="4156" y="2886"/>
                </a:lnTo>
                <a:lnTo>
                  <a:pt x="4147" y="2867"/>
                </a:lnTo>
                <a:lnTo>
                  <a:pt x="4134" y="2862"/>
                </a:lnTo>
                <a:lnTo>
                  <a:pt x="4117" y="2873"/>
                </a:lnTo>
                <a:lnTo>
                  <a:pt x="4105" y="2884"/>
                </a:lnTo>
                <a:lnTo>
                  <a:pt x="4094" y="2894"/>
                </a:lnTo>
                <a:lnTo>
                  <a:pt x="4084" y="2892"/>
                </a:lnTo>
                <a:lnTo>
                  <a:pt x="4083" y="2877"/>
                </a:lnTo>
                <a:lnTo>
                  <a:pt x="4081" y="2863"/>
                </a:lnTo>
                <a:lnTo>
                  <a:pt x="4060" y="2822"/>
                </a:lnTo>
                <a:lnTo>
                  <a:pt x="4045" y="2800"/>
                </a:lnTo>
                <a:lnTo>
                  <a:pt x="4031" y="2780"/>
                </a:lnTo>
                <a:lnTo>
                  <a:pt x="4025" y="2760"/>
                </a:lnTo>
                <a:lnTo>
                  <a:pt x="4028" y="2753"/>
                </a:lnTo>
                <a:lnTo>
                  <a:pt x="4041" y="2750"/>
                </a:lnTo>
                <a:lnTo>
                  <a:pt x="4071" y="2769"/>
                </a:lnTo>
                <a:lnTo>
                  <a:pt x="4091" y="2787"/>
                </a:lnTo>
                <a:close/>
                <a:moveTo>
                  <a:pt x="2190" y="2838"/>
                </a:moveTo>
                <a:lnTo>
                  <a:pt x="2183" y="2845"/>
                </a:lnTo>
                <a:lnTo>
                  <a:pt x="2172" y="2844"/>
                </a:lnTo>
                <a:lnTo>
                  <a:pt x="2168" y="2831"/>
                </a:lnTo>
                <a:lnTo>
                  <a:pt x="2170" y="2809"/>
                </a:lnTo>
                <a:lnTo>
                  <a:pt x="2174" y="2797"/>
                </a:lnTo>
                <a:lnTo>
                  <a:pt x="2182" y="2777"/>
                </a:lnTo>
                <a:lnTo>
                  <a:pt x="2190" y="2775"/>
                </a:lnTo>
                <a:lnTo>
                  <a:pt x="2194" y="2795"/>
                </a:lnTo>
                <a:lnTo>
                  <a:pt x="2196" y="2809"/>
                </a:lnTo>
                <a:lnTo>
                  <a:pt x="2194" y="2833"/>
                </a:lnTo>
                <a:lnTo>
                  <a:pt x="2190" y="2838"/>
                </a:lnTo>
                <a:close/>
                <a:moveTo>
                  <a:pt x="2633" y="2808"/>
                </a:moveTo>
                <a:lnTo>
                  <a:pt x="2640" y="2822"/>
                </a:lnTo>
                <a:lnTo>
                  <a:pt x="2642" y="2837"/>
                </a:lnTo>
                <a:lnTo>
                  <a:pt x="2640" y="2844"/>
                </a:lnTo>
                <a:lnTo>
                  <a:pt x="2636" y="2844"/>
                </a:lnTo>
                <a:lnTo>
                  <a:pt x="2628" y="2842"/>
                </a:lnTo>
                <a:lnTo>
                  <a:pt x="2614" y="2822"/>
                </a:lnTo>
                <a:lnTo>
                  <a:pt x="2609" y="2808"/>
                </a:lnTo>
                <a:lnTo>
                  <a:pt x="2606" y="2793"/>
                </a:lnTo>
                <a:lnTo>
                  <a:pt x="2605" y="2773"/>
                </a:lnTo>
                <a:lnTo>
                  <a:pt x="2607" y="2771"/>
                </a:lnTo>
                <a:lnTo>
                  <a:pt x="2617" y="2780"/>
                </a:lnTo>
                <a:lnTo>
                  <a:pt x="2633" y="2808"/>
                </a:lnTo>
                <a:close/>
                <a:moveTo>
                  <a:pt x="6277" y="2792"/>
                </a:moveTo>
                <a:lnTo>
                  <a:pt x="6277" y="2796"/>
                </a:lnTo>
                <a:lnTo>
                  <a:pt x="6284" y="2802"/>
                </a:lnTo>
                <a:lnTo>
                  <a:pt x="6303" y="2805"/>
                </a:lnTo>
                <a:lnTo>
                  <a:pt x="6322" y="2800"/>
                </a:lnTo>
                <a:lnTo>
                  <a:pt x="6340" y="2796"/>
                </a:lnTo>
                <a:lnTo>
                  <a:pt x="6360" y="2798"/>
                </a:lnTo>
                <a:lnTo>
                  <a:pt x="6366" y="2803"/>
                </a:lnTo>
                <a:lnTo>
                  <a:pt x="6367" y="2806"/>
                </a:lnTo>
                <a:lnTo>
                  <a:pt x="6365" y="2815"/>
                </a:lnTo>
                <a:lnTo>
                  <a:pt x="6348" y="2830"/>
                </a:lnTo>
                <a:lnTo>
                  <a:pt x="6323" y="2836"/>
                </a:lnTo>
                <a:lnTo>
                  <a:pt x="6298" y="2834"/>
                </a:lnTo>
                <a:lnTo>
                  <a:pt x="6289" y="2828"/>
                </a:lnTo>
                <a:lnTo>
                  <a:pt x="6279" y="2820"/>
                </a:lnTo>
                <a:lnTo>
                  <a:pt x="6258" y="2820"/>
                </a:lnTo>
                <a:lnTo>
                  <a:pt x="6246" y="2830"/>
                </a:lnTo>
                <a:lnTo>
                  <a:pt x="6239" y="2835"/>
                </a:lnTo>
                <a:lnTo>
                  <a:pt x="6226" y="2840"/>
                </a:lnTo>
                <a:lnTo>
                  <a:pt x="6206" y="2833"/>
                </a:lnTo>
                <a:lnTo>
                  <a:pt x="6190" y="2817"/>
                </a:lnTo>
                <a:lnTo>
                  <a:pt x="6172" y="2797"/>
                </a:lnTo>
                <a:lnTo>
                  <a:pt x="6172" y="2790"/>
                </a:lnTo>
                <a:lnTo>
                  <a:pt x="6190" y="2795"/>
                </a:lnTo>
                <a:lnTo>
                  <a:pt x="6203" y="2798"/>
                </a:lnTo>
                <a:lnTo>
                  <a:pt x="6226" y="2795"/>
                </a:lnTo>
                <a:lnTo>
                  <a:pt x="6231" y="2790"/>
                </a:lnTo>
                <a:lnTo>
                  <a:pt x="6237" y="2781"/>
                </a:lnTo>
                <a:lnTo>
                  <a:pt x="6252" y="2772"/>
                </a:lnTo>
                <a:lnTo>
                  <a:pt x="6266" y="2772"/>
                </a:lnTo>
                <a:lnTo>
                  <a:pt x="6276" y="2783"/>
                </a:lnTo>
                <a:lnTo>
                  <a:pt x="6277" y="2792"/>
                </a:lnTo>
                <a:close/>
                <a:moveTo>
                  <a:pt x="6621" y="2787"/>
                </a:moveTo>
                <a:lnTo>
                  <a:pt x="6622" y="2791"/>
                </a:lnTo>
                <a:lnTo>
                  <a:pt x="6628" y="2795"/>
                </a:lnTo>
                <a:lnTo>
                  <a:pt x="6646" y="2796"/>
                </a:lnTo>
                <a:lnTo>
                  <a:pt x="6663" y="2793"/>
                </a:lnTo>
                <a:lnTo>
                  <a:pt x="6687" y="2787"/>
                </a:lnTo>
                <a:lnTo>
                  <a:pt x="6690" y="2796"/>
                </a:lnTo>
                <a:lnTo>
                  <a:pt x="6672" y="2815"/>
                </a:lnTo>
                <a:lnTo>
                  <a:pt x="6663" y="2823"/>
                </a:lnTo>
                <a:lnTo>
                  <a:pt x="6645" y="2834"/>
                </a:lnTo>
                <a:lnTo>
                  <a:pt x="6609" y="2838"/>
                </a:lnTo>
                <a:lnTo>
                  <a:pt x="6576" y="2833"/>
                </a:lnTo>
                <a:lnTo>
                  <a:pt x="6547" y="2829"/>
                </a:lnTo>
                <a:lnTo>
                  <a:pt x="6521" y="2832"/>
                </a:lnTo>
                <a:lnTo>
                  <a:pt x="6513" y="2837"/>
                </a:lnTo>
                <a:lnTo>
                  <a:pt x="6512" y="2842"/>
                </a:lnTo>
                <a:lnTo>
                  <a:pt x="6513" y="2846"/>
                </a:lnTo>
                <a:lnTo>
                  <a:pt x="6520" y="2854"/>
                </a:lnTo>
                <a:lnTo>
                  <a:pt x="6539" y="2861"/>
                </a:lnTo>
                <a:lnTo>
                  <a:pt x="6558" y="2862"/>
                </a:lnTo>
                <a:lnTo>
                  <a:pt x="6576" y="2863"/>
                </a:lnTo>
                <a:lnTo>
                  <a:pt x="6600" y="2873"/>
                </a:lnTo>
                <a:lnTo>
                  <a:pt x="6603" y="2880"/>
                </a:lnTo>
                <a:lnTo>
                  <a:pt x="6601" y="2887"/>
                </a:lnTo>
                <a:lnTo>
                  <a:pt x="6589" y="2897"/>
                </a:lnTo>
                <a:lnTo>
                  <a:pt x="6582" y="2896"/>
                </a:lnTo>
                <a:lnTo>
                  <a:pt x="6544" y="2894"/>
                </a:lnTo>
                <a:lnTo>
                  <a:pt x="6509" y="2902"/>
                </a:lnTo>
                <a:lnTo>
                  <a:pt x="6501" y="2910"/>
                </a:lnTo>
                <a:lnTo>
                  <a:pt x="6503" y="2917"/>
                </a:lnTo>
                <a:lnTo>
                  <a:pt x="6506" y="2923"/>
                </a:lnTo>
                <a:lnTo>
                  <a:pt x="6497" y="2933"/>
                </a:lnTo>
                <a:lnTo>
                  <a:pt x="6485" y="2934"/>
                </a:lnTo>
                <a:lnTo>
                  <a:pt x="6474" y="2933"/>
                </a:lnTo>
                <a:lnTo>
                  <a:pt x="6464" y="2922"/>
                </a:lnTo>
                <a:lnTo>
                  <a:pt x="6467" y="2915"/>
                </a:lnTo>
                <a:lnTo>
                  <a:pt x="6470" y="2910"/>
                </a:lnTo>
                <a:lnTo>
                  <a:pt x="6469" y="2899"/>
                </a:lnTo>
                <a:lnTo>
                  <a:pt x="6457" y="2881"/>
                </a:lnTo>
                <a:lnTo>
                  <a:pt x="6441" y="2869"/>
                </a:lnTo>
                <a:lnTo>
                  <a:pt x="6424" y="2856"/>
                </a:lnTo>
                <a:lnTo>
                  <a:pt x="6405" y="2832"/>
                </a:lnTo>
                <a:lnTo>
                  <a:pt x="6405" y="2819"/>
                </a:lnTo>
                <a:lnTo>
                  <a:pt x="6411" y="2813"/>
                </a:lnTo>
                <a:lnTo>
                  <a:pt x="6428" y="2811"/>
                </a:lnTo>
                <a:lnTo>
                  <a:pt x="6447" y="2815"/>
                </a:lnTo>
                <a:lnTo>
                  <a:pt x="6467" y="2819"/>
                </a:lnTo>
                <a:lnTo>
                  <a:pt x="6500" y="2810"/>
                </a:lnTo>
                <a:lnTo>
                  <a:pt x="6512" y="2798"/>
                </a:lnTo>
                <a:lnTo>
                  <a:pt x="6523" y="2788"/>
                </a:lnTo>
                <a:lnTo>
                  <a:pt x="6557" y="2774"/>
                </a:lnTo>
                <a:lnTo>
                  <a:pt x="6594" y="2771"/>
                </a:lnTo>
                <a:lnTo>
                  <a:pt x="6613" y="2777"/>
                </a:lnTo>
                <a:lnTo>
                  <a:pt x="6621" y="2783"/>
                </a:lnTo>
                <a:lnTo>
                  <a:pt x="6621" y="2787"/>
                </a:lnTo>
                <a:close/>
                <a:moveTo>
                  <a:pt x="2161" y="2797"/>
                </a:moveTo>
                <a:lnTo>
                  <a:pt x="2160" y="2804"/>
                </a:lnTo>
                <a:lnTo>
                  <a:pt x="2150" y="2813"/>
                </a:lnTo>
                <a:lnTo>
                  <a:pt x="2135" y="2817"/>
                </a:lnTo>
                <a:lnTo>
                  <a:pt x="2121" y="2813"/>
                </a:lnTo>
                <a:lnTo>
                  <a:pt x="2116" y="2808"/>
                </a:lnTo>
                <a:lnTo>
                  <a:pt x="2113" y="2800"/>
                </a:lnTo>
                <a:lnTo>
                  <a:pt x="2122" y="2791"/>
                </a:lnTo>
                <a:lnTo>
                  <a:pt x="2133" y="2790"/>
                </a:lnTo>
                <a:lnTo>
                  <a:pt x="2144" y="2790"/>
                </a:lnTo>
                <a:lnTo>
                  <a:pt x="2160" y="2794"/>
                </a:lnTo>
                <a:lnTo>
                  <a:pt x="2161" y="2797"/>
                </a:lnTo>
                <a:close/>
                <a:moveTo>
                  <a:pt x="5679" y="2828"/>
                </a:moveTo>
                <a:lnTo>
                  <a:pt x="5678" y="2834"/>
                </a:lnTo>
                <a:lnTo>
                  <a:pt x="5668" y="2838"/>
                </a:lnTo>
                <a:lnTo>
                  <a:pt x="5660" y="2835"/>
                </a:lnTo>
                <a:lnTo>
                  <a:pt x="5654" y="2830"/>
                </a:lnTo>
                <a:lnTo>
                  <a:pt x="5643" y="2813"/>
                </a:lnTo>
                <a:lnTo>
                  <a:pt x="5642" y="2806"/>
                </a:lnTo>
                <a:lnTo>
                  <a:pt x="5643" y="2799"/>
                </a:lnTo>
                <a:lnTo>
                  <a:pt x="5654" y="2795"/>
                </a:lnTo>
                <a:lnTo>
                  <a:pt x="5660" y="2798"/>
                </a:lnTo>
                <a:lnTo>
                  <a:pt x="5668" y="2804"/>
                </a:lnTo>
                <a:lnTo>
                  <a:pt x="5678" y="2820"/>
                </a:lnTo>
                <a:lnTo>
                  <a:pt x="5679" y="2828"/>
                </a:lnTo>
                <a:close/>
                <a:moveTo>
                  <a:pt x="2321" y="2853"/>
                </a:moveTo>
                <a:lnTo>
                  <a:pt x="2317" y="2855"/>
                </a:lnTo>
                <a:lnTo>
                  <a:pt x="2304" y="2844"/>
                </a:lnTo>
                <a:lnTo>
                  <a:pt x="2299" y="2831"/>
                </a:lnTo>
                <a:lnTo>
                  <a:pt x="2293" y="2816"/>
                </a:lnTo>
                <a:lnTo>
                  <a:pt x="2297" y="2810"/>
                </a:lnTo>
                <a:lnTo>
                  <a:pt x="2308" y="2820"/>
                </a:lnTo>
                <a:lnTo>
                  <a:pt x="2317" y="2830"/>
                </a:lnTo>
                <a:lnTo>
                  <a:pt x="2323" y="2848"/>
                </a:lnTo>
                <a:lnTo>
                  <a:pt x="2321" y="2853"/>
                </a:lnTo>
                <a:close/>
                <a:moveTo>
                  <a:pt x="4037" y="2844"/>
                </a:moveTo>
                <a:lnTo>
                  <a:pt x="4055" y="2862"/>
                </a:lnTo>
                <a:lnTo>
                  <a:pt x="4058" y="2877"/>
                </a:lnTo>
                <a:lnTo>
                  <a:pt x="4050" y="2880"/>
                </a:lnTo>
                <a:lnTo>
                  <a:pt x="4043" y="2880"/>
                </a:lnTo>
                <a:lnTo>
                  <a:pt x="4031" y="2878"/>
                </a:lnTo>
                <a:lnTo>
                  <a:pt x="3998" y="2858"/>
                </a:lnTo>
                <a:lnTo>
                  <a:pt x="3983" y="2844"/>
                </a:lnTo>
                <a:lnTo>
                  <a:pt x="3967" y="2824"/>
                </a:lnTo>
                <a:lnTo>
                  <a:pt x="3962" y="2811"/>
                </a:lnTo>
                <a:lnTo>
                  <a:pt x="3970" y="2808"/>
                </a:lnTo>
                <a:lnTo>
                  <a:pt x="3978" y="2808"/>
                </a:lnTo>
                <a:lnTo>
                  <a:pt x="3991" y="2810"/>
                </a:lnTo>
                <a:lnTo>
                  <a:pt x="4023" y="2830"/>
                </a:lnTo>
                <a:lnTo>
                  <a:pt x="4037" y="2844"/>
                </a:lnTo>
                <a:close/>
                <a:moveTo>
                  <a:pt x="5859" y="2824"/>
                </a:moveTo>
                <a:lnTo>
                  <a:pt x="5859" y="2828"/>
                </a:lnTo>
                <a:lnTo>
                  <a:pt x="5853" y="2833"/>
                </a:lnTo>
                <a:lnTo>
                  <a:pt x="5833" y="2837"/>
                </a:lnTo>
                <a:lnTo>
                  <a:pt x="5815" y="2836"/>
                </a:lnTo>
                <a:lnTo>
                  <a:pt x="5794" y="2835"/>
                </a:lnTo>
                <a:lnTo>
                  <a:pt x="5771" y="2827"/>
                </a:lnTo>
                <a:lnTo>
                  <a:pt x="5771" y="2817"/>
                </a:lnTo>
                <a:lnTo>
                  <a:pt x="5794" y="2808"/>
                </a:lnTo>
                <a:lnTo>
                  <a:pt x="5815" y="2808"/>
                </a:lnTo>
                <a:lnTo>
                  <a:pt x="5833" y="2808"/>
                </a:lnTo>
                <a:lnTo>
                  <a:pt x="5857" y="2818"/>
                </a:lnTo>
                <a:lnTo>
                  <a:pt x="5859" y="2824"/>
                </a:lnTo>
                <a:close/>
                <a:moveTo>
                  <a:pt x="3914" y="2853"/>
                </a:moveTo>
                <a:lnTo>
                  <a:pt x="3913" y="2863"/>
                </a:lnTo>
                <a:lnTo>
                  <a:pt x="3905" y="2879"/>
                </a:lnTo>
                <a:lnTo>
                  <a:pt x="3898" y="2880"/>
                </a:lnTo>
                <a:lnTo>
                  <a:pt x="3892" y="2880"/>
                </a:lnTo>
                <a:lnTo>
                  <a:pt x="3884" y="2871"/>
                </a:lnTo>
                <a:lnTo>
                  <a:pt x="3884" y="2859"/>
                </a:lnTo>
                <a:lnTo>
                  <a:pt x="3891" y="2845"/>
                </a:lnTo>
                <a:lnTo>
                  <a:pt x="3896" y="2838"/>
                </a:lnTo>
                <a:lnTo>
                  <a:pt x="3907" y="2828"/>
                </a:lnTo>
                <a:lnTo>
                  <a:pt x="3914" y="2833"/>
                </a:lnTo>
                <a:lnTo>
                  <a:pt x="3914" y="2853"/>
                </a:lnTo>
                <a:close/>
                <a:moveTo>
                  <a:pt x="4428" y="2855"/>
                </a:moveTo>
                <a:lnTo>
                  <a:pt x="4438" y="2869"/>
                </a:lnTo>
                <a:lnTo>
                  <a:pt x="4452" y="2906"/>
                </a:lnTo>
                <a:lnTo>
                  <a:pt x="4457" y="2943"/>
                </a:lnTo>
                <a:lnTo>
                  <a:pt x="4454" y="2963"/>
                </a:lnTo>
                <a:lnTo>
                  <a:pt x="4447" y="2970"/>
                </a:lnTo>
                <a:lnTo>
                  <a:pt x="4444" y="2971"/>
                </a:lnTo>
                <a:lnTo>
                  <a:pt x="4438" y="2969"/>
                </a:lnTo>
                <a:lnTo>
                  <a:pt x="4428" y="2949"/>
                </a:lnTo>
                <a:lnTo>
                  <a:pt x="4428" y="2934"/>
                </a:lnTo>
                <a:lnTo>
                  <a:pt x="4427" y="2920"/>
                </a:lnTo>
                <a:lnTo>
                  <a:pt x="4418" y="2900"/>
                </a:lnTo>
                <a:lnTo>
                  <a:pt x="4412" y="2898"/>
                </a:lnTo>
                <a:lnTo>
                  <a:pt x="4404" y="2896"/>
                </a:lnTo>
                <a:lnTo>
                  <a:pt x="4391" y="2877"/>
                </a:lnTo>
                <a:lnTo>
                  <a:pt x="4385" y="2862"/>
                </a:lnTo>
                <a:lnTo>
                  <a:pt x="4383" y="2847"/>
                </a:lnTo>
                <a:lnTo>
                  <a:pt x="4385" y="2830"/>
                </a:lnTo>
                <a:lnTo>
                  <a:pt x="4397" y="2828"/>
                </a:lnTo>
                <a:lnTo>
                  <a:pt x="4416" y="2841"/>
                </a:lnTo>
                <a:lnTo>
                  <a:pt x="4428" y="2855"/>
                </a:lnTo>
                <a:close/>
                <a:moveTo>
                  <a:pt x="4656" y="2902"/>
                </a:moveTo>
                <a:lnTo>
                  <a:pt x="4644" y="2909"/>
                </a:lnTo>
                <a:lnTo>
                  <a:pt x="4628" y="2929"/>
                </a:lnTo>
                <a:lnTo>
                  <a:pt x="4627" y="2936"/>
                </a:lnTo>
                <a:lnTo>
                  <a:pt x="4628" y="2943"/>
                </a:lnTo>
                <a:lnTo>
                  <a:pt x="4638" y="2947"/>
                </a:lnTo>
                <a:lnTo>
                  <a:pt x="4645" y="2944"/>
                </a:lnTo>
                <a:lnTo>
                  <a:pt x="4649" y="2942"/>
                </a:lnTo>
                <a:lnTo>
                  <a:pt x="4655" y="2943"/>
                </a:lnTo>
                <a:lnTo>
                  <a:pt x="4662" y="2953"/>
                </a:lnTo>
                <a:lnTo>
                  <a:pt x="4663" y="2966"/>
                </a:lnTo>
                <a:lnTo>
                  <a:pt x="4665" y="2982"/>
                </a:lnTo>
                <a:lnTo>
                  <a:pt x="4680" y="3020"/>
                </a:lnTo>
                <a:lnTo>
                  <a:pt x="4690" y="3036"/>
                </a:lnTo>
                <a:lnTo>
                  <a:pt x="4703" y="3054"/>
                </a:lnTo>
                <a:lnTo>
                  <a:pt x="4716" y="3078"/>
                </a:lnTo>
                <a:lnTo>
                  <a:pt x="4714" y="3090"/>
                </a:lnTo>
                <a:lnTo>
                  <a:pt x="4698" y="3087"/>
                </a:lnTo>
                <a:lnTo>
                  <a:pt x="4684" y="3080"/>
                </a:lnTo>
                <a:lnTo>
                  <a:pt x="4668" y="3070"/>
                </a:lnTo>
                <a:lnTo>
                  <a:pt x="4641" y="3038"/>
                </a:lnTo>
                <a:lnTo>
                  <a:pt x="4635" y="3021"/>
                </a:lnTo>
                <a:lnTo>
                  <a:pt x="4628" y="3003"/>
                </a:lnTo>
                <a:lnTo>
                  <a:pt x="4606" y="2961"/>
                </a:lnTo>
                <a:lnTo>
                  <a:pt x="4581" y="2924"/>
                </a:lnTo>
                <a:lnTo>
                  <a:pt x="4558" y="2902"/>
                </a:lnTo>
                <a:lnTo>
                  <a:pt x="4551" y="2898"/>
                </a:lnTo>
                <a:lnTo>
                  <a:pt x="4544" y="2899"/>
                </a:lnTo>
                <a:lnTo>
                  <a:pt x="4537" y="2916"/>
                </a:lnTo>
                <a:lnTo>
                  <a:pt x="4537" y="2928"/>
                </a:lnTo>
                <a:lnTo>
                  <a:pt x="4537" y="2937"/>
                </a:lnTo>
                <a:lnTo>
                  <a:pt x="4546" y="2947"/>
                </a:lnTo>
                <a:lnTo>
                  <a:pt x="4553" y="2944"/>
                </a:lnTo>
                <a:lnTo>
                  <a:pt x="4560" y="2941"/>
                </a:lnTo>
                <a:lnTo>
                  <a:pt x="4576" y="2945"/>
                </a:lnTo>
                <a:lnTo>
                  <a:pt x="4581" y="2953"/>
                </a:lnTo>
                <a:lnTo>
                  <a:pt x="4585" y="2959"/>
                </a:lnTo>
                <a:lnTo>
                  <a:pt x="4581" y="2970"/>
                </a:lnTo>
                <a:lnTo>
                  <a:pt x="4575" y="2971"/>
                </a:lnTo>
                <a:lnTo>
                  <a:pt x="4570" y="2971"/>
                </a:lnTo>
                <a:lnTo>
                  <a:pt x="4565" y="2977"/>
                </a:lnTo>
                <a:lnTo>
                  <a:pt x="4563" y="2990"/>
                </a:lnTo>
                <a:lnTo>
                  <a:pt x="4565" y="3002"/>
                </a:lnTo>
                <a:lnTo>
                  <a:pt x="4567" y="3009"/>
                </a:lnTo>
                <a:lnTo>
                  <a:pt x="4567" y="3015"/>
                </a:lnTo>
                <a:lnTo>
                  <a:pt x="4555" y="3008"/>
                </a:lnTo>
                <a:lnTo>
                  <a:pt x="4538" y="2988"/>
                </a:lnTo>
                <a:lnTo>
                  <a:pt x="4521" y="2969"/>
                </a:lnTo>
                <a:lnTo>
                  <a:pt x="4504" y="2937"/>
                </a:lnTo>
                <a:lnTo>
                  <a:pt x="4504" y="2911"/>
                </a:lnTo>
                <a:lnTo>
                  <a:pt x="4520" y="2886"/>
                </a:lnTo>
                <a:lnTo>
                  <a:pt x="4537" y="2871"/>
                </a:lnTo>
                <a:lnTo>
                  <a:pt x="4549" y="2860"/>
                </a:lnTo>
                <a:lnTo>
                  <a:pt x="4565" y="2849"/>
                </a:lnTo>
                <a:lnTo>
                  <a:pt x="4580" y="2849"/>
                </a:lnTo>
                <a:lnTo>
                  <a:pt x="4597" y="2860"/>
                </a:lnTo>
                <a:lnTo>
                  <a:pt x="4608" y="2871"/>
                </a:lnTo>
                <a:lnTo>
                  <a:pt x="4620" y="2882"/>
                </a:lnTo>
                <a:lnTo>
                  <a:pt x="4636" y="2894"/>
                </a:lnTo>
                <a:lnTo>
                  <a:pt x="4643" y="2891"/>
                </a:lnTo>
                <a:lnTo>
                  <a:pt x="4645" y="2874"/>
                </a:lnTo>
                <a:lnTo>
                  <a:pt x="4645" y="2860"/>
                </a:lnTo>
                <a:lnTo>
                  <a:pt x="4647" y="2835"/>
                </a:lnTo>
                <a:lnTo>
                  <a:pt x="4654" y="2831"/>
                </a:lnTo>
                <a:lnTo>
                  <a:pt x="4667" y="2852"/>
                </a:lnTo>
                <a:lnTo>
                  <a:pt x="4672" y="2861"/>
                </a:lnTo>
                <a:lnTo>
                  <a:pt x="4676" y="2875"/>
                </a:lnTo>
                <a:lnTo>
                  <a:pt x="4674" y="2887"/>
                </a:lnTo>
                <a:lnTo>
                  <a:pt x="4664" y="2897"/>
                </a:lnTo>
                <a:lnTo>
                  <a:pt x="4656" y="2902"/>
                </a:lnTo>
                <a:close/>
                <a:moveTo>
                  <a:pt x="6030" y="2853"/>
                </a:moveTo>
                <a:lnTo>
                  <a:pt x="6036" y="2863"/>
                </a:lnTo>
                <a:lnTo>
                  <a:pt x="6056" y="2879"/>
                </a:lnTo>
                <a:lnTo>
                  <a:pt x="6068" y="2880"/>
                </a:lnTo>
                <a:lnTo>
                  <a:pt x="6079" y="2881"/>
                </a:lnTo>
                <a:lnTo>
                  <a:pt x="6094" y="2891"/>
                </a:lnTo>
                <a:lnTo>
                  <a:pt x="6095" y="2898"/>
                </a:lnTo>
                <a:lnTo>
                  <a:pt x="6094" y="2908"/>
                </a:lnTo>
                <a:lnTo>
                  <a:pt x="6079" y="2917"/>
                </a:lnTo>
                <a:lnTo>
                  <a:pt x="6055" y="2911"/>
                </a:lnTo>
                <a:lnTo>
                  <a:pt x="6028" y="2895"/>
                </a:lnTo>
                <a:lnTo>
                  <a:pt x="6016" y="2882"/>
                </a:lnTo>
                <a:lnTo>
                  <a:pt x="6000" y="2867"/>
                </a:lnTo>
                <a:lnTo>
                  <a:pt x="5955" y="2843"/>
                </a:lnTo>
                <a:lnTo>
                  <a:pt x="5934" y="2838"/>
                </a:lnTo>
                <a:lnTo>
                  <a:pt x="5912" y="2835"/>
                </a:lnTo>
                <a:lnTo>
                  <a:pt x="5920" y="2830"/>
                </a:lnTo>
                <a:lnTo>
                  <a:pt x="5952" y="2828"/>
                </a:lnTo>
                <a:lnTo>
                  <a:pt x="5983" y="2829"/>
                </a:lnTo>
                <a:lnTo>
                  <a:pt x="6015" y="2836"/>
                </a:lnTo>
                <a:lnTo>
                  <a:pt x="6027" y="2846"/>
                </a:lnTo>
                <a:lnTo>
                  <a:pt x="6030" y="2853"/>
                </a:lnTo>
                <a:close/>
                <a:moveTo>
                  <a:pt x="2553" y="2866"/>
                </a:moveTo>
                <a:lnTo>
                  <a:pt x="2557" y="2873"/>
                </a:lnTo>
                <a:lnTo>
                  <a:pt x="2554" y="2878"/>
                </a:lnTo>
                <a:lnTo>
                  <a:pt x="2546" y="2873"/>
                </a:lnTo>
                <a:lnTo>
                  <a:pt x="2536" y="2869"/>
                </a:lnTo>
                <a:lnTo>
                  <a:pt x="2525" y="2873"/>
                </a:lnTo>
                <a:lnTo>
                  <a:pt x="2524" y="2882"/>
                </a:lnTo>
                <a:lnTo>
                  <a:pt x="2523" y="2891"/>
                </a:lnTo>
                <a:lnTo>
                  <a:pt x="2517" y="2897"/>
                </a:lnTo>
                <a:lnTo>
                  <a:pt x="2513" y="2893"/>
                </a:lnTo>
                <a:lnTo>
                  <a:pt x="2510" y="2888"/>
                </a:lnTo>
                <a:lnTo>
                  <a:pt x="2510" y="2873"/>
                </a:lnTo>
                <a:lnTo>
                  <a:pt x="2518" y="2857"/>
                </a:lnTo>
                <a:lnTo>
                  <a:pt x="2528" y="2845"/>
                </a:lnTo>
                <a:lnTo>
                  <a:pt x="2533" y="2844"/>
                </a:lnTo>
                <a:lnTo>
                  <a:pt x="2541" y="2848"/>
                </a:lnTo>
                <a:lnTo>
                  <a:pt x="2553" y="2866"/>
                </a:lnTo>
                <a:close/>
                <a:moveTo>
                  <a:pt x="5125" y="2862"/>
                </a:moveTo>
                <a:lnTo>
                  <a:pt x="5128" y="2869"/>
                </a:lnTo>
                <a:lnTo>
                  <a:pt x="5124" y="2879"/>
                </a:lnTo>
                <a:lnTo>
                  <a:pt x="5119" y="2880"/>
                </a:lnTo>
                <a:lnTo>
                  <a:pt x="5110" y="2879"/>
                </a:lnTo>
                <a:lnTo>
                  <a:pt x="5099" y="2869"/>
                </a:lnTo>
                <a:lnTo>
                  <a:pt x="5098" y="2862"/>
                </a:lnTo>
                <a:lnTo>
                  <a:pt x="5099" y="2855"/>
                </a:lnTo>
                <a:lnTo>
                  <a:pt x="5102" y="2845"/>
                </a:lnTo>
                <a:lnTo>
                  <a:pt x="5106" y="2844"/>
                </a:lnTo>
                <a:lnTo>
                  <a:pt x="5110" y="2845"/>
                </a:lnTo>
                <a:lnTo>
                  <a:pt x="5121" y="2855"/>
                </a:lnTo>
                <a:lnTo>
                  <a:pt x="5125" y="2862"/>
                </a:lnTo>
                <a:close/>
                <a:moveTo>
                  <a:pt x="3974" y="2880"/>
                </a:moveTo>
                <a:lnTo>
                  <a:pt x="3972" y="2894"/>
                </a:lnTo>
                <a:lnTo>
                  <a:pt x="3967" y="2898"/>
                </a:lnTo>
                <a:lnTo>
                  <a:pt x="3957" y="2894"/>
                </a:lnTo>
                <a:lnTo>
                  <a:pt x="3947" y="2880"/>
                </a:lnTo>
                <a:lnTo>
                  <a:pt x="3944" y="2872"/>
                </a:lnTo>
                <a:lnTo>
                  <a:pt x="3948" y="2862"/>
                </a:lnTo>
                <a:lnTo>
                  <a:pt x="3955" y="2862"/>
                </a:lnTo>
                <a:lnTo>
                  <a:pt x="3962" y="2862"/>
                </a:lnTo>
                <a:lnTo>
                  <a:pt x="3973" y="2872"/>
                </a:lnTo>
                <a:lnTo>
                  <a:pt x="3974" y="2880"/>
                </a:lnTo>
                <a:close/>
                <a:moveTo>
                  <a:pt x="4772" y="2880"/>
                </a:moveTo>
                <a:lnTo>
                  <a:pt x="4771" y="2887"/>
                </a:lnTo>
                <a:lnTo>
                  <a:pt x="4760" y="2897"/>
                </a:lnTo>
                <a:lnTo>
                  <a:pt x="4752" y="2898"/>
                </a:lnTo>
                <a:lnTo>
                  <a:pt x="4746" y="2897"/>
                </a:lnTo>
                <a:lnTo>
                  <a:pt x="4742" y="2887"/>
                </a:lnTo>
                <a:lnTo>
                  <a:pt x="4744" y="2880"/>
                </a:lnTo>
                <a:lnTo>
                  <a:pt x="4749" y="2872"/>
                </a:lnTo>
                <a:lnTo>
                  <a:pt x="4760" y="2862"/>
                </a:lnTo>
                <a:lnTo>
                  <a:pt x="4765" y="2862"/>
                </a:lnTo>
                <a:lnTo>
                  <a:pt x="4767" y="2862"/>
                </a:lnTo>
                <a:lnTo>
                  <a:pt x="4772" y="2872"/>
                </a:lnTo>
                <a:lnTo>
                  <a:pt x="4772" y="2880"/>
                </a:lnTo>
                <a:close/>
                <a:moveTo>
                  <a:pt x="5044" y="2891"/>
                </a:moveTo>
                <a:lnTo>
                  <a:pt x="5042" y="2900"/>
                </a:lnTo>
                <a:lnTo>
                  <a:pt x="5033" y="2910"/>
                </a:lnTo>
                <a:lnTo>
                  <a:pt x="5026" y="2907"/>
                </a:lnTo>
                <a:lnTo>
                  <a:pt x="5019" y="2902"/>
                </a:lnTo>
                <a:lnTo>
                  <a:pt x="5014" y="2885"/>
                </a:lnTo>
                <a:lnTo>
                  <a:pt x="5016" y="2879"/>
                </a:lnTo>
                <a:lnTo>
                  <a:pt x="5023" y="2870"/>
                </a:lnTo>
                <a:lnTo>
                  <a:pt x="5033" y="2862"/>
                </a:lnTo>
                <a:lnTo>
                  <a:pt x="5040" y="2866"/>
                </a:lnTo>
                <a:lnTo>
                  <a:pt x="5044" y="2880"/>
                </a:lnTo>
                <a:lnTo>
                  <a:pt x="5044" y="2891"/>
                </a:lnTo>
                <a:close/>
                <a:moveTo>
                  <a:pt x="5370" y="2877"/>
                </a:moveTo>
                <a:lnTo>
                  <a:pt x="5367" y="2883"/>
                </a:lnTo>
                <a:lnTo>
                  <a:pt x="5336" y="2904"/>
                </a:lnTo>
                <a:lnTo>
                  <a:pt x="5314" y="2915"/>
                </a:lnTo>
                <a:lnTo>
                  <a:pt x="5284" y="2927"/>
                </a:lnTo>
                <a:lnTo>
                  <a:pt x="5257" y="2930"/>
                </a:lnTo>
                <a:lnTo>
                  <a:pt x="5244" y="2922"/>
                </a:lnTo>
                <a:lnTo>
                  <a:pt x="5238" y="2917"/>
                </a:lnTo>
                <a:lnTo>
                  <a:pt x="5227" y="2905"/>
                </a:lnTo>
                <a:lnTo>
                  <a:pt x="5233" y="2898"/>
                </a:lnTo>
                <a:lnTo>
                  <a:pt x="5249" y="2904"/>
                </a:lnTo>
                <a:lnTo>
                  <a:pt x="5264" y="2908"/>
                </a:lnTo>
                <a:lnTo>
                  <a:pt x="5296" y="2900"/>
                </a:lnTo>
                <a:lnTo>
                  <a:pt x="5309" y="2890"/>
                </a:lnTo>
                <a:lnTo>
                  <a:pt x="5320" y="2879"/>
                </a:lnTo>
                <a:lnTo>
                  <a:pt x="5341" y="2866"/>
                </a:lnTo>
                <a:lnTo>
                  <a:pt x="5359" y="2862"/>
                </a:lnTo>
                <a:lnTo>
                  <a:pt x="5369" y="2869"/>
                </a:lnTo>
                <a:lnTo>
                  <a:pt x="5370" y="2877"/>
                </a:lnTo>
                <a:close/>
                <a:moveTo>
                  <a:pt x="3204" y="2898"/>
                </a:moveTo>
                <a:lnTo>
                  <a:pt x="3199" y="2905"/>
                </a:lnTo>
                <a:lnTo>
                  <a:pt x="3180" y="2916"/>
                </a:lnTo>
                <a:lnTo>
                  <a:pt x="3172" y="2917"/>
                </a:lnTo>
                <a:lnTo>
                  <a:pt x="3164" y="2916"/>
                </a:lnTo>
                <a:lnTo>
                  <a:pt x="3166" y="2906"/>
                </a:lnTo>
                <a:lnTo>
                  <a:pt x="3177" y="2898"/>
                </a:lnTo>
                <a:lnTo>
                  <a:pt x="3199" y="2884"/>
                </a:lnTo>
                <a:lnTo>
                  <a:pt x="3211" y="2883"/>
                </a:lnTo>
                <a:lnTo>
                  <a:pt x="3209" y="2891"/>
                </a:lnTo>
                <a:lnTo>
                  <a:pt x="3204" y="2898"/>
                </a:lnTo>
                <a:close/>
                <a:moveTo>
                  <a:pt x="3757" y="2934"/>
                </a:moveTo>
                <a:lnTo>
                  <a:pt x="3764" y="2937"/>
                </a:lnTo>
                <a:lnTo>
                  <a:pt x="3775" y="2962"/>
                </a:lnTo>
                <a:lnTo>
                  <a:pt x="3781" y="2998"/>
                </a:lnTo>
                <a:lnTo>
                  <a:pt x="3779" y="3034"/>
                </a:lnTo>
                <a:lnTo>
                  <a:pt x="3773" y="3047"/>
                </a:lnTo>
                <a:lnTo>
                  <a:pt x="3769" y="3053"/>
                </a:lnTo>
                <a:lnTo>
                  <a:pt x="3762" y="3054"/>
                </a:lnTo>
                <a:lnTo>
                  <a:pt x="3752" y="3038"/>
                </a:lnTo>
                <a:lnTo>
                  <a:pt x="3746" y="3012"/>
                </a:lnTo>
                <a:lnTo>
                  <a:pt x="3740" y="2987"/>
                </a:lnTo>
                <a:lnTo>
                  <a:pt x="3720" y="2944"/>
                </a:lnTo>
                <a:lnTo>
                  <a:pt x="3710" y="2933"/>
                </a:lnTo>
                <a:lnTo>
                  <a:pt x="3699" y="2923"/>
                </a:lnTo>
                <a:lnTo>
                  <a:pt x="3686" y="2903"/>
                </a:lnTo>
                <a:lnTo>
                  <a:pt x="3684" y="2895"/>
                </a:lnTo>
                <a:lnTo>
                  <a:pt x="3685" y="2892"/>
                </a:lnTo>
                <a:lnTo>
                  <a:pt x="3689" y="2890"/>
                </a:lnTo>
                <a:lnTo>
                  <a:pt x="3701" y="2896"/>
                </a:lnTo>
                <a:lnTo>
                  <a:pt x="3713" y="2906"/>
                </a:lnTo>
                <a:lnTo>
                  <a:pt x="3725" y="2917"/>
                </a:lnTo>
                <a:lnTo>
                  <a:pt x="3748" y="2933"/>
                </a:lnTo>
                <a:lnTo>
                  <a:pt x="3757" y="2934"/>
                </a:lnTo>
                <a:close/>
                <a:moveTo>
                  <a:pt x="6403" y="2906"/>
                </a:moveTo>
                <a:lnTo>
                  <a:pt x="6403" y="2911"/>
                </a:lnTo>
                <a:lnTo>
                  <a:pt x="6399" y="2919"/>
                </a:lnTo>
                <a:lnTo>
                  <a:pt x="6384" y="2924"/>
                </a:lnTo>
                <a:lnTo>
                  <a:pt x="6367" y="2922"/>
                </a:lnTo>
                <a:lnTo>
                  <a:pt x="6353" y="2917"/>
                </a:lnTo>
                <a:lnTo>
                  <a:pt x="6342" y="2907"/>
                </a:lnTo>
                <a:lnTo>
                  <a:pt x="6340" y="2900"/>
                </a:lnTo>
                <a:lnTo>
                  <a:pt x="6342" y="2896"/>
                </a:lnTo>
                <a:lnTo>
                  <a:pt x="6349" y="2888"/>
                </a:lnTo>
                <a:lnTo>
                  <a:pt x="6367" y="2881"/>
                </a:lnTo>
                <a:lnTo>
                  <a:pt x="6388" y="2884"/>
                </a:lnTo>
                <a:lnTo>
                  <a:pt x="6402" y="2896"/>
                </a:lnTo>
                <a:lnTo>
                  <a:pt x="6403" y="2906"/>
                </a:lnTo>
                <a:close/>
                <a:moveTo>
                  <a:pt x="5555" y="2920"/>
                </a:moveTo>
                <a:lnTo>
                  <a:pt x="5544" y="2930"/>
                </a:lnTo>
                <a:lnTo>
                  <a:pt x="5523" y="2930"/>
                </a:lnTo>
                <a:lnTo>
                  <a:pt x="5511" y="2920"/>
                </a:lnTo>
                <a:lnTo>
                  <a:pt x="5506" y="2915"/>
                </a:lnTo>
                <a:lnTo>
                  <a:pt x="5502" y="2906"/>
                </a:lnTo>
                <a:lnTo>
                  <a:pt x="5511" y="2899"/>
                </a:lnTo>
                <a:lnTo>
                  <a:pt x="5533" y="2898"/>
                </a:lnTo>
                <a:lnTo>
                  <a:pt x="5556" y="2899"/>
                </a:lnTo>
                <a:lnTo>
                  <a:pt x="5565" y="2906"/>
                </a:lnTo>
                <a:lnTo>
                  <a:pt x="5560" y="2915"/>
                </a:lnTo>
                <a:lnTo>
                  <a:pt x="5555" y="2920"/>
                </a:lnTo>
                <a:close/>
                <a:moveTo>
                  <a:pt x="5968" y="2917"/>
                </a:moveTo>
                <a:lnTo>
                  <a:pt x="5967" y="2930"/>
                </a:lnTo>
                <a:lnTo>
                  <a:pt x="5962" y="2934"/>
                </a:lnTo>
                <a:lnTo>
                  <a:pt x="5951" y="2930"/>
                </a:lnTo>
                <a:lnTo>
                  <a:pt x="5941" y="2917"/>
                </a:lnTo>
                <a:lnTo>
                  <a:pt x="5939" y="2909"/>
                </a:lnTo>
                <a:lnTo>
                  <a:pt x="5942" y="2899"/>
                </a:lnTo>
                <a:lnTo>
                  <a:pt x="5949" y="2898"/>
                </a:lnTo>
                <a:lnTo>
                  <a:pt x="5956" y="2899"/>
                </a:lnTo>
                <a:lnTo>
                  <a:pt x="5967" y="2909"/>
                </a:lnTo>
                <a:lnTo>
                  <a:pt x="5968" y="2917"/>
                </a:lnTo>
                <a:close/>
                <a:moveTo>
                  <a:pt x="5815" y="2934"/>
                </a:moveTo>
                <a:lnTo>
                  <a:pt x="5808" y="2942"/>
                </a:lnTo>
                <a:lnTo>
                  <a:pt x="5785" y="2950"/>
                </a:lnTo>
                <a:lnTo>
                  <a:pt x="5772" y="2950"/>
                </a:lnTo>
                <a:lnTo>
                  <a:pt x="5757" y="2950"/>
                </a:lnTo>
                <a:lnTo>
                  <a:pt x="5759" y="2943"/>
                </a:lnTo>
                <a:lnTo>
                  <a:pt x="5778" y="2934"/>
                </a:lnTo>
                <a:lnTo>
                  <a:pt x="5808" y="2922"/>
                </a:lnTo>
                <a:lnTo>
                  <a:pt x="5821" y="2920"/>
                </a:lnTo>
                <a:lnTo>
                  <a:pt x="5819" y="2928"/>
                </a:lnTo>
                <a:lnTo>
                  <a:pt x="5815" y="2934"/>
                </a:lnTo>
                <a:close/>
                <a:moveTo>
                  <a:pt x="2446" y="2945"/>
                </a:moveTo>
                <a:lnTo>
                  <a:pt x="2441" y="2949"/>
                </a:lnTo>
                <a:lnTo>
                  <a:pt x="2421" y="2950"/>
                </a:lnTo>
                <a:lnTo>
                  <a:pt x="2411" y="2947"/>
                </a:lnTo>
                <a:lnTo>
                  <a:pt x="2404" y="2943"/>
                </a:lnTo>
                <a:lnTo>
                  <a:pt x="2409" y="2937"/>
                </a:lnTo>
                <a:lnTo>
                  <a:pt x="2422" y="2936"/>
                </a:lnTo>
                <a:lnTo>
                  <a:pt x="2436" y="2936"/>
                </a:lnTo>
                <a:lnTo>
                  <a:pt x="2447" y="2940"/>
                </a:lnTo>
                <a:lnTo>
                  <a:pt x="2448" y="2943"/>
                </a:lnTo>
                <a:lnTo>
                  <a:pt x="2446" y="2945"/>
                </a:lnTo>
                <a:close/>
                <a:moveTo>
                  <a:pt x="4004" y="2982"/>
                </a:moveTo>
                <a:lnTo>
                  <a:pt x="4033" y="3013"/>
                </a:lnTo>
                <a:lnTo>
                  <a:pt x="4046" y="3037"/>
                </a:lnTo>
                <a:lnTo>
                  <a:pt x="4041" y="3043"/>
                </a:lnTo>
                <a:lnTo>
                  <a:pt x="4032" y="3043"/>
                </a:lnTo>
                <a:lnTo>
                  <a:pt x="4023" y="3040"/>
                </a:lnTo>
                <a:lnTo>
                  <a:pt x="3995" y="3010"/>
                </a:lnTo>
                <a:lnTo>
                  <a:pt x="3978" y="2988"/>
                </a:lnTo>
                <a:lnTo>
                  <a:pt x="3961" y="2966"/>
                </a:lnTo>
                <a:lnTo>
                  <a:pt x="3947" y="2940"/>
                </a:lnTo>
                <a:lnTo>
                  <a:pt x="3956" y="2937"/>
                </a:lnTo>
                <a:lnTo>
                  <a:pt x="3983" y="2960"/>
                </a:lnTo>
                <a:lnTo>
                  <a:pt x="4004" y="2982"/>
                </a:lnTo>
                <a:close/>
                <a:moveTo>
                  <a:pt x="4301" y="2969"/>
                </a:moveTo>
                <a:lnTo>
                  <a:pt x="4302" y="2984"/>
                </a:lnTo>
                <a:lnTo>
                  <a:pt x="4310" y="3008"/>
                </a:lnTo>
                <a:lnTo>
                  <a:pt x="4317" y="3015"/>
                </a:lnTo>
                <a:lnTo>
                  <a:pt x="4325" y="3021"/>
                </a:lnTo>
                <a:lnTo>
                  <a:pt x="4338" y="3046"/>
                </a:lnTo>
                <a:lnTo>
                  <a:pt x="4344" y="3074"/>
                </a:lnTo>
                <a:lnTo>
                  <a:pt x="4344" y="3095"/>
                </a:lnTo>
                <a:lnTo>
                  <a:pt x="4339" y="3097"/>
                </a:lnTo>
                <a:lnTo>
                  <a:pt x="4331" y="3094"/>
                </a:lnTo>
                <a:lnTo>
                  <a:pt x="4307" y="3054"/>
                </a:lnTo>
                <a:lnTo>
                  <a:pt x="4295" y="3023"/>
                </a:lnTo>
                <a:lnTo>
                  <a:pt x="4281" y="2991"/>
                </a:lnTo>
                <a:lnTo>
                  <a:pt x="4261" y="2965"/>
                </a:lnTo>
                <a:lnTo>
                  <a:pt x="4250" y="2961"/>
                </a:lnTo>
                <a:lnTo>
                  <a:pt x="4244" y="2963"/>
                </a:lnTo>
                <a:lnTo>
                  <a:pt x="4235" y="2968"/>
                </a:lnTo>
                <a:lnTo>
                  <a:pt x="4231" y="2965"/>
                </a:lnTo>
                <a:lnTo>
                  <a:pt x="4235" y="2956"/>
                </a:lnTo>
                <a:lnTo>
                  <a:pt x="4244" y="2945"/>
                </a:lnTo>
                <a:lnTo>
                  <a:pt x="4266" y="2934"/>
                </a:lnTo>
                <a:lnTo>
                  <a:pt x="4286" y="2938"/>
                </a:lnTo>
                <a:lnTo>
                  <a:pt x="4300" y="2956"/>
                </a:lnTo>
                <a:lnTo>
                  <a:pt x="4301" y="2969"/>
                </a:lnTo>
                <a:close/>
                <a:moveTo>
                  <a:pt x="2008" y="2971"/>
                </a:moveTo>
                <a:lnTo>
                  <a:pt x="2010" y="2978"/>
                </a:lnTo>
                <a:lnTo>
                  <a:pt x="2001" y="2987"/>
                </a:lnTo>
                <a:lnTo>
                  <a:pt x="1991" y="2988"/>
                </a:lnTo>
                <a:lnTo>
                  <a:pt x="1979" y="2987"/>
                </a:lnTo>
                <a:lnTo>
                  <a:pt x="1959" y="2978"/>
                </a:lnTo>
                <a:lnTo>
                  <a:pt x="1953" y="2971"/>
                </a:lnTo>
                <a:lnTo>
                  <a:pt x="1950" y="2963"/>
                </a:lnTo>
                <a:lnTo>
                  <a:pt x="1959" y="2954"/>
                </a:lnTo>
                <a:lnTo>
                  <a:pt x="1970" y="2953"/>
                </a:lnTo>
                <a:lnTo>
                  <a:pt x="1980" y="2954"/>
                </a:lnTo>
                <a:lnTo>
                  <a:pt x="2001" y="2963"/>
                </a:lnTo>
                <a:lnTo>
                  <a:pt x="2008" y="2971"/>
                </a:lnTo>
                <a:close/>
                <a:moveTo>
                  <a:pt x="3123" y="3009"/>
                </a:moveTo>
                <a:lnTo>
                  <a:pt x="3122" y="3016"/>
                </a:lnTo>
                <a:lnTo>
                  <a:pt x="3112" y="3019"/>
                </a:lnTo>
                <a:lnTo>
                  <a:pt x="3104" y="3016"/>
                </a:lnTo>
                <a:lnTo>
                  <a:pt x="3098" y="3011"/>
                </a:lnTo>
                <a:lnTo>
                  <a:pt x="3087" y="2995"/>
                </a:lnTo>
                <a:lnTo>
                  <a:pt x="3086" y="2987"/>
                </a:lnTo>
                <a:lnTo>
                  <a:pt x="3087" y="2980"/>
                </a:lnTo>
                <a:lnTo>
                  <a:pt x="3098" y="2977"/>
                </a:lnTo>
                <a:lnTo>
                  <a:pt x="3104" y="2980"/>
                </a:lnTo>
                <a:lnTo>
                  <a:pt x="3112" y="2985"/>
                </a:lnTo>
                <a:lnTo>
                  <a:pt x="3122" y="3002"/>
                </a:lnTo>
                <a:lnTo>
                  <a:pt x="3123" y="3009"/>
                </a:lnTo>
                <a:close/>
                <a:moveTo>
                  <a:pt x="2651" y="3065"/>
                </a:moveTo>
                <a:lnTo>
                  <a:pt x="2649" y="3073"/>
                </a:lnTo>
                <a:lnTo>
                  <a:pt x="2639" y="3074"/>
                </a:lnTo>
                <a:lnTo>
                  <a:pt x="2622" y="3060"/>
                </a:lnTo>
                <a:lnTo>
                  <a:pt x="2604" y="3035"/>
                </a:lnTo>
                <a:lnTo>
                  <a:pt x="2595" y="3020"/>
                </a:lnTo>
                <a:lnTo>
                  <a:pt x="2581" y="2995"/>
                </a:lnTo>
                <a:lnTo>
                  <a:pt x="2587" y="2993"/>
                </a:lnTo>
                <a:lnTo>
                  <a:pt x="2612" y="3015"/>
                </a:lnTo>
                <a:lnTo>
                  <a:pt x="2628" y="3030"/>
                </a:lnTo>
                <a:lnTo>
                  <a:pt x="2648" y="3057"/>
                </a:lnTo>
                <a:lnTo>
                  <a:pt x="2651" y="3065"/>
                </a:lnTo>
                <a:close/>
                <a:moveTo>
                  <a:pt x="3313" y="3007"/>
                </a:moveTo>
                <a:lnTo>
                  <a:pt x="3315" y="3013"/>
                </a:lnTo>
                <a:lnTo>
                  <a:pt x="3306" y="3018"/>
                </a:lnTo>
                <a:lnTo>
                  <a:pt x="3297" y="3015"/>
                </a:lnTo>
                <a:lnTo>
                  <a:pt x="3275" y="3005"/>
                </a:lnTo>
                <a:lnTo>
                  <a:pt x="3267" y="2994"/>
                </a:lnTo>
                <a:lnTo>
                  <a:pt x="3275" y="2990"/>
                </a:lnTo>
                <a:lnTo>
                  <a:pt x="3284" y="2988"/>
                </a:lnTo>
                <a:lnTo>
                  <a:pt x="3292" y="2990"/>
                </a:lnTo>
                <a:lnTo>
                  <a:pt x="3308" y="2999"/>
                </a:lnTo>
                <a:lnTo>
                  <a:pt x="3313" y="3007"/>
                </a:lnTo>
                <a:close/>
                <a:moveTo>
                  <a:pt x="2451" y="3025"/>
                </a:moveTo>
                <a:lnTo>
                  <a:pt x="2450" y="3031"/>
                </a:lnTo>
                <a:lnTo>
                  <a:pt x="2435" y="3035"/>
                </a:lnTo>
                <a:lnTo>
                  <a:pt x="2424" y="3032"/>
                </a:lnTo>
                <a:lnTo>
                  <a:pt x="2404" y="3021"/>
                </a:lnTo>
                <a:lnTo>
                  <a:pt x="2397" y="3015"/>
                </a:lnTo>
                <a:lnTo>
                  <a:pt x="2398" y="3011"/>
                </a:lnTo>
                <a:lnTo>
                  <a:pt x="2413" y="3007"/>
                </a:lnTo>
                <a:lnTo>
                  <a:pt x="2424" y="3007"/>
                </a:lnTo>
                <a:lnTo>
                  <a:pt x="2435" y="3008"/>
                </a:lnTo>
                <a:lnTo>
                  <a:pt x="2450" y="3018"/>
                </a:lnTo>
                <a:lnTo>
                  <a:pt x="2451" y="3025"/>
                </a:lnTo>
                <a:close/>
                <a:moveTo>
                  <a:pt x="4763" y="3043"/>
                </a:moveTo>
                <a:lnTo>
                  <a:pt x="4775" y="3058"/>
                </a:lnTo>
                <a:lnTo>
                  <a:pt x="4781" y="3073"/>
                </a:lnTo>
                <a:lnTo>
                  <a:pt x="4779" y="3079"/>
                </a:lnTo>
                <a:lnTo>
                  <a:pt x="4776" y="3080"/>
                </a:lnTo>
                <a:lnTo>
                  <a:pt x="4766" y="3078"/>
                </a:lnTo>
                <a:lnTo>
                  <a:pt x="4744" y="3058"/>
                </a:lnTo>
                <a:lnTo>
                  <a:pt x="4736" y="3043"/>
                </a:lnTo>
                <a:lnTo>
                  <a:pt x="4728" y="3029"/>
                </a:lnTo>
                <a:lnTo>
                  <a:pt x="4722" y="3009"/>
                </a:lnTo>
                <a:lnTo>
                  <a:pt x="4723" y="3007"/>
                </a:lnTo>
                <a:lnTo>
                  <a:pt x="4736" y="3015"/>
                </a:lnTo>
                <a:lnTo>
                  <a:pt x="4763" y="3043"/>
                </a:lnTo>
                <a:close/>
                <a:moveTo>
                  <a:pt x="4437" y="3094"/>
                </a:moveTo>
                <a:lnTo>
                  <a:pt x="4431" y="3098"/>
                </a:lnTo>
                <a:lnTo>
                  <a:pt x="4416" y="3094"/>
                </a:lnTo>
                <a:lnTo>
                  <a:pt x="4402" y="3079"/>
                </a:lnTo>
                <a:lnTo>
                  <a:pt x="4392" y="3058"/>
                </a:lnTo>
                <a:lnTo>
                  <a:pt x="4391" y="3047"/>
                </a:lnTo>
                <a:lnTo>
                  <a:pt x="4391" y="3038"/>
                </a:lnTo>
                <a:lnTo>
                  <a:pt x="4393" y="3030"/>
                </a:lnTo>
                <a:lnTo>
                  <a:pt x="4403" y="3035"/>
                </a:lnTo>
                <a:lnTo>
                  <a:pt x="4417" y="3054"/>
                </a:lnTo>
                <a:lnTo>
                  <a:pt x="4427" y="3068"/>
                </a:lnTo>
                <a:lnTo>
                  <a:pt x="4438" y="3091"/>
                </a:lnTo>
                <a:lnTo>
                  <a:pt x="4437" y="3094"/>
                </a:lnTo>
                <a:close/>
                <a:moveTo>
                  <a:pt x="3866" y="3061"/>
                </a:moveTo>
                <a:lnTo>
                  <a:pt x="3864" y="3068"/>
                </a:lnTo>
                <a:lnTo>
                  <a:pt x="3855" y="3079"/>
                </a:lnTo>
                <a:lnTo>
                  <a:pt x="3847" y="3080"/>
                </a:lnTo>
                <a:lnTo>
                  <a:pt x="3841" y="3079"/>
                </a:lnTo>
                <a:lnTo>
                  <a:pt x="3831" y="3068"/>
                </a:lnTo>
                <a:lnTo>
                  <a:pt x="3830" y="3061"/>
                </a:lnTo>
                <a:lnTo>
                  <a:pt x="3831" y="3054"/>
                </a:lnTo>
                <a:lnTo>
                  <a:pt x="3841" y="3044"/>
                </a:lnTo>
                <a:lnTo>
                  <a:pt x="3847" y="3043"/>
                </a:lnTo>
                <a:lnTo>
                  <a:pt x="3855" y="3044"/>
                </a:lnTo>
                <a:lnTo>
                  <a:pt x="3864" y="3054"/>
                </a:lnTo>
                <a:lnTo>
                  <a:pt x="3866" y="3061"/>
                </a:lnTo>
                <a:close/>
                <a:moveTo>
                  <a:pt x="4627" y="3094"/>
                </a:moveTo>
                <a:lnTo>
                  <a:pt x="4627" y="3111"/>
                </a:lnTo>
                <a:lnTo>
                  <a:pt x="4618" y="3112"/>
                </a:lnTo>
                <a:lnTo>
                  <a:pt x="4608" y="3097"/>
                </a:lnTo>
                <a:lnTo>
                  <a:pt x="4601" y="3084"/>
                </a:lnTo>
                <a:lnTo>
                  <a:pt x="4592" y="3063"/>
                </a:lnTo>
                <a:lnTo>
                  <a:pt x="4592" y="3050"/>
                </a:lnTo>
                <a:lnTo>
                  <a:pt x="4601" y="3048"/>
                </a:lnTo>
                <a:lnTo>
                  <a:pt x="4608" y="3053"/>
                </a:lnTo>
                <a:lnTo>
                  <a:pt x="4616" y="3058"/>
                </a:lnTo>
                <a:lnTo>
                  <a:pt x="4626" y="3081"/>
                </a:lnTo>
                <a:lnTo>
                  <a:pt x="4627" y="3094"/>
                </a:lnTo>
                <a:close/>
                <a:moveTo>
                  <a:pt x="4210" y="3080"/>
                </a:moveTo>
                <a:lnTo>
                  <a:pt x="4209" y="3086"/>
                </a:lnTo>
                <a:lnTo>
                  <a:pt x="4198" y="3096"/>
                </a:lnTo>
                <a:lnTo>
                  <a:pt x="4190" y="3097"/>
                </a:lnTo>
                <a:lnTo>
                  <a:pt x="4184" y="3096"/>
                </a:lnTo>
                <a:lnTo>
                  <a:pt x="4180" y="3086"/>
                </a:lnTo>
                <a:lnTo>
                  <a:pt x="4183" y="3080"/>
                </a:lnTo>
                <a:lnTo>
                  <a:pt x="4188" y="3072"/>
                </a:lnTo>
                <a:lnTo>
                  <a:pt x="4198" y="3062"/>
                </a:lnTo>
                <a:lnTo>
                  <a:pt x="4203" y="3061"/>
                </a:lnTo>
                <a:lnTo>
                  <a:pt x="4205" y="3062"/>
                </a:lnTo>
                <a:lnTo>
                  <a:pt x="4209" y="3072"/>
                </a:lnTo>
                <a:lnTo>
                  <a:pt x="4210" y="3080"/>
                </a:lnTo>
                <a:close/>
                <a:moveTo>
                  <a:pt x="5176" y="3086"/>
                </a:moveTo>
                <a:lnTo>
                  <a:pt x="5181" y="3098"/>
                </a:lnTo>
                <a:lnTo>
                  <a:pt x="5172" y="3107"/>
                </a:lnTo>
                <a:lnTo>
                  <a:pt x="5160" y="3103"/>
                </a:lnTo>
                <a:lnTo>
                  <a:pt x="5150" y="3098"/>
                </a:lnTo>
                <a:lnTo>
                  <a:pt x="5138" y="3085"/>
                </a:lnTo>
                <a:lnTo>
                  <a:pt x="5135" y="3071"/>
                </a:lnTo>
                <a:lnTo>
                  <a:pt x="5143" y="3062"/>
                </a:lnTo>
                <a:lnTo>
                  <a:pt x="5151" y="3061"/>
                </a:lnTo>
                <a:lnTo>
                  <a:pt x="5158" y="3062"/>
                </a:lnTo>
                <a:lnTo>
                  <a:pt x="5172" y="3078"/>
                </a:lnTo>
                <a:lnTo>
                  <a:pt x="5176" y="3086"/>
                </a:lnTo>
                <a:close/>
                <a:moveTo>
                  <a:pt x="3993" y="3130"/>
                </a:moveTo>
                <a:lnTo>
                  <a:pt x="3992" y="3141"/>
                </a:lnTo>
                <a:lnTo>
                  <a:pt x="3979" y="3160"/>
                </a:lnTo>
                <a:lnTo>
                  <a:pt x="3957" y="3173"/>
                </a:lnTo>
                <a:lnTo>
                  <a:pt x="3931" y="3178"/>
                </a:lnTo>
                <a:lnTo>
                  <a:pt x="3918" y="3175"/>
                </a:lnTo>
                <a:lnTo>
                  <a:pt x="3900" y="3170"/>
                </a:lnTo>
                <a:lnTo>
                  <a:pt x="3894" y="3159"/>
                </a:lnTo>
                <a:lnTo>
                  <a:pt x="3898" y="3148"/>
                </a:lnTo>
                <a:lnTo>
                  <a:pt x="3904" y="3141"/>
                </a:lnTo>
                <a:lnTo>
                  <a:pt x="3913" y="3132"/>
                </a:lnTo>
                <a:lnTo>
                  <a:pt x="3942" y="3119"/>
                </a:lnTo>
                <a:lnTo>
                  <a:pt x="3970" y="3116"/>
                </a:lnTo>
                <a:lnTo>
                  <a:pt x="3986" y="3120"/>
                </a:lnTo>
                <a:lnTo>
                  <a:pt x="3992" y="3125"/>
                </a:lnTo>
                <a:lnTo>
                  <a:pt x="3993" y="3130"/>
                </a:lnTo>
                <a:close/>
                <a:moveTo>
                  <a:pt x="4907" y="3181"/>
                </a:moveTo>
                <a:lnTo>
                  <a:pt x="4910" y="3193"/>
                </a:lnTo>
                <a:lnTo>
                  <a:pt x="4904" y="3204"/>
                </a:lnTo>
                <a:lnTo>
                  <a:pt x="4896" y="3203"/>
                </a:lnTo>
                <a:lnTo>
                  <a:pt x="4886" y="3198"/>
                </a:lnTo>
                <a:lnTo>
                  <a:pt x="4871" y="3183"/>
                </a:lnTo>
                <a:lnTo>
                  <a:pt x="4865" y="3166"/>
                </a:lnTo>
                <a:lnTo>
                  <a:pt x="4870" y="3154"/>
                </a:lnTo>
                <a:lnTo>
                  <a:pt x="4877" y="3152"/>
                </a:lnTo>
                <a:lnTo>
                  <a:pt x="4885" y="3154"/>
                </a:lnTo>
                <a:lnTo>
                  <a:pt x="4901" y="3169"/>
                </a:lnTo>
                <a:lnTo>
                  <a:pt x="4907" y="3181"/>
                </a:lnTo>
                <a:close/>
                <a:moveTo>
                  <a:pt x="5203" y="3259"/>
                </a:moveTo>
                <a:lnTo>
                  <a:pt x="5224" y="3271"/>
                </a:lnTo>
                <a:lnTo>
                  <a:pt x="5235" y="3287"/>
                </a:lnTo>
                <a:lnTo>
                  <a:pt x="5231" y="3298"/>
                </a:lnTo>
                <a:lnTo>
                  <a:pt x="5225" y="3306"/>
                </a:lnTo>
                <a:lnTo>
                  <a:pt x="5217" y="3318"/>
                </a:lnTo>
                <a:lnTo>
                  <a:pt x="5213" y="3344"/>
                </a:lnTo>
                <a:lnTo>
                  <a:pt x="5218" y="3355"/>
                </a:lnTo>
                <a:lnTo>
                  <a:pt x="5224" y="3366"/>
                </a:lnTo>
                <a:lnTo>
                  <a:pt x="5215" y="3365"/>
                </a:lnTo>
                <a:lnTo>
                  <a:pt x="5201" y="3353"/>
                </a:lnTo>
                <a:lnTo>
                  <a:pt x="5186" y="3343"/>
                </a:lnTo>
                <a:lnTo>
                  <a:pt x="5143" y="3335"/>
                </a:lnTo>
                <a:lnTo>
                  <a:pt x="5119" y="3338"/>
                </a:lnTo>
                <a:lnTo>
                  <a:pt x="5103" y="3342"/>
                </a:lnTo>
                <a:lnTo>
                  <a:pt x="5081" y="3342"/>
                </a:lnTo>
                <a:lnTo>
                  <a:pt x="5061" y="3335"/>
                </a:lnTo>
                <a:lnTo>
                  <a:pt x="5042" y="3321"/>
                </a:lnTo>
                <a:lnTo>
                  <a:pt x="5033" y="3311"/>
                </a:lnTo>
                <a:lnTo>
                  <a:pt x="5012" y="3287"/>
                </a:lnTo>
                <a:lnTo>
                  <a:pt x="5012" y="3279"/>
                </a:lnTo>
                <a:lnTo>
                  <a:pt x="5035" y="3287"/>
                </a:lnTo>
                <a:lnTo>
                  <a:pt x="5054" y="3295"/>
                </a:lnTo>
                <a:lnTo>
                  <a:pt x="5093" y="3304"/>
                </a:lnTo>
                <a:lnTo>
                  <a:pt x="5126" y="3306"/>
                </a:lnTo>
                <a:lnTo>
                  <a:pt x="5153" y="3303"/>
                </a:lnTo>
                <a:lnTo>
                  <a:pt x="5172" y="3294"/>
                </a:lnTo>
                <a:lnTo>
                  <a:pt x="5181" y="3283"/>
                </a:lnTo>
                <a:lnTo>
                  <a:pt x="5176" y="3269"/>
                </a:lnTo>
                <a:lnTo>
                  <a:pt x="5157" y="3253"/>
                </a:lnTo>
                <a:lnTo>
                  <a:pt x="5140" y="3244"/>
                </a:lnTo>
                <a:lnTo>
                  <a:pt x="5123" y="3234"/>
                </a:lnTo>
                <a:lnTo>
                  <a:pt x="5109" y="3218"/>
                </a:lnTo>
                <a:lnTo>
                  <a:pt x="5107" y="3207"/>
                </a:lnTo>
                <a:lnTo>
                  <a:pt x="5109" y="3203"/>
                </a:lnTo>
                <a:lnTo>
                  <a:pt x="5112" y="3197"/>
                </a:lnTo>
                <a:lnTo>
                  <a:pt x="5120" y="3193"/>
                </a:lnTo>
                <a:lnTo>
                  <a:pt x="5132" y="3197"/>
                </a:lnTo>
                <a:lnTo>
                  <a:pt x="5141" y="3210"/>
                </a:lnTo>
                <a:lnTo>
                  <a:pt x="5152" y="3221"/>
                </a:lnTo>
                <a:lnTo>
                  <a:pt x="5185" y="3248"/>
                </a:lnTo>
                <a:lnTo>
                  <a:pt x="5203" y="3259"/>
                </a:lnTo>
                <a:close/>
                <a:moveTo>
                  <a:pt x="5244" y="3213"/>
                </a:moveTo>
                <a:lnTo>
                  <a:pt x="5243" y="3219"/>
                </a:lnTo>
                <a:lnTo>
                  <a:pt x="5238" y="3228"/>
                </a:lnTo>
                <a:lnTo>
                  <a:pt x="5223" y="3232"/>
                </a:lnTo>
                <a:lnTo>
                  <a:pt x="5207" y="3230"/>
                </a:lnTo>
                <a:lnTo>
                  <a:pt x="5193" y="3225"/>
                </a:lnTo>
                <a:lnTo>
                  <a:pt x="5173" y="3211"/>
                </a:lnTo>
                <a:lnTo>
                  <a:pt x="5171" y="3205"/>
                </a:lnTo>
                <a:lnTo>
                  <a:pt x="5173" y="3198"/>
                </a:lnTo>
                <a:lnTo>
                  <a:pt x="5193" y="3188"/>
                </a:lnTo>
                <a:lnTo>
                  <a:pt x="5207" y="3188"/>
                </a:lnTo>
                <a:lnTo>
                  <a:pt x="5222" y="3190"/>
                </a:lnTo>
                <a:lnTo>
                  <a:pt x="5237" y="3199"/>
                </a:lnTo>
                <a:lnTo>
                  <a:pt x="5243" y="3208"/>
                </a:lnTo>
                <a:lnTo>
                  <a:pt x="5244" y="3213"/>
                </a:lnTo>
                <a:close/>
                <a:moveTo>
                  <a:pt x="5456" y="3219"/>
                </a:moveTo>
                <a:lnTo>
                  <a:pt x="5443" y="3230"/>
                </a:lnTo>
                <a:lnTo>
                  <a:pt x="5419" y="3238"/>
                </a:lnTo>
                <a:lnTo>
                  <a:pt x="5412" y="3235"/>
                </a:lnTo>
                <a:lnTo>
                  <a:pt x="5408" y="3229"/>
                </a:lnTo>
                <a:lnTo>
                  <a:pt x="5415" y="3213"/>
                </a:lnTo>
                <a:lnTo>
                  <a:pt x="5424" y="3206"/>
                </a:lnTo>
                <a:lnTo>
                  <a:pt x="5441" y="3196"/>
                </a:lnTo>
                <a:lnTo>
                  <a:pt x="5463" y="3188"/>
                </a:lnTo>
                <a:lnTo>
                  <a:pt x="5472" y="3193"/>
                </a:lnTo>
                <a:lnTo>
                  <a:pt x="5466" y="3207"/>
                </a:lnTo>
                <a:lnTo>
                  <a:pt x="5456" y="3219"/>
                </a:lnTo>
                <a:close/>
                <a:moveTo>
                  <a:pt x="5002" y="3217"/>
                </a:moveTo>
                <a:lnTo>
                  <a:pt x="4997" y="3221"/>
                </a:lnTo>
                <a:lnTo>
                  <a:pt x="4977" y="3222"/>
                </a:lnTo>
                <a:lnTo>
                  <a:pt x="4967" y="3219"/>
                </a:lnTo>
                <a:lnTo>
                  <a:pt x="4960" y="3215"/>
                </a:lnTo>
                <a:lnTo>
                  <a:pt x="4965" y="3209"/>
                </a:lnTo>
                <a:lnTo>
                  <a:pt x="4978" y="3208"/>
                </a:lnTo>
                <a:lnTo>
                  <a:pt x="4992" y="3208"/>
                </a:lnTo>
                <a:lnTo>
                  <a:pt x="5003" y="3211"/>
                </a:lnTo>
                <a:lnTo>
                  <a:pt x="5004" y="3215"/>
                </a:lnTo>
                <a:lnTo>
                  <a:pt x="5002" y="3217"/>
                </a:lnTo>
                <a:close/>
                <a:moveTo>
                  <a:pt x="4554" y="3273"/>
                </a:moveTo>
                <a:lnTo>
                  <a:pt x="4554" y="3281"/>
                </a:lnTo>
                <a:lnTo>
                  <a:pt x="4552" y="3291"/>
                </a:lnTo>
                <a:lnTo>
                  <a:pt x="4541" y="3290"/>
                </a:lnTo>
                <a:lnTo>
                  <a:pt x="4527" y="3279"/>
                </a:lnTo>
                <a:lnTo>
                  <a:pt x="4517" y="3269"/>
                </a:lnTo>
                <a:lnTo>
                  <a:pt x="4508" y="3248"/>
                </a:lnTo>
                <a:lnTo>
                  <a:pt x="4511" y="3241"/>
                </a:lnTo>
                <a:lnTo>
                  <a:pt x="4517" y="3233"/>
                </a:lnTo>
                <a:lnTo>
                  <a:pt x="4531" y="3231"/>
                </a:lnTo>
                <a:lnTo>
                  <a:pt x="4544" y="3242"/>
                </a:lnTo>
                <a:lnTo>
                  <a:pt x="4553" y="3260"/>
                </a:lnTo>
                <a:lnTo>
                  <a:pt x="4554" y="3273"/>
                </a:lnTo>
                <a:close/>
                <a:moveTo>
                  <a:pt x="5399" y="3273"/>
                </a:moveTo>
                <a:lnTo>
                  <a:pt x="5392" y="3280"/>
                </a:lnTo>
                <a:lnTo>
                  <a:pt x="5371" y="3288"/>
                </a:lnTo>
                <a:lnTo>
                  <a:pt x="5351" y="3290"/>
                </a:lnTo>
                <a:lnTo>
                  <a:pt x="5342" y="3283"/>
                </a:lnTo>
                <a:lnTo>
                  <a:pt x="5345" y="3276"/>
                </a:lnTo>
                <a:lnTo>
                  <a:pt x="5350" y="3270"/>
                </a:lnTo>
                <a:lnTo>
                  <a:pt x="5371" y="3261"/>
                </a:lnTo>
                <a:lnTo>
                  <a:pt x="5383" y="3260"/>
                </a:lnTo>
                <a:lnTo>
                  <a:pt x="5394" y="3261"/>
                </a:lnTo>
                <a:lnTo>
                  <a:pt x="5403" y="3268"/>
                </a:lnTo>
                <a:lnTo>
                  <a:pt x="5399" y="3273"/>
                </a:lnTo>
                <a:close/>
                <a:moveTo>
                  <a:pt x="4301" y="3297"/>
                </a:moveTo>
                <a:lnTo>
                  <a:pt x="4298" y="3310"/>
                </a:lnTo>
                <a:lnTo>
                  <a:pt x="4293" y="3315"/>
                </a:lnTo>
                <a:lnTo>
                  <a:pt x="4283" y="3310"/>
                </a:lnTo>
                <a:lnTo>
                  <a:pt x="4273" y="3297"/>
                </a:lnTo>
                <a:lnTo>
                  <a:pt x="4270" y="3290"/>
                </a:lnTo>
                <a:lnTo>
                  <a:pt x="4275" y="3280"/>
                </a:lnTo>
                <a:lnTo>
                  <a:pt x="4281" y="3279"/>
                </a:lnTo>
                <a:lnTo>
                  <a:pt x="4289" y="3280"/>
                </a:lnTo>
                <a:lnTo>
                  <a:pt x="4300" y="3290"/>
                </a:lnTo>
                <a:lnTo>
                  <a:pt x="4301" y="3297"/>
                </a:lnTo>
                <a:close/>
                <a:moveTo>
                  <a:pt x="4989" y="3325"/>
                </a:moveTo>
                <a:lnTo>
                  <a:pt x="4988" y="3337"/>
                </a:lnTo>
                <a:lnTo>
                  <a:pt x="4977" y="3348"/>
                </a:lnTo>
                <a:lnTo>
                  <a:pt x="4967" y="3347"/>
                </a:lnTo>
                <a:lnTo>
                  <a:pt x="4957" y="3343"/>
                </a:lnTo>
                <a:lnTo>
                  <a:pt x="4942" y="3326"/>
                </a:lnTo>
                <a:lnTo>
                  <a:pt x="4940" y="3310"/>
                </a:lnTo>
                <a:lnTo>
                  <a:pt x="4950" y="3298"/>
                </a:lnTo>
                <a:lnTo>
                  <a:pt x="4961" y="3297"/>
                </a:lnTo>
                <a:lnTo>
                  <a:pt x="4972" y="3298"/>
                </a:lnTo>
                <a:lnTo>
                  <a:pt x="4988" y="3313"/>
                </a:lnTo>
                <a:lnTo>
                  <a:pt x="4989" y="3325"/>
                </a:lnTo>
                <a:close/>
                <a:moveTo>
                  <a:pt x="4839" y="3344"/>
                </a:moveTo>
                <a:lnTo>
                  <a:pt x="4834" y="3347"/>
                </a:lnTo>
                <a:lnTo>
                  <a:pt x="4814" y="3349"/>
                </a:lnTo>
                <a:lnTo>
                  <a:pt x="4804" y="3346"/>
                </a:lnTo>
                <a:lnTo>
                  <a:pt x="4797" y="3342"/>
                </a:lnTo>
                <a:lnTo>
                  <a:pt x="4802" y="3335"/>
                </a:lnTo>
                <a:lnTo>
                  <a:pt x="4815" y="3335"/>
                </a:lnTo>
                <a:lnTo>
                  <a:pt x="4829" y="3334"/>
                </a:lnTo>
                <a:lnTo>
                  <a:pt x="4840" y="3338"/>
                </a:lnTo>
                <a:lnTo>
                  <a:pt x="4841" y="3342"/>
                </a:lnTo>
                <a:lnTo>
                  <a:pt x="4839" y="3344"/>
                </a:lnTo>
                <a:close/>
                <a:moveTo>
                  <a:pt x="5035" y="3351"/>
                </a:moveTo>
                <a:lnTo>
                  <a:pt x="5038" y="3358"/>
                </a:lnTo>
                <a:lnTo>
                  <a:pt x="5034" y="3368"/>
                </a:lnTo>
                <a:lnTo>
                  <a:pt x="5027" y="3369"/>
                </a:lnTo>
                <a:lnTo>
                  <a:pt x="5020" y="3368"/>
                </a:lnTo>
                <a:lnTo>
                  <a:pt x="5009" y="3358"/>
                </a:lnTo>
                <a:lnTo>
                  <a:pt x="5008" y="3351"/>
                </a:lnTo>
                <a:lnTo>
                  <a:pt x="5008" y="3344"/>
                </a:lnTo>
                <a:lnTo>
                  <a:pt x="5012" y="3334"/>
                </a:lnTo>
                <a:lnTo>
                  <a:pt x="5015" y="3333"/>
                </a:lnTo>
                <a:lnTo>
                  <a:pt x="5020" y="3334"/>
                </a:lnTo>
                <a:lnTo>
                  <a:pt x="5031" y="3344"/>
                </a:lnTo>
                <a:lnTo>
                  <a:pt x="5035" y="335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88" name="Freeform 754">
            <a:extLst>
              <a:ext uri="{FF2B5EF4-FFF2-40B4-BE49-F238E27FC236}">
                <a16:creationId xmlns:a16="http://schemas.microsoft.com/office/drawing/2014/main" id="{AE1CA7D2-D4C9-4B0E-8917-27658BC9B128}"/>
              </a:ext>
            </a:extLst>
          </p:cNvPr>
          <p:cNvSpPr>
            <a:spLocks noEditPoints="1"/>
          </p:cNvSpPr>
          <p:nvPr/>
        </p:nvSpPr>
        <p:spPr bwMode="auto">
          <a:xfrm>
            <a:off x="8166283" y="4345524"/>
            <a:ext cx="1235323" cy="2153271"/>
          </a:xfrm>
          <a:custGeom>
            <a:avLst/>
            <a:gdLst>
              <a:gd name="T0" fmla="*/ 877 w 5053"/>
              <a:gd name="T1" fmla="*/ 1233 h 8813"/>
              <a:gd name="T2" fmla="*/ 424 w 5053"/>
              <a:gd name="T3" fmla="*/ 2705 h 8813"/>
              <a:gd name="T4" fmla="*/ 109 w 5053"/>
              <a:gd name="T5" fmla="*/ 3628 h 8813"/>
              <a:gd name="T6" fmla="*/ 201 w 5053"/>
              <a:gd name="T7" fmla="*/ 5311 h 8813"/>
              <a:gd name="T8" fmla="*/ 908 w 5053"/>
              <a:gd name="T9" fmla="*/ 6871 h 8813"/>
              <a:gd name="T10" fmla="*/ 846 w 5053"/>
              <a:gd name="T11" fmla="*/ 5833 h 8813"/>
              <a:gd name="T12" fmla="*/ 1283 w 5053"/>
              <a:gd name="T13" fmla="*/ 6210 h 8813"/>
              <a:gd name="T14" fmla="*/ 2231 w 5053"/>
              <a:gd name="T15" fmla="*/ 8786 h 8813"/>
              <a:gd name="T16" fmla="*/ 2847 w 5053"/>
              <a:gd name="T17" fmla="*/ 8509 h 8813"/>
              <a:gd name="T18" fmla="*/ 3480 w 5053"/>
              <a:gd name="T19" fmla="*/ 6838 h 8813"/>
              <a:gd name="T20" fmla="*/ 3791 w 5053"/>
              <a:gd name="T21" fmla="*/ 6799 h 8813"/>
              <a:gd name="T22" fmla="*/ 4416 w 5053"/>
              <a:gd name="T23" fmla="*/ 6366 h 8813"/>
              <a:gd name="T24" fmla="*/ 4638 w 5053"/>
              <a:gd name="T25" fmla="*/ 4489 h 8813"/>
              <a:gd name="T26" fmla="*/ 4983 w 5053"/>
              <a:gd name="T27" fmla="*/ 2687 h 8813"/>
              <a:gd name="T28" fmla="*/ 4783 w 5053"/>
              <a:gd name="T29" fmla="*/ 1892 h 8813"/>
              <a:gd name="T30" fmla="*/ 4272 w 5053"/>
              <a:gd name="T31" fmla="*/ 1860 h 8813"/>
              <a:gd name="T32" fmla="*/ 3823 w 5053"/>
              <a:gd name="T33" fmla="*/ 1514 h 8813"/>
              <a:gd name="T34" fmla="*/ 3310 w 5053"/>
              <a:gd name="T35" fmla="*/ 2183 h 8813"/>
              <a:gd name="T36" fmla="*/ 3601 w 5053"/>
              <a:gd name="T37" fmla="*/ 1385 h 8813"/>
              <a:gd name="T38" fmla="*/ 2873 w 5053"/>
              <a:gd name="T39" fmla="*/ 417 h 8813"/>
              <a:gd name="T40" fmla="*/ 1880 w 5053"/>
              <a:gd name="T41" fmla="*/ 233 h 8813"/>
              <a:gd name="T42" fmla="*/ 2959 w 5053"/>
              <a:gd name="T43" fmla="*/ 1222 h 8813"/>
              <a:gd name="T44" fmla="*/ 4400 w 5053"/>
              <a:gd name="T45" fmla="*/ 1788 h 8813"/>
              <a:gd name="T46" fmla="*/ 4645 w 5053"/>
              <a:gd name="T47" fmla="*/ 2159 h 8813"/>
              <a:gd name="T48" fmla="*/ 195 w 5053"/>
              <a:gd name="T49" fmla="*/ 2290 h 8813"/>
              <a:gd name="T50" fmla="*/ 3519 w 5053"/>
              <a:gd name="T51" fmla="*/ 2502 h 8813"/>
              <a:gd name="T52" fmla="*/ 4664 w 5053"/>
              <a:gd name="T53" fmla="*/ 2782 h 8813"/>
              <a:gd name="T54" fmla="*/ 4670 w 5053"/>
              <a:gd name="T55" fmla="*/ 3164 h 8813"/>
              <a:gd name="T56" fmla="*/ 133 w 5053"/>
              <a:gd name="T57" fmla="*/ 2726 h 8813"/>
              <a:gd name="T58" fmla="*/ 3992 w 5053"/>
              <a:gd name="T59" fmla="*/ 2798 h 8813"/>
              <a:gd name="T60" fmla="*/ 4450 w 5053"/>
              <a:gd name="T61" fmla="*/ 2915 h 8813"/>
              <a:gd name="T62" fmla="*/ 642 w 5053"/>
              <a:gd name="T63" fmla="*/ 3116 h 8813"/>
              <a:gd name="T64" fmla="*/ 4871 w 5053"/>
              <a:gd name="T65" fmla="*/ 3186 h 8813"/>
              <a:gd name="T66" fmla="*/ 398 w 5053"/>
              <a:gd name="T67" fmla="*/ 3270 h 8813"/>
              <a:gd name="T68" fmla="*/ 4561 w 5053"/>
              <a:gd name="T69" fmla="*/ 3519 h 8813"/>
              <a:gd name="T70" fmla="*/ 635 w 5053"/>
              <a:gd name="T71" fmla="*/ 3635 h 8813"/>
              <a:gd name="T72" fmla="*/ 3976 w 5053"/>
              <a:gd name="T73" fmla="*/ 3524 h 8813"/>
              <a:gd name="T74" fmla="*/ 518 w 5053"/>
              <a:gd name="T75" fmla="*/ 3935 h 8813"/>
              <a:gd name="T76" fmla="*/ 3964 w 5053"/>
              <a:gd name="T77" fmla="*/ 3734 h 8813"/>
              <a:gd name="T78" fmla="*/ 4254 w 5053"/>
              <a:gd name="T79" fmla="*/ 3909 h 8813"/>
              <a:gd name="T80" fmla="*/ 538 w 5053"/>
              <a:gd name="T81" fmla="*/ 4121 h 8813"/>
              <a:gd name="T82" fmla="*/ 4119 w 5053"/>
              <a:gd name="T83" fmla="*/ 3978 h 8813"/>
              <a:gd name="T84" fmla="*/ 3682 w 5053"/>
              <a:gd name="T85" fmla="*/ 4646 h 8813"/>
              <a:gd name="T86" fmla="*/ 4252 w 5053"/>
              <a:gd name="T87" fmla="*/ 4131 h 8813"/>
              <a:gd name="T88" fmla="*/ 537 w 5053"/>
              <a:gd name="T89" fmla="*/ 4504 h 8813"/>
              <a:gd name="T90" fmla="*/ 837 w 5053"/>
              <a:gd name="T91" fmla="*/ 4284 h 8813"/>
              <a:gd name="T92" fmla="*/ 4741 w 5053"/>
              <a:gd name="T93" fmla="*/ 4412 h 8813"/>
              <a:gd name="T94" fmla="*/ 4294 w 5053"/>
              <a:gd name="T95" fmla="*/ 4674 h 8813"/>
              <a:gd name="T96" fmla="*/ 990 w 5053"/>
              <a:gd name="T97" fmla="*/ 4726 h 8813"/>
              <a:gd name="T98" fmla="*/ 576 w 5053"/>
              <a:gd name="T99" fmla="*/ 4994 h 8813"/>
              <a:gd name="T100" fmla="*/ 3585 w 5053"/>
              <a:gd name="T101" fmla="*/ 4939 h 8813"/>
              <a:gd name="T102" fmla="*/ 4218 w 5053"/>
              <a:gd name="T103" fmla="*/ 5096 h 8813"/>
              <a:gd name="T104" fmla="*/ 3712 w 5053"/>
              <a:gd name="T105" fmla="*/ 5201 h 8813"/>
              <a:gd name="T106" fmla="*/ 393 w 5053"/>
              <a:gd name="T107" fmla="*/ 5480 h 8813"/>
              <a:gd name="T108" fmla="*/ 4280 w 5053"/>
              <a:gd name="T109" fmla="*/ 5609 h 8813"/>
              <a:gd name="T110" fmla="*/ 3613 w 5053"/>
              <a:gd name="T111" fmla="*/ 5845 h 8813"/>
              <a:gd name="T112" fmla="*/ 713 w 5053"/>
              <a:gd name="T113" fmla="*/ 6212 h 8813"/>
              <a:gd name="T114" fmla="*/ 532 w 5053"/>
              <a:gd name="T115" fmla="*/ 5975 h 8813"/>
              <a:gd name="T116" fmla="*/ 802 w 5053"/>
              <a:gd name="T117" fmla="*/ 6436 h 8813"/>
              <a:gd name="T118" fmla="*/ 4169 w 5053"/>
              <a:gd name="T119" fmla="*/ 6228 h 8813"/>
              <a:gd name="T120" fmla="*/ 3965 w 5053"/>
              <a:gd name="T121" fmla="*/ 6485 h 8813"/>
              <a:gd name="T122" fmla="*/ 2100 w 5053"/>
              <a:gd name="T123" fmla="*/ 7574 h 8813"/>
              <a:gd name="T124" fmla="*/ 2755 w 5053"/>
              <a:gd name="T125" fmla="*/ 8239 h 88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053" h="8813">
                <a:moveTo>
                  <a:pt x="1763" y="76"/>
                </a:moveTo>
                <a:lnTo>
                  <a:pt x="1765" y="111"/>
                </a:lnTo>
                <a:lnTo>
                  <a:pt x="1774" y="151"/>
                </a:lnTo>
                <a:lnTo>
                  <a:pt x="1782" y="166"/>
                </a:lnTo>
                <a:lnTo>
                  <a:pt x="1785" y="168"/>
                </a:lnTo>
                <a:lnTo>
                  <a:pt x="1798" y="174"/>
                </a:lnTo>
                <a:lnTo>
                  <a:pt x="1809" y="188"/>
                </a:lnTo>
                <a:lnTo>
                  <a:pt x="1802" y="200"/>
                </a:lnTo>
                <a:lnTo>
                  <a:pt x="1783" y="205"/>
                </a:lnTo>
                <a:lnTo>
                  <a:pt x="1769" y="203"/>
                </a:lnTo>
                <a:lnTo>
                  <a:pt x="1750" y="199"/>
                </a:lnTo>
                <a:lnTo>
                  <a:pt x="1740" y="203"/>
                </a:lnTo>
                <a:lnTo>
                  <a:pt x="1749" y="212"/>
                </a:lnTo>
                <a:lnTo>
                  <a:pt x="1757" y="222"/>
                </a:lnTo>
                <a:lnTo>
                  <a:pt x="1759" y="249"/>
                </a:lnTo>
                <a:lnTo>
                  <a:pt x="1751" y="265"/>
                </a:lnTo>
                <a:lnTo>
                  <a:pt x="1745" y="281"/>
                </a:lnTo>
                <a:lnTo>
                  <a:pt x="1746" y="302"/>
                </a:lnTo>
                <a:lnTo>
                  <a:pt x="1753" y="315"/>
                </a:lnTo>
                <a:lnTo>
                  <a:pt x="1760" y="320"/>
                </a:lnTo>
                <a:lnTo>
                  <a:pt x="1766" y="328"/>
                </a:lnTo>
                <a:lnTo>
                  <a:pt x="1774" y="340"/>
                </a:lnTo>
                <a:lnTo>
                  <a:pt x="1772" y="362"/>
                </a:lnTo>
                <a:lnTo>
                  <a:pt x="1758" y="384"/>
                </a:lnTo>
                <a:lnTo>
                  <a:pt x="1749" y="400"/>
                </a:lnTo>
                <a:lnTo>
                  <a:pt x="1744" y="419"/>
                </a:lnTo>
                <a:lnTo>
                  <a:pt x="1752" y="426"/>
                </a:lnTo>
                <a:lnTo>
                  <a:pt x="1772" y="416"/>
                </a:lnTo>
                <a:lnTo>
                  <a:pt x="1785" y="404"/>
                </a:lnTo>
                <a:lnTo>
                  <a:pt x="1796" y="394"/>
                </a:lnTo>
                <a:lnTo>
                  <a:pt x="1807" y="397"/>
                </a:lnTo>
                <a:lnTo>
                  <a:pt x="1807" y="412"/>
                </a:lnTo>
                <a:lnTo>
                  <a:pt x="1806" y="425"/>
                </a:lnTo>
                <a:lnTo>
                  <a:pt x="1793" y="454"/>
                </a:lnTo>
                <a:lnTo>
                  <a:pt x="1782" y="466"/>
                </a:lnTo>
                <a:lnTo>
                  <a:pt x="1772" y="478"/>
                </a:lnTo>
                <a:lnTo>
                  <a:pt x="1750" y="514"/>
                </a:lnTo>
                <a:lnTo>
                  <a:pt x="1744" y="531"/>
                </a:lnTo>
                <a:lnTo>
                  <a:pt x="1740" y="543"/>
                </a:lnTo>
                <a:lnTo>
                  <a:pt x="1734" y="557"/>
                </a:lnTo>
                <a:lnTo>
                  <a:pt x="1725" y="562"/>
                </a:lnTo>
                <a:lnTo>
                  <a:pt x="1713" y="557"/>
                </a:lnTo>
                <a:lnTo>
                  <a:pt x="1706" y="551"/>
                </a:lnTo>
                <a:lnTo>
                  <a:pt x="1698" y="544"/>
                </a:lnTo>
                <a:lnTo>
                  <a:pt x="1689" y="541"/>
                </a:lnTo>
                <a:lnTo>
                  <a:pt x="1686" y="555"/>
                </a:lnTo>
                <a:lnTo>
                  <a:pt x="1691" y="585"/>
                </a:lnTo>
                <a:lnTo>
                  <a:pt x="1695" y="607"/>
                </a:lnTo>
                <a:lnTo>
                  <a:pt x="1689" y="642"/>
                </a:lnTo>
                <a:lnTo>
                  <a:pt x="1682" y="651"/>
                </a:lnTo>
                <a:lnTo>
                  <a:pt x="1672" y="657"/>
                </a:lnTo>
                <a:lnTo>
                  <a:pt x="1663" y="674"/>
                </a:lnTo>
                <a:lnTo>
                  <a:pt x="1665" y="688"/>
                </a:lnTo>
                <a:lnTo>
                  <a:pt x="1679" y="696"/>
                </a:lnTo>
                <a:lnTo>
                  <a:pt x="1691" y="697"/>
                </a:lnTo>
                <a:lnTo>
                  <a:pt x="1698" y="697"/>
                </a:lnTo>
                <a:lnTo>
                  <a:pt x="1708" y="702"/>
                </a:lnTo>
                <a:lnTo>
                  <a:pt x="1712" y="714"/>
                </a:lnTo>
                <a:lnTo>
                  <a:pt x="1708" y="728"/>
                </a:lnTo>
                <a:lnTo>
                  <a:pt x="1696" y="767"/>
                </a:lnTo>
                <a:lnTo>
                  <a:pt x="1686" y="820"/>
                </a:lnTo>
                <a:lnTo>
                  <a:pt x="1683" y="839"/>
                </a:lnTo>
                <a:lnTo>
                  <a:pt x="1674" y="863"/>
                </a:lnTo>
                <a:lnTo>
                  <a:pt x="1662" y="875"/>
                </a:lnTo>
                <a:lnTo>
                  <a:pt x="1642" y="877"/>
                </a:lnTo>
                <a:lnTo>
                  <a:pt x="1627" y="875"/>
                </a:lnTo>
                <a:lnTo>
                  <a:pt x="1609" y="875"/>
                </a:lnTo>
                <a:lnTo>
                  <a:pt x="1578" y="881"/>
                </a:lnTo>
                <a:lnTo>
                  <a:pt x="1573" y="888"/>
                </a:lnTo>
                <a:lnTo>
                  <a:pt x="1568" y="896"/>
                </a:lnTo>
                <a:lnTo>
                  <a:pt x="1547" y="919"/>
                </a:lnTo>
                <a:lnTo>
                  <a:pt x="1534" y="929"/>
                </a:lnTo>
                <a:lnTo>
                  <a:pt x="1520" y="941"/>
                </a:lnTo>
                <a:lnTo>
                  <a:pt x="1501" y="975"/>
                </a:lnTo>
                <a:lnTo>
                  <a:pt x="1499" y="991"/>
                </a:lnTo>
                <a:lnTo>
                  <a:pt x="1498" y="1006"/>
                </a:lnTo>
                <a:lnTo>
                  <a:pt x="1492" y="1019"/>
                </a:lnTo>
                <a:lnTo>
                  <a:pt x="1483" y="1013"/>
                </a:lnTo>
                <a:lnTo>
                  <a:pt x="1474" y="991"/>
                </a:lnTo>
                <a:lnTo>
                  <a:pt x="1472" y="975"/>
                </a:lnTo>
                <a:lnTo>
                  <a:pt x="1467" y="947"/>
                </a:lnTo>
                <a:lnTo>
                  <a:pt x="1455" y="904"/>
                </a:lnTo>
                <a:lnTo>
                  <a:pt x="1439" y="876"/>
                </a:lnTo>
                <a:lnTo>
                  <a:pt x="1417" y="862"/>
                </a:lnTo>
                <a:lnTo>
                  <a:pt x="1404" y="860"/>
                </a:lnTo>
                <a:lnTo>
                  <a:pt x="1394" y="860"/>
                </a:lnTo>
                <a:lnTo>
                  <a:pt x="1381" y="865"/>
                </a:lnTo>
                <a:lnTo>
                  <a:pt x="1375" y="876"/>
                </a:lnTo>
                <a:lnTo>
                  <a:pt x="1374" y="893"/>
                </a:lnTo>
                <a:lnTo>
                  <a:pt x="1376" y="906"/>
                </a:lnTo>
                <a:lnTo>
                  <a:pt x="1379" y="922"/>
                </a:lnTo>
                <a:lnTo>
                  <a:pt x="1378" y="939"/>
                </a:lnTo>
                <a:lnTo>
                  <a:pt x="1375" y="943"/>
                </a:lnTo>
                <a:lnTo>
                  <a:pt x="1372" y="942"/>
                </a:lnTo>
                <a:lnTo>
                  <a:pt x="1368" y="941"/>
                </a:lnTo>
                <a:lnTo>
                  <a:pt x="1361" y="944"/>
                </a:lnTo>
                <a:lnTo>
                  <a:pt x="1352" y="960"/>
                </a:lnTo>
                <a:lnTo>
                  <a:pt x="1343" y="996"/>
                </a:lnTo>
                <a:lnTo>
                  <a:pt x="1343" y="1034"/>
                </a:lnTo>
                <a:lnTo>
                  <a:pt x="1347" y="1048"/>
                </a:lnTo>
                <a:lnTo>
                  <a:pt x="1350" y="1058"/>
                </a:lnTo>
                <a:lnTo>
                  <a:pt x="1347" y="1072"/>
                </a:lnTo>
                <a:lnTo>
                  <a:pt x="1334" y="1080"/>
                </a:lnTo>
                <a:lnTo>
                  <a:pt x="1311" y="1082"/>
                </a:lnTo>
                <a:lnTo>
                  <a:pt x="1295" y="1080"/>
                </a:lnTo>
                <a:lnTo>
                  <a:pt x="1292" y="1080"/>
                </a:lnTo>
                <a:lnTo>
                  <a:pt x="1289" y="1090"/>
                </a:lnTo>
                <a:lnTo>
                  <a:pt x="1289" y="1116"/>
                </a:lnTo>
                <a:lnTo>
                  <a:pt x="1292" y="1141"/>
                </a:lnTo>
                <a:lnTo>
                  <a:pt x="1294" y="1168"/>
                </a:lnTo>
                <a:lnTo>
                  <a:pt x="1290" y="1193"/>
                </a:lnTo>
                <a:lnTo>
                  <a:pt x="1281" y="1203"/>
                </a:lnTo>
                <a:lnTo>
                  <a:pt x="1268" y="1206"/>
                </a:lnTo>
                <a:lnTo>
                  <a:pt x="1251" y="1203"/>
                </a:lnTo>
                <a:lnTo>
                  <a:pt x="1218" y="1187"/>
                </a:lnTo>
                <a:lnTo>
                  <a:pt x="1189" y="1167"/>
                </a:lnTo>
                <a:lnTo>
                  <a:pt x="1168" y="1153"/>
                </a:lnTo>
                <a:lnTo>
                  <a:pt x="1145" y="1144"/>
                </a:lnTo>
                <a:lnTo>
                  <a:pt x="1137" y="1145"/>
                </a:lnTo>
                <a:lnTo>
                  <a:pt x="1137" y="1148"/>
                </a:lnTo>
                <a:lnTo>
                  <a:pt x="1136" y="1156"/>
                </a:lnTo>
                <a:lnTo>
                  <a:pt x="1129" y="1166"/>
                </a:lnTo>
                <a:lnTo>
                  <a:pt x="1124" y="1167"/>
                </a:lnTo>
                <a:lnTo>
                  <a:pt x="1111" y="1165"/>
                </a:lnTo>
                <a:lnTo>
                  <a:pt x="1094" y="1167"/>
                </a:lnTo>
                <a:lnTo>
                  <a:pt x="1089" y="1173"/>
                </a:lnTo>
                <a:lnTo>
                  <a:pt x="1093" y="1187"/>
                </a:lnTo>
                <a:lnTo>
                  <a:pt x="1100" y="1195"/>
                </a:lnTo>
                <a:lnTo>
                  <a:pt x="1112" y="1212"/>
                </a:lnTo>
                <a:lnTo>
                  <a:pt x="1117" y="1228"/>
                </a:lnTo>
                <a:lnTo>
                  <a:pt x="1114" y="1233"/>
                </a:lnTo>
                <a:lnTo>
                  <a:pt x="1101" y="1234"/>
                </a:lnTo>
                <a:lnTo>
                  <a:pt x="1068" y="1219"/>
                </a:lnTo>
                <a:lnTo>
                  <a:pt x="1047" y="1205"/>
                </a:lnTo>
                <a:lnTo>
                  <a:pt x="1027" y="1190"/>
                </a:lnTo>
                <a:lnTo>
                  <a:pt x="1001" y="1164"/>
                </a:lnTo>
                <a:lnTo>
                  <a:pt x="992" y="1144"/>
                </a:lnTo>
                <a:lnTo>
                  <a:pt x="1002" y="1133"/>
                </a:lnTo>
                <a:lnTo>
                  <a:pt x="1015" y="1132"/>
                </a:lnTo>
                <a:lnTo>
                  <a:pt x="1018" y="1132"/>
                </a:lnTo>
                <a:lnTo>
                  <a:pt x="1021" y="1129"/>
                </a:lnTo>
                <a:lnTo>
                  <a:pt x="1016" y="1120"/>
                </a:lnTo>
                <a:lnTo>
                  <a:pt x="1004" y="1113"/>
                </a:lnTo>
                <a:lnTo>
                  <a:pt x="992" y="1103"/>
                </a:lnTo>
                <a:lnTo>
                  <a:pt x="983" y="1087"/>
                </a:lnTo>
                <a:lnTo>
                  <a:pt x="983" y="1077"/>
                </a:lnTo>
                <a:lnTo>
                  <a:pt x="985" y="1072"/>
                </a:lnTo>
                <a:lnTo>
                  <a:pt x="988" y="1068"/>
                </a:lnTo>
                <a:lnTo>
                  <a:pt x="985" y="1066"/>
                </a:lnTo>
                <a:lnTo>
                  <a:pt x="972" y="1073"/>
                </a:lnTo>
                <a:lnTo>
                  <a:pt x="957" y="1087"/>
                </a:lnTo>
                <a:lnTo>
                  <a:pt x="947" y="1096"/>
                </a:lnTo>
                <a:lnTo>
                  <a:pt x="933" y="1114"/>
                </a:lnTo>
                <a:lnTo>
                  <a:pt x="925" y="1133"/>
                </a:lnTo>
                <a:lnTo>
                  <a:pt x="922" y="1153"/>
                </a:lnTo>
                <a:lnTo>
                  <a:pt x="925" y="1163"/>
                </a:lnTo>
                <a:lnTo>
                  <a:pt x="926" y="1180"/>
                </a:lnTo>
                <a:lnTo>
                  <a:pt x="923" y="1197"/>
                </a:lnTo>
                <a:lnTo>
                  <a:pt x="918" y="1204"/>
                </a:lnTo>
                <a:lnTo>
                  <a:pt x="915" y="1205"/>
                </a:lnTo>
                <a:lnTo>
                  <a:pt x="908" y="1206"/>
                </a:lnTo>
                <a:lnTo>
                  <a:pt x="905" y="1221"/>
                </a:lnTo>
                <a:lnTo>
                  <a:pt x="908" y="1233"/>
                </a:lnTo>
                <a:lnTo>
                  <a:pt x="911" y="1246"/>
                </a:lnTo>
                <a:lnTo>
                  <a:pt x="906" y="1256"/>
                </a:lnTo>
                <a:lnTo>
                  <a:pt x="897" y="1254"/>
                </a:lnTo>
                <a:lnTo>
                  <a:pt x="888" y="1250"/>
                </a:lnTo>
                <a:lnTo>
                  <a:pt x="877" y="1233"/>
                </a:lnTo>
                <a:lnTo>
                  <a:pt x="877" y="1225"/>
                </a:lnTo>
                <a:lnTo>
                  <a:pt x="878" y="1220"/>
                </a:lnTo>
                <a:lnTo>
                  <a:pt x="873" y="1214"/>
                </a:lnTo>
                <a:lnTo>
                  <a:pt x="858" y="1209"/>
                </a:lnTo>
                <a:lnTo>
                  <a:pt x="829" y="1215"/>
                </a:lnTo>
                <a:lnTo>
                  <a:pt x="801" y="1230"/>
                </a:lnTo>
                <a:lnTo>
                  <a:pt x="792" y="1241"/>
                </a:lnTo>
                <a:lnTo>
                  <a:pt x="785" y="1256"/>
                </a:lnTo>
                <a:lnTo>
                  <a:pt x="787" y="1288"/>
                </a:lnTo>
                <a:lnTo>
                  <a:pt x="803" y="1313"/>
                </a:lnTo>
                <a:lnTo>
                  <a:pt x="819" y="1319"/>
                </a:lnTo>
                <a:lnTo>
                  <a:pt x="831" y="1317"/>
                </a:lnTo>
                <a:lnTo>
                  <a:pt x="837" y="1314"/>
                </a:lnTo>
                <a:lnTo>
                  <a:pt x="848" y="1304"/>
                </a:lnTo>
                <a:lnTo>
                  <a:pt x="867" y="1304"/>
                </a:lnTo>
                <a:lnTo>
                  <a:pt x="873" y="1314"/>
                </a:lnTo>
                <a:lnTo>
                  <a:pt x="876" y="1320"/>
                </a:lnTo>
                <a:lnTo>
                  <a:pt x="867" y="1330"/>
                </a:lnTo>
                <a:lnTo>
                  <a:pt x="857" y="1331"/>
                </a:lnTo>
                <a:lnTo>
                  <a:pt x="851" y="1332"/>
                </a:lnTo>
                <a:lnTo>
                  <a:pt x="841" y="1338"/>
                </a:lnTo>
                <a:lnTo>
                  <a:pt x="830" y="1353"/>
                </a:lnTo>
                <a:lnTo>
                  <a:pt x="828" y="1368"/>
                </a:lnTo>
                <a:lnTo>
                  <a:pt x="828" y="1379"/>
                </a:lnTo>
                <a:lnTo>
                  <a:pt x="824" y="1392"/>
                </a:lnTo>
                <a:lnTo>
                  <a:pt x="817" y="1395"/>
                </a:lnTo>
                <a:lnTo>
                  <a:pt x="802" y="1390"/>
                </a:lnTo>
                <a:lnTo>
                  <a:pt x="790" y="1384"/>
                </a:lnTo>
                <a:lnTo>
                  <a:pt x="779" y="1379"/>
                </a:lnTo>
                <a:lnTo>
                  <a:pt x="759" y="1375"/>
                </a:lnTo>
                <a:lnTo>
                  <a:pt x="743" y="1376"/>
                </a:lnTo>
                <a:lnTo>
                  <a:pt x="729" y="1382"/>
                </a:lnTo>
                <a:lnTo>
                  <a:pt x="719" y="1394"/>
                </a:lnTo>
                <a:lnTo>
                  <a:pt x="712" y="1410"/>
                </a:lnTo>
                <a:lnTo>
                  <a:pt x="711" y="1441"/>
                </a:lnTo>
                <a:lnTo>
                  <a:pt x="719" y="1466"/>
                </a:lnTo>
                <a:lnTo>
                  <a:pt x="727" y="1484"/>
                </a:lnTo>
                <a:lnTo>
                  <a:pt x="742" y="1502"/>
                </a:lnTo>
                <a:lnTo>
                  <a:pt x="752" y="1505"/>
                </a:lnTo>
                <a:lnTo>
                  <a:pt x="756" y="1504"/>
                </a:lnTo>
                <a:lnTo>
                  <a:pt x="762" y="1501"/>
                </a:lnTo>
                <a:lnTo>
                  <a:pt x="772" y="1503"/>
                </a:lnTo>
                <a:lnTo>
                  <a:pt x="773" y="1507"/>
                </a:lnTo>
                <a:lnTo>
                  <a:pt x="772" y="1520"/>
                </a:lnTo>
                <a:lnTo>
                  <a:pt x="759" y="1557"/>
                </a:lnTo>
                <a:lnTo>
                  <a:pt x="739" y="1594"/>
                </a:lnTo>
                <a:lnTo>
                  <a:pt x="719" y="1619"/>
                </a:lnTo>
                <a:lnTo>
                  <a:pt x="712" y="1621"/>
                </a:lnTo>
                <a:lnTo>
                  <a:pt x="709" y="1621"/>
                </a:lnTo>
                <a:lnTo>
                  <a:pt x="707" y="1626"/>
                </a:lnTo>
                <a:lnTo>
                  <a:pt x="711" y="1639"/>
                </a:lnTo>
                <a:lnTo>
                  <a:pt x="721" y="1651"/>
                </a:lnTo>
                <a:lnTo>
                  <a:pt x="732" y="1666"/>
                </a:lnTo>
                <a:lnTo>
                  <a:pt x="746" y="1700"/>
                </a:lnTo>
                <a:lnTo>
                  <a:pt x="747" y="1727"/>
                </a:lnTo>
                <a:lnTo>
                  <a:pt x="740" y="1734"/>
                </a:lnTo>
                <a:lnTo>
                  <a:pt x="731" y="1732"/>
                </a:lnTo>
                <a:lnTo>
                  <a:pt x="724" y="1728"/>
                </a:lnTo>
                <a:lnTo>
                  <a:pt x="713" y="1718"/>
                </a:lnTo>
                <a:lnTo>
                  <a:pt x="702" y="1719"/>
                </a:lnTo>
                <a:lnTo>
                  <a:pt x="702" y="1728"/>
                </a:lnTo>
                <a:lnTo>
                  <a:pt x="700" y="1732"/>
                </a:lnTo>
                <a:lnTo>
                  <a:pt x="695" y="1739"/>
                </a:lnTo>
                <a:lnTo>
                  <a:pt x="677" y="1741"/>
                </a:lnTo>
                <a:lnTo>
                  <a:pt x="656" y="1738"/>
                </a:lnTo>
                <a:lnTo>
                  <a:pt x="638" y="1734"/>
                </a:lnTo>
                <a:lnTo>
                  <a:pt x="616" y="1740"/>
                </a:lnTo>
                <a:lnTo>
                  <a:pt x="609" y="1758"/>
                </a:lnTo>
                <a:lnTo>
                  <a:pt x="619" y="1784"/>
                </a:lnTo>
                <a:lnTo>
                  <a:pt x="632" y="1798"/>
                </a:lnTo>
                <a:lnTo>
                  <a:pt x="644" y="1809"/>
                </a:lnTo>
                <a:lnTo>
                  <a:pt x="668" y="1820"/>
                </a:lnTo>
                <a:lnTo>
                  <a:pt x="687" y="1818"/>
                </a:lnTo>
                <a:lnTo>
                  <a:pt x="700" y="1805"/>
                </a:lnTo>
                <a:lnTo>
                  <a:pt x="702" y="1793"/>
                </a:lnTo>
                <a:lnTo>
                  <a:pt x="703" y="1783"/>
                </a:lnTo>
                <a:lnTo>
                  <a:pt x="712" y="1768"/>
                </a:lnTo>
                <a:lnTo>
                  <a:pt x="719" y="1766"/>
                </a:lnTo>
                <a:lnTo>
                  <a:pt x="728" y="1767"/>
                </a:lnTo>
                <a:lnTo>
                  <a:pt x="736" y="1777"/>
                </a:lnTo>
                <a:lnTo>
                  <a:pt x="736" y="1791"/>
                </a:lnTo>
                <a:lnTo>
                  <a:pt x="728" y="1806"/>
                </a:lnTo>
                <a:lnTo>
                  <a:pt x="719" y="1811"/>
                </a:lnTo>
                <a:lnTo>
                  <a:pt x="716" y="1815"/>
                </a:lnTo>
                <a:lnTo>
                  <a:pt x="712" y="1825"/>
                </a:lnTo>
                <a:lnTo>
                  <a:pt x="718" y="1846"/>
                </a:lnTo>
                <a:lnTo>
                  <a:pt x="730" y="1866"/>
                </a:lnTo>
                <a:lnTo>
                  <a:pt x="742" y="1884"/>
                </a:lnTo>
                <a:lnTo>
                  <a:pt x="750" y="1918"/>
                </a:lnTo>
                <a:lnTo>
                  <a:pt x="748" y="1928"/>
                </a:lnTo>
                <a:lnTo>
                  <a:pt x="745" y="1932"/>
                </a:lnTo>
                <a:lnTo>
                  <a:pt x="735" y="1939"/>
                </a:lnTo>
                <a:lnTo>
                  <a:pt x="718" y="1939"/>
                </a:lnTo>
                <a:lnTo>
                  <a:pt x="693" y="1924"/>
                </a:lnTo>
                <a:lnTo>
                  <a:pt x="671" y="1898"/>
                </a:lnTo>
                <a:lnTo>
                  <a:pt x="663" y="1880"/>
                </a:lnTo>
                <a:lnTo>
                  <a:pt x="656" y="1864"/>
                </a:lnTo>
                <a:lnTo>
                  <a:pt x="642" y="1850"/>
                </a:lnTo>
                <a:lnTo>
                  <a:pt x="633" y="1846"/>
                </a:lnTo>
                <a:lnTo>
                  <a:pt x="629" y="1847"/>
                </a:lnTo>
                <a:lnTo>
                  <a:pt x="622" y="1855"/>
                </a:lnTo>
                <a:lnTo>
                  <a:pt x="617" y="1888"/>
                </a:lnTo>
                <a:lnTo>
                  <a:pt x="619" y="1930"/>
                </a:lnTo>
                <a:lnTo>
                  <a:pt x="628" y="1968"/>
                </a:lnTo>
                <a:lnTo>
                  <a:pt x="634" y="1978"/>
                </a:lnTo>
                <a:lnTo>
                  <a:pt x="641" y="1985"/>
                </a:lnTo>
                <a:lnTo>
                  <a:pt x="647" y="2001"/>
                </a:lnTo>
                <a:lnTo>
                  <a:pt x="644" y="2011"/>
                </a:lnTo>
                <a:lnTo>
                  <a:pt x="634" y="2014"/>
                </a:lnTo>
                <a:lnTo>
                  <a:pt x="626" y="2009"/>
                </a:lnTo>
                <a:lnTo>
                  <a:pt x="622" y="2007"/>
                </a:lnTo>
                <a:lnTo>
                  <a:pt x="616" y="2018"/>
                </a:lnTo>
                <a:lnTo>
                  <a:pt x="614" y="2063"/>
                </a:lnTo>
                <a:lnTo>
                  <a:pt x="620" y="2121"/>
                </a:lnTo>
                <a:lnTo>
                  <a:pt x="630" y="2223"/>
                </a:lnTo>
                <a:lnTo>
                  <a:pt x="631" y="2268"/>
                </a:lnTo>
                <a:lnTo>
                  <a:pt x="625" y="2324"/>
                </a:lnTo>
                <a:lnTo>
                  <a:pt x="626" y="2391"/>
                </a:lnTo>
                <a:lnTo>
                  <a:pt x="625" y="2433"/>
                </a:lnTo>
                <a:lnTo>
                  <a:pt x="623" y="2491"/>
                </a:lnTo>
                <a:lnTo>
                  <a:pt x="622" y="2518"/>
                </a:lnTo>
                <a:lnTo>
                  <a:pt x="628" y="2569"/>
                </a:lnTo>
                <a:lnTo>
                  <a:pt x="632" y="2585"/>
                </a:lnTo>
                <a:lnTo>
                  <a:pt x="638" y="2601"/>
                </a:lnTo>
                <a:lnTo>
                  <a:pt x="636" y="2614"/>
                </a:lnTo>
                <a:lnTo>
                  <a:pt x="628" y="2617"/>
                </a:lnTo>
                <a:lnTo>
                  <a:pt x="620" y="2618"/>
                </a:lnTo>
                <a:lnTo>
                  <a:pt x="609" y="2619"/>
                </a:lnTo>
                <a:lnTo>
                  <a:pt x="595" y="2632"/>
                </a:lnTo>
                <a:lnTo>
                  <a:pt x="592" y="2653"/>
                </a:lnTo>
                <a:lnTo>
                  <a:pt x="600" y="2673"/>
                </a:lnTo>
                <a:lnTo>
                  <a:pt x="610" y="2681"/>
                </a:lnTo>
                <a:lnTo>
                  <a:pt x="618" y="2686"/>
                </a:lnTo>
                <a:lnTo>
                  <a:pt x="628" y="2708"/>
                </a:lnTo>
                <a:lnTo>
                  <a:pt x="629" y="2719"/>
                </a:lnTo>
                <a:lnTo>
                  <a:pt x="628" y="2729"/>
                </a:lnTo>
                <a:lnTo>
                  <a:pt x="618" y="2737"/>
                </a:lnTo>
                <a:lnTo>
                  <a:pt x="610" y="2735"/>
                </a:lnTo>
                <a:lnTo>
                  <a:pt x="601" y="2731"/>
                </a:lnTo>
                <a:lnTo>
                  <a:pt x="593" y="2734"/>
                </a:lnTo>
                <a:lnTo>
                  <a:pt x="594" y="2747"/>
                </a:lnTo>
                <a:lnTo>
                  <a:pt x="604" y="2766"/>
                </a:lnTo>
                <a:lnTo>
                  <a:pt x="612" y="2776"/>
                </a:lnTo>
                <a:lnTo>
                  <a:pt x="618" y="2781"/>
                </a:lnTo>
                <a:lnTo>
                  <a:pt x="623" y="2793"/>
                </a:lnTo>
                <a:lnTo>
                  <a:pt x="619" y="2810"/>
                </a:lnTo>
                <a:lnTo>
                  <a:pt x="605" y="2824"/>
                </a:lnTo>
                <a:lnTo>
                  <a:pt x="597" y="2832"/>
                </a:lnTo>
                <a:lnTo>
                  <a:pt x="584" y="2841"/>
                </a:lnTo>
                <a:lnTo>
                  <a:pt x="573" y="2842"/>
                </a:lnTo>
                <a:lnTo>
                  <a:pt x="562" y="2833"/>
                </a:lnTo>
                <a:lnTo>
                  <a:pt x="556" y="2825"/>
                </a:lnTo>
                <a:lnTo>
                  <a:pt x="548" y="2815"/>
                </a:lnTo>
                <a:lnTo>
                  <a:pt x="543" y="2792"/>
                </a:lnTo>
                <a:lnTo>
                  <a:pt x="545" y="2784"/>
                </a:lnTo>
                <a:lnTo>
                  <a:pt x="548" y="2779"/>
                </a:lnTo>
                <a:lnTo>
                  <a:pt x="546" y="2766"/>
                </a:lnTo>
                <a:lnTo>
                  <a:pt x="531" y="2748"/>
                </a:lnTo>
                <a:lnTo>
                  <a:pt x="494" y="2730"/>
                </a:lnTo>
                <a:lnTo>
                  <a:pt x="451" y="2723"/>
                </a:lnTo>
                <a:lnTo>
                  <a:pt x="433" y="2728"/>
                </a:lnTo>
                <a:lnTo>
                  <a:pt x="417" y="2733"/>
                </a:lnTo>
                <a:lnTo>
                  <a:pt x="399" y="2733"/>
                </a:lnTo>
                <a:lnTo>
                  <a:pt x="394" y="2730"/>
                </a:lnTo>
                <a:lnTo>
                  <a:pt x="393" y="2727"/>
                </a:lnTo>
                <a:lnTo>
                  <a:pt x="395" y="2719"/>
                </a:lnTo>
                <a:lnTo>
                  <a:pt x="412" y="2708"/>
                </a:lnTo>
                <a:lnTo>
                  <a:pt x="424" y="2705"/>
                </a:lnTo>
                <a:lnTo>
                  <a:pt x="433" y="2703"/>
                </a:lnTo>
                <a:lnTo>
                  <a:pt x="444" y="2698"/>
                </a:lnTo>
                <a:lnTo>
                  <a:pt x="443" y="2687"/>
                </a:lnTo>
                <a:lnTo>
                  <a:pt x="427" y="2672"/>
                </a:lnTo>
                <a:lnTo>
                  <a:pt x="401" y="2643"/>
                </a:lnTo>
                <a:lnTo>
                  <a:pt x="378" y="2608"/>
                </a:lnTo>
                <a:lnTo>
                  <a:pt x="366" y="2589"/>
                </a:lnTo>
                <a:lnTo>
                  <a:pt x="358" y="2586"/>
                </a:lnTo>
                <a:lnTo>
                  <a:pt x="357" y="2603"/>
                </a:lnTo>
                <a:lnTo>
                  <a:pt x="356" y="2616"/>
                </a:lnTo>
                <a:lnTo>
                  <a:pt x="345" y="2634"/>
                </a:lnTo>
                <a:lnTo>
                  <a:pt x="337" y="2635"/>
                </a:lnTo>
                <a:lnTo>
                  <a:pt x="333" y="2635"/>
                </a:lnTo>
                <a:lnTo>
                  <a:pt x="326" y="2630"/>
                </a:lnTo>
                <a:lnTo>
                  <a:pt x="324" y="2611"/>
                </a:lnTo>
                <a:lnTo>
                  <a:pt x="327" y="2594"/>
                </a:lnTo>
                <a:lnTo>
                  <a:pt x="330" y="2572"/>
                </a:lnTo>
                <a:lnTo>
                  <a:pt x="318" y="2516"/>
                </a:lnTo>
                <a:lnTo>
                  <a:pt x="302" y="2485"/>
                </a:lnTo>
                <a:lnTo>
                  <a:pt x="288" y="2457"/>
                </a:lnTo>
                <a:lnTo>
                  <a:pt x="269" y="2405"/>
                </a:lnTo>
                <a:lnTo>
                  <a:pt x="266" y="2390"/>
                </a:lnTo>
                <a:lnTo>
                  <a:pt x="264" y="2369"/>
                </a:lnTo>
                <a:lnTo>
                  <a:pt x="252" y="2314"/>
                </a:lnTo>
                <a:lnTo>
                  <a:pt x="234" y="2259"/>
                </a:lnTo>
                <a:lnTo>
                  <a:pt x="215" y="2222"/>
                </a:lnTo>
                <a:lnTo>
                  <a:pt x="208" y="2219"/>
                </a:lnTo>
                <a:lnTo>
                  <a:pt x="202" y="2220"/>
                </a:lnTo>
                <a:lnTo>
                  <a:pt x="195" y="2234"/>
                </a:lnTo>
                <a:lnTo>
                  <a:pt x="194" y="2244"/>
                </a:lnTo>
                <a:lnTo>
                  <a:pt x="192" y="2259"/>
                </a:lnTo>
                <a:lnTo>
                  <a:pt x="179" y="2280"/>
                </a:lnTo>
                <a:lnTo>
                  <a:pt x="160" y="2285"/>
                </a:lnTo>
                <a:lnTo>
                  <a:pt x="137" y="2276"/>
                </a:lnTo>
                <a:lnTo>
                  <a:pt x="126" y="2265"/>
                </a:lnTo>
                <a:lnTo>
                  <a:pt x="114" y="2247"/>
                </a:lnTo>
                <a:lnTo>
                  <a:pt x="105" y="2243"/>
                </a:lnTo>
                <a:lnTo>
                  <a:pt x="103" y="2251"/>
                </a:lnTo>
                <a:lnTo>
                  <a:pt x="103" y="2257"/>
                </a:lnTo>
                <a:lnTo>
                  <a:pt x="104" y="2269"/>
                </a:lnTo>
                <a:lnTo>
                  <a:pt x="117" y="2297"/>
                </a:lnTo>
                <a:lnTo>
                  <a:pt x="126" y="2308"/>
                </a:lnTo>
                <a:lnTo>
                  <a:pt x="133" y="2315"/>
                </a:lnTo>
                <a:lnTo>
                  <a:pt x="138" y="2324"/>
                </a:lnTo>
                <a:lnTo>
                  <a:pt x="133" y="2337"/>
                </a:lnTo>
                <a:lnTo>
                  <a:pt x="115" y="2347"/>
                </a:lnTo>
                <a:lnTo>
                  <a:pt x="103" y="2357"/>
                </a:lnTo>
                <a:lnTo>
                  <a:pt x="87" y="2385"/>
                </a:lnTo>
                <a:lnTo>
                  <a:pt x="85" y="2401"/>
                </a:lnTo>
                <a:lnTo>
                  <a:pt x="84" y="2414"/>
                </a:lnTo>
                <a:lnTo>
                  <a:pt x="71" y="2437"/>
                </a:lnTo>
                <a:lnTo>
                  <a:pt x="63" y="2442"/>
                </a:lnTo>
                <a:lnTo>
                  <a:pt x="52" y="2447"/>
                </a:lnTo>
                <a:lnTo>
                  <a:pt x="52" y="2453"/>
                </a:lnTo>
                <a:lnTo>
                  <a:pt x="63" y="2453"/>
                </a:lnTo>
                <a:lnTo>
                  <a:pt x="72" y="2455"/>
                </a:lnTo>
                <a:lnTo>
                  <a:pt x="83" y="2471"/>
                </a:lnTo>
                <a:lnTo>
                  <a:pt x="85" y="2492"/>
                </a:lnTo>
                <a:lnTo>
                  <a:pt x="76" y="2507"/>
                </a:lnTo>
                <a:lnTo>
                  <a:pt x="66" y="2509"/>
                </a:lnTo>
                <a:lnTo>
                  <a:pt x="60" y="2511"/>
                </a:lnTo>
                <a:lnTo>
                  <a:pt x="50" y="2539"/>
                </a:lnTo>
                <a:lnTo>
                  <a:pt x="49" y="2558"/>
                </a:lnTo>
                <a:lnTo>
                  <a:pt x="49" y="2608"/>
                </a:lnTo>
                <a:lnTo>
                  <a:pt x="72" y="2565"/>
                </a:lnTo>
                <a:lnTo>
                  <a:pt x="81" y="2546"/>
                </a:lnTo>
                <a:lnTo>
                  <a:pt x="108" y="2519"/>
                </a:lnTo>
                <a:lnTo>
                  <a:pt x="120" y="2512"/>
                </a:lnTo>
                <a:lnTo>
                  <a:pt x="130" y="2509"/>
                </a:lnTo>
                <a:lnTo>
                  <a:pt x="135" y="2518"/>
                </a:lnTo>
                <a:lnTo>
                  <a:pt x="128" y="2529"/>
                </a:lnTo>
                <a:lnTo>
                  <a:pt x="122" y="2541"/>
                </a:lnTo>
                <a:lnTo>
                  <a:pt x="117" y="2573"/>
                </a:lnTo>
                <a:lnTo>
                  <a:pt x="120" y="2589"/>
                </a:lnTo>
                <a:lnTo>
                  <a:pt x="120" y="2602"/>
                </a:lnTo>
                <a:lnTo>
                  <a:pt x="114" y="2612"/>
                </a:lnTo>
                <a:lnTo>
                  <a:pt x="109" y="2612"/>
                </a:lnTo>
                <a:lnTo>
                  <a:pt x="104" y="2610"/>
                </a:lnTo>
                <a:lnTo>
                  <a:pt x="97" y="2606"/>
                </a:lnTo>
                <a:lnTo>
                  <a:pt x="86" y="2609"/>
                </a:lnTo>
                <a:lnTo>
                  <a:pt x="85" y="2616"/>
                </a:lnTo>
                <a:lnTo>
                  <a:pt x="84" y="2623"/>
                </a:lnTo>
                <a:lnTo>
                  <a:pt x="70" y="2634"/>
                </a:lnTo>
                <a:lnTo>
                  <a:pt x="60" y="2635"/>
                </a:lnTo>
                <a:lnTo>
                  <a:pt x="48" y="2637"/>
                </a:lnTo>
                <a:lnTo>
                  <a:pt x="31" y="2654"/>
                </a:lnTo>
                <a:lnTo>
                  <a:pt x="25" y="2686"/>
                </a:lnTo>
                <a:lnTo>
                  <a:pt x="27" y="2735"/>
                </a:lnTo>
                <a:lnTo>
                  <a:pt x="33" y="2766"/>
                </a:lnTo>
                <a:lnTo>
                  <a:pt x="37" y="2800"/>
                </a:lnTo>
                <a:lnTo>
                  <a:pt x="34" y="2828"/>
                </a:lnTo>
                <a:lnTo>
                  <a:pt x="25" y="2834"/>
                </a:lnTo>
                <a:lnTo>
                  <a:pt x="17" y="2835"/>
                </a:lnTo>
                <a:lnTo>
                  <a:pt x="11" y="2835"/>
                </a:lnTo>
                <a:lnTo>
                  <a:pt x="3" y="2840"/>
                </a:lnTo>
                <a:lnTo>
                  <a:pt x="0" y="2855"/>
                </a:lnTo>
                <a:lnTo>
                  <a:pt x="5" y="2874"/>
                </a:lnTo>
                <a:lnTo>
                  <a:pt x="10" y="2897"/>
                </a:lnTo>
                <a:lnTo>
                  <a:pt x="16" y="2972"/>
                </a:lnTo>
                <a:lnTo>
                  <a:pt x="16" y="3015"/>
                </a:lnTo>
                <a:lnTo>
                  <a:pt x="15" y="3060"/>
                </a:lnTo>
                <a:lnTo>
                  <a:pt x="24" y="3106"/>
                </a:lnTo>
                <a:lnTo>
                  <a:pt x="33" y="3125"/>
                </a:lnTo>
                <a:lnTo>
                  <a:pt x="39" y="3132"/>
                </a:lnTo>
                <a:lnTo>
                  <a:pt x="52" y="3143"/>
                </a:lnTo>
                <a:lnTo>
                  <a:pt x="67" y="3167"/>
                </a:lnTo>
                <a:lnTo>
                  <a:pt x="71" y="3190"/>
                </a:lnTo>
                <a:lnTo>
                  <a:pt x="60" y="3204"/>
                </a:lnTo>
                <a:lnTo>
                  <a:pt x="49" y="3206"/>
                </a:lnTo>
                <a:lnTo>
                  <a:pt x="42" y="3207"/>
                </a:lnTo>
                <a:lnTo>
                  <a:pt x="31" y="3216"/>
                </a:lnTo>
                <a:lnTo>
                  <a:pt x="19" y="3245"/>
                </a:lnTo>
                <a:lnTo>
                  <a:pt x="16" y="3279"/>
                </a:lnTo>
                <a:lnTo>
                  <a:pt x="13" y="3321"/>
                </a:lnTo>
                <a:lnTo>
                  <a:pt x="17" y="3337"/>
                </a:lnTo>
                <a:lnTo>
                  <a:pt x="27" y="3327"/>
                </a:lnTo>
                <a:lnTo>
                  <a:pt x="36" y="3315"/>
                </a:lnTo>
                <a:lnTo>
                  <a:pt x="46" y="3303"/>
                </a:lnTo>
                <a:lnTo>
                  <a:pt x="59" y="3290"/>
                </a:lnTo>
                <a:lnTo>
                  <a:pt x="72" y="3290"/>
                </a:lnTo>
                <a:lnTo>
                  <a:pt x="88" y="3302"/>
                </a:lnTo>
                <a:lnTo>
                  <a:pt x="101" y="3313"/>
                </a:lnTo>
                <a:lnTo>
                  <a:pt x="117" y="3329"/>
                </a:lnTo>
                <a:lnTo>
                  <a:pt x="136" y="3354"/>
                </a:lnTo>
                <a:lnTo>
                  <a:pt x="138" y="3367"/>
                </a:lnTo>
                <a:lnTo>
                  <a:pt x="134" y="3371"/>
                </a:lnTo>
                <a:lnTo>
                  <a:pt x="120" y="3373"/>
                </a:lnTo>
                <a:lnTo>
                  <a:pt x="103" y="3369"/>
                </a:lnTo>
                <a:lnTo>
                  <a:pt x="86" y="3365"/>
                </a:lnTo>
                <a:lnTo>
                  <a:pt x="72" y="3369"/>
                </a:lnTo>
                <a:lnTo>
                  <a:pt x="67" y="3379"/>
                </a:lnTo>
                <a:lnTo>
                  <a:pt x="66" y="3385"/>
                </a:lnTo>
                <a:lnTo>
                  <a:pt x="68" y="3397"/>
                </a:lnTo>
                <a:lnTo>
                  <a:pt x="84" y="3413"/>
                </a:lnTo>
                <a:lnTo>
                  <a:pt x="93" y="3415"/>
                </a:lnTo>
                <a:lnTo>
                  <a:pt x="104" y="3416"/>
                </a:lnTo>
                <a:lnTo>
                  <a:pt x="120" y="3431"/>
                </a:lnTo>
                <a:lnTo>
                  <a:pt x="121" y="3442"/>
                </a:lnTo>
                <a:lnTo>
                  <a:pt x="121" y="3450"/>
                </a:lnTo>
                <a:lnTo>
                  <a:pt x="117" y="3459"/>
                </a:lnTo>
                <a:lnTo>
                  <a:pt x="101" y="3456"/>
                </a:lnTo>
                <a:lnTo>
                  <a:pt x="76" y="3440"/>
                </a:lnTo>
                <a:lnTo>
                  <a:pt x="52" y="3425"/>
                </a:lnTo>
                <a:lnTo>
                  <a:pt x="35" y="3422"/>
                </a:lnTo>
                <a:lnTo>
                  <a:pt x="30" y="3429"/>
                </a:lnTo>
                <a:lnTo>
                  <a:pt x="30" y="3434"/>
                </a:lnTo>
                <a:lnTo>
                  <a:pt x="31" y="3450"/>
                </a:lnTo>
                <a:lnTo>
                  <a:pt x="41" y="3478"/>
                </a:lnTo>
                <a:lnTo>
                  <a:pt x="59" y="3496"/>
                </a:lnTo>
                <a:lnTo>
                  <a:pt x="80" y="3503"/>
                </a:lnTo>
                <a:lnTo>
                  <a:pt x="92" y="3499"/>
                </a:lnTo>
                <a:lnTo>
                  <a:pt x="103" y="3496"/>
                </a:lnTo>
                <a:lnTo>
                  <a:pt x="124" y="3499"/>
                </a:lnTo>
                <a:lnTo>
                  <a:pt x="130" y="3505"/>
                </a:lnTo>
                <a:lnTo>
                  <a:pt x="134" y="3512"/>
                </a:lnTo>
                <a:lnTo>
                  <a:pt x="128" y="3522"/>
                </a:lnTo>
                <a:lnTo>
                  <a:pt x="121" y="3523"/>
                </a:lnTo>
                <a:lnTo>
                  <a:pt x="113" y="3524"/>
                </a:lnTo>
                <a:lnTo>
                  <a:pt x="108" y="3533"/>
                </a:lnTo>
                <a:lnTo>
                  <a:pt x="110" y="3540"/>
                </a:lnTo>
                <a:lnTo>
                  <a:pt x="114" y="3546"/>
                </a:lnTo>
                <a:lnTo>
                  <a:pt x="109" y="3559"/>
                </a:lnTo>
                <a:lnTo>
                  <a:pt x="101" y="3563"/>
                </a:lnTo>
                <a:lnTo>
                  <a:pt x="96" y="3566"/>
                </a:lnTo>
                <a:lnTo>
                  <a:pt x="90" y="3572"/>
                </a:lnTo>
                <a:lnTo>
                  <a:pt x="90" y="3588"/>
                </a:lnTo>
                <a:lnTo>
                  <a:pt x="98" y="3605"/>
                </a:lnTo>
                <a:lnTo>
                  <a:pt x="109" y="3628"/>
                </a:lnTo>
                <a:lnTo>
                  <a:pt x="124" y="3672"/>
                </a:lnTo>
                <a:lnTo>
                  <a:pt x="130" y="3713"/>
                </a:lnTo>
                <a:lnTo>
                  <a:pt x="127" y="3746"/>
                </a:lnTo>
                <a:lnTo>
                  <a:pt x="121" y="3757"/>
                </a:lnTo>
                <a:lnTo>
                  <a:pt x="116" y="3765"/>
                </a:lnTo>
                <a:lnTo>
                  <a:pt x="108" y="3772"/>
                </a:lnTo>
                <a:lnTo>
                  <a:pt x="92" y="3769"/>
                </a:lnTo>
                <a:lnTo>
                  <a:pt x="76" y="3754"/>
                </a:lnTo>
                <a:lnTo>
                  <a:pt x="63" y="3740"/>
                </a:lnTo>
                <a:lnTo>
                  <a:pt x="59" y="3726"/>
                </a:lnTo>
                <a:lnTo>
                  <a:pt x="63" y="3723"/>
                </a:lnTo>
                <a:lnTo>
                  <a:pt x="68" y="3722"/>
                </a:lnTo>
                <a:lnTo>
                  <a:pt x="77" y="3722"/>
                </a:lnTo>
                <a:lnTo>
                  <a:pt x="84" y="3716"/>
                </a:lnTo>
                <a:lnTo>
                  <a:pt x="79" y="3711"/>
                </a:lnTo>
                <a:lnTo>
                  <a:pt x="74" y="3708"/>
                </a:lnTo>
                <a:lnTo>
                  <a:pt x="59" y="3708"/>
                </a:lnTo>
                <a:lnTo>
                  <a:pt x="50" y="3711"/>
                </a:lnTo>
                <a:lnTo>
                  <a:pt x="46" y="3716"/>
                </a:lnTo>
                <a:lnTo>
                  <a:pt x="41" y="3728"/>
                </a:lnTo>
                <a:lnTo>
                  <a:pt x="45" y="3751"/>
                </a:lnTo>
                <a:lnTo>
                  <a:pt x="63" y="3786"/>
                </a:lnTo>
                <a:lnTo>
                  <a:pt x="84" y="3806"/>
                </a:lnTo>
                <a:lnTo>
                  <a:pt x="99" y="3812"/>
                </a:lnTo>
                <a:lnTo>
                  <a:pt x="107" y="3813"/>
                </a:lnTo>
                <a:lnTo>
                  <a:pt x="120" y="3815"/>
                </a:lnTo>
                <a:lnTo>
                  <a:pt x="137" y="3830"/>
                </a:lnTo>
                <a:lnTo>
                  <a:pt x="139" y="3841"/>
                </a:lnTo>
                <a:lnTo>
                  <a:pt x="140" y="3850"/>
                </a:lnTo>
                <a:lnTo>
                  <a:pt x="150" y="3866"/>
                </a:lnTo>
                <a:lnTo>
                  <a:pt x="158" y="3868"/>
                </a:lnTo>
                <a:lnTo>
                  <a:pt x="165" y="3869"/>
                </a:lnTo>
                <a:lnTo>
                  <a:pt x="174" y="3880"/>
                </a:lnTo>
                <a:lnTo>
                  <a:pt x="175" y="3887"/>
                </a:lnTo>
                <a:lnTo>
                  <a:pt x="175" y="3892"/>
                </a:lnTo>
                <a:lnTo>
                  <a:pt x="170" y="3896"/>
                </a:lnTo>
                <a:lnTo>
                  <a:pt x="153" y="3898"/>
                </a:lnTo>
                <a:lnTo>
                  <a:pt x="137" y="3895"/>
                </a:lnTo>
                <a:lnTo>
                  <a:pt x="116" y="3888"/>
                </a:lnTo>
                <a:lnTo>
                  <a:pt x="109" y="3898"/>
                </a:lnTo>
                <a:lnTo>
                  <a:pt x="120" y="3920"/>
                </a:lnTo>
                <a:lnTo>
                  <a:pt x="129" y="3935"/>
                </a:lnTo>
                <a:lnTo>
                  <a:pt x="150" y="3956"/>
                </a:lnTo>
                <a:lnTo>
                  <a:pt x="158" y="3958"/>
                </a:lnTo>
                <a:lnTo>
                  <a:pt x="165" y="3959"/>
                </a:lnTo>
                <a:lnTo>
                  <a:pt x="172" y="3971"/>
                </a:lnTo>
                <a:lnTo>
                  <a:pt x="172" y="3980"/>
                </a:lnTo>
                <a:lnTo>
                  <a:pt x="171" y="3984"/>
                </a:lnTo>
                <a:lnTo>
                  <a:pt x="176" y="3995"/>
                </a:lnTo>
                <a:lnTo>
                  <a:pt x="194" y="4013"/>
                </a:lnTo>
                <a:lnTo>
                  <a:pt x="212" y="4025"/>
                </a:lnTo>
                <a:lnTo>
                  <a:pt x="229" y="4034"/>
                </a:lnTo>
                <a:lnTo>
                  <a:pt x="245" y="4045"/>
                </a:lnTo>
                <a:lnTo>
                  <a:pt x="247" y="4049"/>
                </a:lnTo>
                <a:lnTo>
                  <a:pt x="245" y="4050"/>
                </a:lnTo>
                <a:lnTo>
                  <a:pt x="228" y="4054"/>
                </a:lnTo>
                <a:lnTo>
                  <a:pt x="212" y="4058"/>
                </a:lnTo>
                <a:lnTo>
                  <a:pt x="195" y="4061"/>
                </a:lnTo>
                <a:lnTo>
                  <a:pt x="175" y="4065"/>
                </a:lnTo>
                <a:lnTo>
                  <a:pt x="165" y="4067"/>
                </a:lnTo>
                <a:lnTo>
                  <a:pt x="157" y="4079"/>
                </a:lnTo>
                <a:lnTo>
                  <a:pt x="160" y="4092"/>
                </a:lnTo>
                <a:lnTo>
                  <a:pt x="174" y="4101"/>
                </a:lnTo>
                <a:lnTo>
                  <a:pt x="185" y="4103"/>
                </a:lnTo>
                <a:lnTo>
                  <a:pt x="195" y="4104"/>
                </a:lnTo>
                <a:lnTo>
                  <a:pt x="210" y="4112"/>
                </a:lnTo>
                <a:lnTo>
                  <a:pt x="212" y="4119"/>
                </a:lnTo>
                <a:lnTo>
                  <a:pt x="210" y="4125"/>
                </a:lnTo>
                <a:lnTo>
                  <a:pt x="191" y="4130"/>
                </a:lnTo>
                <a:lnTo>
                  <a:pt x="177" y="4126"/>
                </a:lnTo>
                <a:lnTo>
                  <a:pt x="167" y="4124"/>
                </a:lnTo>
                <a:lnTo>
                  <a:pt x="154" y="4126"/>
                </a:lnTo>
                <a:lnTo>
                  <a:pt x="148" y="4141"/>
                </a:lnTo>
                <a:lnTo>
                  <a:pt x="148" y="4170"/>
                </a:lnTo>
                <a:lnTo>
                  <a:pt x="150" y="4194"/>
                </a:lnTo>
                <a:lnTo>
                  <a:pt x="153" y="4236"/>
                </a:lnTo>
                <a:lnTo>
                  <a:pt x="147" y="4260"/>
                </a:lnTo>
                <a:lnTo>
                  <a:pt x="133" y="4260"/>
                </a:lnTo>
                <a:lnTo>
                  <a:pt x="121" y="4257"/>
                </a:lnTo>
                <a:lnTo>
                  <a:pt x="105" y="4253"/>
                </a:lnTo>
                <a:lnTo>
                  <a:pt x="90" y="4256"/>
                </a:lnTo>
                <a:lnTo>
                  <a:pt x="85" y="4261"/>
                </a:lnTo>
                <a:lnTo>
                  <a:pt x="85" y="4266"/>
                </a:lnTo>
                <a:lnTo>
                  <a:pt x="87" y="4275"/>
                </a:lnTo>
                <a:lnTo>
                  <a:pt x="105" y="4292"/>
                </a:lnTo>
                <a:lnTo>
                  <a:pt x="120" y="4297"/>
                </a:lnTo>
                <a:lnTo>
                  <a:pt x="133" y="4303"/>
                </a:lnTo>
                <a:lnTo>
                  <a:pt x="154" y="4330"/>
                </a:lnTo>
                <a:lnTo>
                  <a:pt x="165" y="4366"/>
                </a:lnTo>
                <a:lnTo>
                  <a:pt x="164" y="4388"/>
                </a:lnTo>
                <a:lnTo>
                  <a:pt x="159" y="4400"/>
                </a:lnTo>
                <a:lnTo>
                  <a:pt x="153" y="4404"/>
                </a:lnTo>
                <a:lnTo>
                  <a:pt x="146" y="4406"/>
                </a:lnTo>
                <a:lnTo>
                  <a:pt x="123" y="4400"/>
                </a:lnTo>
                <a:lnTo>
                  <a:pt x="112" y="4393"/>
                </a:lnTo>
                <a:lnTo>
                  <a:pt x="100" y="4383"/>
                </a:lnTo>
                <a:lnTo>
                  <a:pt x="88" y="4381"/>
                </a:lnTo>
                <a:lnTo>
                  <a:pt x="85" y="4385"/>
                </a:lnTo>
                <a:lnTo>
                  <a:pt x="85" y="4389"/>
                </a:lnTo>
                <a:lnTo>
                  <a:pt x="87" y="4399"/>
                </a:lnTo>
                <a:lnTo>
                  <a:pt x="112" y="4428"/>
                </a:lnTo>
                <a:lnTo>
                  <a:pt x="130" y="4444"/>
                </a:lnTo>
                <a:lnTo>
                  <a:pt x="145" y="4456"/>
                </a:lnTo>
                <a:lnTo>
                  <a:pt x="162" y="4472"/>
                </a:lnTo>
                <a:lnTo>
                  <a:pt x="163" y="4485"/>
                </a:lnTo>
                <a:lnTo>
                  <a:pt x="151" y="4503"/>
                </a:lnTo>
                <a:lnTo>
                  <a:pt x="139" y="4516"/>
                </a:lnTo>
                <a:lnTo>
                  <a:pt x="125" y="4531"/>
                </a:lnTo>
                <a:lnTo>
                  <a:pt x="108" y="4559"/>
                </a:lnTo>
                <a:lnTo>
                  <a:pt x="103" y="4580"/>
                </a:lnTo>
                <a:lnTo>
                  <a:pt x="112" y="4591"/>
                </a:lnTo>
                <a:lnTo>
                  <a:pt x="123" y="4592"/>
                </a:lnTo>
                <a:lnTo>
                  <a:pt x="138" y="4594"/>
                </a:lnTo>
                <a:lnTo>
                  <a:pt x="164" y="4611"/>
                </a:lnTo>
                <a:lnTo>
                  <a:pt x="182" y="4641"/>
                </a:lnTo>
                <a:lnTo>
                  <a:pt x="188" y="4676"/>
                </a:lnTo>
                <a:lnTo>
                  <a:pt x="185" y="4695"/>
                </a:lnTo>
                <a:lnTo>
                  <a:pt x="180" y="4718"/>
                </a:lnTo>
                <a:lnTo>
                  <a:pt x="184" y="4742"/>
                </a:lnTo>
                <a:lnTo>
                  <a:pt x="191" y="4754"/>
                </a:lnTo>
                <a:lnTo>
                  <a:pt x="197" y="4757"/>
                </a:lnTo>
                <a:lnTo>
                  <a:pt x="202" y="4761"/>
                </a:lnTo>
                <a:lnTo>
                  <a:pt x="207" y="4767"/>
                </a:lnTo>
                <a:lnTo>
                  <a:pt x="199" y="4772"/>
                </a:lnTo>
                <a:lnTo>
                  <a:pt x="180" y="4773"/>
                </a:lnTo>
                <a:lnTo>
                  <a:pt x="164" y="4774"/>
                </a:lnTo>
                <a:lnTo>
                  <a:pt x="146" y="4781"/>
                </a:lnTo>
                <a:lnTo>
                  <a:pt x="140" y="4787"/>
                </a:lnTo>
                <a:lnTo>
                  <a:pt x="139" y="4792"/>
                </a:lnTo>
                <a:lnTo>
                  <a:pt x="140" y="4798"/>
                </a:lnTo>
                <a:lnTo>
                  <a:pt x="151" y="4808"/>
                </a:lnTo>
                <a:lnTo>
                  <a:pt x="159" y="4809"/>
                </a:lnTo>
                <a:lnTo>
                  <a:pt x="165" y="4810"/>
                </a:lnTo>
                <a:lnTo>
                  <a:pt x="171" y="4819"/>
                </a:lnTo>
                <a:lnTo>
                  <a:pt x="169" y="4825"/>
                </a:lnTo>
                <a:lnTo>
                  <a:pt x="165" y="4833"/>
                </a:lnTo>
                <a:lnTo>
                  <a:pt x="175" y="4848"/>
                </a:lnTo>
                <a:lnTo>
                  <a:pt x="186" y="4852"/>
                </a:lnTo>
                <a:lnTo>
                  <a:pt x="194" y="4856"/>
                </a:lnTo>
                <a:lnTo>
                  <a:pt x="203" y="4866"/>
                </a:lnTo>
                <a:lnTo>
                  <a:pt x="208" y="4891"/>
                </a:lnTo>
                <a:lnTo>
                  <a:pt x="202" y="4917"/>
                </a:lnTo>
                <a:lnTo>
                  <a:pt x="200" y="4932"/>
                </a:lnTo>
                <a:lnTo>
                  <a:pt x="199" y="4955"/>
                </a:lnTo>
                <a:lnTo>
                  <a:pt x="207" y="4970"/>
                </a:lnTo>
                <a:lnTo>
                  <a:pt x="227" y="4981"/>
                </a:lnTo>
                <a:lnTo>
                  <a:pt x="242" y="4987"/>
                </a:lnTo>
                <a:lnTo>
                  <a:pt x="262" y="4995"/>
                </a:lnTo>
                <a:lnTo>
                  <a:pt x="272" y="5004"/>
                </a:lnTo>
                <a:lnTo>
                  <a:pt x="269" y="5007"/>
                </a:lnTo>
                <a:lnTo>
                  <a:pt x="262" y="5007"/>
                </a:lnTo>
                <a:lnTo>
                  <a:pt x="254" y="5008"/>
                </a:lnTo>
                <a:lnTo>
                  <a:pt x="242" y="5016"/>
                </a:lnTo>
                <a:lnTo>
                  <a:pt x="235" y="5042"/>
                </a:lnTo>
                <a:lnTo>
                  <a:pt x="235" y="5075"/>
                </a:lnTo>
                <a:lnTo>
                  <a:pt x="237" y="5104"/>
                </a:lnTo>
                <a:lnTo>
                  <a:pt x="246" y="5146"/>
                </a:lnTo>
                <a:lnTo>
                  <a:pt x="251" y="5154"/>
                </a:lnTo>
                <a:lnTo>
                  <a:pt x="258" y="5160"/>
                </a:lnTo>
                <a:lnTo>
                  <a:pt x="269" y="5196"/>
                </a:lnTo>
                <a:lnTo>
                  <a:pt x="273" y="5219"/>
                </a:lnTo>
                <a:lnTo>
                  <a:pt x="276" y="5235"/>
                </a:lnTo>
                <a:lnTo>
                  <a:pt x="276" y="5259"/>
                </a:lnTo>
                <a:lnTo>
                  <a:pt x="268" y="5275"/>
                </a:lnTo>
                <a:lnTo>
                  <a:pt x="249" y="5287"/>
                </a:lnTo>
                <a:lnTo>
                  <a:pt x="234" y="5293"/>
                </a:lnTo>
                <a:lnTo>
                  <a:pt x="203" y="5306"/>
                </a:lnTo>
                <a:lnTo>
                  <a:pt x="201" y="5311"/>
                </a:lnTo>
                <a:lnTo>
                  <a:pt x="229" y="5309"/>
                </a:lnTo>
                <a:lnTo>
                  <a:pt x="240" y="5308"/>
                </a:lnTo>
                <a:lnTo>
                  <a:pt x="261" y="5311"/>
                </a:lnTo>
                <a:lnTo>
                  <a:pt x="278" y="5319"/>
                </a:lnTo>
                <a:lnTo>
                  <a:pt x="294" y="5331"/>
                </a:lnTo>
                <a:lnTo>
                  <a:pt x="300" y="5338"/>
                </a:lnTo>
                <a:lnTo>
                  <a:pt x="311" y="5352"/>
                </a:lnTo>
                <a:lnTo>
                  <a:pt x="331" y="5363"/>
                </a:lnTo>
                <a:lnTo>
                  <a:pt x="344" y="5365"/>
                </a:lnTo>
                <a:lnTo>
                  <a:pt x="349" y="5363"/>
                </a:lnTo>
                <a:lnTo>
                  <a:pt x="360" y="5361"/>
                </a:lnTo>
                <a:lnTo>
                  <a:pt x="373" y="5364"/>
                </a:lnTo>
                <a:lnTo>
                  <a:pt x="375" y="5371"/>
                </a:lnTo>
                <a:lnTo>
                  <a:pt x="374" y="5375"/>
                </a:lnTo>
                <a:lnTo>
                  <a:pt x="368" y="5382"/>
                </a:lnTo>
                <a:lnTo>
                  <a:pt x="348" y="5388"/>
                </a:lnTo>
                <a:lnTo>
                  <a:pt x="330" y="5389"/>
                </a:lnTo>
                <a:lnTo>
                  <a:pt x="320" y="5389"/>
                </a:lnTo>
                <a:lnTo>
                  <a:pt x="303" y="5395"/>
                </a:lnTo>
                <a:lnTo>
                  <a:pt x="293" y="5404"/>
                </a:lnTo>
                <a:lnTo>
                  <a:pt x="286" y="5415"/>
                </a:lnTo>
                <a:lnTo>
                  <a:pt x="284" y="5439"/>
                </a:lnTo>
                <a:lnTo>
                  <a:pt x="300" y="5475"/>
                </a:lnTo>
                <a:lnTo>
                  <a:pt x="316" y="5494"/>
                </a:lnTo>
                <a:lnTo>
                  <a:pt x="328" y="5509"/>
                </a:lnTo>
                <a:lnTo>
                  <a:pt x="345" y="5546"/>
                </a:lnTo>
                <a:lnTo>
                  <a:pt x="349" y="5586"/>
                </a:lnTo>
                <a:lnTo>
                  <a:pt x="344" y="5611"/>
                </a:lnTo>
                <a:lnTo>
                  <a:pt x="336" y="5624"/>
                </a:lnTo>
                <a:lnTo>
                  <a:pt x="332" y="5628"/>
                </a:lnTo>
                <a:lnTo>
                  <a:pt x="325" y="5634"/>
                </a:lnTo>
                <a:lnTo>
                  <a:pt x="331" y="5646"/>
                </a:lnTo>
                <a:lnTo>
                  <a:pt x="343" y="5651"/>
                </a:lnTo>
                <a:lnTo>
                  <a:pt x="355" y="5658"/>
                </a:lnTo>
                <a:lnTo>
                  <a:pt x="364" y="5680"/>
                </a:lnTo>
                <a:lnTo>
                  <a:pt x="362" y="5692"/>
                </a:lnTo>
                <a:lnTo>
                  <a:pt x="359" y="5699"/>
                </a:lnTo>
                <a:lnTo>
                  <a:pt x="358" y="5709"/>
                </a:lnTo>
                <a:lnTo>
                  <a:pt x="369" y="5709"/>
                </a:lnTo>
                <a:lnTo>
                  <a:pt x="392" y="5699"/>
                </a:lnTo>
                <a:lnTo>
                  <a:pt x="415" y="5685"/>
                </a:lnTo>
                <a:lnTo>
                  <a:pt x="421" y="5694"/>
                </a:lnTo>
                <a:lnTo>
                  <a:pt x="408" y="5719"/>
                </a:lnTo>
                <a:lnTo>
                  <a:pt x="397" y="5736"/>
                </a:lnTo>
                <a:lnTo>
                  <a:pt x="375" y="5765"/>
                </a:lnTo>
                <a:lnTo>
                  <a:pt x="365" y="5773"/>
                </a:lnTo>
                <a:lnTo>
                  <a:pt x="359" y="5780"/>
                </a:lnTo>
                <a:lnTo>
                  <a:pt x="360" y="5795"/>
                </a:lnTo>
                <a:lnTo>
                  <a:pt x="370" y="5802"/>
                </a:lnTo>
                <a:lnTo>
                  <a:pt x="380" y="5812"/>
                </a:lnTo>
                <a:lnTo>
                  <a:pt x="406" y="5862"/>
                </a:lnTo>
                <a:lnTo>
                  <a:pt x="433" y="5928"/>
                </a:lnTo>
                <a:lnTo>
                  <a:pt x="451" y="5993"/>
                </a:lnTo>
                <a:lnTo>
                  <a:pt x="455" y="6015"/>
                </a:lnTo>
                <a:lnTo>
                  <a:pt x="456" y="6032"/>
                </a:lnTo>
                <a:lnTo>
                  <a:pt x="465" y="6045"/>
                </a:lnTo>
                <a:lnTo>
                  <a:pt x="474" y="6047"/>
                </a:lnTo>
                <a:lnTo>
                  <a:pt x="480" y="6045"/>
                </a:lnTo>
                <a:lnTo>
                  <a:pt x="486" y="6044"/>
                </a:lnTo>
                <a:lnTo>
                  <a:pt x="495" y="6056"/>
                </a:lnTo>
                <a:lnTo>
                  <a:pt x="500" y="6110"/>
                </a:lnTo>
                <a:lnTo>
                  <a:pt x="498" y="6186"/>
                </a:lnTo>
                <a:lnTo>
                  <a:pt x="497" y="6259"/>
                </a:lnTo>
                <a:lnTo>
                  <a:pt x="502" y="6321"/>
                </a:lnTo>
                <a:lnTo>
                  <a:pt x="510" y="6341"/>
                </a:lnTo>
                <a:lnTo>
                  <a:pt x="517" y="6346"/>
                </a:lnTo>
                <a:lnTo>
                  <a:pt x="524" y="6349"/>
                </a:lnTo>
                <a:lnTo>
                  <a:pt x="531" y="6362"/>
                </a:lnTo>
                <a:lnTo>
                  <a:pt x="527" y="6369"/>
                </a:lnTo>
                <a:lnTo>
                  <a:pt x="524" y="6375"/>
                </a:lnTo>
                <a:lnTo>
                  <a:pt x="530" y="6384"/>
                </a:lnTo>
                <a:lnTo>
                  <a:pt x="536" y="6385"/>
                </a:lnTo>
                <a:lnTo>
                  <a:pt x="544" y="6386"/>
                </a:lnTo>
                <a:lnTo>
                  <a:pt x="555" y="6397"/>
                </a:lnTo>
                <a:lnTo>
                  <a:pt x="556" y="6406"/>
                </a:lnTo>
                <a:lnTo>
                  <a:pt x="555" y="6411"/>
                </a:lnTo>
                <a:lnTo>
                  <a:pt x="544" y="6414"/>
                </a:lnTo>
                <a:lnTo>
                  <a:pt x="534" y="6411"/>
                </a:lnTo>
                <a:lnTo>
                  <a:pt x="525" y="6406"/>
                </a:lnTo>
                <a:lnTo>
                  <a:pt x="521" y="6414"/>
                </a:lnTo>
                <a:lnTo>
                  <a:pt x="525" y="6428"/>
                </a:lnTo>
                <a:lnTo>
                  <a:pt x="535" y="6458"/>
                </a:lnTo>
                <a:lnTo>
                  <a:pt x="538" y="6477"/>
                </a:lnTo>
                <a:lnTo>
                  <a:pt x="539" y="6483"/>
                </a:lnTo>
                <a:lnTo>
                  <a:pt x="552" y="6486"/>
                </a:lnTo>
                <a:lnTo>
                  <a:pt x="563" y="6483"/>
                </a:lnTo>
                <a:lnTo>
                  <a:pt x="574" y="6481"/>
                </a:lnTo>
                <a:lnTo>
                  <a:pt x="595" y="6486"/>
                </a:lnTo>
                <a:lnTo>
                  <a:pt x="601" y="6494"/>
                </a:lnTo>
                <a:lnTo>
                  <a:pt x="608" y="6512"/>
                </a:lnTo>
                <a:lnTo>
                  <a:pt x="614" y="6590"/>
                </a:lnTo>
                <a:lnTo>
                  <a:pt x="611" y="6684"/>
                </a:lnTo>
                <a:lnTo>
                  <a:pt x="605" y="6738"/>
                </a:lnTo>
                <a:lnTo>
                  <a:pt x="598" y="6759"/>
                </a:lnTo>
                <a:lnTo>
                  <a:pt x="594" y="6762"/>
                </a:lnTo>
                <a:lnTo>
                  <a:pt x="584" y="6766"/>
                </a:lnTo>
                <a:lnTo>
                  <a:pt x="574" y="6785"/>
                </a:lnTo>
                <a:lnTo>
                  <a:pt x="576" y="6810"/>
                </a:lnTo>
                <a:lnTo>
                  <a:pt x="591" y="6837"/>
                </a:lnTo>
                <a:lnTo>
                  <a:pt x="601" y="6849"/>
                </a:lnTo>
                <a:lnTo>
                  <a:pt x="612" y="6864"/>
                </a:lnTo>
                <a:lnTo>
                  <a:pt x="628" y="6908"/>
                </a:lnTo>
                <a:lnTo>
                  <a:pt x="629" y="6931"/>
                </a:lnTo>
                <a:lnTo>
                  <a:pt x="630" y="6949"/>
                </a:lnTo>
                <a:lnTo>
                  <a:pt x="637" y="6975"/>
                </a:lnTo>
                <a:lnTo>
                  <a:pt x="649" y="6984"/>
                </a:lnTo>
                <a:lnTo>
                  <a:pt x="662" y="6974"/>
                </a:lnTo>
                <a:lnTo>
                  <a:pt x="669" y="6960"/>
                </a:lnTo>
                <a:lnTo>
                  <a:pt x="671" y="6945"/>
                </a:lnTo>
                <a:lnTo>
                  <a:pt x="673" y="6871"/>
                </a:lnTo>
                <a:lnTo>
                  <a:pt x="672" y="6824"/>
                </a:lnTo>
                <a:lnTo>
                  <a:pt x="672" y="6778"/>
                </a:lnTo>
                <a:lnTo>
                  <a:pt x="677" y="6725"/>
                </a:lnTo>
                <a:lnTo>
                  <a:pt x="682" y="6704"/>
                </a:lnTo>
                <a:lnTo>
                  <a:pt x="685" y="6700"/>
                </a:lnTo>
                <a:lnTo>
                  <a:pt x="687" y="6699"/>
                </a:lnTo>
                <a:lnTo>
                  <a:pt x="692" y="6701"/>
                </a:lnTo>
                <a:lnTo>
                  <a:pt x="698" y="6714"/>
                </a:lnTo>
                <a:lnTo>
                  <a:pt x="706" y="6788"/>
                </a:lnTo>
                <a:lnTo>
                  <a:pt x="710" y="6893"/>
                </a:lnTo>
                <a:lnTo>
                  <a:pt x="711" y="6913"/>
                </a:lnTo>
                <a:lnTo>
                  <a:pt x="723" y="6957"/>
                </a:lnTo>
                <a:lnTo>
                  <a:pt x="732" y="6972"/>
                </a:lnTo>
                <a:lnTo>
                  <a:pt x="740" y="6990"/>
                </a:lnTo>
                <a:lnTo>
                  <a:pt x="742" y="7029"/>
                </a:lnTo>
                <a:lnTo>
                  <a:pt x="735" y="7050"/>
                </a:lnTo>
                <a:lnTo>
                  <a:pt x="731" y="7063"/>
                </a:lnTo>
                <a:lnTo>
                  <a:pt x="728" y="7079"/>
                </a:lnTo>
                <a:lnTo>
                  <a:pt x="734" y="7086"/>
                </a:lnTo>
                <a:lnTo>
                  <a:pt x="750" y="7085"/>
                </a:lnTo>
                <a:lnTo>
                  <a:pt x="765" y="7081"/>
                </a:lnTo>
                <a:lnTo>
                  <a:pt x="789" y="7076"/>
                </a:lnTo>
                <a:lnTo>
                  <a:pt x="802" y="7079"/>
                </a:lnTo>
                <a:lnTo>
                  <a:pt x="802" y="7089"/>
                </a:lnTo>
                <a:lnTo>
                  <a:pt x="799" y="7097"/>
                </a:lnTo>
                <a:lnTo>
                  <a:pt x="796" y="7109"/>
                </a:lnTo>
                <a:lnTo>
                  <a:pt x="803" y="7131"/>
                </a:lnTo>
                <a:lnTo>
                  <a:pt x="810" y="7137"/>
                </a:lnTo>
                <a:lnTo>
                  <a:pt x="815" y="7138"/>
                </a:lnTo>
                <a:lnTo>
                  <a:pt x="820" y="7125"/>
                </a:lnTo>
                <a:lnTo>
                  <a:pt x="823" y="7081"/>
                </a:lnTo>
                <a:lnTo>
                  <a:pt x="816" y="6995"/>
                </a:lnTo>
                <a:lnTo>
                  <a:pt x="801" y="6914"/>
                </a:lnTo>
                <a:lnTo>
                  <a:pt x="790" y="6890"/>
                </a:lnTo>
                <a:lnTo>
                  <a:pt x="783" y="6875"/>
                </a:lnTo>
                <a:lnTo>
                  <a:pt x="782" y="6861"/>
                </a:lnTo>
                <a:lnTo>
                  <a:pt x="786" y="6857"/>
                </a:lnTo>
                <a:lnTo>
                  <a:pt x="790" y="6857"/>
                </a:lnTo>
                <a:lnTo>
                  <a:pt x="793" y="6856"/>
                </a:lnTo>
                <a:lnTo>
                  <a:pt x="798" y="6849"/>
                </a:lnTo>
                <a:lnTo>
                  <a:pt x="801" y="6832"/>
                </a:lnTo>
                <a:lnTo>
                  <a:pt x="797" y="6814"/>
                </a:lnTo>
                <a:lnTo>
                  <a:pt x="794" y="6796"/>
                </a:lnTo>
                <a:lnTo>
                  <a:pt x="798" y="6789"/>
                </a:lnTo>
                <a:lnTo>
                  <a:pt x="806" y="6800"/>
                </a:lnTo>
                <a:lnTo>
                  <a:pt x="816" y="6811"/>
                </a:lnTo>
                <a:lnTo>
                  <a:pt x="827" y="6813"/>
                </a:lnTo>
                <a:lnTo>
                  <a:pt x="832" y="6809"/>
                </a:lnTo>
                <a:lnTo>
                  <a:pt x="835" y="6803"/>
                </a:lnTo>
                <a:lnTo>
                  <a:pt x="843" y="6795"/>
                </a:lnTo>
                <a:lnTo>
                  <a:pt x="858" y="6791"/>
                </a:lnTo>
                <a:lnTo>
                  <a:pt x="872" y="6802"/>
                </a:lnTo>
                <a:lnTo>
                  <a:pt x="881" y="6826"/>
                </a:lnTo>
                <a:lnTo>
                  <a:pt x="882" y="6841"/>
                </a:lnTo>
                <a:lnTo>
                  <a:pt x="883" y="6851"/>
                </a:lnTo>
                <a:lnTo>
                  <a:pt x="886" y="6864"/>
                </a:lnTo>
                <a:lnTo>
                  <a:pt x="895" y="6871"/>
                </a:lnTo>
                <a:lnTo>
                  <a:pt x="908" y="6871"/>
                </a:lnTo>
                <a:lnTo>
                  <a:pt x="917" y="6869"/>
                </a:lnTo>
                <a:lnTo>
                  <a:pt x="934" y="6866"/>
                </a:lnTo>
                <a:lnTo>
                  <a:pt x="946" y="6873"/>
                </a:lnTo>
                <a:lnTo>
                  <a:pt x="947" y="6884"/>
                </a:lnTo>
                <a:lnTo>
                  <a:pt x="946" y="6893"/>
                </a:lnTo>
                <a:lnTo>
                  <a:pt x="945" y="6900"/>
                </a:lnTo>
                <a:lnTo>
                  <a:pt x="950" y="6916"/>
                </a:lnTo>
                <a:lnTo>
                  <a:pt x="959" y="6933"/>
                </a:lnTo>
                <a:lnTo>
                  <a:pt x="976" y="6949"/>
                </a:lnTo>
                <a:lnTo>
                  <a:pt x="985" y="6956"/>
                </a:lnTo>
                <a:lnTo>
                  <a:pt x="997" y="6964"/>
                </a:lnTo>
                <a:lnTo>
                  <a:pt x="1014" y="6981"/>
                </a:lnTo>
                <a:lnTo>
                  <a:pt x="1022" y="6998"/>
                </a:lnTo>
                <a:lnTo>
                  <a:pt x="1022" y="7017"/>
                </a:lnTo>
                <a:lnTo>
                  <a:pt x="1020" y="7031"/>
                </a:lnTo>
                <a:lnTo>
                  <a:pt x="1015" y="7051"/>
                </a:lnTo>
                <a:lnTo>
                  <a:pt x="1020" y="7069"/>
                </a:lnTo>
                <a:lnTo>
                  <a:pt x="1030" y="7073"/>
                </a:lnTo>
                <a:lnTo>
                  <a:pt x="1037" y="7074"/>
                </a:lnTo>
                <a:lnTo>
                  <a:pt x="1047" y="7074"/>
                </a:lnTo>
                <a:lnTo>
                  <a:pt x="1063" y="7084"/>
                </a:lnTo>
                <a:lnTo>
                  <a:pt x="1064" y="7091"/>
                </a:lnTo>
                <a:lnTo>
                  <a:pt x="1065" y="7099"/>
                </a:lnTo>
                <a:lnTo>
                  <a:pt x="1072" y="7109"/>
                </a:lnTo>
                <a:lnTo>
                  <a:pt x="1078" y="7110"/>
                </a:lnTo>
                <a:lnTo>
                  <a:pt x="1083" y="7109"/>
                </a:lnTo>
                <a:lnTo>
                  <a:pt x="1091" y="7100"/>
                </a:lnTo>
                <a:lnTo>
                  <a:pt x="1093" y="7074"/>
                </a:lnTo>
                <a:lnTo>
                  <a:pt x="1083" y="7027"/>
                </a:lnTo>
                <a:lnTo>
                  <a:pt x="1063" y="6982"/>
                </a:lnTo>
                <a:lnTo>
                  <a:pt x="1050" y="6966"/>
                </a:lnTo>
                <a:lnTo>
                  <a:pt x="1033" y="6953"/>
                </a:lnTo>
                <a:lnTo>
                  <a:pt x="1014" y="6932"/>
                </a:lnTo>
                <a:lnTo>
                  <a:pt x="1010" y="6919"/>
                </a:lnTo>
                <a:lnTo>
                  <a:pt x="1022" y="6918"/>
                </a:lnTo>
                <a:lnTo>
                  <a:pt x="1034" y="6922"/>
                </a:lnTo>
                <a:lnTo>
                  <a:pt x="1047" y="6925"/>
                </a:lnTo>
                <a:lnTo>
                  <a:pt x="1066" y="6920"/>
                </a:lnTo>
                <a:lnTo>
                  <a:pt x="1075" y="6900"/>
                </a:lnTo>
                <a:lnTo>
                  <a:pt x="1070" y="6868"/>
                </a:lnTo>
                <a:lnTo>
                  <a:pt x="1064" y="6847"/>
                </a:lnTo>
                <a:lnTo>
                  <a:pt x="1055" y="6829"/>
                </a:lnTo>
                <a:lnTo>
                  <a:pt x="1037" y="6812"/>
                </a:lnTo>
                <a:lnTo>
                  <a:pt x="1023" y="6814"/>
                </a:lnTo>
                <a:lnTo>
                  <a:pt x="1018" y="6821"/>
                </a:lnTo>
                <a:lnTo>
                  <a:pt x="1014" y="6839"/>
                </a:lnTo>
                <a:lnTo>
                  <a:pt x="1018" y="6858"/>
                </a:lnTo>
                <a:lnTo>
                  <a:pt x="1022" y="6872"/>
                </a:lnTo>
                <a:lnTo>
                  <a:pt x="1019" y="6890"/>
                </a:lnTo>
                <a:lnTo>
                  <a:pt x="1013" y="6893"/>
                </a:lnTo>
                <a:lnTo>
                  <a:pt x="1001" y="6891"/>
                </a:lnTo>
                <a:lnTo>
                  <a:pt x="987" y="6883"/>
                </a:lnTo>
                <a:lnTo>
                  <a:pt x="984" y="6863"/>
                </a:lnTo>
                <a:lnTo>
                  <a:pt x="993" y="6835"/>
                </a:lnTo>
                <a:lnTo>
                  <a:pt x="1002" y="6816"/>
                </a:lnTo>
                <a:lnTo>
                  <a:pt x="1009" y="6802"/>
                </a:lnTo>
                <a:lnTo>
                  <a:pt x="1023" y="6784"/>
                </a:lnTo>
                <a:lnTo>
                  <a:pt x="1039" y="6774"/>
                </a:lnTo>
                <a:lnTo>
                  <a:pt x="1056" y="6773"/>
                </a:lnTo>
                <a:lnTo>
                  <a:pt x="1066" y="6775"/>
                </a:lnTo>
                <a:lnTo>
                  <a:pt x="1079" y="6778"/>
                </a:lnTo>
                <a:lnTo>
                  <a:pt x="1096" y="6774"/>
                </a:lnTo>
                <a:lnTo>
                  <a:pt x="1101" y="6762"/>
                </a:lnTo>
                <a:lnTo>
                  <a:pt x="1090" y="6747"/>
                </a:lnTo>
                <a:lnTo>
                  <a:pt x="1078" y="6740"/>
                </a:lnTo>
                <a:lnTo>
                  <a:pt x="1067" y="6734"/>
                </a:lnTo>
                <a:lnTo>
                  <a:pt x="1067" y="6725"/>
                </a:lnTo>
                <a:lnTo>
                  <a:pt x="1078" y="6719"/>
                </a:lnTo>
                <a:lnTo>
                  <a:pt x="1088" y="6713"/>
                </a:lnTo>
                <a:lnTo>
                  <a:pt x="1099" y="6695"/>
                </a:lnTo>
                <a:lnTo>
                  <a:pt x="1099" y="6674"/>
                </a:lnTo>
                <a:lnTo>
                  <a:pt x="1088" y="6657"/>
                </a:lnTo>
                <a:lnTo>
                  <a:pt x="1078" y="6651"/>
                </a:lnTo>
                <a:lnTo>
                  <a:pt x="1067" y="6650"/>
                </a:lnTo>
                <a:lnTo>
                  <a:pt x="1037" y="6654"/>
                </a:lnTo>
                <a:lnTo>
                  <a:pt x="1022" y="6661"/>
                </a:lnTo>
                <a:lnTo>
                  <a:pt x="1004" y="6670"/>
                </a:lnTo>
                <a:lnTo>
                  <a:pt x="994" y="6665"/>
                </a:lnTo>
                <a:lnTo>
                  <a:pt x="993" y="6653"/>
                </a:lnTo>
                <a:lnTo>
                  <a:pt x="995" y="6645"/>
                </a:lnTo>
                <a:lnTo>
                  <a:pt x="1000" y="6632"/>
                </a:lnTo>
                <a:lnTo>
                  <a:pt x="1014" y="6620"/>
                </a:lnTo>
                <a:lnTo>
                  <a:pt x="1026" y="6616"/>
                </a:lnTo>
                <a:lnTo>
                  <a:pt x="1033" y="6618"/>
                </a:lnTo>
                <a:lnTo>
                  <a:pt x="1045" y="6619"/>
                </a:lnTo>
                <a:lnTo>
                  <a:pt x="1062" y="6610"/>
                </a:lnTo>
                <a:lnTo>
                  <a:pt x="1064" y="6602"/>
                </a:lnTo>
                <a:lnTo>
                  <a:pt x="1063" y="6596"/>
                </a:lnTo>
                <a:lnTo>
                  <a:pt x="1047" y="6586"/>
                </a:lnTo>
                <a:lnTo>
                  <a:pt x="1037" y="6585"/>
                </a:lnTo>
                <a:lnTo>
                  <a:pt x="1027" y="6583"/>
                </a:lnTo>
                <a:lnTo>
                  <a:pt x="1006" y="6562"/>
                </a:lnTo>
                <a:lnTo>
                  <a:pt x="987" y="6531"/>
                </a:lnTo>
                <a:lnTo>
                  <a:pt x="975" y="6495"/>
                </a:lnTo>
                <a:lnTo>
                  <a:pt x="973" y="6480"/>
                </a:lnTo>
                <a:lnTo>
                  <a:pt x="976" y="6474"/>
                </a:lnTo>
                <a:lnTo>
                  <a:pt x="1005" y="6465"/>
                </a:lnTo>
                <a:lnTo>
                  <a:pt x="1026" y="6463"/>
                </a:lnTo>
                <a:lnTo>
                  <a:pt x="1040" y="6462"/>
                </a:lnTo>
                <a:lnTo>
                  <a:pt x="1062" y="6464"/>
                </a:lnTo>
                <a:lnTo>
                  <a:pt x="1076" y="6473"/>
                </a:lnTo>
                <a:lnTo>
                  <a:pt x="1085" y="6488"/>
                </a:lnTo>
                <a:lnTo>
                  <a:pt x="1089" y="6499"/>
                </a:lnTo>
                <a:lnTo>
                  <a:pt x="1093" y="6518"/>
                </a:lnTo>
                <a:lnTo>
                  <a:pt x="1094" y="6540"/>
                </a:lnTo>
                <a:lnTo>
                  <a:pt x="1089" y="6545"/>
                </a:lnTo>
                <a:lnTo>
                  <a:pt x="1079" y="6529"/>
                </a:lnTo>
                <a:lnTo>
                  <a:pt x="1072" y="6512"/>
                </a:lnTo>
                <a:lnTo>
                  <a:pt x="1067" y="6498"/>
                </a:lnTo>
                <a:lnTo>
                  <a:pt x="1052" y="6483"/>
                </a:lnTo>
                <a:lnTo>
                  <a:pt x="1034" y="6482"/>
                </a:lnTo>
                <a:lnTo>
                  <a:pt x="1018" y="6496"/>
                </a:lnTo>
                <a:lnTo>
                  <a:pt x="1013" y="6509"/>
                </a:lnTo>
                <a:lnTo>
                  <a:pt x="1013" y="6513"/>
                </a:lnTo>
                <a:lnTo>
                  <a:pt x="1018" y="6523"/>
                </a:lnTo>
                <a:lnTo>
                  <a:pt x="1035" y="6538"/>
                </a:lnTo>
                <a:lnTo>
                  <a:pt x="1071" y="6554"/>
                </a:lnTo>
                <a:lnTo>
                  <a:pt x="1106" y="6561"/>
                </a:lnTo>
                <a:lnTo>
                  <a:pt x="1118" y="6558"/>
                </a:lnTo>
                <a:lnTo>
                  <a:pt x="1124" y="6552"/>
                </a:lnTo>
                <a:lnTo>
                  <a:pt x="1129" y="6533"/>
                </a:lnTo>
                <a:lnTo>
                  <a:pt x="1127" y="6489"/>
                </a:lnTo>
                <a:lnTo>
                  <a:pt x="1105" y="6422"/>
                </a:lnTo>
                <a:lnTo>
                  <a:pt x="1082" y="6380"/>
                </a:lnTo>
                <a:lnTo>
                  <a:pt x="1065" y="6361"/>
                </a:lnTo>
                <a:lnTo>
                  <a:pt x="1056" y="6357"/>
                </a:lnTo>
                <a:lnTo>
                  <a:pt x="1051" y="6353"/>
                </a:lnTo>
                <a:lnTo>
                  <a:pt x="1042" y="6344"/>
                </a:lnTo>
                <a:lnTo>
                  <a:pt x="1034" y="6320"/>
                </a:lnTo>
                <a:lnTo>
                  <a:pt x="1034" y="6298"/>
                </a:lnTo>
                <a:lnTo>
                  <a:pt x="1035" y="6286"/>
                </a:lnTo>
                <a:lnTo>
                  <a:pt x="1031" y="6261"/>
                </a:lnTo>
                <a:lnTo>
                  <a:pt x="1013" y="6223"/>
                </a:lnTo>
                <a:lnTo>
                  <a:pt x="975" y="6181"/>
                </a:lnTo>
                <a:lnTo>
                  <a:pt x="941" y="6162"/>
                </a:lnTo>
                <a:lnTo>
                  <a:pt x="920" y="6159"/>
                </a:lnTo>
                <a:lnTo>
                  <a:pt x="909" y="6161"/>
                </a:lnTo>
                <a:lnTo>
                  <a:pt x="892" y="6164"/>
                </a:lnTo>
                <a:lnTo>
                  <a:pt x="895" y="6158"/>
                </a:lnTo>
                <a:lnTo>
                  <a:pt x="917" y="6145"/>
                </a:lnTo>
                <a:lnTo>
                  <a:pt x="935" y="6133"/>
                </a:lnTo>
                <a:lnTo>
                  <a:pt x="945" y="6118"/>
                </a:lnTo>
                <a:lnTo>
                  <a:pt x="943" y="6109"/>
                </a:lnTo>
                <a:lnTo>
                  <a:pt x="939" y="6107"/>
                </a:lnTo>
                <a:lnTo>
                  <a:pt x="930" y="6101"/>
                </a:lnTo>
                <a:lnTo>
                  <a:pt x="910" y="6099"/>
                </a:lnTo>
                <a:lnTo>
                  <a:pt x="904" y="6102"/>
                </a:lnTo>
                <a:lnTo>
                  <a:pt x="901" y="6105"/>
                </a:lnTo>
                <a:lnTo>
                  <a:pt x="896" y="6102"/>
                </a:lnTo>
                <a:lnTo>
                  <a:pt x="892" y="6093"/>
                </a:lnTo>
                <a:lnTo>
                  <a:pt x="892" y="6069"/>
                </a:lnTo>
                <a:lnTo>
                  <a:pt x="899" y="6040"/>
                </a:lnTo>
                <a:lnTo>
                  <a:pt x="906" y="6028"/>
                </a:lnTo>
                <a:lnTo>
                  <a:pt x="910" y="6020"/>
                </a:lnTo>
                <a:lnTo>
                  <a:pt x="907" y="6002"/>
                </a:lnTo>
                <a:lnTo>
                  <a:pt x="901" y="5996"/>
                </a:lnTo>
                <a:lnTo>
                  <a:pt x="893" y="5990"/>
                </a:lnTo>
                <a:lnTo>
                  <a:pt x="889" y="5975"/>
                </a:lnTo>
                <a:lnTo>
                  <a:pt x="892" y="5969"/>
                </a:lnTo>
                <a:lnTo>
                  <a:pt x="894" y="5962"/>
                </a:lnTo>
                <a:lnTo>
                  <a:pt x="890" y="5947"/>
                </a:lnTo>
                <a:lnTo>
                  <a:pt x="882" y="5942"/>
                </a:lnTo>
                <a:lnTo>
                  <a:pt x="876" y="5935"/>
                </a:lnTo>
                <a:lnTo>
                  <a:pt x="866" y="5905"/>
                </a:lnTo>
                <a:lnTo>
                  <a:pt x="865" y="5887"/>
                </a:lnTo>
                <a:lnTo>
                  <a:pt x="864" y="5870"/>
                </a:lnTo>
                <a:lnTo>
                  <a:pt x="854" y="5839"/>
                </a:lnTo>
                <a:lnTo>
                  <a:pt x="846" y="5833"/>
                </a:lnTo>
                <a:lnTo>
                  <a:pt x="839" y="5831"/>
                </a:lnTo>
                <a:lnTo>
                  <a:pt x="829" y="5842"/>
                </a:lnTo>
                <a:lnTo>
                  <a:pt x="828" y="5852"/>
                </a:lnTo>
                <a:lnTo>
                  <a:pt x="828" y="5872"/>
                </a:lnTo>
                <a:lnTo>
                  <a:pt x="822" y="5881"/>
                </a:lnTo>
                <a:lnTo>
                  <a:pt x="809" y="5837"/>
                </a:lnTo>
                <a:lnTo>
                  <a:pt x="801" y="5773"/>
                </a:lnTo>
                <a:lnTo>
                  <a:pt x="797" y="5736"/>
                </a:lnTo>
                <a:lnTo>
                  <a:pt x="802" y="5689"/>
                </a:lnTo>
                <a:lnTo>
                  <a:pt x="809" y="5680"/>
                </a:lnTo>
                <a:lnTo>
                  <a:pt x="817" y="5684"/>
                </a:lnTo>
                <a:lnTo>
                  <a:pt x="828" y="5709"/>
                </a:lnTo>
                <a:lnTo>
                  <a:pt x="835" y="5743"/>
                </a:lnTo>
                <a:lnTo>
                  <a:pt x="842" y="5768"/>
                </a:lnTo>
                <a:lnTo>
                  <a:pt x="857" y="5802"/>
                </a:lnTo>
                <a:lnTo>
                  <a:pt x="865" y="5806"/>
                </a:lnTo>
                <a:lnTo>
                  <a:pt x="868" y="5807"/>
                </a:lnTo>
                <a:lnTo>
                  <a:pt x="878" y="5819"/>
                </a:lnTo>
                <a:lnTo>
                  <a:pt x="893" y="5851"/>
                </a:lnTo>
                <a:lnTo>
                  <a:pt x="903" y="5882"/>
                </a:lnTo>
                <a:lnTo>
                  <a:pt x="913" y="5914"/>
                </a:lnTo>
                <a:lnTo>
                  <a:pt x="933" y="5968"/>
                </a:lnTo>
                <a:lnTo>
                  <a:pt x="941" y="5980"/>
                </a:lnTo>
                <a:lnTo>
                  <a:pt x="944" y="5988"/>
                </a:lnTo>
                <a:lnTo>
                  <a:pt x="941" y="6010"/>
                </a:lnTo>
                <a:lnTo>
                  <a:pt x="933" y="6020"/>
                </a:lnTo>
                <a:lnTo>
                  <a:pt x="926" y="6027"/>
                </a:lnTo>
                <a:lnTo>
                  <a:pt x="919" y="6037"/>
                </a:lnTo>
                <a:lnTo>
                  <a:pt x="931" y="6045"/>
                </a:lnTo>
                <a:lnTo>
                  <a:pt x="960" y="6048"/>
                </a:lnTo>
                <a:lnTo>
                  <a:pt x="965" y="6049"/>
                </a:lnTo>
                <a:lnTo>
                  <a:pt x="972" y="6057"/>
                </a:lnTo>
                <a:lnTo>
                  <a:pt x="978" y="6075"/>
                </a:lnTo>
                <a:lnTo>
                  <a:pt x="977" y="6094"/>
                </a:lnTo>
                <a:lnTo>
                  <a:pt x="976" y="6112"/>
                </a:lnTo>
                <a:lnTo>
                  <a:pt x="982" y="6136"/>
                </a:lnTo>
                <a:lnTo>
                  <a:pt x="990" y="6148"/>
                </a:lnTo>
                <a:lnTo>
                  <a:pt x="995" y="6151"/>
                </a:lnTo>
                <a:lnTo>
                  <a:pt x="1010" y="6161"/>
                </a:lnTo>
                <a:lnTo>
                  <a:pt x="1031" y="6169"/>
                </a:lnTo>
                <a:lnTo>
                  <a:pt x="1038" y="6162"/>
                </a:lnTo>
                <a:lnTo>
                  <a:pt x="1029" y="6145"/>
                </a:lnTo>
                <a:lnTo>
                  <a:pt x="1018" y="6132"/>
                </a:lnTo>
                <a:lnTo>
                  <a:pt x="1006" y="6116"/>
                </a:lnTo>
                <a:lnTo>
                  <a:pt x="996" y="6096"/>
                </a:lnTo>
                <a:lnTo>
                  <a:pt x="996" y="6086"/>
                </a:lnTo>
                <a:lnTo>
                  <a:pt x="998" y="6083"/>
                </a:lnTo>
                <a:lnTo>
                  <a:pt x="1004" y="6078"/>
                </a:lnTo>
                <a:lnTo>
                  <a:pt x="1018" y="6082"/>
                </a:lnTo>
                <a:lnTo>
                  <a:pt x="1023" y="6088"/>
                </a:lnTo>
                <a:lnTo>
                  <a:pt x="1032" y="6098"/>
                </a:lnTo>
                <a:lnTo>
                  <a:pt x="1075" y="6126"/>
                </a:lnTo>
                <a:lnTo>
                  <a:pt x="1100" y="6139"/>
                </a:lnTo>
                <a:lnTo>
                  <a:pt x="1164" y="6170"/>
                </a:lnTo>
                <a:lnTo>
                  <a:pt x="1113" y="6132"/>
                </a:lnTo>
                <a:lnTo>
                  <a:pt x="1093" y="6115"/>
                </a:lnTo>
                <a:lnTo>
                  <a:pt x="1076" y="6091"/>
                </a:lnTo>
                <a:lnTo>
                  <a:pt x="1072" y="6080"/>
                </a:lnTo>
                <a:lnTo>
                  <a:pt x="1075" y="6075"/>
                </a:lnTo>
                <a:lnTo>
                  <a:pt x="1077" y="6069"/>
                </a:lnTo>
                <a:lnTo>
                  <a:pt x="1071" y="6060"/>
                </a:lnTo>
                <a:lnTo>
                  <a:pt x="1066" y="6059"/>
                </a:lnTo>
                <a:lnTo>
                  <a:pt x="1057" y="6058"/>
                </a:lnTo>
                <a:lnTo>
                  <a:pt x="1046" y="6047"/>
                </a:lnTo>
                <a:lnTo>
                  <a:pt x="1045" y="6039"/>
                </a:lnTo>
                <a:lnTo>
                  <a:pt x="1046" y="6033"/>
                </a:lnTo>
                <a:lnTo>
                  <a:pt x="1056" y="6030"/>
                </a:lnTo>
                <a:lnTo>
                  <a:pt x="1064" y="6032"/>
                </a:lnTo>
                <a:lnTo>
                  <a:pt x="1070" y="6035"/>
                </a:lnTo>
                <a:lnTo>
                  <a:pt x="1075" y="6025"/>
                </a:lnTo>
                <a:lnTo>
                  <a:pt x="1071" y="6015"/>
                </a:lnTo>
                <a:lnTo>
                  <a:pt x="1066" y="6003"/>
                </a:lnTo>
                <a:lnTo>
                  <a:pt x="1052" y="5989"/>
                </a:lnTo>
                <a:lnTo>
                  <a:pt x="1038" y="5987"/>
                </a:lnTo>
                <a:lnTo>
                  <a:pt x="1027" y="5998"/>
                </a:lnTo>
                <a:lnTo>
                  <a:pt x="1026" y="6009"/>
                </a:lnTo>
                <a:lnTo>
                  <a:pt x="1026" y="6012"/>
                </a:lnTo>
                <a:lnTo>
                  <a:pt x="1022" y="6014"/>
                </a:lnTo>
                <a:lnTo>
                  <a:pt x="1015" y="6006"/>
                </a:lnTo>
                <a:lnTo>
                  <a:pt x="1007" y="5990"/>
                </a:lnTo>
                <a:lnTo>
                  <a:pt x="1002" y="5972"/>
                </a:lnTo>
                <a:lnTo>
                  <a:pt x="998" y="5939"/>
                </a:lnTo>
                <a:lnTo>
                  <a:pt x="1002" y="5931"/>
                </a:lnTo>
                <a:lnTo>
                  <a:pt x="1005" y="5922"/>
                </a:lnTo>
                <a:lnTo>
                  <a:pt x="998" y="5898"/>
                </a:lnTo>
                <a:lnTo>
                  <a:pt x="991" y="5887"/>
                </a:lnTo>
                <a:lnTo>
                  <a:pt x="983" y="5874"/>
                </a:lnTo>
                <a:lnTo>
                  <a:pt x="980" y="5831"/>
                </a:lnTo>
                <a:lnTo>
                  <a:pt x="987" y="5786"/>
                </a:lnTo>
                <a:lnTo>
                  <a:pt x="997" y="5764"/>
                </a:lnTo>
                <a:lnTo>
                  <a:pt x="1006" y="5760"/>
                </a:lnTo>
                <a:lnTo>
                  <a:pt x="1012" y="5762"/>
                </a:lnTo>
                <a:lnTo>
                  <a:pt x="1017" y="5769"/>
                </a:lnTo>
                <a:lnTo>
                  <a:pt x="1020" y="5798"/>
                </a:lnTo>
                <a:lnTo>
                  <a:pt x="1017" y="5817"/>
                </a:lnTo>
                <a:lnTo>
                  <a:pt x="1013" y="5835"/>
                </a:lnTo>
                <a:lnTo>
                  <a:pt x="1016" y="5853"/>
                </a:lnTo>
                <a:lnTo>
                  <a:pt x="1022" y="5860"/>
                </a:lnTo>
                <a:lnTo>
                  <a:pt x="1028" y="5860"/>
                </a:lnTo>
                <a:lnTo>
                  <a:pt x="1035" y="5861"/>
                </a:lnTo>
                <a:lnTo>
                  <a:pt x="1041" y="5869"/>
                </a:lnTo>
                <a:lnTo>
                  <a:pt x="1039" y="5874"/>
                </a:lnTo>
                <a:lnTo>
                  <a:pt x="1037" y="5882"/>
                </a:lnTo>
                <a:lnTo>
                  <a:pt x="1041" y="5903"/>
                </a:lnTo>
                <a:lnTo>
                  <a:pt x="1047" y="5914"/>
                </a:lnTo>
                <a:lnTo>
                  <a:pt x="1056" y="5927"/>
                </a:lnTo>
                <a:lnTo>
                  <a:pt x="1064" y="5924"/>
                </a:lnTo>
                <a:lnTo>
                  <a:pt x="1064" y="5907"/>
                </a:lnTo>
                <a:lnTo>
                  <a:pt x="1065" y="5896"/>
                </a:lnTo>
                <a:lnTo>
                  <a:pt x="1071" y="5886"/>
                </a:lnTo>
                <a:lnTo>
                  <a:pt x="1082" y="5889"/>
                </a:lnTo>
                <a:lnTo>
                  <a:pt x="1091" y="5905"/>
                </a:lnTo>
                <a:lnTo>
                  <a:pt x="1093" y="5917"/>
                </a:lnTo>
                <a:lnTo>
                  <a:pt x="1096" y="5930"/>
                </a:lnTo>
                <a:lnTo>
                  <a:pt x="1100" y="5936"/>
                </a:lnTo>
                <a:lnTo>
                  <a:pt x="1104" y="5957"/>
                </a:lnTo>
                <a:lnTo>
                  <a:pt x="1111" y="6014"/>
                </a:lnTo>
                <a:lnTo>
                  <a:pt x="1114" y="6037"/>
                </a:lnTo>
                <a:lnTo>
                  <a:pt x="1122" y="6072"/>
                </a:lnTo>
                <a:lnTo>
                  <a:pt x="1137" y="6093"/>
                </a:lnTo>
                <a:lnTo>
                  <a:pt x="1153" y="6097"/>
                </a:lnTo>
                <a:lnTo>
                  <a:pt x="1164" y="6091"/>
                </a:lnTo>
                <a:lnTo>
                  <a:pt x="1168" y="6091"/>
                </a:lnTo>
                <a:lnTo>
                  <a:pt x="1189" y="6111"/>
                </a:lnTo>
                <a:lnTo>
                  <a:pt x="1200" y="6128"/>
                </a:lnTo>
                <a:lnTo>
                  <a:pt x="1210" y="6145"/>
                </a:lnTo>
                <a:lnTo>
                  <a:pt x="1218" y="6174"/>
                </a:lnTo>
                <a:lnTo>
                  <a:pt x="1213" y="6195"/>
                </a:lnTo>
                <a:lnTo>
                  <a:pt x="1195" y="6201"/>
                </a:lnTo>
                <a:lnTo>
                  <a:pt x="1181" y="6197"/>
                </a:lnTo>
                <a:lnTo>
                  <a:pt x="1171" y="6196"/>
                </a:lnTo>
                <a:lnTo>
                  <a:pt x="1153" y="6205"/>
                </a:lnTo>
                <a:lnTo>
                  <a:pt x="1148" y="6215"/>
                </a:lnTo>
                <a:lnTo>
                  <a:pt x="1145" y="6221"/>
                </a:lnTo>
                <a:lnTo>
                  <a:pt x="1146" y="6231"/>
                </a:lnTo>
                <a:lnTo>
                  <a:pt x="1156" y="6239"/>
                </a:lnTo>
                <a:lnTo>
                  <a:pt x="1170" y="6240"/>
                </a:lnTo>
                <a:lnTo>
                  <a:pt x="1186" y="6241"/>
                </a:lnTo>
                <a:lnTo>
                  <a:pt x="1214" y="6256"/>
                </a:lnTo>
                <a:lnTo>
                  <a:pt x="1232" y="6276"/>
                </a:lnTo>
                <a:lnTo>
                  <a:pt x="1237" y="6291"/>
                </a:lnTo>
                <a:lnTo>
                  <a:pt x="1233" y="6299"/>
                </a:lnTo>
                <a:lnTo>
                  <a:pt x="1229" y="6302"/>
                </a:lnTo>
                <a:lnTo>
                  <a:pt x="1220" y="6306"/>
                </a:lnTo>
                <a:lnTo>
                  <a:pt x="1196" y="6306"/>
                </a:lnTo>
                <a:lnTo>
                  <a:pt x="1183" y="6302"/>
                </a:lnTo>
                <a:lnTo>
                  <a:pt x="1170" y="6298"/>
                </a:lnTo>
                <a:lnTo>
                  <a:pt x="1156" y="6302"/>
                </a:lnTo>
                <a:lnTo>
                  <a:pt x="1156" y="6316"/>
                </a:lnTo>
                <a:lnTo>
                  <a:pt x="1168" y="6336"/>
                </a:lnTo>
                <a:lnTo>
                  <a:pt x="1180" y="6347"/>
                </a:lnTo>
                <a:lnTo>
                  <a:pt x="1187" y="6352"/>
                </a:lnTo>
                <a:lnTo>
                  <a:pt x="1200" y="6358"/>
                </a:lnTo>
                <a:lnTo>
                  <a:pt x="1213" y="6356"/>
                </a:lnTo>
                <a:lnTo>
                  <a:pt x="1226" y="6346"/>
                </a:lnTo>
                <a:lnTo>
                  <a:pt x="1235" y="6338"/>
                </a:lnTo>
                <a:lnTo>
                  <a:pt x="1244" y="6328"/>
                </a:lnTo>
                <a:lnTo>
                  <a:pt x="1258" y="6319"/>
                </a:lnTo>
                <a:lnTo>
                  <a:pt x="1269" y="6320"/>
                </a:lnTo>
                <a:lnTo>
                  <a:pt x="1281" y="6332"/>
                </a:lnTo>
                <a:lnTo>
                  <a:pt x="1289" y="6341"/>
                </a:lnTo>
                <a:lnTo>
                  <a:pt x="1297" y="6351"/>
                </a:lnTo>
                <a:lnTo>
                  <a:pt x="1305" y="6359"/>
                </a:lnTo>
                <a:lnTo>
                  <a:pt x="1310" y="6339"/>
                </a:lnTo>
                <a:lnTo>
                  <a:pt x="1305" y="6295"/>
                </a:lnTo>
                <a:lnTo>
                  <a:pt x="1300" y="6261"/>
                </a:lnTo>
                <a:lnTo>
                  <a:pt x="1290" y="6224"/>
                </a:lnTo>
                <a:lnTo>
                  <a:pt x="1283" y="6210"/>
                </a:lnTo>
                <a:lnTo>
                  <a:pt x="1279" y="6208"/>
                </a:lnTo>
                <a:lnTo>
                  <a:pt x="1272" y="6202"/>
                </a:lnTo>
                <a:lnTo>
                  <a:pt x="1264" y="6180"/>
                </a:lnTo>
                <a:lnTo>
                  <a:pt x="1264" y="6153"/>
                </a:lnTo>
                <a:lnTo>
                  <a:pt x="1272" y="6134"/>
                </a:lnTo>
                <a:lnTo>
                  <a:pt x="1279" y="6132"/>
                </a:lnTo>
                <a:lnTo>
                  <a:pt x="1287" y="6133"/>
                </a:lnTo>
                <a:lnTo>
                  <a:pt x="1301" y="6148"/>
                </a:lnTo>
                <a:lnTo>
                  <a:pt x="1306" y="6159"/>
                </a:lnTo>
                <a:lnTo>
                  <a:pt x="1313" y="6170"/>
                </a:lnTo>
                <a:lnTo>
                  <a:pt x="1334" y="6185"/>
                </a:lnTo>
                <a:lnTo>
                  <a:pt x="1344" y="6186"/>
                </a:lnTo>
                <a:lnTo>
                  <a:pt x="1351" y="6186"/>
                </a:lnTo>
                <a:lnTo>
                  <a:pt x="1362" y="6190"/>
                </a:lnTo>
                <a:lnTo>
                  <a:pt x="1369" y="6203"/>
                </a:lnTo>
                <a:lnTo>
                  <a:pt x="1368" y="6216"/>
                </a:lnTo>
                <a:lnTo>
                  <a:pt x="1367" y="6234"/>
                </a:lnTo>
                <a:lnTo>
                  <a:pt x="1380" y="6286"/>
                </a:lnTo>
                <a:lnTo>
                  <a:pt x="1392" y="6313"/>
                </a:lnTo>
                <a:lnTo>
                  <a:pt x="1404" y="6339"/>
                </a:lnTo>
                <a:lnTo>
                  <a:pt x="1414" y="6383"/>
                </a:lnTo>
                <a:lnTo>
                  <a:pt x="1412" y="6395"/>
                </a:lnTo>
                <a:lnTo>
                  <a:pt x="1402" y="6414"/>
                </a:lnTo>
                <a:lnTo>
                  <a:pt x="1396" y="6439"/>
                </a:lnTo>
                <a:lnTo>
                  <a:pt x="1392" y="6451"/>
                </a:lnTo>
                <a:lnTo>
                  <a:pt x="1375" y="6477"/>
                </a:lnTo>
                <a:lnTo>
                  <a:pt x="1363" y="6487"/>
                </a:lnTo>
                <a:lnTo>
                  <a:pt x="1354" y="6494"/>
                </a:lnTo>
                <a:lnTo>
                  <a:pt x="1344" y="6503"/>
                </a:lnTo>
                <a:lnTo>
                  <a:pt x="1344" y="6512"/>
                </a:lnTo>
                <a:lnTo>
                  <a:pt x="1354" y="6523"/>
                </a:lnTo>
                <a:lnTo>
                  <a:pt x="1363" y="6531"/>
                </a:lnTo>
                <a:lnTo>
                  <a:pt x="1374" y="6540"/>
                </a:lnTo>
                <a:lnTo>
                  <a:pt x="1389" y="6565"/>
                </a:lnTo>
                <a:lnTo>
                  <a:pt x="1390" y="6575"/>
                </a:lnTo>
                <a:lnTo>
                  <a:pt x="1392" y="6587"/>
                </a:lnTo>
                <a:lnTo>
                  <a:pt x="1417" y="6618"/>
                </a:lnTo>
                <a:lnTo>
                  <a:pt x="1436" y="6632"/>
                </a:lnTo>
                <a:lnTo>
                  <a:pt x="1447" y="6640"/>
                </a:lnTo>
                <a:lnTo>
                  <a:pt x="1464" y="6660"/>
                </a:lnTo>
                <a:lnTo>
                  <a:pt x="1475" y="6683"/>
                </a:lnTo>
                <a:lnTo>
                  <a:pt x="1480" y="6710"/>
                </a:lnTo>
                <a:lnTo>
                  <a:pt x="1480" y="6726"/>
                </a:lnTo>
                <a:lnTo>
                  <a:pt x="1483" y="6753"/>
                </a:lnTo>
                <a:lnTo>
                  <a:pt x="1502" y="6811"/>
                </a:lnTo>
                <a:lnTo>
                  <a:pt x="1515" y="6833"/>
                </a:lnTo>
                <a:lnTo>
                  <a:pt x="1529" y="6851"/>
                </a:lnTo>
                <a:lnTo>
                  <a:pt x="1542" y="6890"/>
                </a:lnTo>
                <a:lnTo>
                  <a:pt x="1540" y="6903"/>
                </a:lnTo>
                <a:lnTo>
                  <a:pt x="1538" y="6914"/>
                </a:lnTo>
                <a:lnTo>
                  <a:pt x="1542" y="6927"/>
                </a:lnTo>
                <a:lnTo>
                  <a:pt x="1550" y="6928"/>
                </a:lnTo>
                <a:lnTo>
                  <a:pt x="1554" y="6929"/>
                </a:lnTo>
                <a:lnTo>
                  <a:pt x="1563" y="6936"/>
                </a:lnTo>
                <a:lnTo>
                  <a:pt x="1575" y="6954"/>
                </a:lnTo>
                <a:lnTo>
                  <a:pt x="1587" y="6996"/>
                </a:lnTo>
                <a:lnTo>
                  <a:pt x="1592" y="7048"/>
                </a:lnTo>
                <a:lnTo>
                  <a:pt x="1591" y="7077"/>
                </a:lnTo>
                <a:lnTo>
                  <a:pt x="1591" y="7096"/>
                </a:lnTo>
                <a:lnTo>
                  <a:pt x="1595" y="7124"/>
                </a:lnTo>
                <a:lnTo>
                  <a:pt x="1603" y="7146"/>
                </a:lnTo>
                <a:lnTo>
                  <a:pt x="1619" y="7163"/>
                </a:lnTo>
                <a:lnTo>
                  <a:pt x="1629" y="7172"/>
                </a:lnTo>
                <a:lnTo>
                  <a:pt x="1645" y="7183"/>
                </a:lnTo>
                <a:lnTo>
                  <a:pt x="1653" y="7196"/>
                </a:lnTo>
                <a:lnTo>
                  <a:pt x="1651" y="7200"/>
                </a:lnTo>
                <a:lnTo>
                  <a:pt x="1648" y="7200"/>
                </a:lnTo>
                <a:lnTo>
                  <a:pt x="1641" y="7201"/>
                </a:lnTo>
                <a:lnTo>
                  <a:pt x="1635" y="7204"/>
                </a:lnTo>
                <a:lnTo>
                  <a:pt x="1636" y="7217"/>
                </a:lnTo>
                <a:lnTo>
                  <a:pt x="1648" y="7237"/>
                </a:lnTo>
                <a:lnTo>
                  <a:pt x="1653" y="7247"/>
                </a:lnTo>
                <a:lnTo>
                  <a:pt x="1661" y="7264"/>
                </a:lnTo>
                <a:lnTo>
                  <a:pt x="1661" y="7281"/>
                </a:lnTo>
                <a:lnTo>
                  <a:pt x="1653" y="7299"/>
                </a:lnTo>
                <a:lnTo>
                  <a:pt x="1648" y="7309"/>
                </a:lnTo>
                <a:lnTo>
                  <a:pt x="1638" y="7327"/>
                </a:lnTo>
                <a:lnTo>
                  <a:pt x="1627" y="7367"/>
                </a:lnTo>
                <a:lnTo>
                  <a:pt x="1627" y="7407"/>
                </a:lnTo>
                <a:lnTo>
                  <a:pt x="1635" y="7428"/>
                </a:lnTo>
                <a:lnTo>
                  <a:pt x="1642" y="7437"/>
                </a:lnTo>
                <a:lnTo>
                  <a:pt x="1648" y="7439"/>
                </a:lnTo>
                <a:lnTo>
                  <a:pt x="1655" y="7445"/>
                </a:lnTo>
                <a:lnTo>
                  <a:pt x="1670" y="7469"/>
                </a:lnTo>
                <a:lnTo>
                  <a:pt x="1673" y="7483"/>
                </a:lnTo>
                <a:lnTo>
                  <a:pt x="1682" y="7553"/>
                </a:lnTo>
                <a:lnTo>
                  <a:pt x="1701" y="7654"/>
                </a:lnTo>
                <a:lnTo>
                  <a:pt x="1722" y="7702"/>
                </a:lnTo>
                <a:lnTo>
                  <a:pt x="1737" y="7724"/>
                </a:lnTo>
                <a:lnTo>
                  <a:pt x="1756" y="7737"/>
                </a:lnTo>
                <a:lnTo>
                  <a:pt x="1777" y="7744"/>
                </a:lnTo>
                <a:lnTo>
                  <a:pt x="1789" y="7744"/>
                </a:lnTo>
                <a:lnTo>
                  <a:pt x="1802" y="7746"/>
                </a:lnTo>
                <a:lnTo>
                  <a:pt x="1826" y="7765"/>
                </a:lnTo>
                <a:lnTo>
                  <a:pt x="1848" y="7808"/>
                </a:lnTo>
                <a:lnTo>
                  <a:pt x="1870" y="7876"/>
                </a:lnTo>
                <a:lnTo>
                  <a:pt x="1882" y="7922"/>
                </a:lnTo>
                <a:lnTo>
                  <a:pt x="1894" y="7974"/>
                </a:lnTo>
                <a:lnTo>
                  <a:pt x="1896" y="8014"/>
                </a:lnTo>
                <a:lnTo>
                  <a:pt x="1888" y="8028"/>
                </a:lnTo>
                <a:lnTo>
                  <a:pt x="1882" y="8034"/>
                </a:lnTo>
                <a:lnTo>
                  <a:pt x="1875" y="8038"/>
                </a:lnTo>
                <a:lnTo>
                  <a:pt x="1869" y="8048"/>
                </a:lnTo>
                <a:lnTo>
                  <a:pt x="1865" y="8067"/>
                </a:lnTo>
                <a:lnTo>
                  <a:pt x="1874" y="8091"/>
                </a:lnTo>
                <a:lnTo>
                  <a:pt x="1888" y="8101"/>
                </a:lnTo>
                <a:lnTo>
                  <a:pt x="1900" y="8102"/>
                </a:lnTo>
                <a:lnTo>
                  <a:pt x="1907" y="8101"/>
                </a:lnTo>
                <a:lnTo>
                  <a:pt x="1913" y="8099"/>
                </a:lnTo>
                <a:lnTo>
                  <a:pt x="1924" y="8100"/>
                </a:lnTo>
                <a:lnTo>
                  <a:pt x="1938" y="8112"/>
                </a:lnTo>
                <a:lnTo>
                  <a:pt x="1945" y="8129"/>
                </a:lnTo>
                <a:lnTo>
                  <a:pt x="1949" y="8146"/>
                </a:lnTo>
                <a:lnTo>
                  <a:pt x="1946" y="8165"/>
                </a:lnTo>
                <a:lnTo>
                  <a:pt x="1940" y="8173"/>
                </a:lnTo>
                <a:lnTo>
                  <a:pt x="1936" y="8175"/>
                </a:lnTo>
                <a:lnTo>
                  <a:pt x="1927" y="8178"/>
                </a:lnTo>
                <a:lnTo>
                  <a:pt x="1919" y="8193"/>
                </a:lnTo>
                <a:lnTo>
                  <a:pt x="1915" y="8228"/>
                </a:lnTo>
                <a:lnTo>
                  <a:pt x="1931" y="8280"/>
                </a:lnTo>
                <a:lnTo>
                  <a:pt x="1952" y="8312"/>
                </a:lnTo>
                <a:lnTo>
                  <a:pt x="1970" y="8323"/>
                </a:lnTo>
                <a:lnTo>
                  <a:pt x="1980" y="8324"/>
                </a:lnTo>
                <a:lnTo>
                  <a:pt x="1989" y="8324"/>
                </a:lnTo>
                <a:lnTo>
                  <a:pt x="2002" y="8332"/>
                </a:lnTo>
                <a:lnTo>
                  <a:pt x="2009" y="8364"/>
                </a:lnTo>
                <a:lnTo>
                  <a:pt x="2007" y="8409"/>
                </a:lnTo>
                <a:lnTo>
                  <a:pt x="2007" y="8426"/>
                </a:lnTo>
                <a:lnTo>
                  <a:pt x="2014" y="8443"/>
                </a:lnTo>
                <a:lnTo>
                  <a:pt x="2023" y="8450"/>
                </a:lnTo>
                <a:lnTo>
                  <a:pt x="2029" y="8450"/>
                </a:lnTo>
                <a:lnTo>
                  <a:pt x="2039" y="8451"/>
                </a:lnTo>
                <a:lnTo>
                  <a:pt x="2038" y="8459"/>
                </a:lnTo>
                <a:lnTo>
                  <a:pt x="2026" y="8466"/>
                </a:lnTo>
                <a:lnTo>
                  <a:pt x="2019" y="8472"/>
                </a:lnTo>
                <a:lnTo>
                  <a:pt x="2012" y="8483"/>
                </a:lnTo>
                <a:lnTo>
                  <a:pt x="2020" y="8505"/>
                </a:lnTo>
                <a:lnTo>
                  <a:pt x="2039" y="8530"/>
                </a:lnTo>
                <a:lnTo>
                  <a:pt x="2054" y="8550"/>
                </a:lnTo>
                <a:lnTo>
                  <a:pt x="2069" y="8593"/>
                </a:lnTo>
                <a:lnTo>
                  <a:pt x="2068" y="8610"/>
                </a:lnTo>
                <a:lnTo>
                  <a:pt x="2068" y="8624"/>
                </a:lnTo>
                <a:lnTo>
                  <a:pt x="2083" y="8665"/>
                </a:lnTo>
                <a:lnTo>
                  <a:pt x="2097" y="8686"/>
                </a:lnTo>
                <a:lnTo>
                  <a:pt x="2118" y="8711"/>
                </a:lnTo>
                <a:lnTo>
                  <a:pt x="2131" y="8717"/>
                </a:lnTo>
                <a:lnTo>
                  <a:pt x="2133" y="8706"/>
                </a:lnTo>
                <a:lnTo>
                  <a:pt x="2133" y="8695"/>
                </a:lnTo>
                <a:lnTo>
                  <a:pt x="2134" y="8679"/>
                </a:lnTo>
                <a:lnTo>
                  <a:pt x="2141" y="8672"/>
                </a:lnTo>
                <a:lnTo>
                  <a:pt x="2147" y="8674"/>
                </a:lnTo>
                <a:lnTo>
                  <a:pt x="2152" y="8678"/>
                </a:lnTo>
                <a:lnTo>
                  <a:pt x="2159" y="8688"/>
                </a:lnTo>
                <a:lnTo>
                  <a:pt x="2162" y="8714"/>
                </a:lnTo>
                <a:lnTo>
                  <a:pt x="2154" y="8738"/>
                </a:lnTo>
                <a:lnTo>
                  <a:pt x="2143" y="8748"/>
                </a:lnTo>
                <a:lnTo>
                  <a:pt x="2133" y="8748"/>
                </a:lnTo>
                <a:lnTo>
                  <a:pt x="2128" y="8746"/>
                </a:lnTo>
                <a:lnTo>
                  <a:pt x="2121" y="8741"/>
                </a:lnTo>
                <a:lnTo>
                  <a:pt x="2119" y="8748"/>
                </a:lnTo>
                <a:lnTo>
                  <a:pt x="2124" y="8756"/>
                </a:lnTo>
                <a:lnTo>
                  <a:pt x="2132" y="8765"/>
                </a:lnTo>
                <a:lnTo>
                  <a:pt x="2161" y="8772"/>
                </a:lnTo>
                <a:lnTo>
                  <a:pt x="2179" y="8770"/>
                </a:lnTo>
                <a:lnTo>
                  <a:pt x="2198" y="8765"/>
                </a:lnTo>
                <a:lnTo>
                  <a:pt x="2219" y="8771"/>
                </a:lnTo>
                <a:lnTo>
                  <a:pt x="2229" y="8779"/>
                </a:lnTo>
                <a:lnTo>
                  <a:pt x="2231" y="8786"/>
                </a:lnTo>
                <a:lnTo>
                  <a:pt x="2237" y="8796"/>
                </a:lnTo>
                <a:lnTo>
                  <a:pt x="2259" y="8811"/>
                </a:lnTo>
                <a:lnTo>
                  <a:pt x="2271" y="8813"/>
                </a:lnTo>
                <a:lnTo>
                  <a:pt x="2279" y="8813"/>
                </a:lnTo>
                <a:lnTo>
                  <a:pt x="2289" y="8810"/>
                </a:lnTo>
                <a:lnTo>
                  <a:pt x="2290" y="8800"/>
                </a:lnTo>
                <a:lnTo>
                  <a:pt x="2279" y="8786"/>
                </a:lnTo>
                <a:lnTo>
                  <a:pt x="2270" y="8773"/>
                </a:lnTo>
                <a:lnTo>
                  <a:pt x="2266" y="8730"/>
                </a:lnTo>
                <a:lnTo>
                  <a:pt x="2269" y="8705"/>
                </a:lnTo>
                <a:lnTo>
                  <a:pt x="2273" y="8683"/>
                </a:lnTo>
                <a:lnTo>
                  <a:pt x="2271" y="8656"/>
                </a:lnTo>
                <a:lnTo>
                  <a:pt x="2265" y="8643"/>
                </a:lnTo>
                <a:lnTo>
                  <a:pt x="2260" y="8640"/>
                </a:lnTo>
                <a:lnTo>
                  <a:pt x="2257" y="8637"/>
                </a:lnTo>
                <a:lnTo>
                  <a:pt x="2252" y="8623"/>
                </a:lnTo>
                <a:lnTo>
                  <a:pt x="2250" y="8590"/>
                </a:lnTo>
                <a:lnTo>
                  <a:pt x="2257" y="8538"/>
                </a:lnTo>
                <a:lnTo>
                  <a:pt x="2273" y="8491"/>
                </a:lnTo>
                <a:lnTo>
                  <a:pt x="2284" y="8477"/>
                </a:lnTo>
                <a:lnTo>
                  <a:pt x="2287" y="8474"/>
                </a:lnTo>
                <a:lnTo>
                  <a:pt x="2293" y="8472"/>
                </a:lnTo>
                <a:lnTo>
                  <a:pt x="2295" y="8483"/>
                </a:lnTo>
                <a:lnTo>
                  <a:pt x="2291" y="8501"/>
                </a:lnTo>
                <a:lnTo>
                  <a:pt x="2287" y="8522"/>
                </a:lnTo>
                <a:lnTo>
                  <a:pt x="2291" y="8531"/>
                </a:lnTo>
                <a:lnTo>
                  <a:pt x="2298" y="8529"/>
                </a:lnTo>
                <a:lnTo>
                  <a:pt x="2304" y="8525"/>
                </a:lnTo>
                <a:lnTo>
                  <a:pt x="2314" y="8517"/>
                </a:lnTo>
                <a:lnTo>
                  <a:pt x="2326" y="8523"/>
                </a:lnTo>
                <a:lnTo>
                  <a:pt x="2328" y="8537"/>
                </a:lnTo>
                <a:lnTo>
                  <a:pt x="2332" y="8573"/>
                </a:lnTo>
                <a:lnTo>
                  <a:pt x="2340" y="8623"/>
                </a:lnTo>
                <a:lnTo>
                  <a:pt x="2351" y="8673"/>
                </a:lnTo>
                <a:lnTo>
                  <a:pt x="2358" y="8716"/>
                </a:lnTo>
                <a:lnTo>
                  <a:pt x="2361" y="8735"/>
                </a:lnTo>
                <a:lnTo>
                  <a:pt x="2372" y="8764"/>
                </a:lnTo>
                <a:lnTo>
                  <a:pt x="2384" y="8784"/>
                </a:lnTo>
                <a:lnTo>
                  <a:pt x="2401" y="8793"/>
                </a:lnTo>
                <a:lnTo>
                  <a:pt x="2409" y="8795"/>
                </a:lnTo>
                <a:lnTo>
                  <a:pt x="2414" y="8793"/>
                </a:lnTo>
                <a:lnTo>
                  <a:pt x="2419" y="8786"/>
                </a:lnTo>
                <a:lnTo>
                  <a:pt x="2421" y="8759"/>
                </a:lnTo>
                <a:lnTo>
                  <a:pt x="2418" y="8731"/>
                </a:lnTo>
                <a:lnTo>
                  <a:pt x="2415" y="8704"/>
                </a:lnTo>
                <a:lnTo>
                  <a:pt x="2417" y="8681"/>
                </a:lnTo>
                <a:lnTo>
                  <a:pt x="2421" y="8676"/>
                </a:lnTo>
                <a:lnTo>
                  <a:pt x="2426" y="8677"/>
                </a:lnTo>
                <a:lnTo>
                  <a:pt x="2432" y="8684"/>
                </a:lnTo>
                <a:lnTo>
                  <a:pt x="2441" y="8703"/>
                </a:lnTo>
                <a:lnTo>
                  <a:pt x="2442" y="8715"/>
                </a:lnTo>
                <a:lnTo>
                  <a:pt x="2443" y="8725"/>
                </a:lnTo>
                <a:lnTo>
                  <a:pt x="2458" y="8739"/>
                </a:lnTo>
                <a:lnTo>
                  <a:pt x="2469" y="8740"/>
                </a:lnTo>
                <a:lnTo>
                  <a:pt x="2479" y="8742"/>
                </a:lnTo>
                <a:lnTo>
                  <a:pt x="2494" y="8759"/>
                </a:lnTo>
                <a:lnTo>
                  <a:pt x="2496" y="8771"/>
                </a:lnTo>
                <a:lnTo>
                  <a:pt x="2496" y="8786"/>
                </a:lnTo>
                <a:lnTo>
                  <a:pt x="2507" y="8790"/>
                </a:lnTo>
                <a:lnTo>
                  <a:pt x="2518" y="8780"/>
                </a:lnTo>
                <a:lnTo>
                  <a:pt x="2524" y="8774"/>
                </a:lnTo>
                <a:lnTo>
                  <a:pt x="2529" y="8761"/>
                </a:lnTo>
                <a:lnTo>
                  <a:pt x="2528" y="8737"/>
                </a:lnTo>
                <a:lnTo>
                  <a:pt x="2518" y="8715"/>
                </a:lnTo>
                <a:lnTo>
                  <a:pt x="2510" y="8697"/>
                </a:lnTo>
                <a:lnTo>
                  <a:pt x="2508" y="8670"/>
                </a:lnTo>
                <a:lnTo>
                  <a:pt x="2513" y="8664"/>
                </a:lnTo>
                <a:lnTo>
                  <a:pt x="2515" y="8661"/>
                </a:lnTo>
                <a:lnTo>
                  <a:pt x="2517" y="8641"/>
                </a:lnTo>
                <a:lnTo>
                  <a:pt x="2514" y="8588"/>
                </a:lnTo>
                <a:lnTo>
                  <a:pt x="2505" y="8541"/>
                </a:lnTo>
                <a:lnTo>
                  <a:pt x="2483" y="8435"/>
                </a:lnTo>
                <a:lnTo>
                  <a:pt x="2472" y="8360"/>
                </a:lnTo>
                <a:lnTo>
                  <a:pt x="2464" y="8311"/>
                </a:lnTo>
                <a:lnTo>
                  <a:pt x="2459" y="8297"/>
                </a:lnTo>
                <a:lnTo>
                  <a:pt x="2456" y="8290"/>
                </a:lnTo>
                <a:lnTo>
                  <a:pt x="2451" y="8270"/>
                </a:lnTo>
                <a:lnTo>
                  <a:pt x="2428" y="8180"/>
                </a:lnTo>
                <a:lnTo>
                  <a:pt x="2381" y="8026"/>
                </a:lnTo>
                <a:lnTo>
                  <a:pt x="2367" y="7993"/>
                </a:lnTo>
                <a:lnTo>
                  <a:pt x="2360" y="7979"/>
                </a:lnTo>
                <a:lnTo>
                  <a:pt x="2361" y="7965"/>
                </a:lnTo>
                <a:lnTo>
                  <a:pt x="2369" y="7958"/>
                </a:lnTo>
                <a:lnTo>
                  <a:pt x="2374" y="7955"/>
                </a:lnTo>
                <a:lnTo>
                  <a:pt x="2384" y="7950"/>
                </a:lnTo>
                <a:lnTo>
                  <a:pt x="2385" y="7938"/>
                </a:lnTo>
                <a:lnTo>
                  <a:pt x="2377" y="7930"/>
                </a:lnTo>
                <a:lnTo>
                  <a:pt x="2369" y="7924"/>
                </a:lnTo>
                <a:lnTo>
                  <a:pt x="2355" y="7902"/>
                </a:lnTo>
                <a:lnTo>
                  <a:pt x="2336" y="7854"/>
                </a:lnTo>
                <a:lnTo>
                  <a:pt x="2321" y="7783"/>
                </a:lnTo>
                <a:lnTo>
                  <a:pt x="2321" y="7741"/>
                </a:lnTo>
                <a:lnTo>
                  <a:pt x="2328" y="7727"/>
                </a:lnTo>
                <a:lnTo>
                  <a:pt x="2333" y="7726"/>
                </a:lnTo>
                <a:lnTo>
                  <a:pt x="2340" y="7729"/>
                </a:lnTo>
                <a:lnTo>
                  <a:pt x="2359" y="7767"/>
                </a:lnTo>
                <a:lnTo>
                  <a:pt x="2380" y="7823"/>
                </a:lnTo>
                <a:lnTo>
                  <a:pt x="2395" y="7877"/>
                </a:lnTo>
                <a:lnTo>
                  <a:pt x="2396" y="7896"/>
                </a:lnTo>
                <a:lnTo>
                  <a:pt x="2397" y="7911"/>
                </a:lnTo>
                <a:lnTo>
                  <a:pt x="2408" y="7933"/>
                </a:lnTo>
                <a:lnTo>
                  <a:pt x="2416" y="7938"/>
                </a:lnTo>
                <a:lnTo>
                  <a:pt x="2420" y="7938"/>
                </a:lnTo>
                <a:lnTo>
                  <a:pt x="2428" y="7928"/>
                </a:lnTo>
                <a:lnTo>
                  <a:pt x="2431" y="7890"/>
                </a:lnTo>
                <a:lnTo>
                  <a:pt x="2429" y="7844"/>
                </a:lnTo>
                <a:lnTo>
                  <a:pt x="2427" y="7794"/>
                </a:lnTo>
                <a:lnTo>
                  <a:pt x="2432" y="7752"/>
                </a:lnTo>
                <a:lnTo>
                  <a:pt x="2440" y="7741"/>
                </a:lnTo>
                <a:lnTo>
                  <a:pt x="2448" y="7745"/>
                </a:lnTo>
                <a:lnTo>
                  <a:pt x="2459" y="7761"/>
                </a:lnTo>
                <a:lnTo>
                  <a:pt x="2476" y="7811"/>
                </a:lnTo>
                <a:lnTo>
                  <a:pt x="2485" y="7863"/>
                </a:lnTo>
                <a:lnTo>
                  <a:pt x="2489" y="7876"/>
                </a:lnTo>
                <a:lnTo>
                  <a:pt x="2504" y="7893"/>
                </a:lnTo>
                <a:lnTo>
                  <a:pt x="2513" y="7895"/>
                </a:lnTo>
                <a:lnTo>
                  <a:pt x="2516" y="7895"/>
                </a:lnTo>
                <a:lnTo>
                  <a:pt x="2528" y="7903"/>
                </a:lnTo>
                <a:lnTo>
                  <a:pt x="2551" y="7932"/>
                </a:lnTo>
                <a:lnTo>
                  <a:pt x="2581" y="7986"/>
                </a:lnTo>
                <a:lnTo>
                  <a:pt x="2603" y="8039"/>
                </a:lnTo>
                <a:lnTo>
                  <a:pt x="2605" y="8058"/>
                </a:lnTo>
                <a:lnTo>
                  <a:pt x="2607" y="8068"/>
                </a:lnTo>
                <a:lnTo>
                  <a:pt x="2627" y="8088"/>
                </a:lnTo>
                <a:lnTo>
                  <a:pt x="2641" y="8093"/>
                </a:lnTo>
                <a:lnTo>
                  <a:pt x="2655" y="8099"/>
                </a:lnTo>
                <a:lnTo>
                  <a:pt x="2675" y="8122"/>
                </a:lnTo>
                <a:lnTo>
                  <a:pt x="2677" y="8135"/>
                </a:lnTo>
                <a:lnTo>
                  <a:pt x="2679" y="8159"/>
                </a:lnTo>
                <a:lnTo>
                  <a:pt x="2699" y="8214"/>
                </a:lnTo>
                <a:lnTo>
                  <a:pt x="2728" y="8266"/>
                </a:lnTo>
                <a:lnTo>
                  <a:pt x="2752" y="8295"/>
                </a:lnTo>
                <a:lnTo>
                  <a:pt x="2767" y="8304"/>
                </a:lnTo>
                <a:lnTo>
                  <a:pt x="2774" y="8305"/>
                </a:lnTo>
                <a:lnTo>
                  <a:pt x="2786" y="8307"/>
                </a:lnTo>
                <a:lnTo>
                  <a:pt x="2802" y="8317"/>
                </a:lnTo>
                <a:lnTo>
                  <a:pt x="2804" y="8325"/>
                </a:lnTo>
                <a:lnTo>
                  <a:pt x="2805" y="8332"/>
                </a:lnTo>
                <a:lnTo>
                  <a:pt x="2818" y="8335"/>
                </a:lnTo>
                <a:lnTo>
                  <a:pt x="2828" y="8330"/>
                </a:lnTo>
                <a:lnTo>
                  <a:pt x="2838" y="8324"/>
                </a:lnTo>
                <a:lnTo>
                  <a:pt x="2837" y="8332"/>
                </a:lnTo>
                <a:lnTo>
                  <a:pt x="2826" y="8346"/>
                </a:lnTo>
                <a:lnTo>
                  <a:pt x="2816" y="8359"/>
                </a:lnTo>
                <a:lnTo>
                  <a:pt x="2813" y="8375"/>
                </a:lnTo>
                <a:lnTo>
                  <a:pt x="2817" y="8383"/>
                </a:lnTo>
                <a:lnTo>
                  <a:pt x="2820" y="8385"/>
                </a:lnTo>
                <a:lnTo>
                  <a:pt x="2824" y="8387"/>
                </a:lnTo>
                <a:lnTo>
                  <a:pt x="2834" y="8387"/>
                </a:lnTo>
                <a:lnTo>
                  <a:pt x="2848" y="8377"/>
                </a:lnTo>
                <a:lnTo>
                  <a:pt x="2856" y="8365"/>
                </a:lnTo>
                <a:lnTo>
                  <a:pt x="2863" y="8355"/>
                </a:lnTo>
                <a:lnTo>
                  <a:pt x="2872" y="8346"/>
                </a:lnTo>
                <a:lnTo>
                  <a:pt x="2882" y="8354"/>
                </a:lnTo>
                <a:lnTo>
                  <a:pt x="2893" y="8384"/>
                </a:lnTo>
                <a:lnTo>
                  <a:pt x="2901" y="8406"/>
                </a:lnTo>
                <a:lnTo>
                  <a:pt x="2912" y="8455"/>
                </a:lnTo>
                <a:lnTo>
                  <a:pt x="2913" y="8474"/>
                </a:lnTo>
                <a:lnTo>
                  <a:pt x="2912" y="8499"/>
                </a:lnTo>
                <a:lnTo>
                  <a:pt x="2903" y="8500"/>
                </a:lnTo>
                <a:lnTo>
                  <a:pt x="2889" y="8477"/>
                </a:lnTo>
                <a:lnTo>
                  <a:pt x="2878" y="8460"/>
                </a:lnTo>
                <a:lnTo>
                  <a:pt x="2855" y="8440"/>
                </a:lnTo>
                <a:lnTo>
                  <a:pt x="2842" y="8438"/>
                </a:lnTo>
                <a:lnTo>
                  <a:pt x="2837" y="8442"/>
                </a:lnTo>
                <a:lnTo>
                  <a:pt x="2832" y="8456"/>
                </a:lnTo>
                <a:lnTo>
                  <a:pt x="2835" y="8474"/>
                </a:lnTo>
                <a:lnTo>
                  <a:pt x="2847" y="8509"/>
                </a:lnTo>
                <a:lnTo>
                  <a:pt x="2861" y="8534"/>
                </a:lnTo>
                <a:lnTo>
                  <a:pt x="2866" y="8542"/>
                </a:lnTo>
                <a:lnTo>
                  <a:pt x="2866" y="8560"/>
                </a:lnTo>
                <a:lnTo>
                  <a:pt x="2862" y="8566"/>
                </a:lnTo>
                <a:lnTo>
                  <a:pt x="2855" y="8575"/>
                </a:lnTo>
                <a:lnTo>
                  <a:pt x="2849" y="8595"/>
                </a:lnTo>
                <a:lnTo>
                  <a:pt x="2852" y="8615"/>
                </a:lnTo>
                <a:lnTo>
                  <a:pt x="2866" y="8635"/>
                </a:lnTo>
                <a:lnTo>
                  <a:pt x="2877" y="8645"/>
                </a:lnTo>
                <a:lnTo>
                  <a:pt x="2891" y="8654"/>
                </a:lnTo>
                <a:lnTo>
                  <a:pt x="2921" y="8665"/>
                </a:lnTo>
                <a:lnTo>
                  <a:pt x="2948" y="8665"/>
                </a:lnTo>
                <a:lnTo>
                  <a:pt x="2967" y="8654"/>
                </a:lnTo>
                <a:lnTo>
                  <a:pt x="2973" y="8645"/>
                </a:lnTo>
                <a:lnTo>
                  <a:pt x="2978" y="8637"/>
                </a:lnTo>
                <a:lnTo>
                  <a:pt x="2984" y="8640"/>
                </a:lnTo>
                <a:lnTo>
                  <a:pt x="2984" y="8651"/>
                </a:lnTo>
                <a:lnTo>
                  <a:pt x="2985" y="8659"/>
                </a:lnTo>
                <a:lnTo>
                  <a:pt x="2992" y="8671"/>
                </a:lnTo>
                <a:lnTo>
                  <a:pt x="3013" y="8686"/>
                </a:lnTo>
                <a:lnTo>
                  <a:pt x="3033" y="8691"/>
                </a:lnTo>
                <a:lnTo>
                  <a:pt x="3053" y="8695"/>
                </a:lnTo>
                <a:lnTo>
                  <a:pt x="3070" y="8690"/>
                </a:lnTo>
                <a:lnTo>
                  <a:pt x="3072" y="8683"/>
                </a:lnTo>
                <a:lnTo>
                  <a:pt x="3071" y="8677"/>
                </a:lnTo>
                <a:lnTo>
                  <a:pt x="3067" y="8667"/>
                </a:lnTo>
                <a:lnTo>
                  <a:pt x="3071" y="8641"/>
                </a:lnTo>
                <a:lnTo>
                  <a:pt x="3076" y="8629"/>
                </a:lnTo>
                <a:lnTo>
                  <a:pt x="3082" y="8618"/>
                </a:lnTo>
                <a:lnTo>
                  <a:pt x="3082" y="8600"/>
                </a:lnTo>
                <a:lnTo>
                  <a:pt x="3074" y="8593"/>
                </a:lnTo>
                <a:lnTo>
                  <a:pt x="3067" y="8587"/>
                </a:lnTo>
                <a:lnTo>
                  <a:pt x="3064" y="8565"/>
                </a:lnTo>
                <a:lnTo>
                  <a:pt x="3074" y="8541"/>
                </a:lnTo>
                <a:lnTo>
                  <a:pt x="3091" y="8525"/>
                </a:lnTo>
                <a:lnTo>
                  <a:pt x="3101" y="8523"/>
                </a:lnTo>
                <a:lnTo>
                  <a:pt x="3107" y="8525"/>
                </a:lnTo>
                <a:lnTo>
                  <a:pt x="3117" y="8543"/>
                </a:lnTo>
                <a:lnTo>
                  <a:pt x="3136" y="8601"/>
                </a:lnTo>
                <a:lnTo>
                  <a:pt x="3147" y="8659"/>
                </a:lnTo>
                <a:lnTo>
                  <a:pt x="3159" y="8724"/>
                </a:lnTo>
                <a:lnTo>
                  <a:pt x="3176" y="8777"/>
                </a:lnTo>
                <a:lnTo>
                  <a:pt x="3189" y="8793"/>
                </a:lnTo>
                <a:lnTo>
                  <a:pt x="3196" y="8795"/>
                </a:lnTo>
                <a:lnTo>
                  <a:pt x="3207" y="8793"/>
                </a:lnTo>
                <a:lnTo>
                  <a:pt x="3221" y="8780"/>
                </a:lnTo>
                <a:lnTo>
                  <a:pt x="3223" y="8771"/>
                </a:lnTo>
                <a:lnTo>
                  <a:pt x="3225" y="8728"/>
                </a:lnTo>
                <a:lnTo>
                  <a:pt x="3247" y="8586"/>
                </a:lnTo>
                <a:lnTo>
                  <a:pt x="3250" y="8568"/>
                </a:lnTo>
                <a:lnTo>
                  <a:pt x="3269" y="8514"/>
                </a:lnTo>
                <a:lnTo>
                  <a:pt x="3281" y="8487"/>
                </a:lnTo>
                <a:lnTo>
                  <a:pt x="3298" y="8450"/>
                </a:lnTo>
                <a:lnTo>
                  <a:pt x="3309" y="8440"/>
                </a:lnTo>
                <a:lnTo>
                  <a:pt x="3311" y="8454"/>
                </a:lnTo>
                <a:lnTo>
                  <a:pt x="3312" y="8468"/>
                </a:lnTo>
                <a:lnTo>
                  <a:pt x="3312" y="8483"/>
                </a:lnTo>
                <a:lnTo>
                  <a:pt x="3315" y="8496"/>
                </a:lnTo>
                <a:lnTo>
                  <a:pt x="3325" y="8479"/>
                </a:lnTo>
                <a:lnTo>
                  <a:pt x="3340" y="8434"/>
                </a:lnTo>
                <a:lnTo>
                  <a:pt x="3344" y="8427"/>
                </a:lnTo>
                <a:lnTo>
                  <a:pt x="3349" y="8420"/>
                </a:lnTo>
                <a:lnTo>
                  <a:pt x="3362" y="8422"/>
                </a:lnTo>
                <a:lnTo>
                  <a:pt x="3378" y="8434"/>
                </a:lnTo>
                <a:lnTo>
                  <a:pt x="3395" y="8448"/>
                </a:lnTo>
                <a:lnTo>
                  <a:pt x="3401" y="8440"/>
                </a:lnTo>
                <a:lnTo>
                  <a:pt x="3395" y="8417"/>
                </a:lnTo>
                <a:lnTo>
                  <a:pt x="3389" y="8398"/>
                </a:lnTo>
                <a:lnTo>
                  <a:pt x="3394" y="8383"/>
                </a:lnTo>
                <a:lnTo>
                  <a:pt x="3402" y="8378"/>
                </a:lnTo>
                <a:lnTo>
                  <a:pt x="3410" y="8378"/>
                </a:lnTo>
                <a:lnTo>
                  <a:pt x="3421" y="8379"/>
                </a:lnTo>
                <a:lnTo>
                  <a:pt x="3437" y="8392"/>
                </a:lnTo>
                <a:lnTo>
                  <a:pt x="3438" y="8401"/>
                </a:lnTo>
                <a:lnTo>
                  <a:pt x="3439" y="8406"/>
                </a:lnTo>
                <a:lnTo>
                  <a:pt x="3447" y="8417"/>
                </a:lnTo>
                <a:lnTo>
                  <a:pt x="3468" y="8433"/>
                </a:lnTo>
                <a:lnTo>
                  <a:pt x="3509" y="8449"/>
                </a:lnTo>
                <a:lnTo>
                  <a:pt x="3553" y="8456"/>
                </a:lnTo>
                <a:lnTo>
                  <a:pt x="3571" y="8454"/>
                </a:lnTo>
                <a:lnTo>
                  <a:pt x="3580" y="8452"/>
                </a:lnTo>
                <a:lnTo>
                  <a:pt x="3592" y="8445"/>
                </a:lnTo>
                <a:lnTo>
                  <a:pt x="3597" y="8435"/>
                </a:lnTo>
                <a:lnTo>
                  <a:pt x="3596" y="8418"/>
                </a:lnTo>
                <a:lnTo>
                  <a:pt x="3593" y="8409"/>
                </a:lnTo>
                <a:lnTo>
                  <a:pt x="3582" y="8370"/>
                </a:lnTo>
                <a:lnTo>
                  <a:pt x="3576" y="8330"/>
                </a:lnTo>
                <a:lnTo>
                  <a:pt x="3571" y="8299"/>
                </a:lnTo>
                <a:lnTo>
                  <a:pt x="3562" y="8276"/>
                </a:lnTo>
                <a:lnTo>
                  <a:pt x="3560" y="8273"/>
                </a:lnTo>
                <a:lnTo>
                  <a:pt x="3563" y="8263"/>
                </a:lnTo>
                <a:lnTo>
                  <a:pt x="3582" y="8247"/>
                </a:lnTo>
                <a:lnTo>
                  <a:pt x="3601" y="8237"/>
                </a:lnTo>
                <a:lnTo>
                  <a:pt x="3618" y="8229"/>
                </a:lnTo>
                <a:lnTo>
                  <a:pt x="3638" y="8214"/>
                </a:lnTo>
                <a:lnTo>
                  <a:pt x="3647" y="8192"/>
                </a:lnTo>
                <a:lnTo>
                  <a:pt x="3648" y="8157"/>
                </a:lnTo>
                <a:lnTo>
                  <a:pt x="3645" y="8129"/>
                </a:lnTo>
                <a:lnTo>
                  <a:pt x="3638" y="8090"/>
                </a:lnTo>
                <a:lnTo>
                  <a:pt x="3606" y="7991"/>
                </a:lnTo>
                <a:lnTo>
                  <a:pt x="3585" y="7949"/>
                </a:lnTo>
                <a:lnTo>
                  <a:pt x="3566" y="7910"/>
                </a:lnTo>
                <a:lnTo>
                  <a:pt x="3549" y="7869"/>
                </a:lnTo>
                <a:lnTo>
                  <a:pt x="3548" y="7854"/>
                </a:lnTo>
                <a:lnTo>
                  <a:pt x="3551" y="7852"/>
                </a:lnTo>
                <a:lnTo>
                  <a:pt x="3555" y="7851"/>
                </a:lnTo>
                <a:lnTo>
                  <a:pt x="3559" y="7840"/>
                </a:lnTo>
                <a:lnTo>
                  <a:pt x="3560" y="7805"/>
                </a:lnTo>
                <a:lnTo>
                  <a:pt x="3555" y="7771"/>
                </a:lnTo>
                <a:lnTo>
                  <a:pt x="3550" y="7733"/>
                </a:lnTo>
                <a:lnTo>
                  <a:pt x="3554" y="7690"/>
                </a:lnTo>
                <a:lnTo>
                  <a:pt x="3560" y="7670"/>
                </a:lnTo>
                <a:lnTo>
                  <a:pt x="3566" y="7662"/>
                </a:lnTo>
                <a:lnTo>
                  <a:pt x="3574" y="7649"/>
                </a:lnTo>
                <a:lnTo>
                  <a:pt x="3581" y="7611"/>
                </a:lnTo>
                <a:lnTo>
                  <a:pt x="3576" y="7591"/>
                </a:lnTo>
                <a:lnTo>
                  <a:pt x="3573" y="7573"/>
                </a:lnTo>
                <a:lnTo>
                  <a:pt x="3576" y="7552"/>
                </a:lnTo>
                <a:lnTo>
                  <a:pt x="3582" y="7542"/>
                </a:lnTo>
                <a:lnTo>
                  <a:pt x="3585" y="7541"/>
                </a:lnTo>
                <a:lnTo>
                  <a:pt x="3590" y="7538"/>
                </a:lnTo>
                <a:lnTo>
                  <a:pt x="3599" y="7523"/>
                </a:lnTo>
                <a:lnTo>
                  <a:pt x="3613" y="7484"/>
                </a:lnTo>
                <a:lnTo>
                  <a:pt x="3620" y="7449"/>
                </a:lnTo>
                <a:lnTo>
                  <a:pt x="3625" y="7406"/>
                </a:lnTo>
                <a:lnTo>
                  <a:pt x="3622" y="7373"/>
                </a:lnTo>
                <a:lnTo>
                  <a:pt x="3615" y="7364"/>
                </a:lnTo>
                <a:lnTo>
                  <a:pt x="3607" y="7363"/>
                </a:lnTo>
                <a:lnTo>
                  <a:pt x="3598" y="7362"/>
                </a:lnTo>
                <a:lnTo>
                  <a:pt x="3585" y="7347"/>
                </a:lnTo>
                <a:lnTo>
                  <a:pt x="3584" y="7336"/>
                </a:lnTo>
                <a:lnTo>
                  <a:pt x="3584" y="7326"/>
                </a:lnTo>
                <a:lnTo>
                  <a:pt x="3593" y="7311"/>
                </a:lnTo>
                <a:lnTo>
                  <a:pt x="3598" y="7309"/>
                </a:lnTo>
                <a:lnTo>
                  <a:pt x="3601" y="7308"/>
                </a:lnTo>
                <a:lnTo>
                  <a:pt x="3606" y="7297"/>
                </a:lnTo>
                <a:lnTo>
                  <a:pt x="3607" y="7267"/>
                </a:lnTo>
                <a:lnTo>
                  <a:pt x="3600" y="7213"/>
                </a:lnTo>
                <a:lnTo>
                  <a:pt x="3588" y="7165"/>
                </a:lnTo>
                <a:lnTo>
                  <a:pt x="3580" y="7151"/>
                </a:lnTo>
                <a:lnTo>
                  <a:pt x="3572" y="7144"/>
                </a:lnTo>
                <a:lnTo>
                  <a:pt x="3548" y="7138"/>
                </a:lnTo>
                <a:lnTo>
                  <a:pt x="3536" y="7140"/>
                </a:lnTo>
                <a:lnTo>
                  <a:pt x="3526" y="7144"/>
                </a:lnTo>
                <a:lnTo>
                  <a:pt x="3512" y="7139"/>
                </a:lnTo>
                <a:lnTo>
                  <a:pt x="3511" y="7132"/>
                </a:lnTo>
                <a:lnTo>
                  <a:pt x="3508" y="7111"/>
                </a:lnTo>
                <a:lnTo>
                  <a:pt x="3500" y="7085"/>
                </a:lnTo>
                <a:lnTo>
                  <a:pt x="3497" y="7077"/>
                </a:lnTo>
                <a:lnTo>
                  <a:pt x="3498" y="7065"/>
                </a:lnTo>
                <a:lnTo>
                  <a:pt x="3512" y="7057"/>
                </a:lnTo>
                <a:lnTo>
                  <a:pt x="3535" y="7056"/>
                </a:lnTo>
                <a:lnTo>
                  <a:pt x="3550" y="7056"/>
                </a:lnTo>
                <a:lnTo>
                  <a:pt x="3568" y="7052"/>
                </a:lnTo>
                <a:lnTo>
                  <a:pt x="3572" y="7042"/>
                </a:lnTo>
                <a:lnTo>
                  <a:pt x="3563" y="7022"/>
                </a:lnTo>
                <a:lnTo>
                  <a:pt x="3555" y="7004"/>
                </a:lnTo>
                <a:lnTo>
                  <a:pt x="3545" y="6984"/>
                </a:lnTo>
                <a:lnTo>
                  <a:pt x="3531" y="6939"/>
                </a:lnTo>
                <a:lnTo>
                  <a:pt x="3530" y="6923"/>
                </a:lnTo>
                <a:lnTo>
                  <a:pt x="3529" y="6911"/>
                </a:lnTo>
                <a:lnTo>
                  <a:pt x="3519" y="6895"/>
                </a:lnTo>
                <a:lnTo>
                  <a:pt x="3511" y="6893"/>
                </a:lnTo>
                <a:lnTo>
                  <a:pt x="3505" y="6891"/>
                </a:lnTo>
                <a:lnTo>
                  <a:pt x="3494" y="6877"/>
                </a:lnTo>
                <a:lnTo>
                  <a:pt x="3493" y="6868"/>
                </a:lnTo>
                <a:lnTo>
                  <a:pt x="3492" y="6857"/>
                </a:lnTo>
                <a:lnTo>
                  <a:pt x="3480" y="6838"/>
                </a:lnTo>
                <a:lnTo>
                  <a:pt x="3471" y="6833"/>
                </a:lnTo>
                <a:lnTo>
                  <a:pt x="3466" y="6831"/>
                </a:lnTo>
                <a:lnTo>
                  <a:pt x="3458" y="6825"/>
                </a:lnTo>
                <a:lnTo>
                  <a:pt x="3459" y="6814"/>
                </a:lnTo>
                <a:lnTo>
                  <a:pt x="3470" y="6802"/>
                </a:lnTo>
                <a:lnTo>
                  <a:pt x="3475" y="6796"/>
                </a:lnTo>
                <a:lnTo>
                  <a:pt x="3489" y="6789"/>
                </a:lnTo>
                <a:lnTo>
                  <a:pt x="3517" y="6794"/>
                </a:lnTo>
                <a:lnTo>
                  <a:pt x="3546" y="6808"/>
                </a:lnTo>
                <a:lnTo>
                  <a:pt x="3580" y="6824"/>
                </a:lnTo>
                <a:lnTo>
                  <a:pt x="3593" y="6825"/>
                </a:lnTo>
                <a:lnTo>
                  <a:pt x="3588" y="6812"/>
                </a:lnTo>
                <a:lnTo>
                  <a:pt x="3582" y="6800"/>
                </a:lnTo>
                <a:lnTo>
                  <a:pt x="3574" y="6786"/>
                </a:lnTo>
                <a:lnTo>
                  <a:pt x="3560" y="6775"/>
                </a:lnTo>
                <a:lnTo>
                  <a:pt x="3551" y="6773"/>
                </a:lnTo>
                <a:lnTo>
                  <a:pt x="3547" y="6775"/>
                </a:lnTo>
                <a:lnTo>
                  <a:pt x="3542" y="6778"/>
                </a:lnTo>
                <a:lnTo>
                  <a:pt x="3532" y="6779"/>
                </a:lnTo>
                <a:lnTo>
                  <a:pt x="3522" y="6773"/>
                </a:lnTo>
                <a:lnTo>
                  <a:pt x="3518" y="6752"/>
                </a:lnTo>
                <a:lnTo>
                  <a:pt x="3528" y="6728"/>
                </a:lnTo>
                <a:lnTo>
                  <a:pt x="3538" y="6719"/>
                </a:lnTo>
                <a:lnTo>
                  <a:pt x="3546" y="6712"/>
                </a:lnTo>
                <a:lnTo>
                  <a:pt x="3557" y="6697"/>
                </a:lnTo>
                <a:lnTo>
                  <a:pt x="3565" y="6669"/>
                </a:lnTo>
                <a:lnTo>
                  <a:pt x="3562" y="6645"/>
                </a:lnTo>
                <a:lnTo>
                  <a:pt x="3559" y="6622"/>
                </a:lnTo>
                <a:lnTo>
                  <a:pt x="3561" y="6570"/>
                </a:lnTo>
                <a:lnTo>
                  <a:pt x="3566" y="6548"/>
                </a:lnTo>
                <a:lnTo>
                  <a:pt x="3574" y="6521"/>
                </a:lnTo>
                <a:lnTo>
                  <a:pt x="3581" y="6519"/>
                </a:lnTo>
                <a:lnTo>
                  <a:pt x="3582" y="6543"/>
                </a:lnTo>
                <a:lnTo>
                  <a:pt x="3584" y="6560"/>
                </a:lnTo>
                <a:lnTo>
                  <a:pt x="3595" y="6583"/>
                </a:lnTo>
                <a:lnTo>
                  <a:pt x="3601" y="6585"/>
                </a:lnTo>
                <a:lnTo>
                  <a:pt x="3609" y="6585"/>
                </a:lnTo>
                <a:lnTo>
                  <a:pt x="3619" y="6595"/>
                </a:lnTo>
                <a:lnTo>
                  <a:pt x="3620" y="6602"/>
                </a:lnTo>
                <a:lnTo>
                  <a:pt x="3622" y="6616"/>
                </a:lnTo>
                <a:lnTo>
                  <a:pt x="3640" y="6666"/>
                </a:lnTo>
                <a:lnTo>
                  <a:pt x="3666" y="6723"/>
                </a:lnTo>
                <a:lnTo>
                  <a:pt x="3690" y="6761"/>
                </a:lnTo>
                <a:lnTo>
                  <a:pt x="3696" y="6765"/>
                </a:lnTo>
                <a:lnTo>
                  <a:pt x="3697" y="6758"/>
                </a:lnTo>
                <a:lnTo>
                  <a:pt x="3672" y="6676"/>
                </a:lnTo>
                <a:lnTo>
                  <a:pt x="3649" y="6615"/>
                </a:lnTo>
                <a:lnTo>
                  <a:pt x="3619" y="6540"/>
                </a:lnTo>
                <a:lnTo>
                  <a:pt x="3587" y="6486"/>
                </a:lnTo>
                <a:lnTo>
                  <a:pt x="3569" y="6472"/>
                </a:lnTo>
                <a:lnTo>
                  <a:pt x="3560" y="6472"/>
                </a:lnTo>
                <a:lnTo>
                  <a:pt x="3548" y="6474"/>
                </a:lnTo>
                <a:lnTo>
                  <a:pt x="3531" y="6465"/>
                </a:lnTo>
                <a:lnTo>
                  <a:pt x="3530" y="6458"/>
                </a:lnTo>
                <a:lnTo>
                  <a:pt x="3531" y="6450"/>
                </a:lnTo>
                <a:lnTo>
                  <a:pt x="3541" y="6446"/>
                </a:lnTo>
                <a:lnTo>
                  <a:pt x="3547" y="6449"/>
                </a:lnTo>
                <a:lnTo>
                  <a:pt x="3556" y="6452"/>
                </a:lnTo>
                <a:lnTo>
                  <a:pt x="3565" y="6445"/>
                </a:lnTo>
                <a:lnTo>
                  <a:pt x="3565" y="6425"/>
                </a:lnTo>
                <a:lnTo>
                  <a:pt x="3556" y="6399"/>
                </a:lnTo>
                <a:lnTo>
                  <a:pt x="3547" y="6385"/>
                </a:lnTo>
                <a:lnTo>
                  <a:pt x="3538" y="6371"/>
                </a:lnTo>
                <a:lnTo>
                  <a:pt x="3530" y="6374"/>
                </a:lnTo>
                <a:lnTo>
                  <a:pt x="3530" y="6393"/>
                </a:lnTo>
                <a:lnTo>
                  <a:pt x="3529" y="6407"/>
                </a:lnTo>
                <a:lnTo>
                  <a:pt x="3519" y="6416"/>
                </a:lnTo>
                <a:lnTo>
                  <a:pt x="3508" y="6416"/>
                </a:lnTo>
                <a:lnTo>
                  <a:pt x="3500" y="6414"/>
                </a:lnTo>
                <a:lnTo>
                  <a:pt x="3493" y="6411"/>
                </a:lnTo>
                <a:lnTo>
                  <a:pt x="3483" y="6411"/>
                </a:lnTo>
                <a:lnTo>
                  <a:pt x="3479" y="6424"/>
                </a:lnTo>
                <a:lnTo>
                  <a:pt x="3484" y="6445"/>
                </a:lnTo>
                <a:lnTo>
                  <a:pt x="3491" y="6465"/>
                </a:lnTo>
                <a:lnTo>
                  <a:pt x="3486" y="6473"/>
                </a:lnTo>
                <a:lnTo>
                  <a:pt x="3473" y="6461"/>
                </a:lnTo>
                <a:lnTo>
                  <a:pt x="3467" y="6455"/>
                </a:lnTo>
                <a:lnTo>
                  <a:pt x="3459" y="6443"/>
                </a:lnTo>
                <a:lnTo>
                  <a:pt x="3460" y="6422"/>
                </a:lnTo>
                <a:lnTo>
                  <a:pt x="3471" y="6401"/>
                </a:lnTo>
                <a:lnTo>
                  <a:pt x="3479" y="6390"/>
                </a:lnTo>
                <a:lnTo>
                  <a:pt x="3485" y="6372"/>
                </a:lnTo>
                <a:lnTo>
                  <a:pt x="3484" y="6353"/>
                </a:lnTo>
                <a:lnTo>
                  <a:pt x="3474" y="6332"/>
                </a:lnTo>
                <a:lnTo>
                  <a:pt x="3466" y="6319"/>
                </a:lnTo>
                <a:lnTo>
                  <a:pt x="3451" y="6295"/>
                </a:lnTo>
                <a:lnTo>
                  <a:pt x="3446" y="6271"/>
                </a:lnTo>
                <a:lnTo>
                  <a:pt x="3451" y="6256"/>
                </a:lnTo>
                <a:lnTo>
                  <a:pt x="3457" y="6248"/>
                </a:lnTo>
                <a:lnTo>
                  <a:pt x="3466" y="6235"/>
                </a:lnTo>
                <a:lnTo>
                  <a:pt x="3472" y="6195"/>
                </a:lnTo>
                <a:lnTo>
                  <a:pt x="3470" y="6173"/>
                </a:lnTo>
                <a:lnTo>
                  <a:pt x="3464" y="6153"/>
                </a:lnTo>
                <a:lnTo>
                  <a:pt x="3463" y="6141"/>
                </a:lnTo>
                <a:lnTo>
                  <a:pt x="3466" y="6143"/>
                </a:lnTo>
                <a:lnTo>
                  <a:pt x="3468" y="6146"/>
                </a:lnTo>
                <a:lnTo>
                  <a:pt x="3473" y="6153"/>
                </a:lnTo>
                <a:lnTo>
                  <a:pt x="3487" y="6161"/>
                </a:lnTo>
                <a:lnTo>
                  <a:pt x="3493" y="6159"/>
                </a:lnTo>
                <a:lnTo>
                  <a:pt x="3500" y="6156"/>
                </a:lnTo>
                <a:lnTo>
                  <a:pt x="3516" y="6162"/>
                </a:lnTo>
                <a:lnTo>
                  <a:pt x="3522" y="6170"/>
                </a:lnTo>
                <a:lnTo>
                  <a:pt x="3526" y="6180"/>
                </a:lnTo>
                <a:lnTo>
                  <a:pt x="3523" y="6183"/>
                </a:lnTo>
                <a:lnTo>
                  <a:pt x="3514" y="6178"/>
                </a:lnTo>
                <a:lnTo>
                  <a:pt x="3506" y="6174"/>
                </a:lnTo>
                <a:lnTo>
                  <a:pt x="3494" y="6174"/>
                </a:lnTo>
                <a:lnTo>
                  <a:pt x="3493" y="6178"/>
                </a:lnTo>
                <a:lnTo>
                  <a:pt x="3496" y="6189"/>
                </a:lnTo>
                <a:lnTo>
                  <a:pt x="3519" y="6231"/>
                </a:lnTo>
                <a:lnTo>
                  <a:pt x="3551" y="6276"/>
                </a:lnTo>
                <a:lnTo>
                  <a:pt x="3580" y="6309"/>
                </a:lnTo>
                <a:lnTo>
                  <a:pt x="3587" y="6313"/>
                </a:lnTo>
                <a:lnTo>
                  <a:pt x="3591" y="6312"/>
                </a:lnTo>
                <a:lnTo>
                  <a:pt x="3593" y="6303"/>
                </a:lnTo>
                <a:lnTo>
                  <a:pt x="3593" y="6277"/>
                </a:lnTo>
                <a:lnTo>
                  <a:pt x="3586" y="6232"/>
                </a:lnTo>
                <a:lnTo>
                  <a:pt x="3573" y="6189"/>
                </a:lnTo>
                <a:lnTo>
                  <a:pt x="3566" y="6177"/>
                </a:lnTo>
                <a:lnTo>
                  <a:pt x="3551" y="6148"/>
                </a:lnTo>
                <a:lnTo>
                  <a:pt x="3533" y="6096"/>
                </a:lnTo>
                <a:lnTo>
                  <a:pt x="3521" y="6059"/>
                </a:lnTo>
                <a:lnTo>
                  <a:pt x="3523" y="6047"/>
                </a:lnTo>
                <a:lnTo>
                  <a:pt x="3538" y="6066"/>
                </a:lnTo>
                <a:lnTo>
                  <a:pt x="3549" y="6083"/>
                </a:lnTo>
                <a:lnTo>
                  <a:pt x="3565" y="6116"/>
                </a:lnTo>
                <a:lnTo>
                  <a:pt x="3566" y="6130"/>
                </a:lnTo>
                <a:lnTo>
                  <a:pt x="3567" y="6143"/>
                </a:lnTo>
                <a:lnTo>
                  <a:pt x="3581" y="6172"/>
                </a:lnTo>
                <a:lnTo>
                  <a:pt x="3591" y="6184"/>
                </a:lnTo>
                <a:lnTo>
                  <a:pt x="3605" y="6205"/>
                </a:lnTo>
                <a:lnTo>
                  <a:pt x="3638" y="6277"/>
                </a:lnTo>
                <a:lnTo>
                  <a:pt x="3668" y="6359"/>
                </a:lnTo>
                <a:lnTo>
                  <a:pt x="3678" y="6403"/>
                </a:lnTo>
                <a:lnTo>
                  <a:pt x="3678" y="6420"/>
                </a:lnTo>
                <a:lnTo>
                  <a:pt x="3674" y="6422"/>
                </a:lnTo>
                <a:lnTo>
                  <a:pt x="3667" y="6421"/>
                </a:lnTo>
                <a:lnTo>
                  <a:pt x="3657" y="6410"/>
                </a:lnTo>
                <a:lnTo>
                  <a:pt x="3656" y="6403"/>
                </a:lnTo>
                <a:lnTo>
                  <a:pt x="3655" y="6396"/>
                </a:lnTo>
                <a:lnTo>
                  <a:pt x="3642" y="6386"/>
                </a:lnTo>
                <a:lnTo>
                  <a:pt x="3631" y="6385"/>
                </a:lnTo>
                <a:lnTo>
                  <a:pt x="3620" y="6384"/>
                </a:lnTo>
                <a:lnTo>
                  <a:pt x="3600" y="6371"/>
                </a:lnTo>
                <a:lnTo>
                  <a:pt x="3595" y="6362"/>
                </a:lnTo>
                <a:lnTo>
                  <a:pt x="3593" y="6358"/>
                </a:lnTo>
                <a:lnTo>
                  <a:pt x="3591" y="6358"/>
                </a:lnTo>
                <a:lnTo>
                  <a:pt x="3590" y="6369"/>
                </a:lnTo>
                <a:lnTo>
                  <a:pt x="3591" y="6385"/>
                </a:lnTo>
                <a:lnTo>
                  <a:pt x="3595" y="6409"/>
                </a:lnTo>
                <a:lnTo>
                  <a:pt x="3611" y="6458"/>
                </a:lnTo>
                <a:lnTo>
                  <a:pt x="3632" y="6501"/>
                </a:lnTo>
                <a:lnTo>
                  <a:pt x="3652" y="6527"/>
                </a:lnTo>
                <a:lnTo>
                  <a:pt x="3660" y="6531"/>
                </a:lnTo>
                <a:lnTo>
                  <a:pt x="3666" y="6534"/>
                </a:lnTo>
                <a:lnTo>
                  <a:pt x="3673" y="6566"/>
                </a:lnTo>
                <a:lnTo>
                  <a:pt x="3674" y="6591"/>
                </a:lnTo>
                <a:lnTo>
                  <a:pt x="3675" y="6612"/>
                </a:lnTo>
                <a:lnTo>
                  <a:pt x="3691" y="6654"/>
                </a:lnTo>
                <a:lnTo>
                  <a:pt x="3712" y="6687"/>
                </a:lnTo>
                <a:lnTo>
                  <a:pt x="3729" y="6698"/>
                </a:lnTo>
                <a:lnTo>
                  <a:pt x="3737" y="6697"/>
                </a:lnTo>
                <a:lnTo>
                  <a:pt x="3742" y="6694"/>
                </a:lnTo>
                <a:lnTo>
                  <a:pt x="3744" y="6690"/>
                </a:lnTo>
                <a:lnTo>
                  <a:pt x="3752" y="6695"/>
                </a:lnTo>
                <a:lnTo>
                  <a:pt x="3765" y="6715"/>
                </a:lnTo>
                <a:lnTo>
                  <a:pt x="3782" y="6758"/>
                </a:lnTo>
                <a:lnTo>
                  <a:pt x="3791" y="6799"/>
                </a:lnTo>
                <a:lnTo>
                  <a:pt x="3789" y="6811"/>
                </a:lnTo>
                <a:lnTo>
                  <a:pt x="3785" y="6822"/>
                </a:lnTo>
                <a:lnTo>
                  <a:pt x="3793" y="6837"/>
                </a:lnTo>
                <a:lnTo>
                  <a:pt x="3802" y="6838"/>
                </a:lnTo>
                <a:lnTo>
                  <a:pt x="3808" y="6839"/>
                </a:lnTo>
                <a:lnTo>
                  <a:pt x="3814" y="6849"/>
                </a:lnTo>
                <a:lnTo>
                  <a:pt x="3810" y="6857"/>
                </a:lnTo>
                <a:lnTo>
                  <a:pt x="3807" y="6863"/>
                </a:lnTo>
                <a:lnTo>
                  <a:pt x="3811" y="6873"/>
                </a:lnTo>
                <a:lnTo>
                  <a:pt x="3818" y="6874"/>
                </a:lnTo>
                <a:lnTo>
                  <a:pt x="3822" y="6874"/>
                </a:lnTo>
                <a:lnTo>
                  <a:pt x="3829" y="6868"/>
                </a:lnTo>
                <a:lnTo>
                  <a:pt x="3835" y="6849"/>
                </a:lnTo>
                <a:lnTo>
                  <a:pt x="3838" y="6816"/>
                </a:lnTo>
                <a:lnTo>
                  <a:pt x="3829" y="6785"/>
                </a:lnTo>
                <a:lnTo>
                  <a:pt x="3821" y="6775"/>
                </a:lnTo>
                <a:lnTo>
                  <a:pt x="3814" y="6764"/>
                </a:lnTo>
                <a:lnTo>
                  <a:pt x="3798" y="6731"/>
                </a:lnTo>
                <a:lnTo>
                  <a:pt x="3792" y="6711"/>
                </a:lnTo>
                <a:lnTo>
                  <a:pt x="3784" y="6686"/>
                </a:lnTo>
                <a:lnTo>
                  <a:pt x="3791" y="6678"/>
                </a:lnTo>
                <a:lnTo>
                  <a:pt x="3808" y="6691"/>
                </a:lnTo>
                <a:lnTo>
                  <a:pt x="3822" y="6701"/>
                </a:lnTo>
                <a:lnTo>
                  <a:pt x="3834" y="6702"/>
                </a:lnTo>
                <a:lnTo>
                  <a:pt x="3839" y="6698"/>
                </a:lnTo>
                <a:lnTo>
                  <a:pt x="3838" y="6683"/>
                </a:lnTo>
                <a:lnTo>
                  <a:pt x="3822" y="6654"/>
                </a:lnTo>
                <a:lnTo>
                  <a:pt x="3808" y="6637"/>
                </a:lnTo>
                <a:lnTo>
                  <a:pt x="3796" y="6623"/>
                </a:lnTo>
                <a:lnTo>
                  <a:pt x="3792" y="6606"/>
                </a:lnTo>
                <a:lnTo>
                  <a:pt x="3795" y="6597"/>
                </a:lnTo>
                <a:lnTo>
                  <a:pt x="3799" y="6594"/>
                </a:lnTo>
                <a:lnTo>
                  <a:pt x="3807" y="6590"/>
                </a:lnTo>
                <a:lnTo>
                  <a:pt x="3818" y="6594"/>
                </a:lnTo>
                <a:lnTo>
                  <a:pt x="3819" y="6601"/>
                </a:lnTo>
                <a:lnTo>
                  <a:pt x="3822" y="6610"/>
                </a:lnTo>
                <a:lnTo>
                  <a:pt x="3846" y="6647"/>
                </a:lnTo>
                <a:lnTo>
                  <a:pt x="3865" y="6668"/>
                </a:lnTo>
                <a:lnTo>
                  <a:pt x="3883" y="6689"/>
                </a:lnTo>
                <a:lnTo>
                  <a:pt x="3907" y="6729"/>
                </a:lnTo>
                <a:lnTo>
                  <a:pt x="3910" y="6743"/>
                </a:lnTo>
                <a:lnTo>
                  <a:pt x="3911" y="6752"/>
                </a:lnTo>
                <a:lnTo>
                  <a:pt x="3921" y="6759"/>
                </a:lnTo>
                <a:lnTo>
                  <a:pt x="3928" y="6757"/>
                </a:lnTo>
                <a:lnTo>
                  <a:pt x="3938" y="6752"/>
                </a:lnTo>
                <a:lnTo>
                  <a:pt x="3962" y="6757"/>
                </a:lnTo>
                <a:lnTo>
                  <a:pt x="3971" y="6764"/>
                </a:lnTo>
                <a:lnTo>
                  <a:pt x="3979" y="6770"/>
                </a:lnTo>
                <a:lnTo>
                  <a:pt x="3989" y="6773"/>
                </a:lnTo>
                <a:lnTo>
                  <a:pt x="3996" y="6762"/>
                </a:lnTo>
                <a:lnTo>
                  <a:pt x="3997" y="6738"/>
                </a:lnTo>
                <a:lnTo>
                  <a:pt x="3996" y="6720"/>
                </a:lnTo>
                <a:lnTo>
                  <a:pt x="3988" y="6696"/>
                </a:lnTo>
                <a:lnTo>
                  <a:pt x="3981" y="6694"/>
                </a:lnTo>
                <a:lnTo>
                  <a:pt x="3975" y="6691"/>
                </a:lnTo>
                <a:lnTo>
                  <a:pt x="3965" y="6676"/>
                </a:lnTo>
                <a:lnTo>
                  <a:pt x="3965" y="6664"/>
                </a:lnTo>
                <a:lnTo>
                  <a:pt x="3965" y="6654"/>
                </a:lnTo>
                <a:lnTo>
                  <a:pt x="3975" y="6644"/>
                </a:lnTo>
                <a:lnTo>
                  <a:pt x="3981" y="6646"/>
                </a:lnTo>
                <a:lnTo>
                  <a:pt x="3988" y="6649"/>
                </a:lnTo>
                <a:lnTo>
                  <a:pt x="4003" y="6639"/>
                </a:lnTo>
                <a:lnTo>
                  <a:pt x="4008" y="6628"/>
                </a:lnTo>
                <a:lnTo>
                  <a:pt x="4012" y="6615"/>
                </a:lnTo>
                <a:lnTo>
                  <a:pt x="4006" y="6606"/>
                </a:lnTo>
                <a:lnTo>
                  <a:pt x="3997" y="6608"/>
                </a:lnTo>
                <a:lnTo>
                  <a:pt x="3990" y="6610"/>
                </a:lnTo>
                <a:lnTo>
                  <a:pt x="3974" y="6607"/>
                </a:lnTo>
                <a:lnTo>
                  <a:pt x="3943" y="6594"/>
                </a:lnTo>
                <a:lnTo>
                  <a:pt x="3900" y="6560"/>
                </a:lnTo>
                <a:lnTo>
                  <a:pt x="3861" y="6514"/>
                </a:lnTo>
                <a:lnTo>
                  <a:pt x="3848" y="6490"/>
                </a:lnTo>
                <a:lnTo>
                  <a:pt x="3839" y="6470"/>
                </a:lnTo>
                <a:lnTo>
                  <a:pt x="3830" y="6436"/>
                </a:lnTo>
                <a:lnTo>
                  <a:pt x="3831" y="6422"/>
                </a:lnTo>
                <a:lnTo>
                  <a:pt x="3835" y="6419"/>
                </a:lnTo>
                <a:lnTo>
                  <a:pt x="3845" y="6425"/>
                </a:lnTo>
                <a:lnTo>
                  <a:pt x="3856" y="6439"/>
                </a:lnTo>
                <a:lnTo>
                  <a:pt x="3865" y="6451"/>
                </a:lnTo>
                <a:lnTo>
                  <a:pt x="3873" y="6453"/>
                </a:lnTo>
                <a:lnTo>
                  <a:pt x="3873" y="6444"/>
                </a:lnTo>
                <a:lnTo>
                  <a:pt x="3875" y="6435"/>
                </a:lnTo>
                <a:lnTo>
                  <a:pt x="3885" y="6423"/>
                </a:lnTo>
                <a:lnTo>
                  <a:pt x="3892" y="6422"/>
                </a:lnTo>
                <a:lnTo>
                  <a:pt x="3896" y="6422"/>
                </a:lnTo>
                <a:lnTo>
                  <a:pt x="3903" y="6431"/>
                </a:lnTo>
                <a:lnTo>
                  <a:pt x="3909" y="6452"/>
                </a:lnTo>
                <a:lnTo>
                  <a:pt x="3910" y="6472"/>
                </a:lnTo>
                <a:lnTo>
                  <a:pt x="3910" y="6490"/>
                </a:lnTo>
                <a:lnTo>
                  <a:pt x="3920" y="6524"/>
                </a:lnTo>
                <a:lnTo>
                  <a:pt x="3937" y="6550"/>
                </a:lnTo>
                <a:lnTo>
                  <a:pt x="3958" y="6565"/>
                </a:lnTo>
                <a:lnTo>
                  <a:pt x="3970" y="6566"/>
                </a:lnTo>
                <a:lnTo>
                  <a:pt x="3975" y="6565"/>
                </a:lnTo>
                <a:lnTo>
                  <a:pt x="3976" y="6553"/>
                </a:lnTo>
                <a:lnTo>
                  <a:pt x="3971" y="6545"/>
                </a:lnTo>
                <a:lnTo>
                  <a:pt x="3967" y="6536"/>
                </a:lnTo>
                <a:lnTo>
                  <a:pt x="3972" y="6534"/>
                </a:lnTo>
                <a:lnTo>
                  <a:pt x="3982" y="6539"/>
                </a:lnTo>
                <a:lnTo>
                  <a:pt x="3994" y="6544"/>
                </a:lnTo>
                <a:lnTo>
                  <a:pt x="4014" y="6537"/>
                </a:lnTo>
                <a:lnTo>
                  <a:pt x="4026" y="6514"/>
                </a:lnTo>
                <a:lnTo>
                  <a:pt x="4029" y="6482"/>
                </a:lnTo>
                <a:lnTo>
                  <a:pt x="4025" y="6463"/>
                </a:lnTo>
                <a:lnTo>
                  <a:pt x="4021" y="6446"/>
                </a:lnTo>
                <a:lnTo>
                  <a:pt x="4025" y="6427"/>
                </a:lnTo>
                <a:lnTo>
                  <a:pt x="4031" y="6422"/>
                </a:lnTo>
                <a:lnTo>
                  <a:pt x="4036" y="6422"/>
                </a:lnTo>
                <a:lnTo>
                  <a:pt x="4039" y="6422"/>
                </a:lnTo>
                <a:lnTo>
                  <a:pt x="4046" y="6432"/>
                </a:lnTo>
                <a:lnTo>
                  <a:pt x="4054" y="6458"/>
                </a:lnTo>
                <a:lnTo>
                  <a:pt x="4055" y="6482"/>
                </a:lnTo>
                <a:lnTo>
                  <a:pt x="4055" y="6497"/>
                </a:lnTo>
                <a:lnTo>
                  <a:pt x="4062" y="6526"/>
                </a:lnTo>
                <a:lnTo>
                  <a:pt x="4076" y="6553"/>
                </a:lnTo>
                <a:lnTo>
                  <a:pt x="4098" y="6581"/>
                </a:lnTo>
                <a:lnTo>
                  <a:pt x="4112" y="6596"/>
                </a:lnTo>
                <a:lnTo>
                  <a:pt x="4133" y="6619"/>
                </a:lnTo>
                <a:lnTo>
                  <a:pt x="4154" y="6652"/>
                </a:lnTo>
                <a:lnTo>
                  <a:pt x="4158" y="6672"/>
                </a:lnTo>
                <a:lnTo>
                  <a:pt x="4156" y="6678"/>
                </a:lnTo>
                <a:lnTo>
                  <a:pt x="4154" y="6691"/>
                </a:lnTo>
                <a:lnTo>
                  <a:pt x="4158" y="6708"/>
                </a:lnTo>
                <a:lnTo>
                  <a:pt x="4169" y="6711"/>
                </a:lnTo>
                <a:lnTo>
                  <a:pt x="4182" y="6700"/>
                </a:lnTo>
                <a:lnTo>
                  <a:pt x="4188" y="6688"/>
                </a:lnTo>
                <a:lnTo>
                  <a:pt x="4190" y="6683"/>
                </a:lnTo>
                <a:lnTo>
                  <a:pt x="4195" y="6677"/>
                </a:lnTo>
                <a:lnTo>
                  <a:pt x="4206" y="6681"/>
                </a:lnTo>
                <a:lnTo>
                  <a:pt x="4216" y="6694"/>
                </a:lnTo>
                <a:lnTo>
                  <a:pt x="4225" y="6704"/>
                </a:lnTo>
                <a:lnTo>
                  <a:pt x="4233" y="6708"/>
                </a:lnTo>
                <a:lnTo>
                  <a:pt x="4236" y="6702"/>
                </a:lnTo>
                <a:lnTo>
                  <a:pt x="4237" y="6697"/>
                </a:lnTo>
                <a:lnTo>
                  <a:pt x="4233" y="6685"/>
                </a:lnTo>
                <a:lnTo>
                  <a:pt x="4204" y="6641"/>
                </a:lnTo>
                <a:lnTo>
                  <a:pt x="4182" y="6618"/>
                </a:lnTo>
                <a:lnTo>
                  <a:pt x="4161" y="6593"/>
                </a:lnTo>
                <a:lnTo>
                  <a:pt x="4131" y="6545"/>
                </a:lnTo>
                <a:lnTo>
                  <a:pt x="4128" y="6528"/>
                </a:lnTo>
                <a:lnTo>
                  <a:pt x="4128" y="6513"/>
                </a:lnTo>
                <a:lnTo>
                  <a:pt x="4136" y="6497"/>
                </a:lnTo>
                <a:lnTo>
                  <a:pt x="4151" y="6498"/>
                </a:lnTo>
                <a:lnTo>
                  <a:pt x="4177" y="6516"/>
                </a:lnTo>
                <a:lnTo>
                  <a:pt x="4194" y="6534"/>
                </a:lnTo>
                <a:lnTo>
                  <a:pt x="4215" y="6552"/>
                </a:lnTo>
                <a:lnTo>
                  <a:pt x="4231" y="6559"/>
                </a:lnTo>
                <a:lnTo>
                  <a:pt x="4236" y="6553"/>
                </a:lnTo>
                <a:lnTo>
                  <a:pt x="4237" y="6547"/>
                </a:lnTo>
                <a:lnTo>
                  <a:pt x="4237" y="6541"/>
                </a:lnTo>
                <a:lnTo>
                  <a:pt x="4243" y="6531"/>
                </a:lnTo>
                <a:lnTo>
                  <a:pt x="4263" y="6519"/>
                </a:lnTo>
                <a:lnTo>
                  <a:pt x="4281" y="6515"/>
                </a:lnTo>
                <a:lnTo>
                  <a:pt x="4299" y="6513"/>
                </a:lnTo>
                <a:lnTo>
                  <a:pt x="4336" y="6496"/>
                </a:lnTo>
                <a:lnTo>
                  <a:pt x="4368" y="6470"/>
                </a:lnTo>
                <a:lnTo>
                  <a:pt x="4391" y="6439"/>
                </a:lnTo>
                <a:lnTo>
                  <a:pt x="4396" y="6423"/>
                </a:lnTo>
                <a:lnTo>
                  <a:pt x="4397" y="6413"/>
                </a:lnTo>
                <a:lnTo>
                  <a:pt x="4387" y="6386"/>
                </a:lnTo>
                <a:lnTo>
                  <a:pt x="4379" y="6374"/>
                </a:lnTo>
                <a:lnTo>
                  <a:pt x="4372" y="6363"/>
                </a:lnTo>
                <a:lnTo>
                  <a:pt x="4366" y="6344"/>
                </a:lnTo>
                <a:lnTo>
                  <a:pt x="4368" y="6338"/>
                </a:lnTo>
                <a:lnTo>
                  <a:pt x="4375" y="6334"/>
                </a:lnTo>
                <a:lnTo>
                  <a:pt x="4391" y="6335"/>
                </a:lnTo>
                <a:lnTo>
                  <a:pt x="4406" y="6347"/>
                </a:lnTo>
                <a:lnTo>
                  <a:pt x="4416" y="6366"/>
                </a:lnTo>
                <a:lnTo>
                  <a:pt x="4417" y="6378"/>
                </a:lnTo>
                <a:lnTo>
                  <a:pt x="4418" y="6384"/>
                </a:lnTo>
                <a:lnTo>
                  <a:pt x="4426" y="6394"/>
                </a:lnTo>
                <a:lnTo>
                  <a:pt x="4449" y="6402"/>
                </a:lnTo>
                <a:lnTo>
                  <a:pt x="4474" y="6403"/>
                </a:lnTo>
                <a:lnTo>
                  <a:pt x="4500" y="6402"/>
                </a:lnTo>
                <a:lnTo>
                  <a:pt x="4516" y="6396"/>
                </a:lnTo>
                <a:lnTo>
                  <a:pt x="4517" y="6386"/>
                </a:lnTo>
                <a:lnTo>
                  <a:pt x="4514" y="6380"/>
                </a:lnTo>
                <a:lnTo>
                  <a:pt x="4508" y="6368"/>
                </a:lnTo>
                <a:lnTo>
                  <a:pt x="4498" y="6316"/>
                </a:lnTo>
                <a:lnTo>
                  <a:pt x="4496" y="6286"/>
                </a:lnTo>
                <a:lnTo>
                  <a:pt x="4491" y="6223"/>
                </a:lnTo>
                <a:lnTo>
                  <a:pt x="4474" y="6135"/>
                </a:lnTo>
                <a:lnTo>
                  <a:pt x="4455" y="6090"/>
                </a:lnTo>
                <a:lnTo>
                  <a:pt x="4447" y="6066"/>
                </a:lnTo>
                <a:lnTo>
                  <a:pt x="4437" y="6028"/>
                </a:lnTo>
                <a:lnTo>
                  <a:pt x="4437" y="6002"/>
                </a:lnTo>
                <a:lnTo>
                  <a:pt x="4446" y="5993"/>
                </a:lnTo>
                <a:lnTo>
                  <a:pt x="4454" y="5996"/>
                </a:lnTo>
                <a:lnTo>
                  <a:pt x="4461" y="6001"/>
                </a:lnTo>
                <a:lnTo>
                  <a:pt x="4466" y="6015"/>
                </a:lnTo>
                <a:lnTo>
                  <a:pt x="4463" y="6021"/>
                </a:lnTo>
                <a:lnTo>
                  <a:pt x="4462" y="6030"/>
                </a:lnTo>
                <a:lnTo>
                  <a:pt x="4471" y="6056"/>
                </a:lnTo>
                <a:lnTo>
                  <a:pt x="4481" y="6070"/>
                </a:lnTo>
                <a:lnTo>
                  <a:pt x="4489" y="6081"/>
                </a:lnTo>
                <a:lnTo>
                  <a:pt x="4499" y="6089"/>
                </a:lnTo>
                <a:lnTo>
                  <a:pt x="4503" y="6073"/>
                </a:lnTo>
                <a:lnTo>
                  <a:pt x="4499" y="6032"/>
                </a:lnTo>
                <a:lnTo>
                  <a:pt x="4492" y="5957"/>
                </a:lnTo>
                <a:lnTo>
                  <a:pt x="4478" y="5870"/>
                </a:lnTo>
                <a:lnTo>
                  <a:pt x="4466" y="5832"/>
                </a:lnTo>
                <a:lnTo>
                  <a:pt x="4461" y="5822"/>
                </a:lnTo>
                <a:lnTo>
                  <a:pt x="4460" y="5818"/>
                </a:lnTo>
                <a:lnTo>
                  <a:pt x="4462" y="5807"/>
                </a:lnTo>
                <a:lnTo>
                  <a:pt x="4474" y="5788"/>
                </a:lnTo>
                <a:lnTo>
                  <a:pt x="4488" y="5776"/>
                </a:lnTo>
                <a:lnTo>
                  <a:pt x="4499" y="5769"/>
                </a:lnTo>
                <a:lnTo>
                  <a:pt x="4512" y="5755"/>
                </a:lnTo>
                <a:lnTo>
                  <a:pt x="4517" y="5740"/>
                </a:lnTo>
                <a:lnTo>
                  <a:pt x="4513" y="5724"/>
                </a:lnTo>
                <a:lnTo>
                  <a:pt x="4509" y="5713"/>
                </a:lnTo>
                <a:lnTo>
                  <a:pt x="4498" y="5700"/>
                </a:lnTo>
                <a:lnTo>
                  <a:pt x="4467" y="5681"/>
                </a:lnTo>
                <a:lnTo>
                  <a:pt x="4450" y="5678"/>
                </a:lnTo>
                <a:lnTo>
                  <a:pt x="4430" y="5678"/>
                </a:lnTo>
                <a:lnTo>
                  <a:pt x="4425" y="5667"/>
                </a:lnTo>
                <a:lnTo>
                  <a:pt x="4436" y="5651"/>
                </a:lnTo>
                <a:lnTo>
                  <a:pt x="4447" y="5642"/>
                </a:lnTo>
                <a:lnTo>
                  <a:pt x="4471" y="5626"/>
                </a:lnTo>
                <a:lnTo>
                  <a:pt x="4481" y="5624"/>
                </a:lnTo>
                <a:lnTo>
                  <a:pt x="4489" y="5623"/>
                </a:lnTo>
                <a:lnTo>
                  <a:pt x="4501" y="5608"/>
                </a:lnTo>
                <a:lnTo>
                  <a:pt x="4503" y="5597"/>
                </a:lnTo>
                <a:lnTo>
                  <a:pt x="4502" y="5586"/>
                </a:lnTo>
                <a:lnTo>
                  <a:pt x="4495" y="5573"/>
                </a:lnTo>
                <a:lnTo>
                  <a:pt x="4483" y="5571"/>
                </a:lnTo>
                <a:lnTo>
                  <a:pt x="4470" y="5580"/>
                </a:lnTo>
                <a:lnTo>
                  <a:pt x="4463" y="5588"/>
                </a:lnTo>
                <a:lnTo>
                  <a:pt x="4452" y="5602"/>
                </a:lnTo>
                <a:lnTo>
                  <a:pt x="4441" y="5610"/>
                </a:lnTo>
                <a:lnTo>
                  <a:pt x="4436" y="5609"/>
                </a:lnTo>
                <a:lnTo>
                  <a:pt x="4431" y="5598"/>
                </a:lnTo>
                <a:lnTo>
                  <a:pt x="4438" y="5571"/>
                </a:lnTo>
                <a:lnTo>
                  <a:pt x="4447" y="5554"/>
                </a:lnTo>
                <a:lnTo>
                  <a:pt x="4461" y="5533"/>
                </a:lnTo>
                <a:lnTo>
                  <a:pt x="4484" y="5513"/>
                </a:lnTo>
                <a:lnTo>
                  <a:pt x="4497" y="5509"/>
                </a:lnTo>
                <a:lnTo>
                  <a:pt x="4503" y="5510"/>
                </a:lnTo>
                <a:lnTo>
                  <a:pt x="4512" y="5513"/>
                </a:lnTo>
                <a:lnTo>
                  <a:pt x="4524" y="5509"/>
                </a:lnTo>
                <a:lnTo>
                  <a:pt x="4525" y="5496"/>
                </a:lnTo>
                <a:lnTo>
                  <a:pt x="4517" y="5479"/>
                </a:lnTo>
                <a:lnTo>
                  <a:pt x="4509" y="5469"/>
                </a:lnTo>
                <a:lnTo>
                  <a:pt x="4504" y="5462"/>
                </a:lnTo>
                <a:lnTo>
                  <a:pt x="4499" y="5438"/>
                </a:lnTo>
                <a:lnTo>
                  <a:pt x="4501" y="5374"/>
                </a:lnTo>
                <a:lnTo>
                  <a:pt x="4510" y="5308"/>
                </a:lnTo>
                <a:lnTo>
                  <a:pt x="4517" y="5247"/>
                </a:lnTo>
                <a:lnTo>
                  <a:pt x="4522" y="5143"/>
                </a:lnTo>
                <a:lnTo>
                  <a:pt x="4520" y="5115"/>
                </a:lnTo>
                <a:lnTo>
                  <a:pt x="4517" y="5102"/>
                </a:lnTo>
                <a:lnTo>
                  <a:pt x="4517" y="5081"/>
                </a:lnTo>
                <a:lnTo>
                  <a:pt x="4525" y="5066"/>
                </a:lnTo>
                <a:lnTo>
                  <a:pt x="4540" y="5054"/>
                </a:lnTo>
                <a:lnTo>
                  <a:pt x="4552" y="5048"/>
                </a:lnTo>
                <a:lnTo>
                  <a:pt x="4566" y="5043"/>
                </a:lnTo>
                <a:lnTo>
                  <a:pt x="4579" y="5039"/>
                </a:lnTo>
                <a:lnTo>
                  <a:pt x="4586" y="5043"/>
                </a:lnTo>
                <a:lnTo>
                  <a:pt x="4590" y="5056"/>
                </a:lnTo>
                <a:lnTo>
                  <a:pt x="4590" y="5097"/>
                </a:lnTo>
                <a:lnTo>
                  <a:pt x="4588" y="5132"/>
                </a:lnTo>
                <a:lnTo>
                  <a:pt x="4580" y="5221"/>
                </a:lnTo>
                <a:lnTo>
                  <a:pt x="4572" y="5275"/>
                </a:lnTo>
                <a:lnTo>
                  <a:pt x="4569" y="5292"/>
                </a:lnTo>
                <a:lnTo>
                  <a:pt x="4571" y="5310"/>
                </a:lnTo>
                <a:lnTo>
                  <a:pt x="4576" y="5315"/>
                </a:lnTo>
                <a:lnTo>
                  <a:pt x="4579" y="5317"/>
                </a:lnTo>
                <a:lnTo>
                  <a:pt x="4584" y="5315"/>
                </a:lnTo>
                <a:lnTo>
                  <a:pt x="4592" y="5306"/>
                </a:lnTo>
                <a:lnTo>
                  <a:pt x="4604" y="5274"/>
                </a:lnTo>
                <a:lnTo>
                  <a:pt x="4616" y="5202"/>
                </a:lnTo>
                <a:lnTo>
                  <a:pt x="4623" y="5105"/>
                </a:lnTo>
                <a:lnTo>
                  <a:pt x="4624" y="5047"/>
                </a:lnTo>
                <a:lnTo>
                  <a:pt x="4626" y="4984"/>
                </a:lnTo>
                <a:lnTo>
                  <a:pt x="4635" y="4926"/>
                </a:lnTo>
                <a:lnTo>
                  <a:pt x="4644" y="4907"/>
                </a:lnTo>
                <a:lnTo>
                  <a:pt x="4650" y="4904"/>
                </a:lnTo>
                <a:lnTo>
                  <a:pt x="4658" y="4899"/>
                </a:lnTo>
                <a:lnTo>
                  <a:pt x="4670" y="4880"/>
                </a:lnTo>
                <a:lnTo>
                  <a:pt x="4672" y="4868"/>
                </a:lnTo>
                <a:lnTo>
                  <a:pt x="4671" y="4852"/>
                </a:lnTo>
                <a:lnTo>
                  <a:pt x="4663" y="4849"/>
                </a:lnTo>
                <a:lnTo>
                  <a:pt x="4656" y="4860"/>
                </a:lnTo>
                <a:lnTo>
                  <a:pt x="4651" y="4867"/>
                </a:lnTo>
                <a:lnTo>
                  <a:pt x="4645" y="4873"/>
                </a:lnTo>
                <a:lnTo>
                  <a:pt x="4637" y="4867"/>
                </a:lnTo>
                <a:lnTo>
                  <a:pt x="4632" y="4849"/>
                </a:lnTo>
                <a:lnTo>
                  <a:pt x="4627" y="4832"/>
                </a:lnTo>
                <a:lnTo>
                  <a:pt x="4632" y="4820"/>
                </a:lnTo>
                <a:lnTo>
                  <a:pt x="4641" y="4820"/>
                </a:lnTo>
                <a:lnTo>
                  <a:pt x="4648" y="4822"/>
                </a:lnTo>
                <a:lnTo>
                  <a:pt x="4656" y="4825"/>
                </a:lnTo>
                <a:lnTo>
                  <a:pt x="4664" y="4825"/>
                </a:lnTo>
                <a:lnTo>
                  <a:pt x="4660" y="4810"/>
                </a:lnTo>
                <a:lnTo>
                  <a:pt x="4645" y="4786"/>
                </a:lnTo>
                <a:lnTo>
                  <a:pt x="4633" y="4766"/>
                </a:lnTo>
                <a:lnTo>
                  <a:pt x="4626" y="4745"/>
                </a:lnTo>
                <a:lnTo>
                  <a:pt x="4629" y="4737"/>
                </a:lnTo>
                <a:lnTo>
                  <a:pt x="4634" y="4737"/>
                </a:lnTo>
                <a:lnTo>
                  <a:pt x="4641" y="4738"/>
                </a:lnTo>
                <a:lnTo>
                  <a:pt x="4652" y="4749"/>
                </a:lnTo>
                <a:lnTo>
                  <a:pt x="4653" y="4759"/>
                </a:lnTo>
                <a:lnTo>
                  <a:pt x="4653" y="4767"/>
                </a:lnTo>
                <a:lnTo>
                  <a:pt x="4659" y="4772"/>
                </a:lnTo>
                <a:lnTo>
                  <a:pt x="4662" y="4770"/>
                </a:lnTo>
                <a:lnTo>
                  <a:pt x="4665" y="4762"/>
                </a:lnTo>
                <a:lnTo>
                  <a:pt x="4656" y="4724"/>
                </a:lnTo>
                <a:lnTo>
                  <a:pt x="4646" y="4699"/>
                </a:lnTo>
                <a:lnTo>
                  <a:pt x="4621" y="4637"/>
                </a:lnTo>
                <a:lnTo>
                  <a:pt x="4610" y="4727"/>
                </a:lnTo>
                <a:lnTo>
                  <a:pt x="4594" y="4847"/>
                </a:lnTo>
                <a:lnTo>
                  <a:pt x="4576" y="4921"/>
                </a:lnTo>
                <a:lnTo>
                  <a:pt x="4563" y="4935"/>
                </a:lnTo>
                <a:lnTo>
                  <a:pt x="4553" y="4936"/>
                </a:lnTo>
                <a:lnTo>
                  <a:pt x="4543" y="4937"/>
                </a:lnTo>
                <a:lnTo>
                  <a:pt x="4528" y="4952"/>
                </a:lnTo>
                <a:lnTo>
                  <a:pt x="4526" y="4963"/>
                </a:lnTo>
                <a:lnTo>
                  <a:pt x="4525" y="4974"/>
                </a:lnTo>
                <a:lnTo>
                  <a:pt x="4517" y="4989"/>
                </a:lnTo>
                <a:lnTo>
                  <a:pt x="4512" y="4991"/>
                </a:lnTo>
                <a:lnTo>
                  <a:pt x="4509" y="4989"/>
                </a:lnTo>
                <a:lnTo>
                  <a:pt x="4503" y="4982"/>
                </a:lnTo>
                <a:lnTo>
                  <a:pt x="4497" y="4959"/>
                </a:lnTo>
                <a:lnTo>
                  <a:pt x="4496" y="4938"/>
                </a:lnTo>
                <a:lnTo>
                  <a:pt x="4497" y="4913"/>
                </a:lnTo>
                <a:lnTo>
                  <a:pt x="4504" y="4895"/>
                </a:lnTo>
                <a:lnTo>
                  <a:pt x="4514" y="4893"/>
                </a:lnTo>
                <a:lnTo>
                  <a:pt x="4521" y="4895"/>
                </a:lnTo>
                <a:lnTo>
                  <a:pt x="4530" y="4898"/>
                </a:lnTo>
                <a:lnTo>
                  <a:pt x="4545" y="4892"/>
                </a:lnTo>
                <a:lnTo>
                  <a:pt x="4562" y="4827"/>
                </a:lnTo>
                <a:lnTo>
                  <a:pt x="4580" y="4710"/>
                </a:lnTo>
                <a:lnTo>
                  <a:pt x="4590" y="4649"/>
                </a:lnTo>
                <a:lnTo>
                  <a:pt x="4616" y="4542"/>
                </a:lnTo>
                <a:lnTo>
                  <a:pt x="4628" y="4512"/>
                </a:lnTo>
                <a:lnTo>
                  <a:pt x="4638" y="4489"/>
                </a:lnTo>
                <a:lnTo>
                  <a:pt x="4652" y="4446"/>
                </a:lnTo>
                <a:lnTo>
                  <a:pt x="4653" y="4431"/>
                </a:lnTo>
                <a:lnTo>
                  <a:pt x="4654" y="4425"/>
                </a:lnTo>
                <a:lnTo>
                  <a:pt x="4659" y="4424"/>
                </a:lnTo>
                <a:lnTo>
                  <a:pt x="4670" y="4441"/>
                </a:lnTo>
                <a:lnTo>
                  <a:pt x="4681" y="4463"/>
                </a:lnTo>
                <a:lnTo>
                  <a:pt x="4701" y="4509"/>
                </a:lnTo>
                <a:lnTo>
                  <a:pt x="4706" y="4534"/>
                </a:lnTo>
                <a:lnTo>
                  <a:pt x="4697" y="4537"/>
                </a:lnTo>
                <a:lnTo>
                  <a:pt x="4688" y="4537"/>
                </a:lnTo>
                <a:lnTo>
                  <a:pt x="4682" y="4536"/>
                </a:lnTo>
                <a:lnTo>
                  <a:pt x="4677" y="4528"/>
                </a:lnTo>
                <a:lnTo>
                  <a:pt x="4681" y="4520"/>
                </a:lnTo>
                <a:lnTo>
                  <a:pt x="4683" y="4513"/>
                </a:lnTo>
                <a:lnTo>
                  <a:pt x="4676" y="4509"/>
                </a:lnTo>
                <a:lnTo>
                  <a:pt x="4666" y="4512"/>
                </a:lnTo>
                <a:lnTo>
                  <a:pt x="4657" y="4518"/>
                </a:lnTo>
                <a:lnTo>
                  <a:pt x="4646" y="4539"/>
                </a:lnTo>
                <a:lnTo>
                  <a:pt x="4647" y="4563"/>
                </a:lnTo>
                <a:lnTo>
                  <a:pt x="4654" y="4576"/>
                </a:lnTo>
                <a:lnTo>
                  <a:pt x="4663" y="4580"/>
                </a:lnTo>
                <a:lnTo>
                  <a:pt x="4667" y="4580"/>
                </a:lnTo>
                <a:lnTo>
                  <a:pt x="4672" y="4580"/>
                </a:lnTo>
                <a:lnTo>
                  <a:pt x="4681" y="4592"/>
                </a:lnTo>
                <a:lnTo>
                  <a:pt x="4691" y="4629"/>
                </a:lnTo>
                <a:lnTo>
                  <a:pt x="4701" y="4697"/>
                </a:lnTo>
                <a:lnTo>
                  <a:pt x="4701" y="4761"/>
                </a:lnTo>
                <a:lnTo>
                  <a:pt x="4697" y="4781"/>
                </a:lnTo>
                <a:lnTo>
                  <a:pt x="4691" y="4795"/>
                </a:lnTo>
                <a:lnTo>
                  <a:pt x="4701" y="4804"/>
                </a:lnTo>
                <a:lnTo>
                  <a:pt x="4715" y="4798"/>
                </a:lnTo>
                <a:lnTo>
                  <a:pt x="4726" y="4794"/>
                </a:lnTo>
                <a:lnTo>
                  <a:pt x="4737" y="4780"/>
                </a:lnTo>
                <a:lnTo>
                  <a:pt x="4735" y="4773"/>
                </a:lnTo>
                <a:lnTo>
                  <a:pt x="4731" y="4762"/>
                </a:lnTo>
                <a:lnTo>
                  <a:pt x="4733" y="4723"/>
                </a:lnTo>
                <a:lnTo>
                  <a:pt x="4744" y="4680"/>
                </a:lnTo>
                <a:lnTo>
                  <a:pt x="4755" y="4656"/>
                </a:lnTo>
                <a:lnTo>
                  <a:pt x="4762" y="4647"/>
                </a:lnTo>
                <a:lnTo>
                  <a:pt x="4765" y="4646"/>
                </a:lnTo>
                <a:lnTo>
                  <a:pt x="4769" y="4647"/>
                </a:lnTo>
                <a:lnTo>
                  <a:pt x="4774" y="4657"/>
                </a:lnTo>
                <a:lnTo>
                  <a:pt x="4778" y="4682"/>
                </a:lnTo>
                <a:lnTo>
                  <a:pt x="4778" y="4706"/>
                </a:lnTo>
                <a:lnTo>
                  <a:pt x="4776" y="4731"/>
                </a:lnTo>
                <a:lnTo>
                  <a:pt x="4782" y="4775"/>
                </a:lnTo>
                <a:lnTo>
                  <a:pt x="4787" y="4787"/>
                </a:lnTo>
                <a:lnTo>
                  <a:pt x="4791" y="4796"/>
                </a:lnTo>
                <a:lnTo>
                  <a:pt x="4789" y="4808"/>
                </a:lnTo>
                <a:lnTo>
                  <a:pt x="4784" y="4809"/>
                </a:lnTo>
                <a:lnTo>
                  <a:pt x="4773" y="4811"/>
                </a:lnTo>
                <a:lnTo>
                  <a:pt x="4759" y="4829"/>
                </a:lnTo>
                <a:lnTo>
                  <a:pt x="4752" y="4855"/>
                </a:lnTo>
                <a:lnTo>
                  <a:pt x="4758" y="4877"/>
                </a:lnTo>
                <a:lnTo>
                  <a:pt x="4765" y="4885"/>
                </a:lnTo>
                <a:lnTo>
                  <a:pt x="4777" y="4893"/>
                </a:lnTo>
                <a:lnTo>
                  <a:pt x="4797" y="4899"/>
                </a:lnTo>
                <a:lnTo>
                  <a:pt x="4809" y="4898"/>
                </a:lnTo>
                <a:lnTo>
                  <a:pt x="4811" y="4891"/>
                </a:lnTo>
                <a:lnTo>
                  <a:pt x="4808" y="4884"/>
                </a:lnTo>
                <a:lnTo>
                  <a:pt x="4806" y="4872"/>
                </a:lnTo>
                <a:lnTo>
                  <a:pt x="4821" y="4827"/>
                </a:lnTo>
                <a:lnTo>
                  <a:pt x="4835" y="4800"/>
                </a:lnTo>
                <a:lnTo>
                  <a:pt x="4850" y="4769"/>
                </a:lnTo>
                <a:lnTo>
                  <a:pt x="4861" y="4726"/>
                </a:lnTo>
                <a:lnTo>
                  <a:pt x="4862" y="4701"/>
                </a:lnTo>
                <a:lnTo>
                  <a:pt x="4860" y="4689"/>
                </a:lnTo>
                <a:lnTo>
                  <a:pt x="4855" y="4668"/>
                </a:lnTo>
                <a:lnTo>
                  <a:pt x="4859" y="4655"/>
                </a:lnTo>
                <a:lnTo>
                  <a:pt x="4869" y="4655"/>
                </a:lnTo>
                <a:lnTo>
                  <a:pt x="4876" y="4657"/>
                </a:lnTo>
                <a:lnTo>
                  <a:pt x="4884" y="4659"/>
                </a:lnTo>
                <a:lnTo>
                  <a:pt x="4895" y="4660"/>
                </a:lnTo>
                <a:lnTo>
                  <a:pt x="4900" y="4649"/>
                </a:lnTo>
                <a:lnTo>
                  <a:pt x="4898" y="4630"/>
                </a:lnTo>
                <a:lnTo>
                  <a:pt x="4889" y="4596"/>
                </a:lnTo>
                <a:lnTo>
                  <a:pt x="4880" y="4574"/>
                </a:lnTo>
                <a:lnTo>
                  <a:pt x="4876" y="4567"/>
                </a:lnTo>
                <a:lnTo>
                  <a:pt x="4880" y="4557"/>
                </a:lnTo>
                <a:lnTo>
                  <a:pt x="4885" y="4556"/>
                </a:lnTo>
                <a:lnTo>
                  <a:pt x="4893" y="4554"/>
                </a:lnTo>
                <a:lnTo>
                  <a:pt x="4908" y="4531"/>
                </a:lnTo>
                <a:lnTo>
                  <a:pt x="4912" y="4514"/>
                </a:lnTo>
                <a:lnTo>
                  <a:pt x="4926" y="4461"/>
                </a:lnTo>
                <a:lnTo>
                  <a:pt x="4949" y="4379"/>
                </a:lnTo>
                <a:lnTo>
                  <a:pt x="4959" y="4342"/>
                </a:lnTo>
                <a:lnTo>
                  <a:pt x="4964" y="4305"/>
                </a:lnTo>
                <a:lnTo>
                  <a:pt x="4962" y="4294"/>
                </a:lnTo>
                <a:lnTo>
                  <a:pt x="4960" y="4295"/>
                </a:lnTo>
                <a:lnTo>
                  <a:pt x="4954" y="4297"/>
                </a:lnTo>
                <a:lnTo>
                  <a:pt x="4944" y="4287"/>
                </a:lnTo>
                <a:lnTo>
                  <a:pt x="4944" y="4276"/>
                </a:lnTo>
                <a:lnTo>
                  <a:pt x="4944" y="4264"/>
                </a:lnTo>
                <a:lnTo>
                  <a:pt x="4954" y="4249"/>
                </a:lnTo>
                <a:lnTo>
                  <a:pt x="4961" y="4248"/>
                </a:lnTo>
                <a:lnTo>
                  <a:pt x="4964" y="4247"/>
                </a:lnTo>
                <a:lnTo>
                  <a:pt x="4966" y="4237"/>
                </a:lnTo>
                <a:lnTo>
                  <a:pt x="4960" y="4209"/>
                </a:lnTo>
                <a:lnTo>
                  <a:pt x="4949" y="4184"/>
                </a:lnTo>
                <a:lnTo>
                  <a:pt x="4938" y="4163"/>
                </a:lnTo>
                <a:lnTo>
                  <a:pt x="4929" y="4135"/>
                </a:lnTo>
                <a:lnTo>
                  <a:pt x="4929" y="4116"/>
                </a:lnTo>
                <a:lnTo>
                  <a:pt x="4942" y="4097"/>
                </a:lnTo>
                <a:lnTo>
                  <a:pt x="4952" y="4085"/>
                </a:lnTo>
                <a:lnTo>
                  <a:pt x="4962" y="4074"/>
                </a:lnTo>
                <a:lnTo>
                  <a:pt x="4974" y="4056"/>
                </a:lnTo>
                <a:lnTo>
                  <a:pt x="4978" y="4040"/>
                </a:lnTo>
                <a:lnTo>
                  <a:pt x="4971" y="4022"/>
                </a:lnTo>
                <a:lnTo>
                  <a:pt x="4966" y="4012"/>
                </a:lnTo>
                <a:lnTo>
                  <a:pt x="4948" y="3983"/>
                </a:lnTo>
                <a:lnTo>
                  <a:pt x="4945" y="3963"/>
                </a:lnTo>
                <a:lnTo>
                  <a:pt x="4954" y="3962"/>
                </a:lnTo>
                <a:lnTo>
                  <a:pt x="4961" y="3967"/>
                </a:lnTo>
                <a:lnTo>
                  <a:pt x="4966" y="3969"/>
                </a:lnTo>
                <a:lnTo>
                  <a:pt x="4972" y="3967"/>
                </a:lnTo>
                <a:lnTo>
                  <a:pt x="4979" y="3956"/>
                </a:lnTo>
                <a:lnTo>
                  <a:pt x="4980" y="3944"/>
                </a:lnTo>
                <a:lnTo>
                  <a:pt x="4980" y="3935"/>
                </a:lnTo>
                <a:lnTo>
                  <a:pt x="4973" y="3920"/>
                </a:lnTo>
                <a:lnTo>
                  <a:pt x="4957" y="3901"/>
                </a:lnTo>
                <a:lnTo>
                  <a:pt x="4939" y="3895"/>
                </a:lnTo>
                <a:lnTo>
                  <a:pt x="4898" y="3880"/>
                </a:lnTo>
                <a:lnTo>
                  <a:pt x="4939" y="3873"/>
                </a:lnTo>
                <a:lnTo>
                  <a:pt x="4956" y="3869"/>
                </a:lnTo>
                <a:lnTo>
                  <a:pt x="4978" y="3849"/>
                </a:lnTo>
                <a:lnTo>
                  <a:pt x="4980" y="3838"/>
                </a:lnTo>
                <a:lnTo>
                  <a:pt x="4979" y="3828"/>
                </a:lnTo>
                <a:lnTo>
                  <a:pt x="4968" y="3820"/>
                </a:lnTo>
                <a:lnTo>
                  <a:pt x="4960" y="3824"/>
                </a:lnTo>
                <a:lnTo>
                  <a:pt x="4951" y="3826"/>
                </a:lnTo>
                <a:lnTo>
                  <a:pt x="4931" y="3820"/>
                </a:lnTo>
                <a:lnTo>
                  <a:pt x="4923" y="3811"/>
                </a:lnTo>
                <a:lnTo>
                  <a:pt x="4916" y="3796"/>
                </a:lnTo>
                <a:lnTo>
                  <a:pt x="4908" y="3774"/>
                </a:lnTo>
                <a:lnTo>
                  <a:pt x="4913" y="3762"/>
                </a:lnTo>
                <a:lnTo>
                  <a:pt x="4930" y="3761"/>
                </a:lnTo>
                <a:lnTo>
                  <a:pt x="4944" y="3765"/>
                </a:lnTo>
                <a:lnTo>
                  <a:pt x="4956" y="3767"/>
                </a:lnTo>
                <a:lnTo>
                  <a:pt x="4971" y="3761"/>
                </a:lnTo>
                <a:lnTo>
                  <a:pt x="4979" y="3730"/>
                </a:lnTo>
                <a:lnTo>
                  <a:pt x="4982" y="3662"/>
                </a:lnTo>
                <a:lnTo>
                  <a:pt x="4983" y="3608"/>
                </a:lnTo>
                <a:lnTo>
                  <a:pt x="4985" y="3475"/>
                </a:lnTo>
                <a:lnTo>
                  <a:pt x="4980" y="3388"/>
                </a:lnTo>
                <a:lnTo>
                  <a:pt x="4969" y="3368"/>
                </a:lnTo>
                <a:lnTo>
                  <a:pt x="4961" y="3363"/>
                </a:lnTo>
                <a:lnTo>
                  <a:pt x="4955" y="3360"/>
                </a:lnTo>
                <a:lnTo>
                  <a:pt x="4950" y="3347"/>
                </a:lnTo>
                <a:lnTo>
                  <a:pt x="4955" y="3341"/>
                </a:lnTo>
                <a:lnTo>
                  <a:pt x="4960" y="3325"/>
                </a:lnTo>
                <a:lnTo>
                  <a:pt x="4964" y="3274"/>
                </a:lnTo>
                <a:lnTo>
                  <a:pt x="4961" y="3215"/>
                </a:lnTo>
                <a:lnTo>
                  <a:pt x="4951" y="3166"/>
                </a:lnTo>
                <a:lnTo>
                  <a:pt x="4944" y="3152"/>
                </a:lnTo>
                <a:lnTo>
                  <a:pt x="4935" y="3142"/>
                </a:lnTo>
                <a:lnTo>
                  <a:pt x="4932" y="3130"/>
                </a:lnTo>
                <a:lnTo>
                  <a:pt x="4935" y="3125"/>
                </a:lnTo>
                <a:lnTo>
                  <a:pt x="4938" y="3124"/>
                </a:lnTo>
                <a:lnTo>
                  <a:pt x="4942" y="3122"/>
                </a:lnTo>
                <a:lnTo>
                  <a:pt x="4947" y="3092"/>
                </a:lnTo>
                <a:lnTo>
                  <a:pt x="4952" y="3006"/>
                </a:lnTo>
                <a:lnTo>
                  <a:pt x="4952" y="2928"/>
                </a:lnTo>
                <a:lnTo>
                  <a:pt x="4954" y="2834"/>
                </a:lnTo>
                <a:lnTo>
                  <a:pt x="4961" y="2746"/>
                </a:lnTo>
                <a:lnTo>
                  <a:pt x="4969" y="2714"/>
                </a:lnTo>
                <a:lnTo>
                  <a:pt x="4974" y="2706"/>
                </a:lnTo>
                <a:lnTo>
                  <a:pt x="4980" y="2699"/>
                </a:lnTo>
                <a:lnTo>
                  <a:pt x="4983" y="2687"/>
                </a:lnTo>
                <a:lnTo>
                  <a:pt x="4964" y="2669"/>
                </a:lnTo>
                <a:lnTo>
                  <a:pt x="4929" y="2651"/>
                </a:lnTo>
                <a:lnTo>
                  <a:pt x="4905" y="2637"/>
                </a:lnTo>
                <a:lnTo>
                  <a:pt x="4890" y="2628"/>
                </a:lnTo>
                <a:lnTo>
                  <a:pt x="4895" y="2626"/>
                </a:lnTo>
                <a:lnTo>
                  <a:pt x="4901" y="2627"/>
                </a:lnTo>
                <a:lnTo>
                  <a:pt x="4912" y="2630"/>
                </a:lnTo>
                <a:lnTo>
                  <a:pt x="4929" y="2629"/>
                </a:lnTo>
                <a:lnTo>
                  <a:pt x="4939" y="2619"/>
                </a:lnTo>
                <a:lnTo>
                  <a:pt x="4948" y="2598"/>
                </a:lnTo>
                <a:lnTo>
                  <a:pt x="4952" y="2583"/>
                </a:lnTo>
                <a:lnTo>
                  <a:pt x="4959" y="2560"/>
                </a:lnTo>
                <a:lnTo>
                  <a:pt x="4974" y="2524"/>
                </a:lnTo>
                <a:lnTo>
                  <a:pt x="4982" y="2518"/>
                </a:lnTo>
                <a:lnTo>
                  <a:pt x="4992" y="2510"/>
                </a:lnTo>
                <a:lnTo>
                  <a:pt x="4999" y="2489"/>
                </a:lnTo>
                <a:lnTo>
                  <a:pt x="4995" y="2469"/>
                </a:lnTo>
                <a:lnTo>
                  <a:pt x="4981" y="2459"/>
                </a:lnTo>
                <a:lnTo>
                  <a:pt x="4971" y="2461"/>
                </a:lnTo>
                <a:lnTo>
                  <a:pt x="4960" y="2465"/>
                </a:lnTo>
                <a:lnTo>
                  <a:pt x="4945" y="2460"/>
                </a:lnTo>
                <a:lnTo>
                  <a:pt x="4944" y="2455"/>
                </a:lnTo>
                <a:lnTo>
                  <a:pt x="4945" y="2447"/>
                </a:lnTo>
                <a:lnTo>
                  <a:pt x="4963" y="2437"/>
                </a:lnTo>
                <a:lnTo>
                  <a:pt x="4978" y="2436"/>
                </a:lnTo>
                <a:lnTo>
                  <a:pt x="4992" y="2434"/>
                </a:lnTo>
                <a:lnTo>
                  <a:pt x="5016" y="2415"/>
                </a:lnTo>
                <a:lnTo>
                  <a:pt x="5021" y="2401"/>
                </a:lnTo>
                <a:lnTo>
                  <a:pt x="5024" y="2384"/>
                </a:lnTo>
                <a:lnTo>
                  <a:pt x="5019" y="2369"/>
                </a:lnTo>
                <a:lnTo>
                  <a:pt x="5011" y="2365"/>
                </a:lnTo>
                <a:lnTo>
                  <a:pt x="5005" y="2364"/>
                </a:lnTo>
                <a:lnTo>
                  <a:pt x="4995" y="2364"/>
                </a:lnTo>
                <a:lnTo>
                  <a:pt x="4982" y="2356"/>
                </a:lnTo>
                <a:lnTo>
                  <a:pt x="4981" y="2342"/>
                </a:lnTo>
                <a:lnTo>
                  <a:pt x="4992" y="2323"/>
                </a:lnTo>
                <a:lnTo>
                  <a:pt x="5001" y="2314"/>
                </a:lnTo>
                <a:lnTo>
                  <a:pt x="5012" y="2301"/>
                </a:lnTo>
                <a:lnTo>
                  <a:pt x="5013" y="2286"/>
                </a:lnTo>
                <a:lnTo>
                  <a:pt x="5006" y="2278"/>
                </a:lnTo>
                <a:lnTo>
                  <a:pt x="4998" y="2273"/>
                </a:lnTo>
                <a:lnTo>
                  <a:pt x="4985" y="2264"/>
                </a:lnTo>
                <a:lnTo>
                  <a:pt x="4992" y="2256"/>
                </a:lnTo>
                <a:lnTo>
                  <a:pt x="5012" y="2255"/>
                </a:lnTo>
                <a:lnTo>
                  <a:pt x="5029" y="2254"/>
                </a:lnTo>
                <a:lnTo>
                  <a:pt x="5050" y="2246"/>
                </a:lnTo>
                <a:lnTo>
                  <a:pt x="5053" y="2241"/>
                </a:lnTo>
                <a:lnTo>
                  <a:pt x="5050" y="2233"/>
                </a:lnTo>
                <a:lnTo>
                  <a:pt x="5029" y="2214"/>
                </a:lnTo>
                <a:lnTo>
                  <a:pt x="5012" y="2205"/>
                </a:lnTo>
                <a:lnTo>
                  <a:pt x="4993" y="2195"/>
                </a:lnTo>
                <a:lnTo>
                  <a:pt x="4985" y="2188"/>
                </a:lnTo>
                <a:lnTo>
                  <a:pt x="4993" y="2184"/>
                </a:lnTo>
                <a:lnTo>
                  <a:pt x="4999" y="2184"/>
                </a:lnTo>
                <a:lnTo>
                  <a:pt x="5010" y="2183"/>
                </a:lnTo>
                <a:lnTo>
                  <a:pt x="5029" y="2171"/>
                </a:lnTo>
                <a:lnTo>
                  <a:pt x="5043" y="2151"/>
                </a:lnTo>
                <a:lnTo>
                  <a:pt x="5051" y="2124"/>
                </a:lnTo>
                <a:lnTo>
                  <a:pt x="5053" y="2110"/>
                </a:lnTo>
                <a:lnTo>
                  <a:pt x="5050" y="2104"/>
                </a:lnTo>
                <a:lnTo>
                  <a:pt x="5033" y="2091"/>
                </a:lnTo>
                <a:lnTo>
                  <a:pt x="5021" y="2086"/>
                </a:lnTo>
                <a:lnTo>
                  <a:pt x="5003" y="2082"/>
                </a:lnTo>
                <a:lnTo>
                  <a:pt x="5003" y="2078"/>
                </a:lnTo>
                <a:lnTo>
                  <a:pt x="5021" y="2076"/>
                </a:lnTo>
                <a:lnTo>
                  <a:pt x="5034" y="2074"/>
                </a:lnTo>
                <a:lnTo>
                  <a:pt x="5049" y="2065"/>
                </a:lnTo>
                <a:lnTo>
                  <a:pt x="5051" y="2046"/>
                </a:lnTo>
                <a:lnTo>
                  <a:pt x="5041" y="2019"/>
                </a:lnTo>
                <a:lnTo>
                  <a:pt x="5031" y="2002"/>
                </a:lnTo>
                <a:lnTo>
                  <a:pt x="5019" y="1982"/>
                </a:lnTo>
                <a:lnTo>
                  <a:pt x="5017" y="1964"/>
                </a:lnTo>
                <a:lnTo>
                  <a:pt x="5023" y="1955"/>
                </a:lnTo>
                <a:lnTo>
                  <a:pt x="5029" y="1951"/>
                </a:lnTo>
                <a:lnTo>
                  <a:pt x="5038" y="1943"/>
                </a:lnTo>
                <a:lnTo>
                  <a:pt x="5041" y="1923"/>
                </a:lnTo>
                <a:lnTo>
                  <a:pt x="5034" y="1911"/>
                </a:lnTo>
                <a:lnTo>
                  <a:pt x="5029" y="1898"/>
                </a:lnTo>
                <a:lnTo>
                  <a:pt x="5029" y="1873"/>
                </a:lnTo>
                <a:lnTo>
                  <a:pt x="5036" y="1863"/>
                </a:lnTo>
                <a:lnTo>
                  <a:pt x="5043" y="1852"/>
                </a:lnTo>
                <a:lnTo>
                  <a:pt x="5047" y="1830"/>
                </a:lnTo>
                <a:lnTo>
                  <a:pt x="5043" y="1820"/>
                </a:lnTo>
                <a:lnTo>
                  <a:pt x="5036" y="1811"/>
                </a:lnTo>
                <a:lnTo>
                  <a:pt x="5020" y="1803"/>
                </a:lnTo>
                <a:lnTo>
                  <a:pt x="5006" y="1804"/>
                </a:lnTo>
                <a:lnTo>
                  <a:pt x="4999" y="1815"/>
                </a:lnTo>
                <a:lnTo>
                  <a:pt x="5001" y="1825"/>
                </a:lnTo>
                <a:lnTo>
                  <a:pt x="5004" y="1834"/>
                </a:lnTo>
                <a:lnTo>
                  <a:pt x="4994" y="1860"/>
                </a:lnTo>
                <a:lnTo>
                  <a:pt x="4985" y="1871"/>
                </a:lnTo>
                <a:lnTo>
                  <a:pt x="4978" y="1878"/>
                </a:lnTo>
                <a:lnTo>
                  <a:pt x="4966" y="1885"/>
                </a:lnTo>
                <a:lnTo>
                  <a:pt x="4954" y="1886"/>
                </a:lnTo>
                <a:lnTo>
                  <a:pt x="4942" y="1880"/>
                </a:lnTo>
                <a:lnTo>
                  <a:pt x="4934" y="1874"/>
                </a:lnTo>
                <a:lnTo>
                  <a:pt x="4927" y="1868"/>
                </a:lnTo>
                <a:lnTo>
                  <a:pt x="4921" y="1856"/>
                </a:lnTo>
                <a:lnTo>
                  <a:pt x="4931" y="1834"/>
                </a:lnTo>
                <a:lnTo>
                  <a:pt x="4956" y="1809"/>
                </a:lnTo>
                <a:lnTo>
                  <a:pt x="4975" y="1792"/>
                </a:lnTo>
                <a:lnTo>
                  <a:pt x="5009" y="1769"/>
                </a:lnTo>
                <a:lnTo>
                  <a:pt x="5018" y="1766"/>
                </a:lnTo>
                <a:lnTo>
                  <a:pt x="5024" y="1765"/>
                </a:lnTo>
                <a:lnTo>
                  <a:pt x="5033" y="1756"/>
                </a:lnTo>
                <a:lnTo>
                  <a:pt x="5034" y="1748"/>
                </a:lnTo>
                <a:lnTo>
                  <a:pt x="5033" y="1742"/>
                </a:lnTo>
                <a:lnTo>
                  <a:pt x="5017" y="1739"/>
                </a:lnTo>
                <a:lnTo>
                  <a:pt x="5005" y="1743"/>
                </a:lnTo>
                <a:lnTo>
                  <a:pt x="4996" y="1745"/>
                </a:lnTo>
                <a:lnTo>
                  <a:pt x="4985" y="1745"/>
                </a:lnTo>
                <a:lnTo>
                  <a:pt x="4980" y="1730"/>
                </a:lnTo>
                <a:lnTo>
                  <a:pt x="4983" y="1705"/>
                </a:lnTo>
                <a:lnTo>
                  <a:pt x="4986" y="1688"/>
                </a:lnTo>
                <a:lnTo>
                  <a:pt x="4985" y="1672"/>
                </a:lnTo>
                <a:lnTo>
                  <a:pt x="4981" y="1666"/>
                </a:lnTo>
                <a:lnTo>
                  <a:pt x="4967" y="1665"/>
                </a:lnTo>
                <a:lnTo>
                  <a:pt x="4927" y="1677"/>
                </a:lnTo>
                <a:lnTo>
                  <a:pt x="4896" y="1689"/>
                </a:lnTo>
                <a:lnTo>
                  <a:pt x="4886" y="1690"/>
                </a:lnTo>
                <a:lnTo>
                  <a:pt x="4868" y="1684"/>
                </a:lnTo>
                <a:lnTo>
                  <a:pt x="4862" y="1678"/>
                </a:lnTo>
                <a:lnTo>
                  <a:pt x="4856" y="1668"/>
                </a:lnTo>
                <a:lnTo>
                  <a:pt x="4840" y="1658"/>
                </a:lnTo>
                <a:lnTo>
                  <a:pt x="4828" y="1660"/>
                </a:lnTo>
                <a:lnTo>
                  <a:pt x="4824" y="1673"/>
                </a:lnTo>
                <a:lnTo>
                  <a:pt x="4827" y="1684"/>
                </a:lnTo>
                <a:lnTo>
                  <a:pt x="4830" y="1691"/>
                </a:lnTo>
                <a:lnTo>
                  <a:pt x="4827" y="1702"/>
                </a:lnTo>
                <a:lnTo>
                  <a:pt x="4812" y="1716"/>
                </a:lnTo>
                <a:lnTo>
                  <a:pt x="4791" y="1722"/>
                </a:lnTo>
                <a:lnTo>
                  <a:pt x="4773" y="1728"/>
                </a:lnTo>
                <a:lnTo>
                  <a:pt x="4757" y="1739"/>
                </a:lnTo>
                <a:lnTo>
                  <a:pt x="4753" y="1746"/>
                </a:lnTo>
                <a:lnTo>
                  <a:pt x="4755" y="1750"/>
                </a:lnTo>
                <a:lnTo>
                  <a:pt x="4757" y="1753"/>
                </a:lnTo>
                <a:lnTo>
                  <a:pt x="4753" y="1759"/>
                </a:lnTo>
                <a:lnTo>
                  <a:pt x="4739" y="1765"/>
                </a:lnTo>
                <a:lnTo>
                  <a:pt x="4724" y="1766"/>
                </a:lnTo>
                <a:lnTo>
                  <a:pt x="4704" y="1767"/>
                </a:lnTo>
                <a:lnTo>
                  <a:pt x="4695" y="1773"/>
                </a:lnTo>
                <a:lnTo>
                  <a:pt x="4698" y="1781"/>
                </a:lnTo>
                <a:lnTo>
                  <a:pt x="4702" y="1786"/>
                </a:lnTo>
                <a:lnTo>
                  <a:pt x="4708" y="1791"/>
                </a:lnTo>
                <a:lnTo>
                  <a:pt x="4722" y="1795"/>
                </a:lnTo>
                <a:lnTo>
                  <a:pt x="4748" y="1792"/>
                </a:lnTo>
                <a:lnTo>
                  <a:pt x="4775" y="1779"/>
                </a:lnTo>
                <a:lnTo>
                  <a:pt x="4810" y="1761"/>
                </a:lnTo>
                <a:lnTo>
                  <a:pt x="4870" y="1738"/>
                </a:lnTo>
                <a:lnTo>
                  <a:pt x="4916" y="1728"/>
                </a:lnTo>
                <a:lnTo>
                  <a:pt x="4948" y="1733"/>
                </a:lnTo>
                <a:lnTo>
                  <a:pt x="4958" y="1743"/>
                </a:lnTo>
                <a:lnTo>
                  <a:pt x="4964" y="1750"/>
                </a:lnTo>
                <a:lnTo>
                  <a:pt x="4970" y="1761"/>
                </a:lnTo>
                <a:lnTo>
                  <a:pt x="4958" y="1776"/>
                </a:lnTo>
                <a:lnTo>
                  <a:pt x="4931" y="1788"/>
                </a:lnTo>
                <a:lnTo>
                  <a:pt x="4910" y="1798"/>
                </a:lnTo>
                <a:lnTo>
                  <a:pt x="4874" y="1822"/>
                </a:lnTo>
                <a:lnTo>
                  <a:pt x="4865" y="1833"/>
                </a:lnTo>
                <a:lnTo>
                  <a:pt x="4858" y="1843"/>
                </a:lnTo>
                <a:lnTo>
                  <a:pt x="4830" y="1855"/>
                </a:lnTo>
                <a:lnTo>
                  <a:pt x="4814" y="1857"/>
                </a:lnTo>
                <a:lnTo>
                  <a:pt x="4801" y="1857"/>
                </a:lnTo>
                <a:lnTo>
                  <a:pt x="4789" y="1865"/>
                </a:lnTo>
                <a:lnTo>
                  <a:pt x="4788" y="1871"/>
                </a:lnTo>
                <a:lnTo>
                  <a:pt x="4789" y="1874"/>
                </a:lnTo>
                <a:lnTo>
                  <a:pt x="4791" y="1882"/>
                </a:lnTo>
                <a:lnTo>
                  <a:pt x="4783" y="1892"/>
                </a:lnTo>
                <a:lnTo>
                  <a:pt x="4773" y="1893"/>
                </a:lnTo>
                <a:lnTo>
                  <a:pt x="4761" y="1894"/>
                </a:lnTo>
                <a:lnTo>
                  <a:pt x="4746" y="1904"/>
                </a:lnTo>
                <a:lnTo>
                  <a:pt x="4744" y="1911"/>
                </a:lnTo>
                <a:lnTo>
                  <a:pt x="4741" y="1918"/>
                </a:lnTo>
                <a:lnTo>
                  <a:pt x="4720" y="1929"/>
                </a:lnTo>
                <a:lnTo>
                  <a:pt x="4704" y="1931"/>
                </a:lnTo>
                <a:lnTo>
                  <a:pt x="4679" y="1931"/>
                </a:lnTo>
                <a:lnTo>
                  <a:pt x="4677" y="1938"/>
                </a:lnTo>
                <a:lnTo>
                  <a:pt x="4699" y="1947"/>
                </a:lnTo>
                <a:lnTo>
                  <a:pt x="4712" y="1954"/>
                </a:lnTo>
                <a:lnTo>
                  <a:pt x="4722" y="1961"/>
                </a:lnTo>
                <a:lnTo>
                  <a:pt x="4722" y="1964"/>
                </a:lnTo>
                <a:lnTo>
                  <a:pt x="4719" y="1964"/>
                </a:lnTo>
                <a:lnTo>
                  <a:pt x="4715" y="1965"/>
                </a:lnTo>
                <a:lnTo>
                  <a:pt x="4713" y="1970"/>
                </a:lnTo>
                <a:lnTo>
                  <a:pt x="4718" y="1982"/>
                </a:lnTo>
                <a:lnTo>
                  <a:pt x="4726" y="1993"/>
                </a:lnTo>
                <a:lnTo>
                  <a:pt x="4738" y="2007"/>
                </a:lnTo>
                <a:lnTo>
                  <a:pt x="4734" y="2015"/>
                </a:lnTo>
                <a:lnTo>
                  <a:pt x="4716" y="2009"/>
                </a:lnTo>
                <a:lnTo>
                  <a:pt x="4701" y="2004"/>
                </a:lnTo>
                <a:lnTo>
                  <a:pt x="4691" y="2007"/>
                </a:lnTo>
                <a:lnTo>
                  <a:pt x="4697" y="2016"/>
                </a:lnTo>
                <a:lnTo>
                  <a:pt x="4703" y="2026"/>
                </a:lnTo>
                <a:lnTo>
                  <a:pt x="4723" y="2036"/>
                </a:lnTo>
                <a:lnTo>
                  <a:pt x="4732" y="2038"/>
                </a:lnTo>
                <a:lnTo>
                  <a:pt x="4740" y="2040"/>
                </a:lnTo>
                <a:lnTo>
                  <a:pt x="4753" y="2059"/>
                </a:lnTo>
                <a:lnTo>
                  <a:pt x="4755" y="2074"/>
                </a:lnTo>
                <a:lnTo>
                  <a:pt x="4755" y="2089"/>
                </a:lnTo>
                <a:lnTo>
                  <a:pt x="4748" y="2106"/>
                </a:lnTo>
                <a:lnTo>
                  <a:pt x="4744" y="2107"/>
                </a:lnTo>
                <a:lnTo>
                  <a:pt x="4660" y="2066"/>
                </a:lnTo>
                <a:lnTo>
                  <a:pt x="4600" y="2031"/>
                </a:lnTo>
                <a:lnTo>
                  <a:pt x="4587" y="2016"/>
                </a:lnTo>
                <a:lnTo>
                  <a:pt x="4588" y="2010"/>
                </a:lnTo>
                <a:lnTo>
                  <a:pt x="4591" y="2003"/>
                </a:lnTo>
                <a:lnTo>
                  <a:pt x="4615" y="1993"/>
                </a:lnTo>
                <a:lnTo>
                  <a:pt x="4632" y="1993"/>
                </a:lnTo>
                <a:lnTo>
                  <a:pt x="4647" y="1992"/>
                </a:lnTo>
                <a:lnTo>
                  <a:pt x="4676" y="1983"/>
                </a:lnTo>
                <a:lnTo>
                  <a:pt x="4684" y="1977"/>
                </a:lnTo>
                <a:lnTo>
                  <a:pt x="4688" y="1971"/>
                </a:lnTo>
                <a:lnTo>
                  <a:pt x="4687" y="1965"/>
                </a:lnTo>
                <a:lnTo>
                  <a:pt x="4681" y="1966"/>
                </a:lnTo>
                <a:lnTo>
                  <a:pt x="4666" y="1968"/>
                </a:lnTo>
                <a:lnTo>
                  <a:pt x="4642" y="1968"/>
                </a:lnTo>
                <a:lnTo>
                  <a:pt x="4626" y="1961"/>
                </a:lnTo>
                <a:lnTo>
                  <a:pt x="4617" y="1948"/>
                </a:lnTo>
                <a:lnTo>
                  <a:pt x="4617" y="1940"/>
                </a:lnTo>
                <a:lnTo>
                  <a:pt x="4615" y="1929"/>
                </a:lnTo>
                <a:lnTo>
                  <a:pt x="4603" y="1910"/>
                </a:lnTo>
                <a:lnTo>
                  <a:pt x="4596" y="1906"/>
                </a:lnTo>
                <a:lnTo>
                  <a:pt x="4589" y="1904"/>
                </a:lnTo>
                <a:lnTo>
                  <a:pt x="4583" y="1895"/>
                </a:lnTo>
                <a:lnTo>
                  <a:pt x="4584" y="1870"/>
                </a:lnTo>
                <a:lnTo>
                  <a:pt x="4594" y="1839"/>
                </a:lnTo>
                <a:lnTo>
                  <a:pt x="4603" y="1808"/>
                </a:lnTo>
                <a:lnTo>
                  <a:pt x="4605" y="1773"/>
                </a:lnTo>
                <a:lnTo>
                  <a:pt x="4600" y="1753"/>
                </a:lnTo>
                <a:lnTo>
                  <a:pt x="4596" y="1743"/>
                </a:lnTo>
                <a:lnTo>
                  <a:pt x="4590" y="1732"/>
                </a:lnTo>
                <a:lnTo>
                  <a:pt x="4586" y="1716"/>
                </a:lnTo>
                <a:lnTo>
                  <a:pt x="4588" y="1703"/>
                </a:lnTo>
                <a:lnTo>
                  <a:pt x="4597" y="1691"/>
                </a:lnTo>
                <a:lnTo>
                  <a:pt x="4604" y="1684"/>
                </a:lnTo>
                <a:lnTo>
                  <a:pt x="4613" y="1678"/>
                </a:lnTo>
                <a:lnTo>
                  <a:pt x="4622" y="1668"/>
                </a:lnTo>
                <a:lnTo>
                  <a:pt x="4616" y="1654"/>
                </a:lnTo>
                <a:lnTo>
                  <a:pt x="4596" y="1641"/>
                </a:lnTo>
                <a:lnTo>
                  <a:pt x="4585" y="1635"/>
                </a:lnTo>
                <a:lnTo>
                  <a:pt x="4566" y="1629"/>
                </a:lnTo>
                <a:lnTo>
                  <a:pt x="4549" y="1631"/>
                </a:lnTo>
                <a:lnTo>
                  <a:pt x="4527" y="1640"/>
                </a:lnTo>
                <a:lnTo>
                  <a:pt x="4514" y="1648"/>
                </a:lnTo>
                <a:lnTo>
                  <a:pt x="4495" y="1660"/>
                </a:lnTo>
                <a:lnTo>
                  <a:pt x="4464" y="1667"/>
                </a:lnTo>
                <a:lnTo>
                  <a:pt x="4452" y="1660"/>
                </a:lnTo>
                <a:lnTo>
                  <a:pt x="4449" y="1651"/>
                </a:lnTo>
                <a:lnTo>
                  <a:pt x="4453" y="1631"/>
                </a:lnTo>
                <a:lnTo>
                  <a:pt x="4465" y="1614"/>
                </a:lnTo>
                <a:lnTo>
                  <a:pt x="4475" y="1601"/>
                </a:lnTo>
                <a:lnTo>
                  <a:pt x="4486" y="1594"/>
                </a:lnTo>
                <a:lnTo>
                  <a:pt x="4490" y="1596"/>
                </a:lnTo>
                <a:lnTo>
                  <a:pt x="4490" y="1600"/>
                </a:lnTo>
                <a:lnTo>
                  <a:pt x="4491" y="1608"/>
                </a:lnTo>
                <a:lnTo>
                  <a:pt x="4507" y="1620"/>
                </a:lnTo>
                <a:lnTo>
                  <a:pt x="4517" y="1621"/>
                </a:lnTo>
                <a:lnTo>
                  <a:pt x="4528" y="1620"/>
                </a:lnTo>
                <a:lnTo>
                  <a:pt x="4543" y="1604"/>
                </a:lnTo>
                <a:lnTo>
                  <a:pt x="4545" y="1592"/>
                </a:lnTo>
                <a:lnTo>
                  <a:pt x="4546" y="1580"/>
                </a:lnTo>
                <a:lnTo>
                  <a:pt x="4560" y="1570"/>
                </a:lnTo>
                <a:lnTo>
                  <a:pt x="4574" y="1575"/>
                </a:lnTo>
                <a:lnTo>
                  <a:pt x="4584" y="1578"/>
                </a:lnTo>
                <a:lnTo>
                  <a:pt x="4592" y="1573"/>
                </a:lnTo>
                <a:lnTo>
                  <a:pt x="4590" y="1567"/>
                </a:lnTo>
                <a:lnTo>
                  <a:pt x="4584" y="1559"/>
                </a:lnTo>
                <a:lnTo>
                  <a:pt x="4564" y="1550"/>
                </a:lnTo>
                <a:lnTo>
                  <a:pt x="4553" y="1548"/>
                </a:lnTo>
                <a:lnTo>
                  <a:pt x="4542" y="1547"/>
                </a:lnTo>
                <a:lnTo>
                  <a:pt x="4535" y="1533"/>
                </a:lnTo>
                <a:lnTo>
                  <a:pt x="4537" y="1521"/>
                </a:lnTo>
                <a:lnTo>
                  <a:pt x="4541" y="1511"/>
                </a:lnTo>
                <a:lnTo>
                  <a:pt x="4537" y="1496"/>
                </a:lnTo>
                <a:lnTo>
                  <a:pt x="4530" y="1494"/>
                </a:lnTo>
                <a:lnTo>
                  <a:pt x="4522" y="1496"/>
                </a:lnTo>
                <a:lnTo>
                  <a:pt x="4500" y="1511"/>
                </a:lnTo>
                <a:lnTo>
                  <a:pt x="4490" y="1521"/>
                </a:lnTo>
                <a:lnTo>
                  <a:pt x="4480" y="1532"/>
                </a:lnTo>
                <a:lnTo>
                  <a:pt x="4459" y="1547"/>
                </a:lnTo>
                <a:lnTo>
                  <a:pt x="4450" y="1548"/>
                </a:lnTo>
                <a:lnTo>
                  <a:pt x="4447" y="1548"/>
                </a:lnTo>
                <a:lnTo>
                  <a:pt x="4442" y="1545"/>
                </a:lnTo>
                <a:lnTo>
                  <a:pt x="4445" y="1534"/>
                </a:lnTo>
                <a:lnTo>
                  <a:pt x="4452" y="1523"/>
                </a:lnTo>
                <a:lnTo>
                  <a:pt x="4460" y="1513"/>
                </a:lnTo>
                <a:lnTo>
                  <a:pt x="4458" y="1495"/>
                </a:lnTo>
                <a:lnTo>
                  <a:pt x="4438" y="1485"/>
                </a:lnTo>
                <a:lnTo>
                  <a:pt x="4404" y="1484"/>
                </a:lnTo>
                <a:lnTo>
                  <a:pt x="4384" y="1489"/>
                </a:lnTo>
                <a:lnTo>
                  <a:pt x="4372" y="1492"/>
                </a:lnTo>
                <a:lnTo>
                  <a:pt x="4359" y="1498"/>
                </a:lnTo>
                <a:lnTo>
                  <a:pt x="4356" y="1506"/>
                </a:lnTo>
                <a:lnTo>
                  <a:pt x="4365" y="1517"/>
                </a:lnTo>
                <a:lnTo>
                  <a:pt x="4374" y="1526"/>
                </a:lnTo>
                <a:lnTo>
                  <a:pt x="4382" y="1534"/>
                </a:lnTo>
                <a:lnTo>
                  <a:pt x="4391" y="1547"/>
                </a:lnTo>
                <a:lnTo>
                  <a:pt x="4390" y="1560"/>
                </a:lnTo>
                <a:lnTo>
                  <a:pt x="4378" y="1575"/>
                </a:lnTo>
                <a:lnTo>
                  <a:pt x="4368" y="1585"/>
                </a:lnTo>
                <a:lnTo>
                  <a:pt x="4354" y="1596"/>
                </a:lnTo>
                <a:lnTo>
                  <a:pt x="4323" y="1609"/>
                </a:lnTo>
                <a:lnTo>
                  <a:pt x="4311" y="1607"/>
                </a:lnTo>
                <a:lnTo>
                  <a:pt x="4300" y="1604"/>
                </a:lnTo>
                <a:lnTo>
                  <a:pt x="4291" y="1613"/>
                </a:lnTo>
                <a:lnTo>
                  <a:pt x="4294" y="1623"/>
                </a:lnTo>
                <a:lnTo>
                  <a:pt x="4301" y="1633"/>
                </a:lnTo>
                <a:lnTo>
                  <a:pt x="4329" y="1647"/>
                </a:lnTo>
                <a:lnTo>
                  <a:pt x="4347" y="1648"/>
                </a:lnTo>
                <a:lnTo>
                  <a:pt x="4367" y="1651"/>
                </a:lnTo>
                <a:lnTo>
                  <a:pt x="4425" y="1669"/>
                </a:lnTo>
                <a:lnTo>
                  <a:pt x="4452" y="1683"/>
                </a:lnTo>
                <a:lnTo>
                  <a:pt x="4483" y="1700"/>
                </a:lnTo>
                <a:lnTo>
                  <a:pt x="4499" y="1718"/>
                </a:lnTo>
                <a:lnTo>
                  <a:pt x="4495" y="1727"/>
                </a:lnTo>
                <a:lnTo>
                  <a:pt x="4488" y="1732"/>
                </a:lnTo>
                <a:lnTo>
                  <a:pt x="4477" y="1738"/>
                </a:lnTo>
                <a:lnTo>
                  <a:pt x="4464" y="1735"/>
                </a:lnTo>
                <a:lnTo>
                  <a:pt x="4459" y="1727"/>
                </a:lnTo>
                <a:lnTo>
                  <a:pt x="4458" y="1721"/>
                </a:lnTo>
                <a:lnTo>
                  <a:pt x="4455" y="1715"/>
                </a:lnTo>
                <a:lnTo>
                  <a:pt x="4445" y="1704"/>
                </a:lnTo>
                <a:lnTo>
                  <a:pt x="4413" y="1695"/>
                </a:lnTo>
                <a:lnTo>
                  <a:pt x="4378" y="1694"/>
                </a:lnTo>
                <a:lnTo>
                  <a:pt x="4355" y="1694"/>
                </a:lnTo>
                <a:lnTo>
                  <a:pt x="4327" y="1697"/>
                </a:lnTo>
                <a:lnTo>
                  <a:pt x="4313" y="1705"/>
                </a:lnTo>
                <a:lnTo>
                  <a:pt x="4312" y="1719"/>
                </a:lnTo>
                <a:lnTo>
                  <a:pt x="4314" y="1730"/>
                </a:lnTo>
                <a:lnTo>
                  <a:pt x="4317" y="1744"/>
                </a:lnTo>
                <a:lnTo>
                  <a:pt x="4307" y="1775"/>
                </a:lnTo>
                <a:lnTo>
                  <a:pt x="4298" y="1786"/>
                </a:lnTo>
                <a:lnTo>
                  <a:pt x="4288" y="1796"/>
                </a:lnTo>
                <a:lnTo>
                  <a:pt x="4274" y="1829"/>
                </a:lnTo>
                <a:lnTo>
                  <a:pt x="4273" y="1846"/>
                </a:lnTo>
                <a:lnTo>
                  <a:pt x="4272" y="1860"/>
                </a:lnTo>
                <a:lnTo>
                  <a:pt x="4267" y="1869"/>
                </a:lnTo>
                <a:lnTo>
                  <a:pt x="4262" y="1868"/>
                </a:lnTo>
                <a:lnTo>
                  <a:pt x="4258" y="1864"/>
                </a:lnTo>
                <a:lnTo>
                  <a:pt x="4249" y="1852"/>
                </a:lnTo>
                <a:lnTo>
                  <a:pt x="4224" y="1835"/>
                </a:lnTo>
                <a:lnTo>
                  <a:pt x="4200" y="1831"/>
                </a:lnTo>
                <a:lnTo>
                  <a:pt x="4187" y="1835"/>
                </a:lnTo>
                <a:lnTo>
                  <a:pt x="4182" y="1843"/>
                </a:lnTo>
                <a:lnTo>
                  <a:pt x="4182" y="1847"/>
                </a:lnTo>
                <a:lnTo>
                  <a:pt x="4183" y="1858"/>
                </a:lnTo>
                <a:lnTo>
                  <a:pt x="4194" y="1873"/>
                </a:lnTo>
                <a:lnTo>
                  <a:pt x="4202" y="1874"/>
                </a:lnTo>
                <a:lnTo>
                  <a:pt x="4212" y="1877"/>
                </a:lnTo>
                <a:lnTo>
                  <a:pt x="4235" y="1890"/>
                </a:lnTo>
                <a:lnTo>
                  <a:pt x="4245" y="1901"/>
                </a:lnTo>
                <a:lnTo>
                  <a:pt x="4258" y="1915"/>
                </a:lnTo>
                <a:lnTo>
                  <a:pt x="4260" y="1928"/>
                </a:lnTo>
                <a:lnTo>
                  <a:pt x="4250" y="1934"/>
                </a:lnTo>
                <a:lnTo>
                  <a:pt x="4240" y="1939"/>
                </a:lnTo>
                <a:lnTo>
                  <a:pt x="4222" y="1946"/>
                </a:lnTo>
                <a:lnTo>
                  <a:pt x="4222" y="1957"/>
                </a:lnTo>
                <a:lnTo>
                  <a:pt x="4240" y="1964"/>
                </a:lnTo>
                <a:lnTo>
                  <a:pt x="4250" y="1967"/>
                </a:lnTo>
                <a:lnTo>
                  <a:pt x="4260" y="1974"/>
                </a:lnTo>
                <a:lnTo>
                  <a:pt x="4255" y="1992"/>
                </a:lnTo>
                <a:lnTo>
                  <a:pt x="4235" y="2018"/>
                </a:lnTo>
                <a:lnTo>
                  <a:pt x="4200" y="2059"/>
                </a:lnTo>
                <a:lnTo>
                  <a:pt x="4200" y="2010"/>
                </a:lnTo>
                <a:lnTo>
                  <a:pt x="4200" y="1984"/>
                </a:lnTo>
                <a:lnTo>
                  <a:pt x="4192" y="1972"/>
                </a:lnTo>
                <a:lnTo>
                  <a:pt x="4181" y="1977"/>
                </a:lnTo>
                <a:lnTo>
                  <a:pt x="4173" y="1983"/>
                </a:lnTo>
                <a:lnTo>
                  <a:pt x="4165" y="1990"/>
                </a:lnTo>
                <a:lnTo>
                  <a:pt x="4156" y="2002"/>
                </a:lnTo>
                <a:lnTo>
                  <a:pt x="4155" y="2014"/>
                </a:lnTo>
                <a:lnTo>
                  <a:pt x="4162" y="2027"/>
                </a:lnTo>
                <a:lnTo>
                  <a:pt x="4167" y="2034"/>
                </a:lnTo>
                <a:lnTo>
                  <a:pt x="4179" y="2049"/>
                </a:lnTo>
                <a:lnTo>
                  <a:pt x="4170" y="2055"/>
                </a:lnTo>
                <a:lnTo>
                  <a:pt x="4145" y="2047"/>
                </a:lnTo>
                <a:lnTo>
                  <a:pt x="4105" y="2034"/>
                </a:lnTo>
                <a:lnTo>
                  <a:pt x="4079" y="2026"/>
                </a:lnTo>
                <a:lnTo>
                  <a:pt x="4069" y="2022"/>
                </a:lnTo>
                <a:lnTo>
                  <a:pt x="4056" y="2028"/>
                </a:lnTo>
                <a:lnTo>
                  <a:pt x="4055" y="2034"/>
                </a:lnTo>
                <a:lnTo>
                  <a:pt x="4057" y="2043"/>
                </a:lnTo>
                <a:lnTo>
                  <a:pt x="4077" y="2059"/>
                </a:lnTo>
                <a:lnTo>
                  <a:pt x="4091" y="2065"/>
                </a:lnTo>
                <a:lnTo>
                  <a:pt x="4100" y="2068"/>
                </a:lnTo>
                <a:lnTo>
                  <a:pt x="4113" y="2078"/>
                </a:lnTo>
                <a:lnTo>
                  <a:pt x="4120" y="2091"/>
                </a:lnTo>
                <a:lnTo>
                  <a:pt x="4125" y="2109"/>
                </a:lnTo>
                <a:lnTo>
                  <a:pt x="4124" y="2119"/>
                </a:lnTo>
                <a:lnTo>
                  <a:pt x="4121" y="2136"/>
                </a:lnTo>
                <a:lnTo>
                  <a:pt x="4114" y="2151"/>
                </a:lnTo>
                <a:lnTo>
                  <a:pt x="4107" y="2154"/>
                </a:lnTo>
                <a:lnTo>
                  <a:pt x="4104" y="2152"/>
                </a:lnTo>
                <a:lnTo>
                  <a:pt x="4099" y="2147"/>
                </a:lnTo>
                <a:lnTo>
                  <a:pt x="4095" y="2129"/>
                </a:lnTo>
                <a:lnTo>
                  <a:pt x="4099" y="2118"/>
                </a:lnTo>
                <a:lnTo>
                  <a:pt x="4101" y="2110"/>
                </a:lnTo>
                <a:lnTo>
                  <a:pt x="4100" y="2102"/>
                </a:lnTo>
                <a:lnTo>
                  <a:pt x="4086" y="2098"/>
                </a:lnTo>
                <a:lnTo>
                  <a:pt x="4064" y="2103"/>
                </a:lnTo>
                <a:lnTo>
                  <a:pt x="4051" y="2106"/>
                </a:lnTo>
                <a:lnTo>
                  <a:pt x="4032" y="2107"/>
                </a:lnTo>
                <a:lnTo>
                  <a:pt x="4022" y="2101"/>
                </a:lnTo>
                <a:lnTo>
                  <a:pt x="4019" y="2083"/>
                </a:lnTo>
                <a:lnTo>
                  <a:pt x="4019" y="2070"/>
                </a:lnTo>
                <a:lnTo>
                  <a:pt x="4017" y="2052"/>
                </a:lnTo>
                <a:lnTo>
                  <a:pt x="4005" y="2015"/>
                </a:lnTo>
                <a:lnTo>
                  <a:pt x="3997" y="2004"/>
                </a:lnTo>
                <a:lnTo>
                  <a:pt x="3984" y="1992"/>
                </a:lnTo>
                <a:lnTo>
                  <a:pt x="3988" y="1988"/>
                </a:lnTo>
                <a:lnTo>
                  <a:pt x="4003" y="1993"/>
                </a:lnTo>
                <a:lnTo>
                  <a:pt x="4018" y="1997"/>
                </a:lnTo>
                <a:lnTo>
                  <a:pt x="4040" y="1992"/>
                </a:lnTo>
                <a:lnTo>
                  <a:pt x="4046" y="1976"/>
                </a:lnTo>
                <a:lnTo>
                  <a:pt x="4034" y="1954"/>
                </a:lnTo>
                <a:lnTo>
                  <a:pt x="4020" y="1944"/>
                </a:lnTo>
                <a:lnTo>
                  <a:pt x="4003" y="1932"/>
                </a:lnTo>
                <a:lnTo>
                  <a:pt x="3995" y="1917"/>
                </a:lnTo>
                <a:lnTo>
                  <a:pt x="4000" y="1905"/>
                </a:lnTo>
                <a:lnTo>
                  <a:pt x="4004" y="1898"/>
                </a:lnTo>
                <a:lnTo>
                  <a:pt x="4012" y="1889"/>
                </a:lnTo>
                <a:lnTo>
                  <a:pt x="4014" y="1877"/>
                </a:lnTo>
                <a:lnTo>
                  <a:pt x="4009" y="1874"/>
                </a:lnTo>
                <a:lnTo>
                  <a:pt x="4007" y="1874"/>
                </a:lnTo>
                <a:lnTo>
                  <a:pt x="4006" y="1869"/>
                </a:lnTo>
                <a:lnTo>
                  <a:pt x="4016" y="1853"/>
                </a:lnTo>
                <a:lnTo>
                  <a:pt x="4028" y="1839"/>
                </a:lnTo>
                <a:lnTo>
                  <a:pt x="4047" y="1818"/>
                </a:lnTo>
                <a:lnTo>
                  <a:pt x="4049" y="1807"/>
                </a:lnTo>
                <a:lnTo>
                  <a:pt x="4031" y="1814"/>
                </a:lnTo>
                <a:lnTo>
                  <a:pt x="4022" y="1816"/>
                </a:lnTo>
                <a:lnTo>
                  <a:pt x="4010" y="1815"/>
                </a:lnTo>
                <a:lnTo>
                  <a:pt x="4002" y="1796"/>
                </a:lnTo>
                <a:lnTo>
                  <a:pt x="4001" y="1766"/>
                </a:lnTo>
                <a:lnTo>
                  <a:pt x="4000" y="1741"/>
                </a:lnTo>
                <a:lnTo>
                  <a:pt x="3988" y="1706"/>
                </a:lnTo>
                <a:lnTo>
                  <a:pt x="3977" y="1689"/>
                </a:lnTo>
                <a:lnTo>
                  <a:pt x="3970" y="1683"/>
                </a:lnTo>
                <a:lnTo>
                  <a:pt x="3951" y="1668"/>
                </a:lnTo>
                <a:lnTo>
                  <a:pt x="3951" y="1661"/>
                </a:lnTo>
                <a:lnTo>
                  <a:pt x="3970" y="1668"/>
                </a:lnTo>
                <a:lnTo>
                  <a:pt x="3983" y="1672"/>
                </a:lnTo>
                <a:lnTo>
                  <a:pt x="3996" y="1669"/>
                </a:lnTo>
                <a:lnTo>
                  <a:pt x="4001" y="1661"/>
                </a:lnTo>
                <a:lnTo>
                  <a:pt x="4001" y="1657"/>
                </a:lnTo>
                <a:lnTo>
                  <a:pt x="3999" y="1648"/>
                </a:lnTo>
                <a:lnTo>
                  <a:pt x="3978" y="1632"/>
                </a:lnTo>
                <a:lnTo>
                  <a:pt x="3963" y="1627"/>
                </a:lnTo>
                <a:lnTo>
                  <a:pt x="3953" y="1623"/>
                </a:lnTo>
                <a:lnTo>
                  <a:pt x="3940" y="1616"/>
                </a:lnTo>
                <a:lnTo>
                  <a:pt x="3933" y="1604"/>
                </a:lnTo>
                <a:lnTo>
                  <a:pt x="3933" y="1589"/>
                </a:lnTo>
                <a:lnTo>
                  <a:pt x="3935" y="1578"/>
                </a:lnTo>
                <a:lnTo>
                  <a:pt x="3943" y="1546"/>
                </a:lnTo>
                <a:lnTo>
                  <a:pt x="3946" y="1526"/>
                </a:lnTo>
                <a:lnTo>
                  <a:pt x="3947" y="1520"/>
                </a:lnTo>
                <a:lnTo>
                  <a:pt x="3958" y="1514"/>
                </a:lnTo>
                <a:lnTo>
                  <a:pt x="3966" y="1513"/>
                </a:lnTo>
                <a:lnTo>
                  <a:pt x="3970" y="1513"/>
                </a:lnTo>
                <a:lnTo>
                  <a:pt x="3976" y="1519"/>
                </a:lnTo>
                <a:lnTo>
                  <a:pt x="3978" y="1534"/>
                </a:lnTo>
                <a:lnTo>
                  <a:pt x="3974" y="1548"/>
                </a:lnTo>
                <a:lnTo>
                  <a:pt x="3969" y="1564"/>
                </a:lnTo>
                <a:lnTo>
                  <a:pt x="3971" y="1579"/>
                </a:lnTo>
                <a:lnTo>
                  <a:pt x="3977" y="1584"/>
                </a:lnTo>
                <a:lnTo>
                  <a:pt x="3981" y="1585"/>
                </a:lnTo>
                <a:lnTo>
                  <a:pt x="3984" y="1584"/>
                </a:lnTo>
                <a:lnTo>
                  <a:pt x="3992" y="1572"/>
                </a:lnTo>
                <a:lnTo>
                  <a:pt x="4000" y="1541"/>
                </a:lnTo>
                <a:lnTo>
                  <a:pt x="4001" y="1510"/>
                </a:lnTo>
                <a:lnTo>
                  <a:pt x="4000" y="1476"/>
                </a:lnTo>
                <a:lnTo>
                  <a:pt x="3993" y="1452"/>
                </a:lnTo>
                <a:lnTo>
                  <a:pt x="3984" y="1448"/>
                </a:lnTo>
                <a:lnTo>
                  <a:pt x="3979" y="1451"/>
                </a:lnTo>
                <a:lnTo>
                  <a:pt x="3974" y="1454"/>
                </a:lnTo>
                <a:lnTo>
                  <a:pt x="3969" y="1454"/>
                </a:lnTo>
                <a:lnTo>
                  <a:pt x="3972" y="1444"/>
                </a:lnTo>
                <a:lnTo>
                  <a:pt x="3982" y="1431"/>
                </a:lnTo>
                <a:lnTo>
                  <a:pt x="3999" y="1411"/>
                </a:lnTo>
                <a:lnTo>
                  <a:pt x="3993" y="1402"/>
                </a:lnTo>
                <a:lnTo>
                  <a:pt x="3970" y="1407"/>
                </a:lnTo>
                <a:lnTo>
                  <a:pt x="3954" y="1410"/>
                </a:lnTo>
                <a:lnTo>
                  <a:pt x="3929" y="1408"/>
                </a:lnTo>
                <a:lnTo>
                  <a:pt x="3925" y="1404"/>
                </a:lnTo>
                <a:lnTo>
                  <a:pt x="3919" y="1397"/>
                </a:lnTo>
                <a:lnTo>
                  <a:pt x="3892" y="1383"/>
                </a:lnTo>
                <a:lnTo>
                  <a:pt x="3873" y="1377"/>
                </a:lnTo>
                <a:lnTo>
                  <a:pt x="3846" y="1369"/>
                </a:lnTo>
                <a:lnTo>
                  <a:pt x="3842" y="1377"/>
                </a:lnTo>
                <a:lnTo>
                  <a:pt x="3861" y="1398"/>
                </a:lnTo>
                <a:lnTo>
                  <a:pt x="3872" y="1413"/>
                </a:lnTo>
                <a:lnTo>
                  <a:pt x="3888" y="1440"/>
                </a:lnTo>
                <a:lnTo>
                  <a:pt x="3892" y="1463"/>
                </a:lnTo>
                <a:lnTo>
                  <a:pt x="3884" y="1476"/>
                </a:lnTo>
                <a:lnTo>
                  <a:pt x="3876" y="1477"/>
                </a:lnTo>
                <a:lnTo>
                  <a:pt x="3868" y="1475"/>
                </a:lnTo>
                <a:lnTo>
                  <a:pt x="3854" y="1463"/>
                </a:lnTo>
                <a:lnTo>
                  <a:pt x="3851" y="1453"/>
                </a:lnTo>
                <a:lnTo>
                  <a:pt x="3848" y="1450"/>
                </a:lnTo>
                <a:lnTo>
                  <a:pt x="3844" y="1447"/>
                </a:lnTo>
                <a:lnTo>
                  <a:pt x="3840" y="1456"/>
                </a:lnTo>
                <a:lnTo>
                  <a:pt x="3840" y="1471"/>
                </a:lnTo>
                <a:lnTo>
                  <a:pt x="3836" y="1488"/>
                </a:lnTo>
                <a:lnTo>
                  <a:pt x="3823" y="1514"/>
                </a:lnTo>
                <a:lnTo>
                  <a:pt x="3816" y="1520"/>
                </a:lnTo>
                <a:lnTo>
                  <a:pt x="3805" y="1526"/>
                </a:lnTo>
                <a:lnTo>
                  <a:pt x="3804" y="1535"/>
                </a:lnTo>
                <a:lnTo>
                  <a:pt x="3813" y="1540"/>
                </a:lnTo>
                <a:lnTo>
                  <a:pt x="3820" y="1546"/>
                </a:lnTo>
                <a:lnTo>
                  <a:pt x="3827" y="1573"/>
                </a:lnTo>
                <a:lnTo>
                  <a:pt x="3824" y="1591"/>
                </a:lnTo>
                <a:lnTo>
                  <a:pt x="3823" y="1601"/>
                </a:lnTo>
                <a:lnTo>
                  <a:pt x="3824" y="1618"/>
                </a:lnTo>
                <a:lnTo>
                  <a:pt x="3833" y="1632"/>
                </a:lnTo>
                <a:lnTo>
                  <a:pt x="3848" y="1644"/>
                </a:lnTo>
                <a:lnTo>
                  <a:pt x="3859" y="1648"/>
                </a:lnTo>
                <a:lnTo>
                  <a:pt x="3876" y="1657"/>
                </a:lnTo>
                <a:lnTo>
                  <a:pt x="3902" y="1685"/>
                </a:lnTo>
                <a:lnTo>
                  <a:pt x="3906" y="1701"/>
                </a:lnTo>
                <a:lnTo>
                  <a:pt x="3909" y="1717"/>
                </a:lnTo>
                <a:lnTo>
                  <a:pt x="3900" y="1725"/>
                </a:lnTo>
                <a:lnTo>
                  <a:pt x="3883" y="1716"/>
                </a:lnTo>
                <a:lnTo>
                  <a:pt x="3868" y="1709"/>
                </a:lnTo>
                <a:lnTo>
                  <a:pt x="3832" y="1705"/>
                </a:lnTo>
                <a:lnTo>
                  <a:pt x="3816" y="1708"/>
                </a:lnTo>
                <a:lnTo>
                  <a:pt x="3799" y="1711"/>
                </a:lnTo>
                <a:lnTo>
                  <a:pt x="3790" y="1705"/>
                </a:lnTo>
                <a:lnTo>
                  <a:pt x="3791" y="1693"/>
                </a:lnTo>
                <a:lnTo>
                  <a:pt x="3794" y="1684"/>
                </a:lnTo>
                <a:lnTo>
                  <a:pt x="3799" y="1670"/>
                </a:lnTo>
                <a:lnTo>
                  <a:pt x="3796" y="1660"/>
                </a:lnTo>
                <a:lnTo>
                  <a:pt x="3789" y="1659"/>
                </a:lnTo>
                <a:lnTo>
                  <a:pt x="3783" y="1661"/>
                </a:lnTo>
                <a:lnTo>
                  <a:pt x="3768" y="1667"/>
                </a:lnTo>
                <a:lnTo>
                  <a:pt x="3754" y="1682"/>
                </a:lnTo>
                <a:lnTo>
                  <a:pt x="3757" y="1701"/>
                </a:lnTo>
                <a:lnTo>
                  <a:pt x="3778" y="1720"/>
                </a:lnTo>
                <a:lnTo>
                  <a:pt x="3796" y="1730"/>
                </a:lnTo>
                <a:lnTo>
                  <a:pt x="3820" y="1742"/>
                </a:lnTo>
                <a:lnTo>
                  <a:pt x="3831" y="1754"/>
                </a:lnTo>
                <a:lnTo>
                  <a:pt x="3824" y="1758"/>
                </a:lnTo>
                <a:lnTo>
                  <a:pt x="3818" y="1760"/>
                </a:lnTo>
                <a:lnTo>
                  <a:pt x="3809" y="1764"/>
                </a:lnTo>
                <a:lnTo>
                  <a:pt x="3796" y="1777"/>
                </a:lnTo>
                <a:lnTo>
                  <a:pt x="3782" y="1806"/>
                </a:lnTo>
                <a:lnTo>
                  <a:pt x="3777" y="1854"/>
                </a:lnTo>
                <a:lnTo>
                  <a:pt x="3785" y="1883"/>
                </a:lnTo>
                <a:lnTo>
                  <a:pt x="3797" y="1895"/>
                </a:lnTo>
                <a:lnTo>
                  <a:pt x="3805" y="1898"/>
                </a:lnTo>
                <a:lnTo>
                  <a:pt x="3817" y="1901"/>
                </a:lnTo>
                <a:lnTo>
                  <a:pt x="3839" y="1894"/>
                </a:lnTo>
                <a:lnTo>
                  <a:pt x="3843" y="1885"/>
                </a:lnTo>
                <a:lnTo>
                  <a:pt x="3846" y="1879"/>
                </a:lnTo>
                <a:lnTo>
                  <a:pt x="3859" y="1874"/>
                </a:lnTo>
                <a:lnTo>
                  <a:pt x="3865" y="1879"/>
                </a:lnTo>
                <a:lnTo>
                  <a:pt x="3870" y="1884"/>
                </a:lnTo>
                <a:lnTo>
                  <a:pt x="3875" y="1894"/>
                </a:lnTo>
                <a:lnTo>
                  <a:pt x="3870" y="1907"/>
                </a:lnTo>
                <a:lnTo>
                  <a:pt x="3845" y="1920"/>
                </a:lnTo>
                <a:lnTo>
                  <a:pt x="3803" y="1924"/>
                </a:lnTo>
                <a:lnTo>
                  <a:pt x="3776" y="1922"/>
                </a:lnTo>
                <a:lnTo>
                  <a:pt x="3739" y="1917"/>
                </a:lnTo>
                <a:lnTo>
                  <a:pt x="3723" y="1918"/>
                </a:lnTo>
                <a:lnTo>
                  <a:pt x="3732" y="1924"/>
                </a:lnTo>
                <a:lnTo>
                  <a:pt x="3743" y="1929"/>
                </a:lnTo>
                <a:lnTo>
                  <a:pt x="3759" y="1938"/>
                </a:lnTo>
                <a:lnTo>
                  <a:pt x="3779" y="1959"/>
                </a:lnTo>
                <a:lnTo>
                  <a:pt x="3782" y="1983"/>
                </a:lnTo>
                <a:lnTo>
                  <a:pt x="3767" y="2002"/>
                </a:lnTo>
                <a:lnTo>
                  <a:pt x="3753" y="2007"/>
                </a:lnTo>
                <a:lnTo>
                  <a:pt x="3733" y="2011"/>
                </a:lnTo>
                <a:lnTo>
                  <a:pt x="3733" y="2017"/>
                </a:lnTo>
                <a:lnTo>
                  <a:pt x="3753" y="2018"/>
                </a:lnTo>
                <a:lnTo>
                  <a:pt x="3765" y="2019"/>
                </a:lnTo>
                <a:lnTo>
                  <a:pt x="3781" y="2031"/>
                </a:lnTo>
                <a:lnTo>
                  <a:pt x="3783" y="2040"/>
                </a:lnTo>
                <a:lnTo>
                  <a:pt x="3782" y="2047"/>
                </a:lnTo>
                <a:lnTo>
                  <a:pt x="3768" y="2053"/>
                </a:lnTo>
                <a:lnTo>
                  <a:pt x="3758" y="2051"/>
                </a:lnTo>
                <a:lnTo>
                  <a:pt x="3744" y="2046"/>
                </a:lnTo>
                <a:lnTo>
                  <a:pt x="3725" y="2047"/>
                </a:lnTo>
                <a:lnTo>
                  <a:pt x="3721" y="2058"/>
                </a:lnTo>
                <a:lnTo>
                  <a:pt x="3731" y="2078"/>
                </a:lnTo>
                <a:lnTo>
                  <a:pt x="3742" y="2089"/>
                </a:lnTo>
                <a:lnTo>
                  <a:pt x="3753" y="2103"/>
                </a:lnTo>
                <a:lnTo>
                  <a:pt x="3758" y="2117"/>
                </a:lnTo>
                <a:lnTo>
                  <a:pt x="3754" y="2122"/>
                </a:lnTo>
                <a:lnTo>
                  <a:pt x="3748" y="2124"/>
                </a:lnTo>
                <a:lnTo>
                  <a:pt x="3744" y="2127"/>
                </a:lnTo>
                <a:lnTo>
                  <a:pt x="3739" y="2134"/>
                </a:lnTo>
                <a:lnTo>
                  <a:pt x="3741" y="2151"/>
                </a:lnTo>
                <a:lnTo>
                  <a:pt x="3751" y="2170"/>
                </a:lnTo>
                <a:lnTo>
                  <a:pt x="3759" y="2190"/>
                </a:lnTo>
                <a:lnTo>
                  <a:pt x="3760" y="2206"/>
                </a:lnTo>
                <a:lnTo>
                  <a:pt x="3754" y="2214"/>
                </a:lnTo>
                <a:lnTo>
                  <a:pt x="3748" y="2216"/>
                </a:lnTo>
                <a:lnTo>
                  <a:pt x="3743" y="2218"/>
                </a:lnTo>
                <a:lnTo>
                  <a:pt x="3737" y="2222"/>
                </a:lnTo>
                <a:lnTo>
                  <a:pt x="3739" y="2234"/>
                </a:lnTo>
                <a:lnTo>
                  <a:pt x="3748" y="2248"/>
                </a:lnTo>
                <a:lnTo>
                  <a:pt x="3754" y="2255"/>
                </a:lnTo>
                <a:lnTo>
                  <a:pt x="3758" y="2265"/>
                </a:lnTo>
                <a:lnTo>
                  <a:pt x="3749" y="2272"/>
                </a:lnTo>
                <a:lnTo>
                  <a:pt x="3727" y="2273"/>
                </a:lnTo>
                <a:lnTo>
                  <a:pt x="3703" y="2273"/>
                </a:lnTo>
                <a:lnTo>
                  <a:pt x="3699" y="2283"/>
                </a:lnTo>
                <a:lnTo>
                  <a:pt x="3716" y="2297"/>
                </a:lnTo>
                <a:lnTo>
                  <a:pt x="3724" y="2305"/>
                </a:lnTo>
                <a:lnTo>
                  <a:pt x="3736" y="2326"/>
                </a:lnTo>
                <a:lnTo>
                  <a:pt x="3741" y="2351"/>
                </a:lnTo>
                <a:lnTo>
                  <a:pt x="3740" y="2379"/>
                </a:lnTo>
                <a:lnTo>
                  <a:pt x="3732" y="2406"/>
                </a:lnTo>
                <a:lnTo>
                  <a:pt x="3720" y="2433"/>
                </a:lnTo>
                <a:lnTo>
                  <a:pt x="3703" y="2455"/>
                </a:lnTo>
                <a:lnTo>
                  <a:pt x="3682" y="2470"/>
                </a:lnTo>
                <a:lnTo>
                  <a:pt x="3671" y="2474"/>
                </a:lnTo>
                <a:lnTo>
                  <a:pt x="3643" y="2481"/>
                </a:lnTo>
                <a:lnTo>
                  <a:pt x="3631" y="2477"/>
                </a:lnTo>
                <a:lnTo>
                  <a:pt x="3635" y="2465"/>
                </a:lnTo>
                <a:lnTo>
                  <a:pt x="3642" y="2455"/>
                </a:lnTo>
                <a:lnTo>
                  <a:pt x="3653" y="2442"/>
                </a:lnTo>
                <a:lnTo>
                  <a:pt x="3679" y="2429"/>
                </a:lnTo>
                <a:lnTo>
                  <a:pt x="3691" y="2431"/>
                </a:lnTo>
                <a:lnTo>
                  <a:pt x="3696" y="2432"/>
                </a:lnTo>
                <a:lnTo>
                  <a:pt x="3699" y="2430"/>
                </a:lnTo>
                <a:lnTo>
                  <a:pt x="3691" y="2417"/>
                </a:lnTo>
                <a:lnTo>
                  <a:pt x="3674" y="2402"/>
                </a:lnTo>
                <a:lnTo>
                  <a:pt x="3655" y="2387"/>
                </a:lnTo>
                <a:lnTo>
                  <a:pt x="3617" y="2372"/>
                </a:lnTo>
                <a:lnTo>
                  <a:pt x="3606" y="2373"/>
                </a:lnTo>
                <a:lnTo>
                  <a:pt x="3600" y="2374"/>
                </a:lnTo>
                <a:lnTo>
                  <a:pt x="3590" y="2372"/>
                </a:lnTo>
                <a:lnTo>
                  <a:pt x="3576" y="2360"/>
                </a:lnTo>
                <a:lnTo>
                  <a:pt x="3571" y="2346"/>
                </a:lnTo>
                <a:lnTo>
                  <a:pt x="3563" y="2330"/>
                </a:lnTo>
                <a:lnTo>
                  <a:pt x="3524" y="2293"/>
                </a:lnTo>
                <a:lnTo>
                  <a:pt x="3477" y="2260"/>
                </a:lnTo>
                <a:lnTo>
                  <a:pt x="3449" y="2251"/>
                </a:lnTo>
                <a:lnTo>
                  <a:pt x="3439" y="2252"/>
                </a:lnTo>
                <a:lnTo>
                  <a:pt x="3438" y="2257"/>
                </a:lnTo>
                <a:lnTo>
                  <a:pt x="3440" y="2266"/>
                </a:lnTo>
                <a:lnTo>
                  <a:pt x="3460" y="2281"/>
                </a:lnTo>
                <a:lnTo>
                  <a:pt x="3475" y="2286"/>
                </a:lnTo>
                <a:lnTo>
                  <a:pt x="3489" y="2292"/>
                </a:lnTo>
                <a:lnTo>
                  <a:pt x="3509" y="2311"/>
                </a:lnTo>
                <a:lnTo>
                  <a:pt x="3511" y="2322"/>
                </a:lnTo>
                <a:lnTo>
                  <a:pt x="3511" y="2330"/>
                </a:lnTo>
                <a:lnTo>
                  <a:pt x="3508" y="2340"/>
                </a:lnTo>
                <a:lnTo>
                  <a:pt x="3498" y="2339"/>
                </a:lnTo>
                <a:lnTo>
                  <a:pt x="3484" y="2328"/>
                </a:lnTo>
                <a:lnTo>
                  <a:pt x="3472" y="2319"/>
                </a:lnTo>
                <a:lnTo>
                  <a:pt x="3443" y="2313"/>
                </a:lnTo>
                <a:lnTo>
                  <a:pt x="3430" y="2317"/>
                </a:lnTo>
                <a:lnTo>
                  <a:pt x="3419" y="2319"/>
                </a:lnTo>
                <a:lnTo>
                  <a:pt x="3407" y="2314"/>
                </a:lnTo>
                <a:lnTo>
                  <a:pt x="3408" y="2306"/>
                </a:lnTo>
                <a:lnTo>
                  <a:pt x="3407" y="2296"/>
                </a:lnTo>
                <a:lnTo>
                  <a:pt x="3389" y="2281"/>
                </a:lnTo>
                <a:lnTo>
                  <a:pt x="3375" y="2277"/>
                </a:lnTo>
                <a:lnTo>
                  <a:pt x="3356" y="2272"/>
                </a:lnTo>
                <a:lnTo>
                  <a:pt x="3328" y="2259"/>
                </a:lnTo>
                <a:lnTo>
                  <a:pt x="3318" y="2246"/>
                </a:lnTo>
                <a:lnTo>
                  <a:pt x="3327" y="2238"/>
                </a:lnTo>
                <a:lnTo>
                  <a:pt x="3343" y="2238"/>
                </a:lnTo>
                <a:lnTo>
                  <a:pt x="3359" y="2236"/>
                </a:lnTo>
                <a:lnTo>
                  <a:pt x="3385" y="2228"/>
                </a:lnTo>
                <a:lnTo>
                  <a:pt x="3392" y="2221"/>
                </a:lnTo>
                <a:lnTo>
                  <a:pt x="3395" y="2214"/>
                </a:lnTo>
                <a:lnTo>
                  <a:pt x="3385" y="2201"/>
                </a:lnTo>
                <a:lnTo>
                  <a:pt x="3362" y="2190"/>
                </a:lnTo>
                <a:lnTo>
                  <a:pt x="3328" y="2183"/>
                </a:lnTo>
                <a:lnTo>
                  <a:pt x="3310" y="2183"/>
                </a:lnTo>
                <a:lnTo>
                  <a:pt x="3297" y="2182"/>
                </a:lnTo>
                <a:lnTo>
                  <a:pt x="3277" y="2171"/>
                </a:lnTo>
                <a:lnTo>
                  <a:pt x="3275" y="2163"/>
                </a:lnTo>
                <a:lnTo>
                  <a:pt x="3276" y="2159"/>
                </a:lnTo>
                <a:lnTo>
                  <a:pt x="3282" y="2153"/>
                </a:lnTo>
                <a:lnTo>
                  <a:pt x="3297" y="2149"/>
                </a:lnTo>
                <a:lnTo>
                  <a:pt x="3312" y="2152"/>
                </a:lnTo>
                <a:lnTo>
                  <a:pt x="3325" y="2155"/>
                </a:lnTo>
                <a:lnTo>
                  <a:pt x="3344" y="2151"/>
                </a:lnTo>
                <a:lnTo>
                  <a:pt x="3351" y="2144"/>
                </a:lnTo>
                <a:lnTo>
                  <a:pt x="3353" y="2140"/>
                </a:lnTo>
                <a:lnTo>
                  <a:pt x="3356" y="2135"/>
                </a:lnTo>
                <a:lnTo>
                  <a:pt x="3361" y="2135"/>
                </a:lnTo>
                <a:lnTo>
                  <a:pt x="3373" y="2145"/>
                </a:lnTo>
                <a:lnTo>
                  <a:pt x="3383" y="2161"/>
                </a:lnTo>
                <a:lnTo>
                  <a:pt x="3392" y="2177"/>
                </a:lnTo>
                <a:lnTo>
                  <a:pt x="3414" y="2198"/>
                </a:lnTo>
                <a:lnTo>
                  <a:pt x="3424" y="2201"/>
                </a:lnTo>
                <a:lnTo>
                  <a:pt x="3434" y="2203"/>
                </a:lnTo>
                <a:lnTo>
                  <a:pt x="3461" y="2216"/>
                </a:lnTo>
                <a:lnTo>
                  <a:pt x="3473" y="2227"/>
                </a:lnTo>
                <a:lnTo>
                  <a:pt x="3486" y="2235"/>
                </a:lnTo>
                <a:lnTo>
                  <a:pt x="3526" y="2243"/>
                </a:lnTo>
                <a:lnTo>
                  <a:pt x="3569" y="2241"/>
                </a:lnTo>
                <a:lnTo>
                  <a:pt x="3593" y="2232"/>
                </a:lnTo>
                <a:lnTo>
                  <a:pt x="3601" y="2224"/>
                </a:lnTo>
                <a:lnTo>
                  <a:pt x="3601" y="2219"/>
                </a:lnTo>
                <a:lnTo>
                  <a:pt x="3600" y="2210"/>
                </a:lnTo>
                <a:lnTo>
                  <a:pt x="3584" y="2192"/>
                </a:lnTo>
                <a:lnTo>
                  <a:pt x="3562" y="2174"/>
                </a:lnTo>
                <a:lnTo>
                  <a:pt x="3542" y="2167"/>
                </a:lnTo>
                <a:lnTo>
                  <a:pt x="3536" y="2170"/>
                </a:lnTo>
                <a:lnTo>
                  <a:pt x="3531" y="2172"/>
                </a:lnTo>
                <a:lnTo>
                  <a:pt x="3506" y="2161"/>
                </a:lnTo>
                <a:lnTo>
                  <a:pt x="3492" y="2151"/>
                </a:lnTo>
                <a:lnTo>
                  <a:pt x="3474" y="2138"/>
                </a:lnTo>
                <a:lnTo>
                  <a:pt x="3434" y="2114"/>
                </a:lnTo>
                <a:lnTo>
                  <a:pt x="3415" y="2107"/>
                </a:lnTo>
                <a:lnTo>
                  <a:pt x="3407" y="2104"/>
                </a:lnTo>
                <a:lnTo>
                  <a:pt x="3402" y="2101"/>
                </a:lnTo>
                <a:lnTo>
                  <a:pt x="3420" y="2097"/>
                </a:lnTo>
                <a:lnTo>
                  <a:pt x="3454" y="2097"/>
                </a:lnTo>
                <a:lnTo>
                  <a:pt x="3488" y="2099"/>
                </a:lnTo>
                <a:lnTo>
                  <a:pt x="3517" y="2109"/>
                </a:lnTo>
                <a:lnTo>
                  <a:pt x="3522" y="2118"/>
                </a:lnTo>
                <a:lnTo>
                  <a:pt x="3520" y="2123"/>
                </a:lnTo>
                <a:lnTo>
                  <a:pt x="3519" y="2132"/>
                </a:lnTo>
                <a:lnTo>
                  <a:pt x="3528" y="2145"/>
                </a:lnTo>
                <a:lnTo>
                  <a:pt x="3536" y="2146"/>
                </a:lnTo>
                <a:lnTo>
                  <a:pt x="3547" y="2144"/>
                </a:lnTo>
                <a:lnTo>
                  <a:pt x="3566" y="2124"/>
                </a:lnTo>
                <a:lnTo>
                  <a:pt x="3571" y="2110"/>
                </a:lnTo>
                <a:lnTo>
                  <a:pt x="3575" y="2097"/>
                </a:lnTo>
                <a:lnTo>
                  <a:pt x="3591" y="2079"/>
                </a:lnTo>
                <a:lnTo>
                  <a:pt x="3607" y="2073"/>
                </a:lnTo>
                <a:lnTo>
                  <a:pt x="3619" y="2082"/>
                </a:lnTo>
                <a:lnTo>
                  <a:pt x="3620" y="2094"/>
                </a:lnTo>
                <a:lnTo>
                  <a:pt x="3621" y="2101"/>
                </a:lnTo>
                <a:lnTo>
                  <a:pt x="3631" y="2104"/>
                </a:lnTo>
                <a:lnTo>
                  <a:pt x="3638" y="2102"/>
                </a:lnTo>
                <a:lnTo>
                  <a:pt x="3642" y="2098"/>
                </a:lnTo>
                <a:lnTo>
                  <a:pt x="3644" y="2089"/>
                </a:lnTo>
                <a:lnTo>
                  <a:pt x="3634" y="2070"/>
                </a:lnTo>
                <a:lnTo>
                  <a:pt x="3618" y="2054"/>
                </a:lnTo>
                <a:lnTo>
                  <a:pt x="3598" y="2038"/>
                </a:lnTo>
                <a:lnTo>
                  <a:pt x="3578" y="2031"/>
                </a:lnTo>
                <a:lnTo>
                  <a:pt x="3568" y="2035"/>
                </a:lnTo>
                <a:lnTo>
                  <a:pt x="3563" y="2040"/>
                </a:lnTo>
                <a:lnTo>
                  <a:pt x="3557" y="2048"/>
                </a:lnTo>
                <a:lnTo>
                  <a:pt x="3541" y="2052"/>
                </a:lnTo>
                <a:lnTo>
                  <a:pt x="3525" y="2041"/>
                </a:lnTo>
                <a:lnTo>
                  <a:pt x="3519" y="2019"/>
                </a:lnTo>
                <a:lnTo>
                  <a:pt x="3520" y="2005"/>
                </a:lnTo>
                <a:lnTo>
                  <a:pt x="3525" y="1979"/>
                </a:lnTo>
                <a:lnTo>
                  <a:pt x="3528" y="1960"/>
                </a:lnTo>
                <a:lnTo>
                  <a:pt x="3530" y="1955"/>
                </a:lnTo>
                <a:lnTo>
                  <a:pt x="3546" y="1948"/>
                </a:lnTo>
                <a:lnTo>
                  <a:pt x="3558" y="1947"/>
                </a:lnTo>
                <a:lnTo>
                  <a:pt x="3569" y="1946"/>
                </a:lnTo>
                <a:lnTo>
                  <a:pt x="3576" y="1934"/>
                </a:lnTo>
                <a:lnTo>
                  <a:pt x="3573" y="1926"/>
                </a:lnTo>
                <a:lnTo>
                  <a:pt x="3569" y="1917"/>
                </a:lnTo>
                <a:lnTo>
                  <a:pt x="3572" y="1914"/>
                </a:lnTo>
                <a:lnTo>
                  <a:pt x="3582" y="1918"/>
                </a:lnTo>
                <a:lnTo>
                  <a:pt x="3594" y="1923"/>
                </a:lnTo>
                <a:lnTo>
                  <a:pt x="3623" y="1923"/>
                </a:lnTo>
                <a:lnTo>
                  <a:pt x="3653" y="1913"/>
                </a:lnTo>
                <a:lnTo>
                  <a:pt x="3675" y="1894"/>
                </a:lnTo>
                <a:lnTo>
                  <a:pt x="3682" y="1882"/>
                </a:lnTo>
                <a:lnTo>
                  <a:pt x="3685" y="1869"/>
                </a:lnTo>
                <a:lnTo>
                  <a:pt x="3674" y="1866"/>
                </a:lnTo>
                <a:lnTo>
                  <a:pt x="3656" y="1874"/>
                </a:lnTo>
                <a:lnTo>
                  <a:pt x="3628" y="1889"/>
                </a:lnTo>
                <a:lnTo>
                  <a:pt x="3607" y="1892"/>
                </a:lnTo>
                <a:lnTo>
                  <a:pt x="3606" y="1884"/>
                </a:lnTo>
                <a:lnTo>
                  <a:pt x="3609" y="1877"/>
                </a:lnTo>
                <a:lnTo>
                  <a:pt x="3610" y="1873"/>
                </a:lnTo>
                <a:lnTo>
                  <a:pt x="3608" y="1866"/>
                </a:lnTo>
                <a:lnTo>
                  <a:pt x="3595" y="1854"/>
                </a:lnTo>
                <a:lnTo>
                  <a:pt x="3579" y="1847"/>
                </a:lnTo>
                <a:lnTo>
                  <a:pt x="3566" y="1843"/>
                </a:lnTo>
                <a:lnTo>
                  <a:pt x="3554" y="1838"/>
                </a:lnTo>
                <a:lnTo>
                  <a:pt x="3565" y="1831"/>
                </a:lnTo>
                <a:lnTo>
                  <a:pt x="3598" y="1826"/>
                </a:lnTo>
                <a:lnTo>
                  <a:pt x="3621" y="1823"/>
                </a:lnTo>
                <a:lnTo>
                  <a:pt x="3647" y="1817"/>
                </a:lnTo>
                <a:lnTo>
                  <a:pt x="3654" y="1806"/>
                </a:lnTo>
                <a:lnTo>
                  <a:pt x="3643" y="1781"/>
                </a:lnTo>
                <a:lnTo>
                  <a:pt x="3633" y="1760"/>
                </a:lnTo>
                <a:lnTo>
                  <a:pt x="3619" y="1738"/>
                </a:lnTo>
                <a:lnTo>
                  <a:pt x="3603" y="1726"/>
                </a:lnTo>
                <a:lnTo>
                  <a:pt x="3593" y="1729"/>
                </a:lnTo>
                <a:lnTo>
                  <a:pt x="3587" y="1733"/>
                </a:lnTo>
                <a:lnTo>
                  <a:pt x="3579" y="1742"/>
                </a:lnTo>
                <a:lnTo>
                  <a:pt x="3569" y="1744"/>
                </a:lnTo>
                <a:lnTo>
                  <a:pt x="3566" y="1741"/>
                </a:lnTo>
                <a:lnTo>
                  <a:pt x="3566" y="1738"/>
                </a:lnTo>
                <a:lnTo>
                  <a:pt x="3567" y="1729"/>
                </a:lnTo>
                <a:lnTo>
                  <a:pt x="3578" y="1708"/>
                </a:lnTo>
                <a:lnTo>
                  <a:pt x="3585" y="1700"/>
                </a:lnTo>
                <a:lnTo>
                  <a:pt x="3594" y="1690"/>
                </a:lnTo>
                <a:lnTo>
                  <a:pt x="3597" y="1669"/>
                </a:lnTo>
                <a:lnTo>
                  <a:pt x="3588" y="1653"/>
                </a:lnTo>
                <a:lnTo>
                  <a:pt x="3570" y="1647"/>
                </a:lnTo>
                <a:lnTo>
                  <a:pt x="3558" y="1651"/>
                </a:lnTo>
                <a:lnTo>
                  <a:pt x="3547" y="1653"/>
                </a:lnTo>
                <a:lnTo>
                  <a:pt x="3528" y="1650"/>
                </a:lnTo>
                <a:lnTo>
                  <a:pt x="3522" y="1643"/>
                </a:lnTo>
                <a:lnTo>
                  <a:pt x="3521" y="1640"/>
                </a:lnTo>
                <a:lnTo>
                  <a:pt x="3522" y="1632"/>
                </a:lnTo>
                <a:lnTo>
                  <a:pt x="3534" y="1621"/>
                </a:lnTo>
                <a:lnTo>
                  <a:pt x="3547" y="1616"/>
                </a:lnTo>
                <a:lnTo>
                  <a:pt x="3562" y="1613"/>
                </a:lnTo>
                <a:lnTo>
                  <a:pt x="3588" y="1617"/>
                </a:lnTo>
                <a:lnTo>
                  <a:pt x="3595" y="1623"/>
                </a:lnTo>
                <a:lnTo>
                  <a:pt x="3599" y="1630"/>
                </a:lnTo>
                <a:lnTo>
                  <a:pt x="3616" y="1639"/>
                </a:lnTo>
                <a:lnTo>
                  <a:pt x="3623" y="1640"/>
                </a:lnTo>
                <a:lnTo>
                  <a:pt x="3631" y="1639"/>
                </a:lnTo>
                <a:lnTo>
                  <a:pt x="3635" y="1632"/>
                </a:lnTo>
                <a:lnTo>
                  <a:pt x="3633" y="1627"/>
                </a:lnTo>
                <a:lnTo>
                  <a:pt x="3630" y="1621"/>
                </a:lnTo>
                <a:lnTo>
                  <a:pt x="3638" y="1604"/>
                </a:lnTo>
                <a:lnTo>
                  <a:pt x="3649" y="1594"/>
                </a:lnTo>
                <a:lnTo>
                  <a:pt x="3658" y="1588"/>
                </a:lnTo>
                <a:lnTo>
                  <a:pt x="3668" y="1577"/>
                </a:lnTo>
                <a:lnTo>
                  <a:pt x="3669" y="1563"/>
                </a:lnTo>
                <a:lnTo>
                  <a:pt x="3663" y="1545"/>
                </a:lnTo>
                <a:lnTo>
                  <a:pt x="3658" y="1534"/>
                </a:lnTo>
                <a:lnTo>
                  <a:pt x="3652" y="1523"/>
                </a:lnTo>
                <a:lnTo>
                  <a:pt x="3636" y="1508"/>
                </a:lnTo>
                <a:lnTo>
                  <a:pt x="3616" y="1498"/>
                </a:lnTo>
                <a:lnTo>
                  <a:pt x="3587" y="1495"/>
                </a:lnTo>
                <a:lnTo>
                  <a:pt x="3569" y="1494"/>
                </a:lnTo>
                <a:lnTo>
                  <a:pt x="3539" y="1493"/>
                </a:lnTo>
                <a:lnTo>
                  <a:pt x="3483" y="1477"/>
                </a:lnTo>
                <a:lnTo>
                  <a:pt x="3464" y="1466"/>
                </a:lnTo>
                <a:lnTo>
                  <a:pt x="3452" y="1457"/>
                </a:lnTo>
                <a:lnTo>
                  <a:pt x="3444" y="1446"/>
                </a:lnTo>
                <a:lnTo>
                  <a:pt x="3462" y="1441"/>
                </a:lnTo>
                <a:lnTo>
                  <a:pt x="3508" y="1445"/>
                </a:lnTo>
                <a:lnTo>
                  <a:pt x="3549" y="1450"/>
                </a:lnTo>
                <a:lnTo>
                  <a:pt x="3578" y="1444"/>
                </a:lnTo>
                <a:lnTo>
                  <a:pt x="3583" y="1431"/>
                </a:lnTo>
                <a:lnTo>
                  <a:pt x="3584" y="1420"/>
                </a:lnTo>
                <a:lnTo>
                  <a:pt x="3585" y="1407"/>
                </a:lnTo>
                <a:lnTo>
                  <a:pt x="3595" y="1388"/>
                </a:lnTo>
                <a:lnTo>
                  <a:pt x="3601" y="1385"/>
                </a:lnTo>
                <a:lnTo>
                  <a:pt x="3609" y="1384"/>
                </a:lnTo>
                <a:lnTo>
                  <a:pt x="3619" y="1375"/>
                </a:lnTo>
                <a:lnTo>
                  <a:pt x="3620" y="1368"/>
                </a:lnTo>
                <a:lnTo>
                  <a:pt x="3619" y="1360"/>
                </a:lnTo>
                <a:lnTo>
                  <a:pt x="3604" y="1351"/>
                </a:lnTo>
                <a:lnTo>
                  <a:pt x="3593" y="1350"/>
                </a:lnTo>
                <a:lnTo>
                  <a:pt x="3582" y="1348"/>
                </a:lnTo>
                <a:lnTo>
                  <a:pt x="3567" y="1339"/>
                </a:lnTo>
                <a:lnTo>
                  <a:pt x="3566" y="1331"/>
                </a:lnTo>
                <a:lnTo>
                  <a:pt x="3567" y="1323"/>
                </a:lnTo>
                <a:lnTo>
                  <a:pt x="3576" y="1314"/>
                </a:lnTo>
                <a:lnTo>
                  <a:pt x="3584" y="1314"/>
                </a:lnTo>
                <a:lnTo>
                  <a:pt x="3588" y="1313"/>
                </a:lnTo>
                <a:lnTo>
                  <a:pt x="3593" y="1308"/>
                </a:lnTo>
                <a:lnTo>
                  <a:pt x="3592" y="1294"/>
                </a:lnTo>
                <a:lnTo>
                  <a:pt x="3584" y="1277"/>
                </a:lnTo>
                <a:lnTo>
                  <a:pt x="3579" y="1269"/>
                </a:lnTo>
                <a:lnTo>
                  <a:pt x="3566" y="1256"/>
                </a:lnTo>
                <a:lnTo>
                  <a:pt x="3538" y="1243"/>
                </a:lnTo>
                <a:lnTo>
                  <a:pt x="3519" y="1241"/>
                </a:lnTo>
                <a:lnTo>
                  <a:pt x="3501" y="1240"/>
                </a:lnTo>
                <a:lnTo>
                  <a:pt x="3470" y="1230"/>
                </a:lnTo>
                <a:lnTo>
                  <a:pt x="3444" y="1212"/>
                </a:lnTo>
                <a:lnTo>
                  <a:pt x="3424" y="1184"/>
                </a:lnTo>
                <a:lnTo>
                  <a:pt x="3417" y="1168"/>
                </a:lnTo>
                <a:lnTo>
                  <a:pt x="3411" y="1155"/>
                </a:lnTo>
                <a:lnTo>
                  <a:pt x="3400" y="1158"/>
                </a:lnTo>
                <a:lnTo>
                  <a:pt x="3394" y="1176"/>
                </a:lnTo>
                <a:lnTo>
                  <a:pt x="3389" y="1184"/>
                </a:lnTo>
                <a:lnTo>
                  <a:pt x="3388" y="1201"/>
                </a:lnTo>
                <a:lnTo>
                  <a:pt x="3395" y="1216"/>
                </a:lnTo>
                <a:lnTo>
                  <a:pt x="3410" y="1232"/>
                </a:lnTo>
                <a:lnTo>
                  <a:pt x="3421" y="1241"/>
                </a:lnTo>
                <a:lnTo>
                  <a:pt x="3438" y="1255"/>
                </a:lnTo>
                <a:lnTo>
                  <a:pt x="3450" y="1275"/>
                </a:lnTo>
                <a:lnTo>
                  <a:pt x="3450" y="1285"/>
                </a:lnTo>
                <a:lnTo>
                  <a:pt x="3440" y="1297"/>
                </a:lnTo>
                <a:lnTo>
                  <a:pt x="3407" y="1306"/>
                </a:lnTo>
                <a:lnTo>
                  <a:pt x="3381" y="1306"/>
                </a:lnTo>
                <a:lnTo>
                  <a:pt x="3353" y="1304"/>
                </a:lnTo>
                <a:lnTo>
                  <a:pt x="3328" y="1293"/>
                </a:lnTo>
                <a:lnTo>
                  <a:pt x="3322" y="1283"/>
                </a:lnTo>
                <a:lnTo>
                  <a:pt x="3321" y="1277"/>
                </a:lnTo>
                <a:lnTo>
                  <a:pt x="3322" y="1267"/>
                </a:lnTo>
                <a:lnTo>
                  <a:pt x="3333" y="1254"/>
                </a:lnTo>
                <a:lnTo>
                  <a:pt x="3340" y="1254"/>
                </a:lnTo>
                <a:lnTo>
                  <a:pt x="3345" y="1254"/>
                </a:lnTo>
                <a:lnTo>
                  <a:pt x="3352" y="1251"/>
                </a:lnTo>
                <a:lnTo>
                  <a:pt x="3356" y="1239"/>
                </a:lnTo>
                <a:lnTo>
                  <a:pt x="3353" y="1225"/>
                </a:lnTo>
                <a:lnTo>
                  <a:pt x="3351" y="1216"/>
                </a:lnTo>
                <a:lnTo>
                  <a:pt x="3343" y="1205"/>
                </a:lnTo>
                <a:lnTo>
                  <a:pt x="3319" y="1198"/>
                </a:lnTo>
                <a:lnTo>
                  <a:pt x="3291" y="1201"/>
                </a:lnTo>
                <a:lnTo>
                  <a:pt x="3270" y="1205"/>
                </a:lnTo>
                <a:lnTo>
                  <a:pt x="3248" y="1218"/>
                </a:lnTo>
                <a:lnTo>
                  <a:pt x="3240" y="1229"/>
                </a:lnTo>
                <a:lnTo>
                  <a:pt x="3239" y="1235"/>
                </a:lnTo>
                <a:lnTo>
                  <a:pt x="3240" y="1245"/>
                </a:lnTo>
                <a:lnTo>
                  <a:pt x="3252" y="1252"/>
                </a:lnTo>
                <a:lnTo>
                  <a:pt x="3261" y="1248"/>
                </a:lnTo>
                <a:lnTo>
                  <a:pt x="3269" y="1244"/>
                </a:lnTo>
                <a:lnTo>
                  <a:pt x="3273" y="1247"/>
                </a:lnTo>
                <a:lnTo>
                  <a:pt x="3269" y="1257"/>
                </a:lnTo>
                <a:lnTo>
                  <a:pt x="3265" y="1263"/>
                </a:lnTo>
                <a:lnTo>
                  <a:pt x="3266" y="1275"/>
                </a:lnTo>
                <a:lnTo>
                  <a:pt x="3277" y="1295"/>
                </a:lnTo>
                <a:lnTo>
                  <a:pt x="3310" y="1327"/>
                </a:lnTo>
                <a:lnTo>
                  <a:pt x="3358" y="1358"/>
                </a:lnTo>
                <a:lnTo>
                  <a:pt x="3386" y="1371"/>
                </a:lnTo>
                <a:lnTo>
                  <a:pt x="3407" y="1381"/>
                </a:lnTo>
                <a:lnTo>
                  <a:pt x="3436" y="1401"/>
                </a:lnTo>
                <a:lnTo>
                  <a:pt x="3438" y="1407"/>
                </a:lnTo>
                <a:lnTo>
                  <a:pt x="3437" y="1410"/>
                </a:lnTo>
                <a:lnTo>
                  <a:pt x="3426" y="1413"/>
                </a:lnTo>
                <a:lnTo>
                  <a:pt x="3396" y="1407"/>
                </a:lnTo>
                <a:lnTo>
                  <a:pt x="3342" y="1390"/>
                </a:lnTo>
                <a:lnTo>
                  <a:pt x="3297" y="1367"/>
                </a:lnTo>
                <a:lnTo>
                  <a:pt x="3288" y="1357"/>
                </a:lnTo>
                <a:lnTo>
                  <a:pt x="3281" y="1346"/>
                </a:lnTo>
                <a:lnTo>
                  <a:pt x="3253" y="1333"/>
                </a:lnTo>
                <a:lnTo>
                  <a:pt x="3239" y="1331"/>
                </a:lnTo>
                <a:lnTo>
                  <a:pt x="3231" y="1331"/>
                </a:lnTo>
                <a:lnTo>
                  <a:pt x="3215" y="1325"/>
                </a:lnTo>
                <a:lnTo>
                  <a:pt x="3194" y="1308"/>
                </a:lnTo>
                <a:lnTo>
                  <a:pt x="3176" y="1278"/>
                </a:lnTo>
                <a:lnTo>
                  <a:pt x="3174" y="1254"/>
                </a:lnTo>
                <a:lnTo>
                  <a:pt x="3178" y="1241"/>
                </a:lnTo>
                <a:lnTo>
                  <a:pt x="3183" y="1235"/>
                </a:lnTo>
                <a:lnTo>
                  <a:pt x="3194" y="1222"/>
                </a:lnTo>
                <a:lnTo>
                  <a:pt x="3202" y="1192"/>
                </a:lnTo>
                <a:lnTo>
                  <a:pt x="3198" y="1158"/>
                </a:lnTo>
                <a:lnTo>
                  <a:pt x="3181" y="1128"/>
                </a:lnTo>
                <a:lnTo>
                  <a:pt x="3166" y="1118"/>
                </a:lnTo>
                <a:lnTo>
                  <a:pt x="3152" y="1109"/>
                </a:lnTo>
                <a:lnTo>
                  <a:pt x="3138" y="1106"/>
                </a:lnTo>
                <a:lnTo>
                  <a:pt x="3134" y="1109"/>
                </a:lnTo>
                <a:lnTo>
                  <a:pt x="3134" y="1113"/>
                </a:lnTo>
                <a:lnTo>
                  <a:pt x="3136" y="1119"/>
                </a:lnTo>
                <a:lnTo>
                  <a:pt x="3129" y="1130"/>
                </a:lnTo>
                <a:lnTo>
                  <a:pt x="3122" y="1132"/>
                </a:lnTo>
                <a:lnTo>
                  <a:pt x="3114" y="1131"/>
                </a:lnTo>
                <a:lnTo>
                  <a:pt x="3100" y="1115"/>
                </a:lnTo>
                <a:lnTo>
                  <a:pt x="3096" y="1102"/>
                </a:lnTo>
                <a:lnTo>
                  <a:pt x="3094" y="1087"/>
                </a:lnTo>
                <a:lnTo>
                  <a:pt x="3076" y="1053"/>
                </a:lnTo>
                <a:lnTo>
                  <a:pt x="3065" y="1040"/>
                </a:lnTo>
                <a:lnTo>
                  <a:pt x="3054" y="1026"/>
                </a:lnTo>
                <a:lnTo>
                  <a:pt x="3047" y="992"/>
                </a:lnTo>
                <a:lnTo>
                  <a:pt x="3051" y="977"/>
                </a:lnTo>
                <a:lnTo>
                  <a:pt x="3058" y="958"/>
                </a:lnTo>
                <a:lnTo>
                  <a:pt x="3052" y="953"/>
                </a:lnTo>
                <a:lnTo>
                  <a:pt x="3038" y="964"/>
                </a:lnTo>
                <a:lnTo>
                  <a:pt x="3025" y="973"/>
                </a:lnTo>
                <a:lnTo>
                  <a:pt x="2977" y="985"/>
                </a:lnTo>
                <a:lnTo>
                  <a:pt x="2951" y="988"/>
                </a:lnTo>
                <a:lnTo>
                  <a:pt x="2929" y="987"/>
                </a:lnTo>
                <a:lnTo>
                  <a:pt x="2903" y="982"/>
                </a:lnTo>
                <a:lnTo>
                  <a:pt x="2901" y="973"/>
                </a:lnTo>
                <a:lnTo>
                  <a:pt x="2923" y="965"/>
                </a:lnTo>
                <a:lnTo>
                  <a:pt x="2943" y="960"/>
                </a:lnTo>
                <a:lnTo>
                  <a:pt x="2971" y="955"/>
                </a:lnTo>
                <a:lnTo>
                  <a:pt x="2986" y="951"/>
                </a:lnTo>
                <a:lnTo>
                  <a:pt x="2987" y="948"/>
                </a:lnTo>
                <a:lnTo>
                  <a:pt x="2969" y="940"/>
                </a:lnTo>
                <a:lnTo>
                  <a:pt x="2954" y="933"/>
                </a:lnTo>
                <a:lnTo>
                  <a:pt x="2938" y="925"/>
                </a:lnTo>
                <a:lnTo>
                  <a:pt x="2915" y="899"/>
                </a:lnTo>
                <a:lnTo>
                  <a:pt x="2913" y="885"/>
                </a:lnTo>
                <a:lnTo>
                  <a:pt x="2914" y="874"/>
                </a:lnTo>
                <a:lnTo>
                  <a:pt x="2928" y="864"/>
                </a:lnTo>
                <a:lnTo>
                  <a:pt x="2940" y="868"/>
                </a:lnTo>
                <a:lnTo>
                  <a:pt x="2951" y="870"/>
                </a:lnTo>
                <a:lnTo>
                  <a:pt x="2966" y="867"/>
                </a:lnTo>
                <a:lnTo>
                  <a:pt x="2967" y="860"/>
                </a:lnTo>
                <a:lnTo>
                  <a:pt x="2966" y="853"/>
                </a:lnTo>
                <a:lnTo>
                  <a:pt x="2951" y="843"/>
                </a:lnTo>
                <a:lnTo>
                  <a:pt x="2940" y="842"/>
                </a:lnTo>
                <a:lnTo>
                  <a:pt x="2935" y="842"/>
                </a:lnTo>
                <a:lnTo>
                  <a:pt x="2925" y="835"/>
                </a:lnTo>
                <a:lnTo>
                  <a:pt x="2913" y="818"/>
                </a:lnTo>
                <a:lnTo>
                  <a:pt x="2911" y="801"/>
                </a:lnTo>
                <a:lnTo>
                  <a:pt x="2907" y="757"/>
                </a:lnTo>
                <a:lnTo>
                  <a:pt x="2904" y="706"/>
                </a:lnTo>
                <a:lnTo>
                  <a:pt x="2900" y="645"/>
                </a:lnTo>
                <a:lnTo>
                  <a:pt x="2897" y="570"/>
                </a:lnTo>
                <a:lnTo>
                  <a:pt x="2893" y="535"/>
                </a:lnTo>
                <a:lnTo>
                  <a:pt x="2888" y="513"/>
                </a:lnTo>
                <a:lnTo>
                  <a:pt x="2882" y="515"/>
                </a:lnTo>
                <a:lnTo>
                  <a:pt x="2880" y="521"/>
                </a:lnTo>
                <a:lnTo>
                  <a:pt x="2876" y="531"/>
                </a:lnTo>
                <a:lnTo>
                  <a:pt x="2868" y="543"/>
                </a:lnTo>
                <a:lnTo>
                  <a:pt x="2852" y="542"/>
                </a:lnTo>
                <a:lnTo>
                  <a:pt x="2831" y="527"/>
                </a:lnTo>
                <a:lnTo>
                  <a:pt x="2811" y="512"/>
                </a:lnTo>
                <a:lnTo>
                  <a:pt x="2810" y="500"/>
                </a:lnTo>
                <a:lnTo>
                  <a:pt x="2828" y="499"/>
                </a:lnTo>
                <a:lnTo>
                  <a:pt x="2840" y="497"/>
                </a:lnTo>
                <a:lnTo>
                  <a:pt x="2856" y="487"/>
                </a:lnTo>
                <a:lnTo>
                  <a:pt x="2859" y="478"/>
                </a:lnTo>
                <a:lnTo>
                  <a:pt x="2860" y="470"/>
                </a:lnTo>
                <a:lnTo>
                  <a:pt x="2875" y="465"/>
                </a:lnTo>
                <a:lnTo>
                  <a:pt x="2886" y="469"/>
                </a:lnTo>
                <a:lnTo>
                  <a:pt x="2899" y="474"/>
                </a:lnTo>
                <a:lnTo>
                  <a:pt x="2912" y="470"/>
                </a:lnTo>
                <a:lnTo>
                  <a:pt x="2909" y="455"/>
                </a:lnTo>
                <a:lnTo>
                  <a:pt x="2889" y="431"/>
                </a:lnTo>
                <a:lnTo>
                  <a:pt x="2873" y="417"/>
                </a:lnTo>
                <a:lnTo>
                  <a:pt x="2859" y="406"/>
                </a:lnTo>
                <a:lnTo>
                  <a:pt x="2826" y="391"/>
                </a:lnTo>
                <a:lnTo>
                  <a:pt x="2792" y="382"/>
                </a:lnTo>
                <a:lnTo>
                  <a:pt x="2760" y="381"/>
                </a:lnTo>
                <a:lnTo>
                  <a:pt x="2732" y="386"/>
                </a:lnTo>
                <a:lnTo>
                  <a:pt x="2713" y="396"/>
                </a:lnTo>
                <a:lnTo>
                  <a:pt x="2704" y="412"/>
                </a:lnTo>
                <a:lnTo>
                  <a:pt x="2710" y="432"/>
                </a:lnTo>
                <a:lnTo>
                  <a:pt x="2719" y="444"/>
                </a:lnTo>
                <a:lnTo>
                  <a:pt x="2730" y="455"/>
                </a:lnTo>
                <a:lnTo>
                  <a:pt x="2723" y="457"/>
                </a:lnTo>
                <a:lnTo>
                  <a:pt x="2704" y="450"/>
                </a:lnTo>
                <a:lnTo>
                  <a:pt x="2689" y="442"/>
                </a:lnTo>
                <a:lnTo>
                  <a:pt x="2656" y="437"/>
                </a:lnTo>
                <a:lnTo>
                  <a:pt x="2644" y="439"/>
                </a:lnTo>
                <a:lnTo>
                  <a:pt x="2640" y="440"/>
                </a:lnTo>
                <a:lnTo>
                  <a:pt x="2626" y="437"/>
                </a:lnTo>
                <a:lnTo>
                  <a:pt x="2602" y="420"/>
                </a:lnTo>
                <a:lnTo>
                  <a:pt x="2587" y="404"/>
                </a:lnTo>
                <a:lnTo>
                  <a:pt x="2552" y="363"/>
                </a:lnTo>
                <a:lnTo>
                  <a:pt x="2551" y="407"/>
                </a:lnTo>
                <a:lnTo>
                  <a:pt x="2550" y="428"/>
                </a:lnTo>
                <a:lnTo>
                  <a:pt x="2544" y="438"/>
                </a:lnTo>
                <a:lnTo>
                  <a:pt x="2539" y="434"/>
                </a:lnTo>
                <a:lnTo>
                  <a:pt x="2535" y="429"/>
                </a:lnTo>
                <a:lnTo>
                  <a:pt x="2526" y="418"/>
                </a:lnTo>
                <a:lnTo>
                  <a:pt x="2494" y="403"/>
                </a:lnTo>
                <a:lnTo>
                  <a:pt x="2457" y="397"/>
                </a:lnTo>
                <a:lnTo>
                  <a:pt x="2423" y="403"/>
                </a:lnTo>
                <a:lnTo>
                  <a:pt x="2410" y="412"/>
                </a:lnTo>
                <a:lnTo>
                  <a:pt x="2402" y="421"/>
                </a:lnTo>
                <a:lnTo>
                  <a:pt x="2394" y="450"/>
                </a:lnTo>
                <a:lnTo>
                  <a:pt x="2396" y="464"/>
                </a:lnTo>
                <a:lnTo>
                  <a:pt x="2400" y="472"/>
                </a:lnTo>
                <a:lnTo>
                  <a:pt x="2400" y="485"/>
                </a:lnTo>
                <a:lnTo>
                  <a:pt x="2393" y="494"/>
                </a:lnTo>
                <a:lnTo>
                  <a:pt x="2380" y="497"/>
                </a:lnTo>
                <a:lnTo>
                  <a:pt x="2371" y="499"/>
                </a:lnTo>
                <a:lnTo>
                  <a:pt x="2355" y="500"/>
                </a:lnTo>
                <a:lnTo>
                  <a:pt x="2327" y="517"/>
                </a:lnTo>
                <a:lnTo>
                  <a:pt x="2317" y="529"/>
                </a:lnTo>
                <a:lnTo>
                  <a:pt x="2311" y="539"/>
                </a:lnTo>
                <a:lnTo>
                  <a:pt x="2303" y="550"/>
                </a:lnTo>
                <a:lnTo>
                  <a:pt x="2293" y="552"/>
                </a:lnTo>
                <a:lnTo>
                  <a:pt x="2282" y="545"/>
                </a:lnTo>
                <a:lnTo>
                  <a:pt x="2274" y="538"/>
                </a:lnTo>
                <a:lnTo>
                  <a:pt x="2262" y="525"/>
                </a:lnTo>
                <a:lnTo>
                  <a:pt x="2265" y="508"/>
                </a:lnTo>
                <a:lnTo>
                  <a:pt x="2279" y="499"/>
                </a:lnTo>
                <a:lnTo>
                  <a:pt x="2290" y="491"/>
                </a:lnTo>
                <a:lnTo>
                  <a:pt x="2296" y="477"/>
                </a:lnTo>
                <a:lnTo>
                  <a:pt x="2290" y="468"/>
                </a:lnTo>
                <a:lnTo>
                  <a:pt x="2270" y="467"/>
                </a:lnTo>
                <a:lnTo>
                  <a:pt x="2257" y="471"/>
                </a:lnTo>
                <a:lnTo>
                  <a:pt x="2250" y="475"/>
                </a:lnTo>
                <a:lnTo>
                  <a:pt x="2240" y="489"/>
                </a:lnTo>
                <a:lnTo>
                  <a:pt x="2230" y="524"/>
                </a:lnTo>
                <a:lnTo>
                  <a:pt x="2228" y="558"/>
                </a:lnTo>
                <a:lnTo>
                  <a:pt x="2227" y="591"/>
                </a:lnTo>
                <a:lnTo>
                  <a:pt x="2216" y="656"/>
                </a:lnTo>
                <a:lnTo>
                  <a:pt x="2208" y="679"/>
                </a:lnTo>
                <a:lnTo>
                  <a:pt x="2202" y="692"/>
                </a:lnTo>
                <a:lnTo>
                  <a:pt x="2196" y="700"/>
                </a:lnTo>
                <a:lnTo>
                  <a:pt x="2194" y="700"/>
                </a:lnTo>
                <a:lnTo>
                  <a:pt x="2193" y="678"/>
                </a:lnTo>
                <a:lnTo>
                  <a:pt x="2198" y="629"/>
                </a:lnTo>
                <a:lnTo>
                  <a:pt x="2203" y="587"/>
                </a:lnTo>
                <a:lnTo>
                  <a:pt x="2200" y="538"/>
                </a:lnTo>
                <a:lnTo>
                  <a:pt x="2194" y="516"/>
                </a:lnTo>
                <a:lnTo>
                  <a:pt x="2190" y="509"/>
                </a:lnTo>
                <a:lnTo>
                  <a:pt x="2182" y="501"/>
                </a:lnTo>
                <a:lnTo>
                  <a:pt x="2163" y="491"/>
                </a:lnTo>
                <a:lnTo>
                  <a:pt x="2143" y="488"/>
                </a:lnTo>
                <a:lnTo>
                  <a:pt x="2120" y="491"/>
                </a:lnTo>
                <a:lnTo>
                  <a:pt x="2098" y="501"/>
                </a:lnTo>
                <a:lnTo>
                  <a:pt x="2078" y="516"/>
                </a:lnTo>
                <a:lnTo>
                  <a:pt x="2059" y="535"/>
                </a:lnTo>
                <a:lnTo>
                  <a:pt x="2043" y="560"/>
                </a:lnTo>
                <a:lnTo>
                  <a:pt x="2037" y="575"/>
                </a:lnTo>
                <a:lnTo>
                  <a:pt x="2032" y="588"/>
                </a:lnTo>
                <a:lnTo>
                  <a:pt x="2016" y="605"/>
                </a:lnTo>
                <a:lnTo>
                  <a:pt x="2008" y="607"/>
                </a:lnTo>
                <a:lnTo>
                  <a:pt x="2006" y="606"/>
                </a:lnTo>
                <a:lnTo>
                  <a:pt x="2006" y="593"/>
                </a:lnTo>
                <a:lnTo>
                  <a:pt x="2017" y="558"/>
                </a:lnTo>
                <a:lnTo>
                  <a:pt x="2032" y="526"/>
                </a:lnTo>
                <a:lnTo>
                  <a:pt x="2048" y="494"/>
                </a:lnTo>
                <a:lnTo>
                  <a:pt x="2072" y="462"/>
                </a:lnTo>
                <a:lnTo>
                  <a:pt x="2086" y="452"/>
                </a:lnTo>
                <a:lnTo>
                  <a:pt x="2092" y="453"/>
                </a:lnTo>
                <a:lnTo>
                  <a:pt x="2096" y="454"/>
                </a:lnTo>
                <a:lnTo>
                  <a:pt x="2104" y="451"/>
                </a:lnTo>
                <a:lnTo>
                  <a:pt x="2110" y="438"/>
                </a:lnTo>
                <a:lnTo>
                  <a:pt x="2110" y="422"/>
                </a:lnTo>
                <a:lnTo>
                  <a:pt x="2109" y="411"/>
                </a:lnTo>
                <a:lnTo>
                  <a:pt x="2106" y="399"/>
                </a:lnTo>
                <a:lnTo>
                  <a:pt x="2091" y="406"/>
                </a:lnTo>
                <a:lnTo>
                  <a:pt x="2067" y="434"/>
                </a:lnTo>
                <a:lnTo>
                  <a:pt x="2034" y="470"/>
                </a:lnTo>
                <a:lnTo>
                  <a:pt x="2023" y="477"/>
                </a:lnTo>
                <a:lnTo>
                  <a:pt x="2016" y="445"/>
                </a:lnTo>
                <a:lnTo>
                  <a:pt x="2016" y="417"/>
                </a:lnTo>
                <a:lnTo>
                  <a:pt x="2021" y="408"/>
                </a:lnTo>
                <a:lnTo>
                  <a:pt x="2026" y="407"/>
                </a:lnTo>
                <a:lnTo>
                  <a:pt x="2033" y="406"/>
                </a:lnTo>
                <a:lnTo>
                  <a:pt x="2042" y="397"/>
                </a:lnTo>
                <a:lnTo>
                  <a:pt x="2043" y="390"/>
                </a:lnTo>
                <a:lnTo>
                  <a:pt x="2042" y="383"/>
                </a:lnTo>
                <a:lnTo>
                  <a:pt x="2026" y="379"/>
                </a:lnTo>
                <a:lnTo>
                  <a:pt x="2016" y="382"/>
                </a:lnTo>
                <a:lnTo>
                  <a:pt x="2004" y="387"/>
                </a:lnTo>
                <a:lnTo>
                  <a:pt x="1995" y="379"/>
                </a:lnTo>
                <a:lnTo>
                  <a:pt x="1997" y="368"/>
                </a:lnTo>
                <a:lnTo>
                  <a:pt x="2000" y="356"/>
                </a:lnTo>
                <a:lnTo>
                  <a:pt x="1991" y="329"/>
                </a:lnTo>
                <a:lnTo>
                  <a:pt x="1981" y="319"/>
                </a:lnTo>
                <a:lnTo>
                  <a:pt x="1973" y="313"/>
                </a:lnTo>
                <a:lnTo>
                  <a:pt x="1964" y="300"/>
                </a:lnTo>
                <a:lnTo>
                  <a:pt x="1963" y="287"/>
                </a:lnTo>
                <a:lnTo>
                  <a:pt x="1969" y="271"/>
                </a:lnTo>
                <a:lnTo>
                  <a:pt x="1974" y="263"/>
                </a:lnTo>
                <a:lnTo>
                  <a:pt x="1982" y="247"/>
                </a:lnTo>
                <a:lnTo>
                  <a:pt x="1981" y="217"/>
                </a:lnTo>
                <a:lnTo>
                  <a:pt x="1965" y="191"/>
                </a:lnTo>
                <a:lnTo>
                  <a:pt x="1947" y="181"/>
                </a:lnTo>
                <a:lnTo>
                  <a:pt x="1934" y="181"/>
                </a:lnTo>
                <a:lnTo>
                  <a:pt x="1926" y="183"/>
                </a:lnTo>
                <a:lnTo>
                  <a:pt x="1918" y="186"/>
                </a:lnTo>
                <a:lnTo>
                  <a:pt x="1903" y="177"/>
                </a:lnTo>
                <a:lnTo>
                  <a:pt x="1901" y="168"/>
                </a:lnTo>
                <a:lnTo>
                  <a:pt x="1893" y="104"/>
                </a:lnTo>
                <a:lnTo>
                  <a:pt x="1882" y="43"/>
                </a:lnTo>
                <a:lnTo>
                  <a:pt x="1880" y="38"/>
                </a:lnTo>
                <a:lnTo>
                  <a:pt x="1861" y="26"/>
                </a:lnTo>
                <a:lnTo>
                  <a:pt x="1849" y="21"/>
                </a:lnTo>
                <a:lnTo>
                  <a:pt x="1816" y="13"/>
                </a:lnTo>
                <a:lnTo>
                  <a:pt x="1789" y="2"/>
                </a:lnTo>
                <a:lnTo>
                  <a:pt x="1782" y="0"/>
                </a:lnTo>
                <a:lnTo>
                  <a:pt x="1771" y="3"/>
                </a:lnTo>
                <a:lnTo>
                  <a:pt x="1763" y="31"/>
                </a:lnTo>
                <a:lnTo>
                  <a:pt x="1763" y="76"/>
                </a:lnTo>
                <a:close/>
                <a:moveTo>
                  <a:pt x="1876" y="76"/>
                </a:moveTo>
                <a:lnTo>
                  <a:pt x="1877" y="86"/>
                </a:lnTo>
                <a:lnTo>
                  <a:pt x="1867" y="99"/>
                </a:lnTo>
                <a:lnTo>
                  <a:pt x="1856" y="100"/>
                </a:lnTo>
                <a:lnTo>
                  <a:pt x="1844" y="99"/>
                </a:lnTo>
                <a:lnTo>
                  <a:pt x="1823" y="86"/>
                </a:lnTo>
                <a:lnTo>
                  <a:pt x="1818" y="76"/>
                </a:lnTo>
                <a:lnTo>
                  <a:pt x="1816" y="72"/>
                </a:lnTo>
                <a:lnTo>
                  <a:pt x="1814" y="71"/>
                </a:lnTo>
                <a:lnTo>
                  <a:pt x="1814" y="82"/>
                </a:lnTo>
                <a:lnTo>
                  <a:pt x="1818" y="97"/>
                </a:lnTo>
                <a:lnTo>
                  <a:pt x="1822" y="117"/>
                </a:lnTo>
                <a:lnTo>
                  <a:pt x="1820" y="130"/>
                </a:lnTo>
                <a:lnTo>
                  <a:pt x="1814" y="131"/>
                </a:lnTo>
                <a:lnTo>
                  <a:pt x="1809" y="129"/>
                </a:lnTo>
                <a:lnTo>
                  <a:pt x="1801" y="121"/>
                </a:lnTo>
                <a:lnTo>
                  <a:pt x="1790" y="95"/>
                </a:lnTo>
                <a:lnTo>
                  <a:pt x="1789" y="80"/>
                </a:lnTo>
                <a:lnTo>
                  <a:pt x="1789" y="70"/>
                </a:lnTo>
                <a:lnTo>
                  <a:pt x="1794" y="56"/>
                </a:lnTo>
                <a:lnTo>
                  <a:pt x="1803" y="49"/>
                </a:lnTo>
                <a:lnTo>
                  <a:pt x="1819" y="47"/>
                </a:lnTo>
                <a:lnTo>
                  <a:pt x="1828" y="49"/>
                </a:lnTo>
                <a:lnTo>
                  <a:pt x="1845" y="53"/>
                </a:lnTo>
                <a:lnTo>
                  <a:pt x="1870" y="68"/>
                </a:lnTo>
                <a:lnTo>
                  <a:pt x="1876" y="76"/>
                </a:lnTo>
                <a:close/>
                <a:moveTo>
                  <a:pt x="1880" y="233"/>
                </a:moveTo>
                <a:lnTo>
                  <a:pt x="1882" y="246"/>
                </a:lnTo>
                <a:lnTo>
                  <a:pt x="1898" y="277"/>
                </a:lnTo>
                <a:lnTo>
                  <a:pt x="1910" y="292"/>
                </a:lnTo>
                <a:lnTo>
                  <a:pt x="1919" y="300"/>
                </a:lnTo>
                <a:lnTo>
                  <a:pt x="1931" y="325"/>
                </a:lnTo>
                <a:lnTo>
                  <a:pt x="1943" y="380"/>
                </a:lnTo>
                <a:lnTo>
                  <a:pt x="1945" y="433"/>
                </a:lnTo>
                <a:lnTo>
                  <a:pt x="1948" y="492"/>
                </a:lnTo>
                <a:lnTo>
                  <a:pt x="1945" y="517"/>
                </a:lnTo>
                <a:lnTo>
                  <a:pt x="1943" y="517"/>
                </a:lnTo>
                <a:lnTo>
                  <a:pt x="1937" y="507"/>
                </a:lnTo>
                <a:lnTo>
                  <a:pt x="1932" y="493"/>
                </a:lnTo>
                <a:lnTo>
                  <a:pt x="1923" y="474"/>
                </a:lnTo>
                <a:lnTo>
                  <a:pt x="1905" y="452"/>
                </a:lnTo>
                <a:lnTo>
                  <a:pt x="1893" y="444"/>
                </a:lnTo>
                <a:lnTo>
                  <a:pt x="1887" y="444"/>
                </a:lnTo>
                <a:lnTo>
                  <a:pt x="1876" y="443"/>
                </a:lnTo>
                <a:lnTo>
                  <a:pt x="1863" y="432"/>
                </a:lnTo>
                <a:lnTo>
                  <a:pt x="1861" y="426"/>
                </a:lnTo>
                <a:lnTo>
                  <a:pt x="1863" y="418"/>
                </a:lnTo>
                <a:lnTo>
                  <a:pt x="1878" y="408"/>
                </a:lnTo>
                <a:lnTo>
                  <a:pt x="1890" y="407"/>
                </a:lnTo>
                <a:lnTo>
                  <a:pt x="1902" y="406"/>
                </a:lnTo>
                <a:lnTo>
                  <a:pt x="1912" y="392"/>
                </a:lnTo>
                <a:lnTo>
                  <a:pt x="1909" y="380"/>
                </a:lnTo>
                <a:lnTo>
                  <a:pt x="1906" y="370"/>
                </a:lnTo>
                <a:lnTo>
                  <a:pt x="1910" y="355"/>
                </a:lnTo>
                <a:lnTo>
                  <a:pt x="1918" y="353"/>
                </a:lnTo>
                <a:lnTo>
                  <a:pt x="1921" y="353"/>
                </a:lnTo>
                <a:lnTo>
                  <a:pt x="1920" y="344"/>
                </a:lnTo>
                <a:lnTo>
                  <a:pt x="1902" y="321"/>
                </a:lnTo>
                <a:lnTo>
                  <a:pt x="1880" y="299"/>
                </a:lnTo>
                <a:lnTo>
                  <a:pt x="1858" y="277"/>
                </a:lnTo>
                <a:lnTo>
                  <a:pt x="1837" y="246"/>
                </a:lnTo>
                <a:lnTo>
                  <a:pt x="1833" y="231"/>
                </a:lnTo>
                <a:lnTo>
                  <a:pt x="1834" y="227"/>
                </a:lnTo>
                <a:lnTo>
                  <a:pt x="1840" y="217"/>
                </a:lnTo>
                <a:lnTo>
                  <a:pt x="1856" y="208"/>
                </a:lnTo>
                <a:lnTo>
                  <a:pt x="1870" y="212"/>
                </a:lnTo>
                <a:lnTo>
                  <a:pt x="1878" y="224"/>
                </a:lnTo>
                <a:lnTo>
                  <a:pt x="1880" y="233"/>
                </a:lnTo>
                <a:close/>
                <a:moveTo>
                  <a:pt x="1952" y="255"/>
                </a:moveTo>
                <a:lnTo>
                  <a:pt x="1951" y="265"/>
                </a:lnTo>
                <a:lnTo>
                  <a:pt x="1942" y="275"/>
                </a:lnTo>
                <a:lnTo>
                  <a:pt x="1934" y="271"/>
                </a:lnTo>
                <a:lnTo>
                  <a:pt x="1927" y="267"/>
                </a:lnTo>
                <a:lnTo>
                  <a:pt x="1917" y="251"/>
                </a:lnTo>
                <a:lnTo>
                  <a:pt x="1915" y="243"/>
                </a:lnTo>
                <a:lnTo>
                  <a:pt x="1917" y="237"/>
                </a:lnTo>
                <a:lnTo>
                  <a:pt x="1927" y="227"/>
                </a:lnTo>
                <a:lnTo>
                  <a:pt x="1934" y="227"/>
                </a:lnTo>
                <a:lnTo>
                  <a:pt x="1942" y="228"/>
                </a:lnTo>
                <a:lnTo>
                  <a:pt x="1951" y="243"/>
                </a:lnTo>
                <a:lnTo>
                  <a:pt x="1952" y="255"/>
                </a:lnTo>
                <a:close/>
                <a:moveTo>
                  <a:pt x="1861" y="483"/>
                </a:moveTo>
                <a:lnTo>
                  <a:pt x="1859" y="497"/>
                </a:lnTo>
                <a:lnTo>
                  <a:pt x="1839" y="534"/>
                </a:lnTo>
                <a:lnTo>
                  <a:pt x="1811" y="569"/>
                </a:lnTo>
                <a:lnTo>
                  <a:pt x="1793" y="584"/>
                </a:lnTo>
                <a:lnTo>
                  <a:pt x="1783" y="587"/>
                </a:lnTo>
                <a:lnTo>
                  <a:pt x="1779" y="585"/>
                </a:lnTo>
                <a:lnTo>
                  <a:pt x="1777" y="582"/>
                </a:lnTo>
                <a:lnTo>
                  <a:pt x="1779" y="570"/>
                </a:lnTo>
                <a:lnTo>
                  <a:pt x="1793" y="541"/>
                </a:lnTo>
                <a:lnTo>
                  <a:pt x="1809" y="518"/>
                </a:lnTo>
                <a:lnTo>
                  <a:pt x="1838" y="479"/>
                </a:lnTo>
                <a:lnTo>
                  <a:pt x="1857" y="464"/>
                </a:lnTo>
                <a:lnTo>
                  <a:pt x="1861" y="472"/>
                </a:lnTo>
                <a:lnTo>
                  <a:pt x="1861" y="483"/>
                </a:lnTo>
                <a:close/>
                <a:moveTo>
                  <a:pt x="2507" y="529"/>
                </a:moveTo>
                <a:lnTo>
                  <a:pt x="2501" y="533"/>
                </a:lnTo>
                <a:lnTo>
                  <a:pt x="2485" y="526"/>
                </a:lnTo>
                <a:lnTo>
                  <a:pt x="2478" y="516"/>
                </a:lnTo>
                <a:lnTo>
                  <a:pt x="2468" y="500"/>
                </a:lnTo>
                <a:lnTo>
                  <a:pt x="2460" y="478"/>
                </a:lnTo>
                <a:lnTo>
                  <a:pt x="2464" y="468"/>
                </a:lnTo>
                <a:lnTo>
                  <a:pt x="2479" y="475"/>
                </a:lnTo>
                <a:lnTo>
                  <a:pt x="2491" y="485"/>
                </a:lnTo>
                <a:lnTo>
                  <a:pt x="2502" y="499"/>
                </a:lnTo>
                <a:lnTo>
                  <a:pt x="2510" y="522"/>
                </a:lnTo>
                <a:lnTo>
                  <a:pt x="2507" y="529"/>
                </a:lnTo>
                <a:close/>
                <a:moveTo>
                  <a:pt x="2157" y="572"/>
                </a:moveTo>
                <a:lnTo>
                  <a:pt x="2153" y="588"/>
                </a:lnTo>
                <a:lnTo>
                  <a:pt x="2142" y="596"/>
                </a:lnTo>
                <a:lnTo>
                  <a:pt x="2134" y="596"/>
                </a:lnTo>
                <a:lnTo>
                  <a:pt x="2130" y="592"/>
                </a:lnTo>
                <a:lnTo>
                  <a:pt x="2124" y="584"/>
                </a:lnTo>
                <a:lnTo>
                  <a:pt x="2122" y="559"/>
                </a:lnTo>
                <a:lnTo>
                  <a:pt x="2130" y="535"/>
                </a:lnTo>
                <a:lnTo>
                  <a:pt x="2140" y="525"/>
                </a:lnTo>
                <a:lnTo>
                  <a:pt x="2147" y="524"/>
                </a:lnTo>
                <a:lnTo>
                  <a:pt x="2152" y="526"/>
                </a:lnTo>
                <a:lnTo>
                  <a:pt x="2157" y="531"/>
                </a:lnTo>
                <a:lnTo>
                  <a:pt x="2160" y="556"/>
                </a:lnTo>
                <a:lnTo>
                  <a:pt x="2157" y="572"/>
                </a:lnTo>
                <a:close/>
                <a:moveTo>
                  <a:pt x="2351" y="587"/>
                </a:moveTo>
                <a:lnTo>
                  <a:pt x="2349" y="594"/>
                </a:lnTo>
                <a:lnTo>
                  <a:pt x="2334" y="608"/>
                </a:lnTo>
                <a:lnTo>
                  <a:pt x="2323" y="614"/>
                </a:lnTo>
                <a:lnTo>
                  <a:pt x="2317" y="617"/>
                </a:lnTo>
                <a:lnTo>
                  <a:pt x="2307" y="626"/>
                </a:lnTo>
                <a:lnTo>
                  <a:pt x="2303" y="647"/>
                </a:lnTo>
                <a:lnTo>
                  <a:pt x="2307" y="668"/>
                </a:lnTo>
                <a:lnTo>
                  <a:pt x="2310" y="688"/>
                </a:lnTo>
                <a:lnTo>
                  <a:pt x="2307" y="710"/>
                </a:lnTo>
                <a:lnTo>
                  <a:pt x="2301" y="721"/>
                </a:lnTo>
                <a:lnTo>
                  <a:pt x="2296" y="725"/>
                </a:lnTo>
                <a:lnTo>
                  <a:pt x="2291" y="728"/>
                </a:lnTo>
                <a:lnTo>
                  <a:pt x="2284" y="728"/>
                </a:lnTo>
                <a:lnTo>
                  <a:pt x="2282" y="717"/>
                </a:lnTo>
                <a:lnTo>
                  <a:pt x="2287" y="700"/>
                </a:lnTo>
                <a:lnTo>
                  <a:pt x="2293" y="679"/>
                </a:lnTo>
                <a:lnTo>
                  <a:pt x="2287" y="669"/>
                </a:lnTo>
                <a:lnTo>
                  <a:pt x="2277" y="670"/>
                </a:lnTo>
                <a:lnTo>
                  <a:pt x="2268" y="674"/>
                </a:lnTo>
                <a:lnTo>
                  <a:pt x="2253" y="679"/>
                </a:lnTo>
                <a:lnTo>
                  <a:pt x="2245" y="672"/>
                </a:lnTo>
                <a:lnTo>
                  <a:pt x="2252" y="659"/>
                </a:lnTo>
                <a:lnTo>
                  <a:pt x="2267" y="633"/>
                </a:lnTo>
                <a:lnTo>
                  <a:pt x="2301" y="594"/>
                </a:lnTo>
                <a:lnTo>
                  <a:pt x="2330" y="572"/>
                </a:lnTo>
                <a:lnTo>
                  <a:pt x="2345" y="571"/>
                </a:lnTo>
                <a:lnTo>
                  <a:pt x="2351" y="580"/>
                </a:lnTo>
                <a:lnTo>
                  <a:pt x="2351" y="587"/>
                </a:lnTo>
                <a:close/>
                <a:moveTo>
                  <a:pt x="1861" y="607"/>
                </a:moveTo>
                <a:lnTo>
                  <a:pt x="1860" y="614"/>
                </a:lnTo>
                <a:lnTo>
                  <a:pt x="1851" y="624"/>
                </a:lnTo>
                <a:lnTo>
                  <a:pt x="1844" y="625"/>
                </a:lnTo>
                <a:lnTo>
                  <a:pt x="1836" y="624"/>
                </a:lnTo>
                <a:lnTo>
                  <a:pt x="1826" y="614"/>
                </a:lnTo>
                <a:lnTo>
                  <a:pt x="1825" y="607"/>
                </a:lnTo>
                <a:lnTo>
                  <a:pt x="1826" y="600"/>
                </a:lnTo>
                <a:lnTo>
                  <a:pt x="1836" y="590"/>
                </a:lnTo>
                <a:lnTo>
                  <a:pt x="1844" y="589"/>
                </a:lnTo>
                <a:lnTo>
                  <a:pt x="1851" y="590"/>
                </a:lnTo>
                <a:lnTo>
                  <a:pt x="1860" y="600"/>
                </a:lnTo>
                <a:lnTo>
                  <a:pt x="1861" y="607"/>
                </a:lnTo>
                <a:close/>
                <a:moveTo>
                  <a:pt x="1633" y="942"/>
                </a:moveTo>
                <a:lnTo>
                  <a:pt x="1627" y="953"/>
                </a:lnTo>
                <a:lnTo>
                  <a:pt x="1611" y="968"/>
                </a:lnTo>
                <a:lnTo>
                  <a:pt x="1604" y="969"/>
                </a:lnTo>
                <a:lnTo>
                  <a:pt x="1600" y="969"/>
                </a:lnTo>
                <a:lnTo>
                  <a:pt x="1597" y="965"/>
                </a:lnTo>
                <a:lnTo>
                  <a:pt x="1599" y="954"/>
                </a:lnTo>
                <a:lnTo>
                  <a:pt x="1608" y="942"/>
                </a:lnTo>
                <a:lnTo>
                  <a:pt x="1626" y="921"/>
                </a:lnTo>
                <a:lnTo>
                  <a:pt x="1637" y="915"/>
                </a:lnTo>
                <a:lnTo>
                  <a:pt x="1639" y="916"/>
                </a:lnTo>
                <a:lnTo>
                  <a:pt x="1637" y="931"/>
                </a:lnTo>
                <a:lnTo>
                  <a:pt x="1633" y="942"/>
                </a:lnTo>
                <a:close/>
                <a:moveTo>
                  <a:pt x="1512" y="1159"/>
                </a:moveTo>
                <a:lnTo>
                  <a:pt x="1516" y="1175"/>
                </a:lnTo>
                <a:lnTo>
                  <a:pt x="1516" y="1192"/>
                </a:lnTo>
                <a:lnTo>
                  <a:pt x="1506" y="1195"/>
                </a:lnTo>
                <a:lnTo>
                  <a:pt x="1488" y="1182"/>
                </a:lnTo>
                <a:lnTo>
                  <a:pt x="1475" y="1168"/>
                </a:lnTo>
                <a:lnTo>
                  <a:pt x="1460" y="1148"/>
                </a:lnTo>
                <a:lnTo>
                  <a:pt x="1455" y="1135"/>
                </a:lnTo>
                <a:lnTo>
                  <a:pt x="1464" y="1132"/>
                </a:lnTo>
                <a:lnTo>
                  <a:pt x="1472" y="1132"/>
                </a:lnTo>
                <a:lnTo>
                  <a:pt x="1484" y="1133"/>
                </a:lnTo>
                <a:lnTo>
                  <a:pt x="1505" y="1148"/>
                </a:lnTo>
                <a:lnTo>
                  <a:pt x="1512" y="1159"/>
                </a:lnTo>
                <a:close/>
                <a:moveTo>
                  <a:pt x="2986" y="1222"/>
                </a:moveTo>
                <a:lnTo>
                  <a:pt x="2984" y="1237"/>
                </a:lnTo>
                <a:lnTo>
                  <a:pt x="2978" y="1241"/>
                </a:lnTo>
                <a:lnTo>
                  <a:pt x="2968" y="1237"/>
                </a:lnTo>
                <a:lnTo>
                  <a:pt x="2959" y="1222"/>
                </a:lnTo>
                <a:lnTo>
                  <a:pt x="2955" y="1215"/>
                </a:lnTo>
                <a:lnTo>
                  <a:pt x="2960" y="1205"/>
                </a:lnTo>
                <a:lnTo>
                  <a:pt x="2965" y="1205"/>
                </a:lnTo>
                <a:lnTo>
                  <a:pt x="2974" y="1205"/>
                </a:lnTo>
                <a:lnTo>
                  <a:pt x="2985" y="1215"/>
                </a:lnTo>
                <a:lnTo>
                  <a:pt x="2986" y="1222"/>
                </a:lnTo>
                <a:close/>
                <a:moveTo>
                  <a:pt x="1251" y="1287"/>
                </a:moveTo>
                <a:lnTo>
                  <a:pt x="1277" y="1301"/>
                </a:lnTo>
                <a:lnTo>
                  <a:pt x="1314" y="1327"/>
                </a:lnTo>
                <a:lnTo>
                  <a:pt x="1317" y="1335"/>
                </a:lnTo>
                <a:lnTo>
                  <a:pt x="1316" y="1338"/>
                </a:lnTo>
                <a:lnTo>
                  <a:pt x="1305" y="1338"/>
                </a:lnTo>
                <a:lnTo>
                  <a:pt x="1274" y="1327"/>
                </a:lnTo>
                <a:lnTo>
                  <a:pt x="1218" y="1300"/>
                </a:lnTo>
                <a:lnTo>
                  <a:pt x="1173" y="1269"/>
                </a:lnTo>
                <a:lnTo>
                  <a:pt x="1162" y="1257"/>
                </a:lnTo>
                <a:lnTo>
                  <a:pt x="1157" y="1250"/>
                </a:lnTo>
                <a:lnTo>
                  <a:pt x="1157" y="1242"/>
                </a:lnTo>
                <a:lnTo>
                  <a:pt x="1188" y="1254"/>
                </a:lnTo>
                <a:lnTo>
                  <a:pt x="1251" y="1287"/>
                </a:lnTo>
                <a:close/>
                <a:moveTo>
                  <a:pt x="1105" y="1270"/>
                </a:moveTo>
                <a:lnTo>
                  <a:pt x="1108" y="1273"/>
                </a:lnTo>
                <a:lnTo>
                  <a:pt x="1107" y="1284"/>
                </a:lnTo>
                <a:lnTo>
                  <a:pt x="1093" y="1303"/>
                </a:lnTo>
                <a:lnTo>
                  <a:pt x="1063" y="1326"/>
                </a:lnTo>
                <a:lnTo>
                  <a:pt x="1029" y="1339"/>
                </a:lnTo>
                <a:lnTo>
                  <a:pt x="1017" y="1337"/>
                </a:lnTo>
                <a:lnTo>
                  <a:pt x="1006" y="1333"/>
                </a:lnTo>
                <a:lnTo>
                  <a:pt x="994" y="1325"/>
                </a:lnTo>
                <a:lnTo>
                  <a:pt x="994" y="1314"/>
                </a:lnTo>
                <a:lnTo>
                  <a:pt x="1005" y="1297"/>
                </a:lnTo>
                <a:lnTo>
                  <a:pt x="1015" y="1287"/>
                </a:lnTo>
                <a:lnTo>
                  <a:pt x="1025" y="1277"/>
                </a:lnTo>
                <a:lnTo>
                  <a:pt x="1049" y="1264"/>
                </a:lnTo>
                <a:lnTo>
                  <a:pt x="1075" y="1259"/>
                </a:lnTo>
                <a:lnTo>
                  <a:pt x="1097" y="1264"/>
                </a:lnTo>
                <a:lnTo>
                  <a:pt x="1105" y="1270"/>
                </a:lnTo>
                <a:close/>
                <a:moveTo>
                  <a:pt x="3557" y="1368"/>
                </a:moveTo>
                <a:lnTo>
                  <a:pt x="3559" y="1375"/>
                </a:lnTo>
                <a:lnTo>
                  <a:pt x="3556" y="1384"/>
                </a:lnTo>
                <a:lnTo>
                  <a:pt x="3549" y="1385"/>
                </a:lnTo>
                <a:lnTo>
                  <a:pt x="3542" y="1384"/>
                </a:lnTo>
                <a:lnTo>
                  <a:pt x="3531" y="1375"/>
                </a:lnTo>
                <a:lnTo>
                  <a:pt x="3530" y="1368"/>
                </a:lnTo>
                <a:lnTo>
                  <a:pt x="3530" y="1360"/>
                </a:lnTo>
                <a:lnTo>
                  <a:pt x="3534" y="1351"/>
                </a:lnTo>
                <a:lnTo>
                  <a:pt x="3536" y="1350"/>
                </a:lnTo>
                <a:lnTo>
                  <a:pt x="3541" y="1351"/>
                </a:lnTo>
                <a:lnTo>
                  <a:pt x="3551" y="1360"/>
                </a:lnTo>
                <a:lnTo>
                  <a:pt x="3557" y="1368"/>
                </a:lnTo>
                <a:close/>
                <a:moveTo>
                  <a:pt x="3503" y="1401"/>
                </a:moveTo>
                <a:lnTo>
                  <a:pt x="3497" y="1403"/>
                </a:lnTo>
                <a:lnTo>
                  <a:pt x="3480" y="1396"/>
                </a:lnTo>
                <a:lnTo>
                  <a:pt x="3470" y="1388"/>
                </a:lnTo>
                <a:lnTo>
                  <a:pt x="3459" y="1376"/>
                </a:lnTo>
                <a:lnTo>
                  <a:pt x="3464" y="1372"/>
                </a:lnTo>
                <a:lnTo>
                  <a:pt x="3481" y="1379"/>
                </a:lnTo>
                <a:lnTo>
                  <a:pt x="3493" y="1383"/>
                </a:lnTo>
                <a:lnTo>
                  <a:pt x="3505" y="1395"/>
                </a:lnTo>
                <a:lnTo>
                  <a:pt x="3503" y="1401"/>
                </a:lnTo>
                <a:close/>
                <a:moveTo>
                  <a:pt x="3350" y="1436"/>
                </a:moveTo>
                <a:lnTo>
                  <a:pt x="3337" y="1442"/>
                </a:lnTo>
                <a:lnTo>
                  <a:pt x="3337" y="1452"/>
                </a:lnTo>
                <a:lnTo>
                  <a:pt x="3350" y="1460"/>
                </a:lnTo>
                <a:lnTo>
                  <a:pt x="3356" y="1464"/>
                </a:lnTo>
                <a:lnTo>
                  <a:pt x="3361" y="1470"/>
                </a:lnTo>
                <a:lnTo>
                  <a:pt x="3353" y="1476"/>
                </a:lnTo>
                <a:lnTo>
                  <a:pt x="3335" y="1477"/>
                </a:lnTo>
                <a:lnTo>
                  <a:pt x="3319" y="1476"/>
                </a:lnTo>
                <a:lnTo>
                  <a:pt x="3290" y="1465"/>
                </a:lnTo>
                <a:lnTo>
                  <a:pt x="3283" y="1456"/>
                </a:lnTo>
                <a:lnTo>
                  <a:pt x="3278" y="1446"/>
                </a:lnTo>
                <a:lnTo>
                  <a:pt x="3286" y="1429"/>
                </a:lnTo>
                <a:lnTo>
                  <a:pt x="3306" y="1417"/>
                </a:lnTo>
                <a:lnTo>
                  <a:pt x="3333" y="1414"/>
                </a:lnTo>
                <a:lnTo>
                  <a:pt x="3346" y="1418"/>
                </a:lnTo>
                <a:lnTo>
                  <a:pt x="3359" y="1423"/>
                </a:lnTo>
                <a:lnTo>
                  <a:pt x="3361" y="1432"/>
                </a:lnTo>
                <a:lnTo>
                  <a:pt x="3350" y="1436"/>
                </a:lnTo>
                <a:close/>
                <a:moveTo>
                  <a:pt x="3946" y="1478"/>
                </a:moveTo>
                <a:lnTo>
                  <a:pt x="3945" y="1484"/>
                </a:lnTo>
                <a:lnTo>
                  <a:pt x="3935" y="1493"/>
                </a:lnTo>
                <a:lnTo>
                  <a:pt x="3928" y="1494"/>
                </a:lnTo>
                <a:lnTo>
                  <a:pt x="3921" y="1493"/>
                </a:lnTo>
                <a:lnTo>
                  <a:pt x="3911" y="1477"/>
                </a:lnTo>
                <a:lnTo>
                  <a:pt x="3910" y="1466"/>
                </a:lnTo>
                <a:lnTo>
                  <a:pt x="3911" y="1455"/>
                </a:lnTo>
                <a:lnTo>
                  <a:pt x="3921" y="1446"/>
                </a:lnTo>
                <a:lnTo>
                  <a:pt x="3928" y="1450"/>
                </a:lnTo>
                <a:lnTo>
                  <a:pt x="3935" y="1454"/>
                </a:lnTo>
                <a:lnTo>
                  <a:pt x="3945" y="1470"/>
                </a:lnTo>
                <a:lnTo>
                  <a:pt x="3946" y="1478"/>
                </a:lnTo>
                <a:close/>
                <a:moveTo>
                  <a:pt x="3611" y="1531"/>
                </a:moveTo>
                <a:lnTo>
                  <a:pt x="3605" y="1539"/>
                </a:lnTo>
                <a:lnTo>
                  <a:pt x="3583" y="1547"/>
                </a:lnTo>
                <a:lnTo>
                  <a:pt x="3555" y="1547"/>
                </a:lnTo>
                <a:lnTo>
                  <a:pt x="3525" y="1539"/>
                </a:lnTo>
                <a:lnTo>
                  <a:pt x="3511" y="1531"/>
                </a:lnTo>
                <a:lnTo>
                  <a:pt x="3505" y="1526"/>
                </a:lnTo>
                <a:lnTo>
                  <a:pt x="3501" y="1519"/>
                </a:lnTo>
                <a:lnTo>
                  <a:pt x="3520" y="1514"/>
                </a:lnTo>
                <a:lnTo>
                  <a:pt x="3553" y="1513"/>
                </a:lnTo>
                <a:lnTo>
                  <a:pt x="3582" y="1514"/>
                </a:lnTo>
                <a:lnTo>
                  <a:pt x="3607" y="1520"/>
                </a:lnTo>
                <a:lnTo>
                  <a:pt x="3612" y="1527"/>
                </a:lnTo>
                <a:lnTo>
                  <a:pt x="3611" y="1531"/>
                </a:lnTo>
                <a:close/>
                <a:moveTo>
                  <a:pt x="3886" y="1570"/>
                </a:moveTo>
                <a:lnTo>
                  <a:pt x="3882" y="1579"/>
                </a:lnTo>
                <a:lnTo>
                  <a:pt x="3877" y="1572"/>
                </a:lnTo>
                <a:lnTo>
                  <a:pt x="3876" y="1559"/>
                </a:lnTo>
                <a:lnTo>
                  <a:pt x="3876" y="1546"/>
                </a:lnTo>
                <a:lnTo>
                  <a:pt x="3879" y="1535"/>
                </a:lnTo>
                <a:lnTo>
                  <a:pt x="3882" y="1534"/>
                </a:lnTo>
                <a:lnTo>
                  <a:pt x="3884" y="1536"/>
                </a:lnTo>
                <a:lnTo>
                  <a:pt x="3889" y="1542"/>
                </a:lnTo>
                <a:lnTo>
                  <a:pt x="3890" y="1560"/>
                </a:lnTo>
                <a:lnTo>
                  <a:pt x="3886" y="1570"/>
                </a:lnTo>
                <a:close/>
                <a:moveTo>
                  <a:pt x="955" y="1640"/>
                </a:moveTo>
                <a:lnTo>
                  <a:pt x="954" y="1646"/>
                </a:lnTo>
                <a:lnTo>
                  <a:pt x="944" y="1656"/>
                </a:lnTo>
                <a:lnTo>
                  <a:pt x="936" y="1657"/>
                </a:lnTo>
                <a:lnTo>
                  <a:pt x="930" y="1656"/>
                </a:lnTo>
                <a:lnTo>
                  <a:pt x="920" y="1646"/>
                </a:lnTo>
                <a:lnTo>
                  <a:pt x="919" y="1640"/>
                </a:lnTo>
                <a:lnTo>
                  <a:pt x="920" y="1632"/>
                </a:lnTo>
                <a:lnTo>
                  <a:pt x="930" y="1622"/>
                </a:lnTo>
                <a:lnTo>
                  <a:pt x="936" y="1621"/>
                </a:lnTo>
                <a:lnTo>
                  <a:pt x="944" y="1622"/>
                </a:lnTo>
                <a:lnTo>
                  <a:pt x="954" y="1632"/>
                </a:lnTo>
                <a:lnTo>
                  <a:pt x="955" y="1640"/>
                </a:lnTo>
                <a:close/>
                <a:moveTo>
                  <a:pt x="882" y="1646"/>
                </a:moveTo>
                <a:lnTo>
                  <a:pt x="881" y="1651"/>
                </a:lnTo>
                <a:lnTo>
                  <a:pt x="872" y="1661"/>
                </a:lnTo>
                <a:lnTo>
                  <a:pt x="865" y="1667"/>
                </a:lnTo>
                <a:lnTo>
                  <a:pt x="857" y="1669"/>
                </a:lnTo>
                <a:lnTo>
                  <a:pt x="847" y="1666"/>
                </a:lnTo>
                <a:lnTo>
                  <a:pt x="846" y="1659"/>
                </a:lnTo>
                <a:lnTo>
                  <a:pt x="847" y="1652"/>
                </a:lnTo>
                <a:lnTo>
                  <a:pt x="857" y="1641"/>
                </a:lnTo>
                <a:lnTo>
                  <a:pt x="865" y="1640"/>
                </a:lnTo>
                <a:lnTo>
                  <a:pt x="872" y="1640"/>
                </a:lnTo>
                <a:lnTo>
                  <a:pt x="881" y="1644"/>
                </a:lnTo>
                <a:lnTo>
                  <a:pt x="882" y="1646"/>
                </a:lnTo>
                <a:close/>
                <a:moveTo>
                  <a:pt x="3402" y="1676"/>
                </a:moveTo>
                <a:lnTo>
                  <a:pt x="3412" y="1683"/>
                </a:lnTo>
                <a:lnTo>
                  <a:pt x="3419" y="1698"/>
                </a:lnTo>
                <a:lnTo>
                  <a:pt x="3415" y="1705"/>
                </a:lnTo>
                <a:lnTo>
                  <a:pt x="3408" y="1708"/>
                </a:lnTo>
                <a:lnTo>
                  <a:pt x="3384" y="1700"/>
                </a:lnTo>
                <a:lnTo>
                  <a:pt x="3372" y="1689"/>
                </a:lnTo>
                <a:lnTo>
                  <a:pt x="3361" y="1677"/>
                </a:lnTo>
                <a:lnTo>
                  <a:pt x="3355" y="1661"/>
                </a:lnTo>
                <a:lnTo>
                  <a:pt x="3363" y="1658"/>
                </a:lnTo>
                <a:lnTo>
                  <a:pt x="3386" y="1666"/>
                </a:lnTo>
                <a:lnTo>
                  <a:pt x="3402" y="1676"/>
                </a:lnTo>
                <a:close/>
                <a:moveTo>
                  <a:pt x="4400" y="1788"/>
                </a:moveTo>
                <a:lnTo>
                  <a:pt x="4399" y="1792"/>
                </a:lnTo>
                <a:lnTo>
                  <a:pt x="4396" y="1795"/>
                </a:lnTo>
                <a:lnTo>
                  <a:pt x="4384" y="1792"/>
                </a:lnTo>
                <a:lnTo>
                  <a:pt x="4373" y="1784"/>
                </a:lnTo>
                <a:lnTo>
                  <a:pt x="4351" y="1765"/>
                </a:lnTo>
                <a:lnTo>
                  <a:pt x="4346" y="1755"/>
                </a:lnTo>
                <a:lnTo>
                  <a:pt x="4347" y="1753"/>
                </a:lnTo>
                <a:lnTo>
                  <a:pt x="4362" y="1755"/>
                </a:lnTo>
                <a:lnTo>
                  <a:pt x="4373" y="1759"/>
                </a:lnTo>
                <a:lnTo>
                  <a:pt x="4382" y="1765"/>
                </a:lnTo>
                <a:lnTo>
                  <a:pt x="4398" y="1781"/>
                </a:lnTo>
                <a:lnTo>
                  <a:pt x="4400" y="1788"/>
                </a:lnTo>
                <a:close/>
                <a:moveTo>
                  <a:pt x="3411" y="1797"/>
                </a:moveTo>
                <a:lnTo>
                  <a:pt x="3432" y="1813"/>
                </a:lnTo>
                <a:lnTo>
                  <a:pt x="3433" y="1820"/>
                </a:lnTo>
                <a:lnTo>
                  <a:pt x="3415" y="1814"/>
                </a:lnTo>
                <a:lnTo>
                  <a:pt x="3385" y="1805"/>
                </a:lnTo>
                <a:lnTo>
                  <a:pt x="3364" y="1803"/>
                </a:lnTo>
                <a:lnTo>
                  <a:pt x="3358" y="1802"/>
                </a:lnTo>
                <a:lnTo>
                  <a:pt x="3349" y="1791"/>
                </a:lnTo>
                <a:lnTo>
                  <a:pt x="3348" y="1784"/>
                </a:lnTo>
                <a:lnTo>
                  <a:pt x="3349" y="1776"/>
                </a:lnTo>
                <a:lnTo>
                  <a:pt x="3357" y="1768"/>
                </a:lnTo>
                <a:lnTo>
                  <a:pt x="3373" y="1770"/>
                </a:lnTo>
                <a:lnTo>
                  <a:pt x="3397" y="1785"/>
                </a:lnTo>
                <a:lnTo>
                  <a:pt x="3411" y="1797"/>
                </a:lnTo>
                <a:close/>
                <a:moveTo>
                  <a:pt x="3873" y="1803"/>
                </a:moveTo>
                <a:lnTo>
                  <a:pt x="3872" y="1817"/>
                </a:lnTo>
                <a:lnTo>
                  <a:pt x="3864" y="1836"/>
                </a:lnTo>
                <a:lnTo>
                  <a:pt x="3857" y="1839"/>
                </a:lnTo>
                <a:lnTo>
                  <a:pt x="3853" y="1838"/>
                </a:lnTo>
                <a:lnTo>
                  <a:pt x="3847" y="1828"/>
                </a:lnTo>
                <a:lnTo>
                  <a:pt x="3847" y="1797"/>
                </a:lnTo>
                <a:lnTo>
                  <a:pt x="3854" y="1770"/>
                </a:lnTo>
                <a:lnTo>
                  <a:pt x="3857" y="1765"/>
                </a:lnTo>
                <a:lnTo>
                  <a:pt x="3864" y="1764"/>
                </a:lnTo>
                <a:lnTo>
                  <a:pt x="3872" y="1781"/>
                </a:lnTo>
                <a:lnTo>
                  <a:pt x="3873" y="1803"/>
                </a:lnTo>
                <a:close/>
                <a:moveTo>
                  <a:pt x="3954" y="1804"/>
                </a:moveTo>
                <a:lnTo>
                  <a:pt x="3948" y="1810"/>
                </a:lnTo>
                <a:lnTo>
                  <a:pt x="3933" y="1814"/>
                </a:lnTo>
                <a:lnTo>
                  <a:pt x="3927" y="1809"/>
                </a:lnTo>
                <a:lnTo>
                  <a:pt x="3920" y="1805"/>
                </a:lnTo>
                <a:lnTo>
                  <a:pt x="3917" y="1790"/>
                </a:lnTo>
                <a:lnTo>
                  <a:pt x="3921" y="1782"/>
                </a:lnTo>
                <a:lnTo>
                  <a:pt x="3926" y="1777"/>
                </a:lnTo>
                <a:lnTo>
                  <a:pt x="3941" y="1773"/>
                </a:lnTo>
                <a:lnTo>
                  <a:pt x="3948" y="1777"/>
                </a:lnTo>
                <a:lnTo>
                  <a:pt x="3954" y="1782"/>
                </a:lnTo>
                <a:lnTo>
                  <a:pt x="3957" y="1797"/>
                </a:lnTo>
                <a:lnTo>
                  <a:pt x="3954" y="1804"/>
                </a:lnTo>
                <a:close/>
                <a:moveTo>
                  <a:pt x="4580" y="1792"/>
                </a:moveTo>
                <a:lnTo>
                  <a:pt x="4579" y="1798"/>
                </a:lnTo>
                <a:lnTo>
                  <a:pt x="4570" y="1808"/>
                </a:lnTo>
                <a:lnTo>
                  <a:pt x="4554" y="1811"/>
                </a:lnTo>
                <a:lnTo>
                  <a:pt x="4540" y="1808"/>
                </a:lnTo>
                <a:lnTo>
                  <a:pt x="4536" y="1803"/>
                </a:lnTo>
                <a:lnTo>
                  <a:pt x="4533" y="1795"/>
                </a:lnTo>
                <a:lnTo>
                  <a:pt x="4541" y="1785"/>
                </a:lnTo>
                <a:lnTo>
                  <a:pt x="4552" y="1784"/>
                </a:lnTo>
                <a:lnTo>
                  <a:pt x="4563" y="1784"/>
                </a:lnTo>
                <a:lnTo>
                  <a:pt x="4579" y="1789"/>
                </a:lnTo>
                <a:lnTo>
                  <a:pt x="4580" y="1792"/>
                </a:lnTo>
                <a:close/>
                <a:moveTo>
                  <a:pt x="3511" y="1857"/>
                </a:moveTo>
                <a:lnTo>
                  <a:pt x="3510" y="1864"/>
                </a:lnTo>
                <a:lnTo>
                  <a:pt x="3494" y="1873"/>
                </a:lnTo>
                <a:lnTo>
                  <a:pt x="3482" y="1874"/>
                </a:lnTo>
                <a:lnTo>
                  <a:pt x="3472" y="1873"/>
                </a:lnTo>
                <a:lnTo>
                  <a:pt x="3463" y="1864"/>
                </a:lnTo>
                <a:lnTo>
                  <a:pt x="3466" y="1857"/>
                </a:lnTo>
                <a:lnTo>
                  <a:pt x="3471" y="1850"/>
                </a:lnTo>
                <a:lnTo>
                  <a:pt x="3486" y="1840"/>
                </a:lnTo>
                <a:lnTo>
                  <a:pt x="3495" y="1839"/>
                </a:lnTo>
                <a:lnTo>
                  <a:pt x="3501" y="1840"/>
                </a:lnTo>
                <a:lnTo>
                  <a:pt x="3510" y="1850"/>
                </a:lnTo>
                <a:lnTo>
                  <a:pt x="3511" y="1857"/>
                </a:lnTo>
                <a:close/>
                <a:moveTo>
                  <a:pt x="4493" y="1951"/>
                </a:moveTo>
                <a:lnTo>
                  <a:pt x="4485" y="1957"/>
                </a:lnTo>
                <a:lnTo>
                  <a:pt x="4452" y="1964"/>
                </a:lnTo>
                <a:lnTo>
                  <a:pt x="4434" y="1961"/>
                </a:lnTo>
                <a:lnTo>
                  <a:pt x="4390" y="1953"/>
                </a:lnTo>
                <a:lnTo>
                  <a:pt x="4436" y="1934"/>
                </a:lnTo>
                <a:lnTo>
                  <a:pt x="4454" y="1928"/>
                </a:lnTo>
                <a:lnTo>
                  <a:pt x="4484" y="1922"/>
                </a:lnTo>
                <a:lnTo>
                  <a:pt x="4501" y="1928"/>
                </a:lnTo>
                <a:lnTo>
                  <a:pt x="4502" y="1941"/>
                </a:lnTo>
                <a:lnTo>
                  <a:pt x="4493" y="1951"/>
                </a:lnTo>
                <a:close/>
                <a:moveTo>
                  <a:pt x="4862" y="2002"/>
                </a:moveTo>
                <a:lnTo>
                  <a:pt x="4864" y="2008"/>
                </a:lnTo>
                <a:lnTo>
                  <a:pt x="4861" y="2019"/>
                </a:lnTo>
                <a:lnTo>
                  <a:pt x="4855" y="2020"/>
                </a:lnTo>
                <a:lnTo>
                  <a:pt x="4847" y="2019"/>
                </a:lnTo>
                <a:lnTo>
                  <a:pt x="4836" y="2008"/>
                </a:lnTo>
                <a:lnTo>
                  <a:pt x="4835" y="2002"/>
                </a:lnTo>
                <a:lnTo>
                  <a:pt x="4835" y="1994"/>
                </a:lnTo>
                <a:lnTo>
                  <a:pt x="4839" y="1984"/>
                </a:lnTo>
                <a:lnTo>
                  <a:pt x="4842" y="1983"/>
                </a:lnTo>
                <a:lnTo>
                  <a:pt x="4846" y="1984"/>
                </a:lnTo>
                <a:lnTo>
                  <a:pt x="4857" y="1994"/>
                </a:lnTo>
                <a:lnTo>
                  <a:pt x="4862" y="2002"/>
                </a:lnTo>
                <a:close/>
                <a:moveTo>
                  <a:pt x="3377" y="2038"/>
                </a:moveTo>
                <a:lnTo>
                  <a:pt x="3396" y="2046"/>
                </a:lnTo>
                <a:lnTo>
                  <a:pt x="3418" y="2061"/>
                </a:lnTo>
                <a:lnTo>
                  <a:pt x="3417" y="2067"/>
                </a:lnTo>
                <a:lnTo>
                  <a:pt x="3409" y="2069"/>
                </a:lnTo>
                <a:lnTo>
                  <a:pt x="3371" y="2059"/>
                </a:lnTo>
                <a:lnTo>
                  <a:pt x="3346" y="2048"/>
                </a:lnTo>
                <a:lnTo>
                  <a:pt x="3323" y="2039"/>
                </a:lnTo>
                <a:lnTo>
                  <a:pt x="3307" y="2028"/>
                </a:lnTo>
                <a:lnTo>
                  <a:pt x="3306" y="2023"/>
                </a:lnTo>
                <a:lnTo>
                  <a:pt x="3315" y="2021"/>
                </a:lnTo>
                <a:lnTo>
                  <a:pt x="3350" y="2029"/>
                </a:lnTo>
                <a:lnTo>
                  <a:pt x="3377" y="2038"/>
                </a:lnTo>
                <a:close/>
                <a:moveTo>
                  <a:pt x="4336" y="2036"/>
                </a:moveTo>
                <a:lnTo>
                  <a:pt x="4323" y="2041"/>
                </a:lnTo>
                <a:lnTo>
                  <a:pt x="4290" y="2043"/>
                </a:lnTo>
                <a:lnTo>
                  <a:pt x="4258" y="2041"/>
                </a:lnTo>
                <a:lnTo>
                  <a:pt x="4239" y="2033"/>
                </a:lnTo>
                <a:lnTo>
                  <a:pt x="4237" y="2027"/>
                </a:lnTo>
                <a:lnTo>
                  <a:pt x="4240" y="2024"/>
                </a:lnTo>
                <a:lnTo>
                  <a:pt x="4278" y="2021"/>
                </a:lnTo>
                <a:lnTo>
                  <a:pt x="4305" y="2021"/>
                </a:lnTo>
                <a:lnTo>
                  <a:pt x="4338" y="2022"/>
                </a:lnTo>
                <a:lnTo>
                  <a:pt x="4352" y="2027"/>
                </a:lnTo>
                <a:lnTo>
                  <a:pt x="4346" y="2032"/>
                </a:lnTo>
                <a:lnTo>
                  <a:pt x="4336" y="2036"/>
                </a:lnTo>
                <a:close/>
                <a:moveTo>
                  <a:pt x="4889" y="2056"/>
                </a:moveTo>
                <a:lnTo>
                  <a:pt x="4888" y="2063"/>
                </a:lnTo>
                <a:lnTo>
                  <a:pt x="4877" y="2073"/>
                </a:lnTo>
                <a:lnTo>
                  <a:pt x="4869" y="2074"/>
                </a:lnTo>
                <a:lnTo>
                  <a:pt x="4863" y="2073"/>
                </a:lnTo>
                <a:lnTo>
                  <a:pt x="4859" y="2063"/>
                </a:lnTo>
                <a:lnTo>
                  <a:pt x="4862" y="2056"/>
                </a:lnTo>
                <a:lnTo>
                  <a:pt x="4867" y="2048"/>
                </a:lnTo>
                <a:lnTo>
                  <a:pt x="4877" y="2039"/>
                </a:lnTo>
                <a:lnTo>
                  <a:pt x="4882" y="2038"/>
                </a:lnTo>
                <a:lnTo>
                  <a:pt x="4884" y="2039"/>
                </a:lnTo>
                <a:lnTo>
                  <a:pt x="4888" y="2048"/>
                </a:lnTo>
                <a:lnTo>
                  <a:pt x="4889" y="2056"/>
                </a:lnTo>
                <a:close/>
                <a:moveTo>
                  <a:pt x="4563" y="2074"/>
                </a:moveTo>
                <a:lnTo>
                  <a:pt x="4562" y="2081"/>
                </a:lnTo>
                <a:lnTo>
                  <a:pt x="4552" y="2091"/>
                </a:lnTo>
                <a:lnTo>
                  <a:pt x="4545" y="2092"/>
                </a:lnTo>
                <a:lnTo>
                  <a:pt x="4538" y="2091"/>
                </a:lnTo>
                <a:lnTo>
                  <a:pt x="4527" y="2081"/>
                </a:lnTo>
                <a:lnTo>
                  <a:pt x="4526" y="2074"/>
                </a:lnTo>
                <a:lnTo>
                  <a:pt x="4527" y="2067"/>
                </a:lnTo>
                <a:lnTo>
                  <a:pt x="4538" y="2057"/>
                </a:lnTo>
                <a:lnTo>
                  <a:pt x="4545" y="2056"/>
                </a:lnTo>
                <a:lnTo>
                  <a:pt x="4552" y="2057"/>
                </a:lnTo>
                <a:lnTo>
                  <a:pt x="4562" y="2067"/>
                </a:lnTo>
                <a:lnTo>
                  <a:pt x="4563" y="2074"/>
                </a:lnTo>
                <a:close/>
                <a:moveTo>
                  <a:pt x="4835" y="2064"/>
                </a:moveTo>
                <a:lnTo>
                  <a:pt x="4834" y="2068"/>
                </a:lnTo>
                <a:lnTo>
                  <a:pt x="4824" y="2079"/>
                </a:lnTo>
                <a:lnTo>
                  <a:pt x="4817" y="2083"/>
                </a:lnTo>
                <a:lnTo>
                  <a:pt x="4810" y="2086"/>
                </a:lnTo>
                <a:lnTo>
                  <a:pt x="4799" y="2082"/>
                </a:lnTo>
                <a:lnTo>
                  <a:pt x="4798" y="2076"/>
                </a:lnTo>
                <a:lnTo>
                  <a:pt x="4799" y="2068"/>
                </a:lnTo>
                <a:lnTo>
                  <a:pt x="4810" y="2057"/>
                </a:lnTo>
                <a:lnTo>
                  <a:pt x="4817" y="2056"/>
                </a:lnTo>
                <a:lnTo>
                  <a:pt x="4824" y="2056"/>
                </a:lnTo>
                <a:lnTo>
                  <a:pt x="4834" y="2060"/>
                </a:lnTo>
                <a:lnTo>
                  <a:pt x="4835" y="2064"/>
                </a:lnTo>
                <a:close/>
                <a:moveTo>
                  <a:pt x="4218" y="2092"/>
                </a:moveTo>
                <a:lnTo>
                  <a:pt x="4217" y="2099"/>
                </a:lnTo>
                <a:lnTo>
                  <a:pt x="4202" y="2109"/>
                </a:lnTo>
                <a:lnTo>
                  <a:pt x="4191" y="2110"/>
                </a:lnTo>
                <a:lnTo>
                  <a:pt x="4180" y="2109"/>
                </a:lnTo>
                <a:lnTo>
                  <a:pt x="4165" y="2099"/>
                </a:lnTo>
                <a:lnTo>
                  <a:pt x="4164" y="2092"/>
                </a:lnTo>
                <a:lnTo>
                  <a:pt x="4165" y="2084"/>
                </a:lnTo>
                <a:lnTo>
                  <a:pt x="4180" y="2074"/>
                </a:lnTo>
                <a:lnTo>
                  <a:pt x="4191" y="2074"/>
                </a:lnTo>
                <a:lnTo>
                  <a:pt x="4202" y="2074"/>
                </a:lnTo>
                <a:lnTo>
                  <a:pt x="4217" y="2084"/>
                </a:lnTo>
                <a:lnTo>
                  <a:pt x="4218" y="2092"/>
                </a:lnTo>
                <a:close/>
                <a:moveTo>
                  <a:pt x="4657" y="2151"/>
                </a:moveTo>
                <a:lnTo>
                  <a:pt x="4645" y="2159"/>
                </a:lnTo>
                <a:lnTo>
                  <a:pt x="4604" y="2172"/>
                </a:lnTo>
                <a:lnTo>
                  <a:pt x="4561" y="2178"/>
                </a:lnTo>
                <a:lnTo>
                  <a:pt x="4536" y="2176"/>
                </a:lnTo>
                <a:lnTo>
                  <a:pt x="4527" y="2170"/>
                </a:lnTo>
                <a:lnTo>
                  <a:pt x="4526" y="2167"/>
                </a:lnTo>
                <a:lnTo>
                  <a:pt x="4527" y="2163"/>
                </a:lnTo>
                <a:lnTo>
                  <a:pt x="4534" y="2155"/>
                </a:lnTo>
                <a:lnTo>
                  <a:pt x="4553" y="2147"/>
                </a:lnTo>
                <a:lnTo>
                  <a:pt x="4572" y="2146"/>
                </a:lnTo>
                <a:lnTo>
                  <a:pt x="4584" y="2146"/>
                </a:lnTo>
                <a:lnTo>
                  <a:pt x="4601" y="2142"/>
                </a:lnTo>
                <a:lnTo>
                  <a:pt x="4612" y="2133"/>
                </a:lnTo>
                <a:lnTo>
                  <a:pt x="4616" y="2117"/>
                </a:lnTo>
                <a:lnTo>
                  <a:pt x="4617" y="2105"/>
                </a:lnTo>
                <a:lnTo>
                  <a:pt x="4619" y="2081"/>
                </a:lnTo>
                <a:lnTo>
                  <a:pt x="4628" y="2078"/>
                </a:lnTo>
                <a:lnTo>
                  <a:pt x="4645" y="2099"/>
                </a:lnTo>
                <a:lnTo>
                  <a:pt x="4654" y="2115"/>
                </a:lnTo>
                <a:lnTo>
                  <a:pt x="4661" y="2135"/>
                </a:lnTo>
                <a:lnTo>
                  <a:pt x="4660" y="2146"/>
                </a:lnTo>
                <a:lnTo>
                  <a:pt x="4657" y="2151"/>
                </a:lnTo>
                <a:close/>
                <a:moveTo>
                  <a:pt x="4944" y="2092"/>
                </a:moveTo>
                <a:lnTo>
                  <a:pt x="4943" y="2099"/>
                </a:lnTo>
                <a:lnTo>
                  <a:pt x="4933" y="2109"/>
                </a:lnTo>
                <a:lnTo>
                  <a:pt x="4925" y="2110"/>
                </a:lnTo>
                <a:lnTo>
                  <a:pt x="4919" y="2109"/>
                </a:lnTo>
                <a:lnTo>
                  <a:pt x="4908" y="2099"/>
                </a:lnTo>
                <a:lnTo>
                  <a:pt x="4907" y="2092"/>
                </a:lnTo>
                <a:lnTo>
                  <a:pt x="4908" y="2084"/>
                </a:lnTo>
                <a:lnTo>
                  <a:pt x="4919" y="2074"/>
                </a:lnTo>
                <a:lnTo>
                  <a:pt x="4925" y="2074"/>
                </a:lnTo>
                <a:lnTo>
                  <a:pt x="4933" y="2074"/>
                </a:lnTo>
                <a:lnTo>
                  <a:pt x="4943" y="2084"/>
                </a:lnTo>
                <a:lnTo>
                  <a:pt x="4944" y="2092"/>
                </a:lnTo>
                <a:close/>
                <a:moveTo>
                  <a:pt x="3965" y="2146"/>
                </a:moveTo>
                <a:lnTo>
                  <a:pt x="3978" y="2160"/>
                </a:lnTo>
                <a:lnTo>
                  <a:pt x="3985" y="2174"/>
                </a:lnTo>
                <a:lnTo>
                  <a:pt x="3984" y="2180"/>
                </a:lnTo>
                <a:lnTo>
                  <a:pt x="3976" y="2182"/>
                </a:lnTo>
                <a:lnTo>
                  <a:pt x="3947" y="2173"/>
                </a:lnTo>
                <a:lnTo>
                  <a:pt x="3927" y="2163"/>
                </a:lnTo>
                <a:lnTo>
                  <a:pt x="3913" y="2155"/>
                </a:lnTo>
                <a:lnTo>
                  <a:pt x="3901" y="2141"/>
                </a:lnTo>
                <a:lnTo>
                  <a:pt x="3900" y="2131"/>
                </a:lnTo>
                <a:lnTo>
                  <a:pt x="3901" y="2127"/>
                </a:lnTo>
                <a:lnTo>
                  <a:pt x="3907" y="2119"/>
                </a:lnTo>
                <a:lnTo>
                  <a:pt x="3917" y="2111"/>
                </a:lnTo>
                <a:lnTo>
                  <a:pt x="3938" y="2120"/>
                </a:lnTo>
                <a:lnTo>
                  <a:pt x="3965" y="2146"/>
                </a:lnTo>
                <a:close/>
                <a:moveTo>
                  <a:pt x="4835" y="2123"/>
                </a:moveTo>
                <a:lnTo>
                  <a:pt x="4831" y="2131"/>
                </a:lnTo>
                <a:lnTo>
                  <a:pt x="4791" y="2156"/>
                </a:lnTo>
                <a:lnTo>
                  <a:pt x="4762" y="2168"/>
                </a:lnTo>
                <a:lnTo>
                  <a:pt x="4732" y="2180"/>
                </a:lnTo>
                <a:lnTo>
                  <a:pt x="4697" y="2189"/>
                </a:lnTo>
                <a:lnTo>
                  <a:pt x="4693" y="2180"/>
                </a:lnTo>
                <a:lnTo>
                  <a:pt x="4721" y="2158"/>
                </a:lnTo>
                <a:lnTo>
                  <a:pt x="4749" y="2143"/>
                </a:lnTo>
                <a:lnTo>
                  <a:pt x="4793" y="2121"/>
                </a:lnTo>
                <a:lnTo>
                  <a:pt x="4825" y="2111"/>
                </a:lnTo>
                <a:lnTo>
                  <a:pt x="4834" y="2117"/>
                </a:lnTo>
                <a:lnTo>
                  <a:pt x="4835" y="2123"/>
                </a:lnTo>
                <a:close/>
                <a:moveTo>
                  <a:pt x="4074" y="2159"/>
                </a:moveTo>
                <a:lnTo>
                  <a:pt x="4072" y="2171"/>
                </a:lnTo>
                <a:lnTo>
                  <a:pt x="4067" y="2179"/>
                </a:lnTo>
                <a:lnTo>
                  <a:pt x="4062" y="2178"/>
                </a:lnTo>
                <a:lnTo>
                  <a:pt x="4058" y="2173"/>
                </a:lnTo>
                <a:lnTo>
                  <a:pt x="4045" y="2156"/>
                </a:lnTo>
                <a:lnTo>
                  <a:pt x="4030" y="2141"/>
                </a:lnTo>
                <a:lnTo>
                  <a:pt x="4025" y="2136"/>
                </a:lnTo>
                <a:lnTo>
                  <a:pt x="4031" y="2129"/>
                </a:lnTo>
                <a:lnTo>
                  <a:pt x="4042" y="2129"/>
                </a:lnTo>
                <a:lnTo>
                  <a:pt x="4055" y="2130"/>
                </a:lnTo>
                <a:lnTo>
                  <a:pt x="4071" y="2147"/>
                </a:lnTo>
                <a:lnTo>
                  <a:pt x="4074" y="2159"/>
                </a:lnTo>
                <a:close/>
                <a:moveTo>
                  <a:pt x="4254" y="2165"/>
                </a:moveTo>
                <a:lnTo>
                  <a:pt x="4241" y="2172"/>
                </a:lnTo>
                <a:lnTo>
                  <a:pt x="4214" y="2182"/>
                </a:lnTo>
                <a:lnTo>
                  <a:pt x="4194" y="2182"/>
                </a:lnTo>
                <a:lnTo>
                  <a:pt x="4188" y="2172"/>
                </a:lnTo>
                <a:lnTo>
                  <a:pt x="4191" y="2165"/>
                </a:lnTo>
                <a:lnTo>
                  <a:pt x="4198" y="2157"/>
                </a:lnTo>
                <a:lnTo>
                  <a:pt x="4225" y="2147"/>
                </a:lnTo>
                <a:lnTo>
                  <a:pt x="4242" y="2146"/>
                </a:lnTo>
                <a:lnTo>
                  <a:pt x="4263" y="2147"/>
                </a:lnTo>
                <a:lnTo>
                  <a:pt x="4268" y="2155"/>
                </a:lnTo>
                <a:lnTo>
                  <a:pt x="4254" y="2165"/>
                </a:lnTo>
                <a:close/>
                <a:moveTo>
                  <a:pt x="712" y="2228"/>
                </a:moveTo>
                <a:lnTo>
                  <a:pt x="730" y="2245"/>
                </a:lnTo>
                <a:lnTo>
                  <a:pt x="747" y="2266"/>
                </a:lnTo>
                <a:lnTo>
                  <a:pt x="745" y="2273"/>
                </a:lnTo>
                <a:lnTo>
                  <a:pt x="722" y="2266"/>
                </a:lnTo>
                <a:lnTo>
                  <a:pt x="703" y="2255"/>
                </a:lnTo>
                <a:lnTo>
                  <a:pt x="692" y="2248"/>
                </a:lnTo>
                <a:lnTo>
                  <a:pt x="669" y="2226"/>
                </a:lnTo>
                <a:lnTo>
                  <a:pt x="654" y="2202"/>
                </a:lnTo>
                <a:lnTo>
                  <a:pt x="650" y="2189"/>
                </a:lnTo>
                <a:lnTo>
                  <a:pt x="653" y="2183"/>
                </a:lnTo>
                <a:lnTo>
                  <a:pt x="656" y="2183"/>
                </a:lnTo>
                <a:lnTo>
                  <a:pt x="672" y="2193"/>
                </a:lnTo>
                <a:lnTo>
                  <a:pt x="712" y="2228"/>
                </a:lnTo>
                <a:close/>
                <a:moveTo>
                  <a:pt x="4699" y="2301"/>
                </a:moveTo>
                <a:lnTo>
                  <a:pt x="4706" y="2316"/>
                </a:lnTo>
                <a:lnTo>
                  <a:pt x="4713" y="2322"/>
                </a:lnTo>
                <a:lnTo>
                  <a:pt x="4719" y="2318"/>
                </a:lnTo>
                <a:lnTo>
                  <a:pt x="4721" y="2314"/>
                </a:lnTo>
                <a:lnTo>
                  <a:pt x="4726" y="2302"/>
                </a:lnTo>
                <a:lnTo>
                  <a:pt x="4739" y="2292"/>
                </a:lnTo>
                <a:lnTo>
                  <a:pt x="4752" y="2296"/>
                </a:lnTo>
                <a:lnTo>
                  <a:pt x="4761" y="2314"/>
                </a:lnTo>
                <a:lnTo>
                  <a:pt x="4762" y="2328"/>
                </a:lnTo>
                <a:lnTo>
                  <a:pt x="4762" y="2337"/>
                </a:lnTo>
                <a:lnTo>
                  <a:pt x="4757" y="2352"/>
                </a:lnTo>
                <a:lnTo>
                  <a:pt x="4743" y="2358"/>
                </a:lnTo>
                <a:lnTo>
                  <a:pt x="4718" y="2360"/>
                </a:lnTo>
                <a:lnTo>
                  <a:pt x="4699" y="2360"/>
                </a:lnTo>
                <a:lnTo>
                  <a:pt x="4665" y="2358"/>
                </a:lnTo>
                <a:lnTo>
                  <a:pt x="4648" y="2351"/>
                </a:lnTo>
                <a:lnTo>
                  <a:pt x="4651" y="2340"/>
                </a:lnTo>
                <a:lnTo>
                  <a:pt x="4657" y="2333"/>
                </a:lnTo>
                <a:lnTo>
                  <a:pt x="4667" y="2319"/>
                </a:lnTo>
                <a:lnTo>
                  <a:pt x="4669" y="2305"/>
                </a:lnTo>
                <a:lnTo>
                  <a:pt x="4661" y="2296"/>
                </a:lnTo>
                <a:lnTo>
                  <a:pt x="4656" y="2292"/>
                </a:lnTo>
                <a:lnTo>
                  <a:pt x="4649" y="2288"/>
                </a:lnTo>
                <a:lnTo>
                  <a:pt x="4642" y="2277"/>
                </a:lnTo>
                <a:lnTo>
                  <a:pt x="4639" y="2255"/>
                </a:lnTo>
                <a:lnTo>
                  <a:pt x="4645" y="2235"/>
                </a:lnTo>
                <a:lnTo>
                  <a:pt x="4650" y="2219"/>
                </a:lnTo>
                <a:lnTo>
                  <a:pt x="4657" y="2207"/>
                </a:lnTo>
                <a:lnTo>
                  <a:pt x="4661" y="2206"/>
                </a:lnTo>
                <a:lnTo>
                  <a:pt x="4675" y="2230"/>
                </a:lnTo>
                <a:lnTo>
                  <a:pt x="4699" y="2301"/>
                </a:lnTo>
                <a:close/>
                <a:moveTo>
                  <a:pt x="4580" y="2265"/>
                </a:moveTo>
                <a:lnTo>
                  <a:pt x="4580" y="2274"/>
                </a:lnTo>
                <a:lnTo>
                  <a:pt x="4576" y="2290"/>
                </a:lnTo>
                <a:lnTo>
                  <a:pt x="4574" y="2292"/>
                </a:lnTo>
                <a:lnTo>
                  <a:pt x="4566" y="2285"/>
                </a:lnTo>
                <a:lnTo>
                  <a:pt x="4555" y="2265"/>
                </a:lnTo>
                <a:lnTo>
                  <a:pt x="4552" y="2254"/>
                </a:lnTo>
                <a:lnTo>
                  <a:pt x="4557" y="2239"/>
                </a:lnTo>
                <a:lnTo>
                  <a:pt x="4563" y="2238"/>
                </a:lnTo>
                <a:lnTo>
                  <a:pt x="4571" y="2239"/>
                </a:lnTo>
                <a:lnTo>
                  <a:pt x="4579" y="2254"/>
                </a:lnTo>
                <a:lnTo>
                  <a:pt x="4580" y="2265"/>
                </a:lnTo>
                <a:close/>
                <a:moveTo>
                  <a:pt x="3845" y="2303"/>
                </a:moveTo>
                <a:lnTo>
                  <a:pt x="3823" y="2313"/>
                </a:lnTo>
                <a:lnTo>
                  <a:pt x="3786" y="2323"/>
                </a:lnTo>
                <a:lnTo>
                  <a:pt x="3776" y="2322"/>
                </a:lnTo>
                <a:lnTo>
                  <a:pt x="3772" y="2320"/>
                </a:lnTo>
                <a:lnTo>
                  <a:pt x="3773" y="2314"/>
                </a:lnTo>
                <a:lnTo>
                  <a:pt x="3790" y="2299"/>
                </a:lnTo>
                <a:lnTo>
                  <a:pt x="3810" y="2288"/>
                </a:lnTo>
                <a:lnTo>
                  <a:pt x="3832" y="2277"/>
                </a:lnTo>
                <a:lnTo>
                  <a:pt x="3870" y="2266"/>
                </a:lnTo>
                <a:lnTo>
                  <a:pt x="3879" y="2268"/>
                </a:lnTo>
                <a:lnTo>
                  <a:pt x="3882" y="2270"/>
                </a:lnTo>
                <a:lnTo>
                  <a:pt x="3880" y="2278"/>
                </a:lnTo>
                <a:lnTo>
                  <a:pt x="3864" y="2292"/>
                </a:lnTo>
                <a:lnTo>
                  <a:pt x="3845" y="2303"/>
                </a:lnTo>
                <a:close/>
                <a:moveTo>
                  <a:pt x="224" y="2309"/>
                </a:moveTo>
                <a:lnTo>
                  <a:pt x="225" y="2323"/>
                </a:lnTo>
                <a:lnTo>
                  <a:pt x="220" y="2336"/>
                </a:lnTo>
                <a:lnTo>
                  <a:pt x="214" y="2339"/>
                </a:lnTo>
                <a:lnTo>
                  <a:pt x="210" y="2336"/>
                </a:lnTo>
                <a:lnTo>
                  <a:pt x="203" y="2331"/>
                </a:lnTo>
                <a:lnTo>
                  <a:pt x="195" y="2311"/>
                </a:lnTo>
                <a:lnTo>
                  <a:pt x="195" y="2290"/>
                </a:lnTo>
                <a:lnTo>
                  <a:pt x="201" y="2274"/>
                </a:lnTo>
                <a:lnTo>
                  <a:pt x="208" y="2273"/>
                </a:lnTo>
                <a:lnTo>
                  <a:pt x="213" y="2276"/>
                </a:lnTo>
                <a:lnTo>
                  <a:pt x="222" y="2295"/>
                </a:lnTo>
                <a:lnTo>
                  <a:pt x="224" y="2309"/>
                </a:lnTo>
                <a:close/>
                <a:moveTo>
                  <a:pt x="4079" y="2304"/>
                </a:moveTo>
                <a:lnTo>
                  <a:pt x="4068" y="2306"/>
                </a:lnTo>
                <a:lnTo>
                  <a:pt x="4043" y="2306"/>
                </a:lnTo>
                <a:lnTo>
                  <a:pt x="4033" y="2304"/>
                </a:lnTo>
                <a:lnTo>
                  <a:pt x="4029" y="2303"/>
                </a:lnTo>
                <a:lnTo>
                  <a:pt x="4028" y="2298"/>
                </a:lnTo>
                <a:lnTo>
                  <a:pt x="4038" y="2295"/>
                </a:lnTo>
                <a:lnTo>
                  <a:pt x="4055" y="2295"/>
                </a:lnTo>
                <a:lnTo>
                  <a:pt x="4072" y="2295"/>
                </a:lnTo>
                <a:lnTo>
                  <a:pt x="4083" y="2298"/>
                </a:lnTo>
                <a:lnTo>
                  <a:pt x="4082" y="2303"/>
                </a:lnTo>
                <a:lnTo>
                  <a:pt x="4079" y="2304"/>
                </a:lnTo>
                <a:close/>
                <a:moveTo>
                  <a:pt x="4934" y="2309"/>
                </a:moveTo>
                <a:lnTo>
                  <a:pt x="4937" y="2317"/>
                </a:lnTo>
                <a:lnTo>
                  <a:pt x="4934" y="2327"/>
                </a:lnTo>
                <a:lnTo>
                  <a:pt x="4927" y="2328"/>
                </a:lnTo>
                <a:lnTo>
                  <a:pt x="4920" y="2327"/>
                </a:lnTo>
                <a:lnTo>
                  <a:pt x="4904" y="2317"/>
                </a:lnTo>
                <a:lnTo>
                  <a:pt x="4898" y="2309"/>
                </a:lnTo>
                <a:lnTo>
                  <a:pt x="4895" y="2302"/>
                </a:lnTo>
                <a:lnTo>
                  <a:pt x="4898" y="2292"/>
                </a:lnTo>
                <a:lnTo>
                  <a:pt x="4906" y="2292"/>
                </a:lnTo>
                <a:lnTo>
                  <a:pt x="4913" y="2292"/>
                </a:lnTo>
                <a:lnTo>
                  <a:pt x="4930" y="2302"/>
                </a:lnTo>
                <a:lnTo>
                  <a:pt x="4934" y="2309"/>
                </a:lnTo>
                <a:close/>
                <a:moveTo>
                  <a:pt x="713" y="2346"/>
                </a:moveTo>
                <a:lnTo>
                  <a:pt x="742" y="2368"/>
                </a:lnTo>
                <a:lnTo>
                  <a:pt x="748" y="2380"/>
                </a:lnTo>
                <a:lnTo>
                  <a:pt x="735" y="2382"/>
                </a:lnTo>
                <a:lnTo>
                  <a:pt x="723" y="2382"/>
                </a:lnTo>
                <a:lnTo>
                  <a:pt x="706" y="2380"/>
                </a:lnTo>
                <a:lnTo>
                  <a:pt x="674" y="2360"/>
                </a:lnTo>
                <a:lnTo>
                  <a:pt x="665" y="2346"/>
                </a:lnTo>
                <a:lnTo>
                  <a:pt x="658" y="2331"/>
                </a:lnTo>
                <a:lnTo>
                  <a:pt x="654" y="2311"/>
                </a:lnTo>
                <a:lnTo>
                  <a:pt x="658" y="2309"/>
                </a:lnTo>
                <a:lnTo>
                  <a:pt x="675" y="2318"/>
                </a:lnTo>
                <a:lnTo>
                  <a:pt x="713" y="2346"/>
                </a:lnTo>
                <a:close/>
                <a:moveTo>
                  <a:pt x="4572" y="2328"/>
                </a:moveTo>
                <a:lnTo>
                  <a:pt x="4575" y="2334"/>
                </a:lnTo>
                <a:lnTo>
                  <a:pt x="4577" y="2345"/>
                </a:lnTo>
                <a:lnTo>
                  <a:pt x="4574" y="2346"/>
                </a:lnTo>
                <a:lnTo>
                  <a:pt x="4561" y="2348"/>
                </a:lnTo>
                <a:lnTo>
                  <a:pt x="4537" y="2357"/>
                </a:lnTo>
                <a:lnTo>
                  <a:pt x="4523" y="2361"/>
                </a:lnTo>
                <a:lnTo>
                  <a:pt x="4514" y="2353"/>
                </a:lnTo>
                <a:lnTo>
                  <a:pt x="4520" y="2339"/>
                </a:lnTo>
                <a:lnTo>
                  <a:pt x="4524" y="2328"/>
                </a:lnTo>
                <a:lnTo>
                  <a:pt x="4537" y="2314"/>
                </a:lnTo>
                <a:lnTo>
                  <a:pt x="4551" y="2310"/>
                </a:lnTo>
                <a:lnTo>
                  <a:pt x="4565" y="2319"/>
                </a:lnTo>
                <a:lnTo>
                  <a:pt x="4572" y="2328"/>
                </a:lnTo>
                <a:close/>
                <a:moveTo>
                  <a:pt x="3377" y="2346"/>
                </a:moveTo>
                <a:lnTo>
                  <a:pt x="3385" y="2347"/>
                </a:lnTo>
                <a:lnTo>
                  <a:pt x="3396" y="2362"/>
                </a:lnTo>
                <a:lnTo>
                  <a:pt x="3397" y="2373"/>
                </a:lnTo>
                <a:lnTo>
                  <a:pt x="3397" y="2380"/>
                </a:lnTo>
                <a:lnTo>
                  <a:pt x="3392" y="2389"/>
                </a:lnTo>
                <a:lnTo>
                  <a:pt x="3374" y="2393"/>
                </a:lnTo>
                <a:lnTo>
                  <a:pt x="3351" y="2387"/>
                </a:lnTo>
                <a:lnTo>
                  <a:pt x="3338" y="2384"/>
                </a:lnTo>
                <a:lnTo>
                  <a:pt x="3322" y="2383"/>
                </a:lnTo>
                <a:lnTo>
                  <a:pt x="3315" y="2389"/>
                </a:lnTo>
                <a:lnTo>
                  <a:pt x="3316" y="2404"/>
                </a:lnTo>
                <a:lnTo>
                  <a:pt x="3319" y="2415"/>
                </a:lnTo>
                <a:lnTo>
                  <a:pt x="3323" y="2427"/>
                </a:lnTo>
                <a:lnTo>
                  <a:pt x="3325" y="2441"/>
                </a:lnTo>
                <a:lnTo>
                  <a:pt x="3312" y="2443"/>
                </a:lnTo>
                <a:lnTo>
                  <a:pt x="3286" y="2431"/>
                </a:lnTo>
                <a:lnTo>
                  <a:pt x="3269" y="2421"/>
                </a:lnTo>
                <a:lnTo>
                  <a:pt x="3256" y="2409"/>
                </a:lnTo>
                <a:lnTo>
                  <a:pt x="3254" y="2405"/>
                </a:lnTo>
                <a:lnTo>
                  <a:pt x="3258" y="2404"/>
                </a:lnTo>
                <a:lnTo>
                  <a:pt x="3264" y="2401"/>
                </a:lnTo>
                <a:lnTo>
                  <a:pt x="3269" y="2387"/>
                </a:lnTo>
                <a:lnTo>
                  <a:pt x="3264" y="2380"/>
                </a:lnTo>
                <a:lnTo>
                  <a:pt x="3260" y="2369"/>
                </a:lnTo>
                <a:lnTo>
                  <a:pt x="3263" y="2351"/>
                </a:lnTo>
                <a:lnTo>
                  <a:pt x="3280" y="2336"/>
                </a:lnTo>
                <a:lnTo>
                  <a:pt x="3305" y="2332"/>
                </a:lnTo>
                <a:lnTo>
                  <a:pt x="3319" y="2335"/>
                </a:lnTo>
                <a:lnTo>
                  <a:pt x="3352" y="2343"/>
                </a:lnTo>
                <a:lnTo>
                  <a:pt x="3377" y="2346"/>
                </a:lnTo>
                <a:close/>
                <a:moveTo>
                  <a:pt x="201" y="2360"/>
                </a:moveTo>
                <a:lnTo>
                  <a:pt x="203" y="2367"/>
                </a:lnTo>
                <a:lnTo>
                  <a:pt x="200" y="2389"/>
                </a:lnTo>
                <a:lnTo>
                  <a:pt x="196" y="2398"/>
                </a:lnTo>
                <a:lnTo>
                  <a:pt x="190" y="2411"/>
                </a:lnTo>
                <a:lnTo>
                  <a:pt x="190" y="2464"/>
                </a:lnTo>
                <a:lnTo>
                  <a:pt x="196" y="2494"/>
                </a:lnTo>
                <a:lnTo>
                  <a:pt x="201" y="2523"/>
                </a:lnTo>
                <a:lnTo>
                  <a:pt x="202" y="2571"/>
                </a:lnTo>
                <a:lnTo>
                  <a:pt x="197" y="2592"/>
                </a:lnTo>
                <a:lnTo>
                  <a:pt x="191" y="2596"/>
                </a:lnTo>
                <a:lnTo>
                  <a:pt x="182" y="2586"/>
                </a:lnTo>
                <a:lnTo>
                  <a:pt x="174" y="2564"/>
                </a:lnTo>
                <a:lnTo>
                  <a:pt x="163" y="2520"/>
                </a:lnTo>
                <a:lnTo>
                  <a:pt x="158" y="2432"/>
                </a:lnTo>
                <a:lnTo>
                  <a:pt x="164" y="2381"/>
                </a:lnTo>
                <a:lnTo>
                  <a:pt x="172" y="2357"/>
                </a:lnTo>
                <a:lnTo>
                  <a:pt x="182" y="2346"/>
                </a:lnTo>
                <a:lnTo>
                  <a:pt x="194" y="2351"/>
                </a:lnTo>
                <a:lnTo>
                  <a:pt x="201" y="2360"/>
                </a:lnTo>
                <a:close/>
                <a:moveTo>
                  <a:pt x="4704" y="2431"/>
                </a:moveTo>
                <a:lnTo>
                  <a:pt x="4736" y="2446"/>
                </a:lnTo>
                <a:lnTo>
                  <a:pt x="4752" y="2459"/>
                </a:lnTo>
                <a:lnTo>
                  <a:pt x="4748" y="2465"/>
                </a:lnTo>
                <a:lnTo>
                  <a:pt x="4740" y="2467"/>
                </a:lnTo>
                <a:lnTo>
                  <a:pt x="4727" y="2472"/>
                </a:lnTo>
                <a:lnTo>
                  <a:pt x="4710" y="2485"/>
                </a:lnTo>
                <a:lnTo>
                  <a:pt x="4708" y="2493"/>
                </a:lnTo>
                <a:lnTo>
                  <a:pt x="4708" y="2495"/>
                </a:lnTo>
                <a:lnTo>
                  <a:pt x="4702" y="2496"/>
                </a:lnTo>
                <a:lnTo>
                  <a:pt x="4688" y="2489"/>
                </a:lnTo>
                <a:lnTo>
                  <a:pt x="4675" y="2477"/>
                </a:lnTo>
                <a:lnTo>
                  <a:pt x="4641" y="2448"/>
                </a:lnTo>
                <a:lnTo>
                  <a:pt x="4607" y="2423"/>
                </a:lnTo>
                <a:lnTo>
                  <a:pt x="4586" y="2411"/>
                </a:lnTo>
                <a:lnTo>
                  <a:pt x="4585" y="2403"/>
                </a:lnTo>
                <a:lnTo>
                  <a:pt x="4604" y="2402"/>
                </a:lnTo>
                <a:lnTo>
                  <a:pt x="4621" y="2403"/>
                </a:lnTo>
                <a:lnTo>
                  <a:pt x="4675" y="2418"/>
                </a:lnTo>
                <a:lnTo>
                  <a:pt x="4704" y="2431"/>
                </a:lnTo>
                <a:close/>
                <a:moveTo>
                  <a:pt x="3435" y="2440"/>
                </a:moveTo>
                <a:lnTo>
                  <a:pt x="3430" y="2452"/>
                </a:lnTo>
                <a:lnTo>
                  <a:pt x="3414" y="2466"/>
                </a:lnTo>
                <a:lnTo>
                  <a:pt x="3397" y="2468"/>
                </a:lnTo>
                <a:lnTo>
                  <a:pt x="3385" y="2458"/>
                </a:lnTo>
                <a:lnTo>
                  <a:pt x="3384" y="2447"/>
                </a:lnTo>
                <a:lnTo>
                  <a:pt x="3386" y="2435"/>
                </a:lnTo>
                <a:lnTo>
                  <a:pt x="3401" y="2420"/>
                </a:lnTo>
                <a:lnTo>
                  <a:pt x="3413" y="2418"/>
                </a:lnTo>
                <a:lnTo>
                  <a:pt x="3424" y="2419"/>
                </a:lnTo>
                <a:lnTo>
                  <a:pt x="3436" y="2431"/>
                </a:lnTo>
                <a:lnTo>
                  <a:pt x="3435" y="2440"/>
                </a:lnTo>
                <a:close/>
                <a:moveTo>
                  <a:pt x="253" y="2460"/>
                </a:moveTo>
                <a:lnTo>
                  <a:pt x="264" y="2472"/>
                </a:lnTo>
                <a:lnTo>
                  <a:pt x="277" y="2496"/>
                </a:lnTo>
                <a:lnTo>
                  <a:pt x="281" y="2516"/>
                </a:lnTo>
                <a:lnTo>
                  <a:pt x="273" y="2526"/>
                </a:lnTo>
                <a:lnTo>
                  <a:pt x="264" y="2523"/>
                </a:lnTo>
                <a:lnTo>
                  <a:pt x="256" y="2518"/>
                </a:lnTo>
                <a:lnTo>
                  <a:pt x="237" y="2493"/>
                </a:lnTo>
                <a:lnTo>
                  <a:pt x="222" y="2461"/>
                </a:lnTo>
                <a:lnTo>
                  <a:pt x="217" y="2444"/>
                </a:lnTo>
                <a:lnTo>
                  <a:pt x="220" y="2437"/>
                </a:lnTo>
                <a:lnTo>
                  <a:pt x="223" y="2436"/>
                </a:lnTo>
                <a:lnTo>
                  <a:pt x="235" y="2442"/>
                </a:lnTo>
                <a:lnTo>
                  <a:pt x="253" y="2460"/>
                </a:lnTo>
                <a:close/>
                <a:moveTo>
                  <a:pt x="4128" y="2472"/>
                </a:moveTo>
                <a:lnTo>
                  <a:pt x="4126" y="2486"/>
                </a:lnTo>
                <a:lnTo>
                  <a:pt x="4120" y="2491"/>
                </a:lnTo>
                <a:lnTo>
                  <a:pt x="4111" y="2486"/>
                </a:lnTo>
                <a:lnTo>
                  <a:pt x="4101" y="2472"/>
                </a:lnTo>
                <a:lnTo>
                  <a:pt x="4098" y="2465"/>
                </a:lnTo>
                <a:lnTo>
                  <a:pt x="4102" y="2455"/>
                </a:lnTo>
                <a:lnTo>
                  <a:pt x="4107" y="2455"/>
                </a:lnTo>
                <a:lnTo>
                  <a:pt x="4116" y="2455"/>
                </a:lnTo>
                <a:lnTo>
                  <a:pt x="4127" y="2465"/>
                </a:lnTo>
                <a:lnTo>
                  <a:pt x="4128" y="2472"/>
                </a:lnTo>
                <a:close/>
                <a:moveTo>
                  <a:pt x="3520" y="2491"/>
                </a:moveTo>
                <a:lnTo>
                  <a:pt x="3522" y="2495"/>
                </a:lnTo>
                <a:lnTo>
                  <a:pt x="3519" y="2502"/>
                </a:lnTo>
                <a:lnTo>
                  <a:pt x="3506" y="2508"/>
                </a:lnTo>
                <a:lnTo>
                  <a:pt x="3489" y="2509"/>
                </a:lnTo>
                <a:lnTo>
                  <a:pt x="3469" y="2508"/>
                </a:lnTo>
                <a:lnTo>
                  <a:pt x="3462" y="2501"/>
                </a:lnTo>
                <a:lnTo>
                  <a:pt x="3475" y="2491"/>
                </a:lnTo>
                <a:lnTo>
                  <a:pt x="3496" y="2477"/>
                </a:lnTo>
                <a:lnTo>
                  <a:pt x="3512" y="2477"/>
                </a:lnTo>
                <a:lnTo>
                  <a:pt x="3520" y="2491"/>
                </a:lnTo>
                <a:close/>
                <a:moveTo>
                  <a:pt x="3631" y="2564"/>
                </a:moveTo>
                <a:lnTo>
                  <a:pt x="3629" y="2585"/>
                </a:lnTo>
                <a:lnTo>
                  <a:pt x="3617" y="2619"/>
                </a:lnTo>
                <a:lnTo>
                  <a:pt x="3609" y="2624"/>
                </a:lnTo>
                <a:lnTo>
                  <a:pt x="3605" y="2627"/>
                </a:lnTo>
                <a:lnTo>
                  <a:pt x="3598" y="2624"/>
                </a:lnTo>
                <a:lnTo>
                  <a:pt x="3594" y="2614"/>
                </a:lnTo>
                <a:lnTo>
                  <a:pt x="3596" y="2599"/>
                </a:lnTo>
                <a:lnTo>
                  <a:pt x="3599" y="2585"/>
                </a:lnTo>
                <a:lnTo>
                  <a:pt x="3593" y="2561"/>
                </a:lnTo>
                <a:lnTo>
                  <a:pt x="3585" y="2556"/>
                </a:lnTo>
                <a:lnTo>
                  <a:pt x="3575" y="2548"/>
                </a:lnTo>
                <a:lnTo>
                  <a:pt x="3566" y="2532"/>
                </a:lnTo>
                <a:lnTo>
                  <a:pt x="3570" y="2518"/>
                </a:lnTo>
                <a:lnTo>
                  <a:pt x="3586" y="2509"/>
                </a:lnTo>
                <a:lnTo>
                  <a:pt x="3600" y="2509"/>
                </a:lnTo>
                <a:lnTo>
                  <a:pt x="3609" y="2509"/>
                </a:lnTo>
                <a:lnTo>
                  <a:pt x="3622" y="2515"/>
                </a:lnTo>
                <a:lnTo>
                  <a:pt x="3629" y="2528"/>
                </a:lnTo>
                <a:lnTo>
                  <a:pt x="3631" y="2548"/>
                </a:lnTo>
                <a:lnTo>
                  <a:pt x="3631" y="2564"/>
                </a:lnTo>
                <a:close/>
                <a:moveTo>
                  <a:pt x="3417" y="2537"/>
                </a:moveTo>
                <a:lnTo>
                  <a:pt x="3433" y="2544"/>
                </a:lnTo>
                <a:lnTo>
                  <a:pt x="3455" y="2558"/>
                </a:lnTo>
                <a:lnTo>
                  <a:pt x="3457" y="2565"/>
                </a:lnTo>
                <a:lnTo>
                  <a:pt x="3456" y="2571"/>
                </a:lnTo>
                <a:lnTo>
                  <a:pt x="3439" y="2573"/>
                </a:lnTo>
                <a:lnTo>
                  <a:pt x="3427" y="2569"/>
                </a:lnTo>
                <a:lnTo>
                  <a:pt x="3420" y="2567"/>
                </a:lnTo>
                <a:lnTo>
                  <a:pt x="3410" y="2567"/>
                </a:lnTo>
                <a:lnTo>
                  <a:pt x="3407" y="2583"/>
                </a:lnTo>
                <a:lnTo>
                  <a:pt x="3413" y="2608"/>
                </a:lnTo>
                <a:lnTo>
                  <a:pt x="3417" y="2626"/>
                </a:lnTo>
                <a:lnTo>
                  <a:pt x="3413" y="2655"/>
                </a:lnTo>
                <a:lnTo>
                  <a:pt x="3398" y="2677"/>
                </a:lnTo>
                <a:lnTo>
                  <a:pt x="3373" y="2689"/>
                </a:lnTo>
                <a:lnTo>
                  <a:pt x="3357" y="2690"/>
                </a:lnTo>
                <a:lnTo>
                  <a:pt x="3351" y="2689"/>
                </a:lnTo>
                <a:lnTo>
                  <a:pt x="3355" y="2680"/>
                </a:lnTo>
                <a:lnTo>
                  <a:pt x="3364" y="2673"/>
                </a:lnTo>
                <a:lnTo>
                  <a:pt x="3375" y="2666"/>
                </a:lnTo>
                <a:lnTo>
                  <a:pt x="3376" y="2653"/>
                </a:lnTo>
                <a:lnTo>
                  <a:pt x="3367" y="2645"/>
                </a:lnTo>
                <a:lnTo>
                  <a:pt x="3356" y="2637"/>
                </a:lnTo>
                <a:lnTo>
                  <a:pt x="3357" y="2623"/>
                </a:lnTo>
                <a:lnTo>
                  <a:pt x="3368" y="2616"/>
                </a:lnTo>
                <a:lnTo>
                  <a:pt x="3374" y="2611"/>
                </a:lnTo>
                <a:lnTo>
                  <a:pt x="3380" y="2606"/>
                </a:lnTo>
                <a:lnTo>
                  <a:pt x="3371" y="2601"/>
                </a:lnTo>
                <a:lnTo>
                  <a:pt x="3351" y="2599"/>
                </a:lnTo>
                <a:lnTo>
                  <a:pt x="3339" y="2599"/>
                </a:lnTo>
                <a:lnTo>
                  <a:pt x="3324" y="2596"/>
                </a:lnTo>
                <a:lnTo>
                  <a:pt x="3320" y="2589"/>
                </a:lnTo>
                <a:lnTo>
                  <a:pt x="3324" y="2574"/>
                </a:lnTo>
                <a:lnTo>
                  <a:pt x="3330" y="2564"/>
                </a:lnTo>
                <a:lnTo>
                  <a:pt x="3337" y="2549"/>
                </a:lnTo>
                <a:lnTo>
                  <a:pt x="3350" y="2533"/>
                </a:lnTo>
                <a:lnTo>
                  <a:pt x="3368" y="2528"/>
                </a:lnTo>
                <a:lnTo>
                  <a:pt x="3396" y="2532"/>
                </a:lnTo>
                <a:lnTo>
                  <a:pt x="3417" y="2537"/>
                </a:lnTo>
                <a:close/>
                <a:moveTo>
                  <a:pt x="4778" y="2543"/>
                </a:moveTo>
                <a:lnTo>
                  <a:pt x="4785" y="2544"/>
                </a:lnTo>
                <a:lnTo>
                  <a:pt x="4793" y="2547"/>
                </a:lnTo>
                <a:lnTo>
                  <a:pt x="4791" y="2558"/>
                </a:lnTo>
                <a:lnTo>
                  <a:pt x="4781" y="2572"/>
                </a:lnTo>
                <a:lnTo>
                  <a:pt x="4769" y="2585"/>
                </a:lnTo>
                <a:lnTo>
                  <a:pt x="4752" y="2591"/>
                </a:lnTo>
                <a:lnTo>
                  <a:pt x="4743" y="2586"/>
                </a:lnTo>
                <a:lnTo>
                  <a:pt x="4737" y="2581"/>
                </a:lnTo>
                <a:lnTo>
                  <a:pt x="4728" y="2574"/>
                </a:lnTo>
                <a:lnTo>
                  <a:pt x="4699" y="2565"/>
                </a:lnTo>
                <a:lnTo>
                  <a:pt x="4684" y="2564"/>
                </a:lnTo>
                <a:lnTo>
                  <a:pt x="4672" y="2562"/>
                </a:lnTo>
                <a:lnTo>
                  <a:pt x="4661" y="2557"/>
                </a:lnTo>
                <a:lnTo>
                  <a:pt x="4659" y="2552"/>
                </a:lnTo>
                <a:lnTo>
                  <a:pt x="4661" y="2548"/>
                </a:lnTo>
                <a:lnTo>
                  <a:pt x="4666" y="2542"/>
                </a:lnTo>
                <a:lnTo>
                  <a:pt x="4694" y="2536"/>
                </a:lnTo>
                <a:lnTo>
                  <a:pt x="4711" y="2537"/>
                </a:lnTo>
                <a:lnTo>
                  <a:pt x="4749" y="2542"/>
                </a:lnTo>
                <a:lnTo>
                  <a:pt x="4778" y="2543"/>
                </a:lnTo>
                <a:close/>
                <a:moveTo>
                  <a:pt x="3736" y="2565"/>
                </a:moveTo>
                <a:lnTo>
                  <a:pt x="3733" y="2573"/>
                </a:lnTo>
                <a:lnTo>
                  <a:pt x="3740" y="2594"/>
                </a:lnTo>
                <a:lnTo>
                  <a:pt x="3748" y="2602"/>
                </a:lnTo>
                <a:lnTo>
                  <a:pt x="3755" y="2605"/>
                </a:lnTo>
                <a:lnTo>
                  <a:pt x="3757" y="2610"/>
                </a:lnTo>
                <a:lnTo>
                  <a:pt x="3742" y="2615"/>
                </a:lnTo>
                <a:lnTo>
                  <a:pt x="3716" y="2614"/>
                </a:lnTo>
                <a:lnTo>
                  <a:pt x="3686" y="2610"/>
                </a:lnTo>
                <a:lnTo>
                  <a:pt x="3663" y="2598"/>
                </a:lnTo>
                <a:lnTo>
                  <a:pt x="3657" y="2586"/>
                </a:lnTo>
                <a:lnTo>
                  <a:pt x="3656" y="2578"/>
                </a:lnTo>
                <a:lnTo>
                  <a:pt x="3657" y="2569"/>
                </a:lnTo>
                <a:lnTo>
                  <a:pt x="3662" y="2557"/>
                </a:lnTo>
                <a:lnTo>
                  <a:pt x="3674" y="2549"/>
                </a:lnTo>
                <a:lnTo>
                  <a:pt x="3692" y="2545"/>
                </a:lnTo>
                <a:lnTo>
                  <a:pt x="3704" y="2545"/>
                </a:lnTo>
                <a:lnTo>
                  <a:pt x="3723" y="2546"/>
                </a:lnTo>
                <a:lnTo>
                  <a:pt x="3737" y="2553"/>
                </a:lnTo>
                <a:lnTo>
                  <a:pt x="3739" y="2560"/>
                </a:lnTo>
                <a:lnTo>
                  <a:pt x="3736" y="2565"/>
                </a:lnTo>
                <a:close/>
                <a:moveTo>
                  <a:pt x="4218" y="2564"/>
                </a:moveTo>
                <a:lnTo>
                  <a:pt x="4216" y="2577"/>
                </a:lnTo>
                <a:lnTo>
                  <a:pt x="4211" y="2581"/>
                </a:lnTo>
                <a:lnTo>
                  <a:pt x="4201" y="2577"/>
                </a:lnTo>
                <a:lnTo>
                  <a:pt x="4191" y="2564"/>
                </a:lnTo>
                <a:lnTo>
                  <a:pt x="4188" y="2556"/>
                </a:lnTo>
                <a:lnTo>
                  <a:pt x="4192" y="2546"/>
                </a:lnTo>
                <a:lnTo>
                  <a:pt x="4199" y="2545"/>
                </a:lnTo>
                <a:lnTo>
                  <a:pt x="4206" y="2546"/>
                </a:lnTo>
                <a:lnTo>
                  <a:pt x="4217" y="2556"/>
                </a:lnTo>
                <a:lnTo>
                  <a:pt x="4218" y="2564"/>
                </a:lnTo>
                <a:close/>
                <a:moveTo>
                  <a:pt x="4580" y="2561"/>
                </a:moveTo>
                <a:lnTo>
                  <a:pt x="4579" y="2570"/>
                </a:lnTo>
                <a:lnTo>
                  <a:pt x="4571" y="2585"/>
                </a:lnTo>
                <a:lnTo>
                  <a:pt x="4563" y="2591"/>
                </a:lnTo>
                <a:lnTo>
                  <a:pt x="4555" y="2593"/>
                </a:lnTo>
                <a:lnTo>
                  <a:pt x="4546" y="2584"/>
                </a:lnTo>
                <a:lnTo>
                  <a:pt x="4545" y="2574"/>
                </a:lnTo>
                <a:lnTo>
                  <a:pt x="4546" y="2562"/>
                </a:lnTo>
                <a:lnTo>
                  <a:pt x="4555" y="2546"/>
                </a:lnTo>
                <a:lnTo>
                  <a:pt x="4563" y="2545"/>
                </a:lnTo>
                <a:lnTo>
                  <a:pt x="4571" y="2546"/>
                </a:lnTo>
                <a:lnTo>
                  <a:pt x="4579" y="2555"/>
                </a:lnTo>
                <a:lnTo>
                  <a:pt x="4580" y="2561"/>
                </a:lnTo>
                <a:close/>
                <a:moveTo>
                  <a:pt x="3547" y="2589"/>
                </a:moveTo>
                <a:lnTo>
                  <a:pt x="3546" y="2593"/>
                </a:lnTo>
                <a:lnTo>
                  <a:pt x="3537" y="2604"/>
                </a:lnTo>
                <a:lnTo>
                  <a:pt x="3530" y="2608"/>
                </a:lnTo>
                <a:lnTo>
                  <a:pt x="3522" y="2611"/>
                </a:lnTo>
                <a:lnTo>
                  <a:pt x="3512" y="2607"/>
                </a:lnTo>
                <a:lnTo>
                  <a:pt x="3511" y="2602"/>
                </a:lnTo>
                <a:lnTo>
                  <a:pt x="3512" y="2593"/>
                </a:lnTo>
                <a:lnTo>
                  <a:pt x="3522" y="2582"/>
                </a:lnTo>
                <a:lnTo>
                  <a:pt x="3530" y="2581"/>
                </a:lnTo>
                <a:lnTo>
                  <a:pt x="3537" y="2582"/>
                </a:lnTo>
                <a:lnTo>
                  <a:pt x="3546" y="2585"/>
                </a:lnTo>
                <a:lnTo>
                  <a:pt x="3547" y="2589"/>
                </a:lnTo>
                <a:close/>
                <a:moveTo>
                  <a:pt x="4559" y="2694"/>
                </a:moveTo>
                <a:lnTo>
                  <a:pt x="4557" y="2728"/>
                </a:lnTo>
                <a:lnTo>
                  <a:pt x="4562" y="2755"/>
                </a:lnTo>
                <a:lnTo>
                  <a:pt x="4572" y="2761"/>
                </a:lnTo>
                <a:lnTo>
                  <a:pt x="4579" y="2762"/>
                </a:lnTo>
                <a:lnTo>
                  <a:pt x="4592" y="2764"/>
                </a:lnTo>
                <a:lnTo>
                  <a:pt x="4595" y="2773"/>
                </a:lnTo>
                <a:lnTo>
                  <a:pt x="4585" y="2784"/>
                </a:lnTo>
                <a:lnTo>
                  <a:pt x="4575" y="2796"/>
                </a:lnTo>
                <a:lnTo>
                  <a:pt x="4564" y="2830"/>
                </a:lnTo>
                <a:lnTo>
                  <a:pt x="4563" y="2864"/>
                </a:lnTo>
                <a:lnTo>
                  <a:pt x="4570" y="2882"/>
                </a:lnTo>
                <a:lnTo>
                  <a:pt x="4576" y="2889"/>
                </a:lnTo>
                <a:lnTo>
                  <a:pt x="4580" y="2890"/>
                </a:lnTo>
                <a:lnTo>
                  <a:pt x="4592" y="2887"/>
                </a:lnTo>
                <a:lnTo>
                  <a:pt x="4622" y="2867"/>
                </a:lnTo>
                <a:lnTo>
                  <a:pt x="4650" y="2835"/>
                </a:lnTo>
                <a:lnTo>
                  <a:pt x="4669" y="2805"/>
                </a:lnTo>
                <a:lnTo>
                  <a:pt x="4670" y="2793"/>
                </a:lnTo>
                <a:lnTo>
                  <a:pt x="4670" y="2782"/>
                </a:lnTo>
                <a:lnTo>
                  <a:pt x="4664" y="2782"/>
                </a:lnTo>
                <a:lnTo>
                  <a:pt x="4659" y="2793"/>
                </a:lnTo>
                <a:lnTo>
                  <a:pt x="4654" y="2803"/>
                </a:lnTo>
                <a:lnTo>
                  <a:pt x="4640" y="2816"/>
                </a:lnTo>
                <a:lnTo>
                  <a:pt x="4634" y="2817"/>
                </a:lnTo>
                <a:lnTo>
                  <a:pt x="4629" y="2817"/>
                </a:lnTo>
                <a:lnTo>
                  <a:pt x="4626" y="2810"/>
                </a:lnTo>
                <a:lnTo>
                  <a:pt x="4628" y="2794"/>
                </a:lnTo>
                <a:lnTo>
                  <a:pt x="4637" y="2777"/>
                </a:lnTo>
                <a:lnTo>
                  <a:pt x="4657" y="2739"/>
                </a:lnTo>
                <a:lnTo>
                  <a:pt x="4688" y="2779"/>
                </a:lnTo>
                <a:lnTo>
                  <a:pt x="4702" y="2795"/>
                </a:lnTo>
                <a:lnTo>
                  <a:pt x="4741" y="2819"/>
                </a:lnTo>
                <a:lnTo>
                  <a:pt x="4760" y="2822"/>
                </a:lnTo>
                <a:lnTo>
                  <a:pt x="4783" y="2823"/>
                </a:lnTo>
                <a:lnTo>
                  <a:pt x="4787" y="2834"/>
                </a:lnTo>
                <a:lnTo>
                  <a:pt x="4771" y="2846"/>
                </a:lnTo>
                <a:lnTo>
                  <a:pt x="4758" y="2857"/>
                </a:lnTo>
                <a:lnTo>
                  <a:pt x="4753" y="2868"/>
                </a:lnTo>
                <a:lnTo>
                  <a:pt x="4760" y="2873"/>
                </a:lnTo>
                <a:lnTo>
                  <a:pt x="4765" y="2877"/>
                </a:lnTo>
                <a:lnTo>
                  <a:pt x="4772" y="2880"/>
                </a:lnTo>
                <a:lnTo>
                  <a:pt x="4778" y="2886"/>
                </a:lnTo>
                <a:lnTo>
                  <a:pt x="4773" y="2899"/>
                </a:lnTo>
                <a:lnTo>
                  <a:pt x="4759" y="2912"/>
                </a:lnTo>
                <a:lnTo>
                  <a:pt x="4751" y="2919"/>
                </a:lnTo>
                <a:lnTo>
                  <a:pt x="4739" y="2936"/>
                </a:lnTo>
                <a:lnTo>
                  <a:pt x="4727" y="2971"/>
                </a:lnTo>
                <a:lnTo>
                  <a:pt x="4726" y="2996"/>
                </a:lnTo>
                <a:lnTo>
                  <a:pt x="4725" y="3020"/>
                </a:lnTo>
                <a:lnTo>
                  <a:pt x="4719" y="3041"/>
                </a:lnTo>
                <a:lnTo>
                  <a:pt x="4712" y="3045"/>
                </a:lnTo>
                <a:lnTo>
                  <a:pt x="4708" y="3043"/>
                </a:lnTo>
                <a:lnTo>
                  <a:pt x="4701" y="3040"/>
                </a:lnTo>
                <a:lnTo>
                  <a:pt x="4690" y="3043"/>
                </a:lnTo>
                <a:lnTo>
                  <a:pt x="4689" y="3048"/>
                </a:lnTo>
                <a:lnTo>
                  <a:pt x="4691" y="3057"/>
                </a:lnTo>
                <a:lnTo>
                  <a:pt x="4707" y="3072"/>
                </a:lnTo>
                <a:lnTo>
                  <a:pt x="4719" y="3078"/>
                </a:lnTo>
                <a:lnTo>
                  <a:pt x="4725" y="3081"/>
                </a:lnTo>
                <a:lnTo>
                  <a:pt x="4735" y="3090"/>
                </a:lnTo>
                <a:lnTo>
                  <a:pt x="4738" y="3108"/>
                </a:lnTo>
                <a:lnTo>
                  <a:pt x="4733" y="3129"/>
                </a:lnTo>
                <a:lnTo>
                  <a:pt x="4728" y="3152"/>
                </a:lnTo>
                <a:lnTo>
                  <a:pt x="4721" y="3235"/>
                </a:lnTo>
                <a:lnTo>
                  <a:pt x="4721" y="3282"/>
                </a:lnTo>
                <a:lnTo>
                  <a:pt x="4721" y="3340"/>
                </a:lnTo>
                <a:lnTo>
                  <a:pt x="4713" y="3383"/>
                </a:lnTo>
                <a:lnTo>
                  <a:pt x="4703" y="3395"/>
                </a:lnTo>
                <a:lnTo>
                  <a:pt x="4697" y="3396"/>
                </a:lnTo>
                <a:lnTo>
                  <a:pt x="4685" y="3397"/>
                </a:lnTo>
                <a:lnTo>
                  <a:pt x="4673" y="3407"/>
                </a:lnTo>
                <a:lnTo>
                  <a:pt x="4675" y="3422"/>
                </a:lnTo>
                <a:lnTo>
                  <a:pt x="4690" y="3441"/>
                </a:lnTo>
                <a:lnTo>
                  <a:pt x="4704" y="3449"/>
                </a:lnTo>
                <a:lnTo>
                  <a:pt x="4721" y="3460"/>
                </a:lnTo>
                <a:lnTo>
                  <a:pt x="4718" y="3470"/>
                </a:lnTo>
                <a:lnTo>
                  <a:pt x="4697" y="3467"/>
                </a:lnTo>
                <a:lnTo>
                  <a:pt x="4690" y="3468"/>
                </a:lnTo>
                <a:lnTo>
                  <a:pt x="4676" y="3481"/>
                </a:lnTo>
                <a:lnTo>
                  <a:pt x="4670" y="3491"/>
                </a:lnTo>
                <a:lnTo>
                  <a:pt x="4665" y="3496"/>
                </a:lnTo>
                <a:lnTo>
                  <a:pt x="4660" y="3498"/>
                </a:lnTo>
                <a:lnTo>
                  <a:pt x="4654" y="3486"/>
                </a:lnTo>
                <a:lnTo>
                  <a:pt x="4653" y="3463"/>
                </a:lnTo>
                <a:lnTo>
                  <a:pt x="4653" y="3448"/>
                </a:lnTo>
                <a:lnTo>
                  <a:pt x="4650" y="3429"/>
                </a:lnTo>
                <a:lnTo>
                  <a:pt x="4639" y="3420"/>
                </a:lnTo>
                <a:lnTo>
                  <a:pt x="4620" y="3420"/>
                </a:lnTo>
                <a:lnTo>
                  <a:pt x="4604" y="3422"/>
                </a:lnTo>
                <a:lnTo>
                  <a:pt x="4575" y="3428"/>
                </a:lnTo>
                <a:lnTo>
                  <a:pt x="4569" y="3421"/>
                </a:lnTo>
                <a:lnTo>
                  <a:pt x="4586" y="3407"/>
                </a:lnTo>
                <a:lnTo>
                  <a:pt x="4599" y="3396"/>
                </a:lnTo>
                <a:lnTo>
                  <a:pt x="4605" y="3381"/>
                </a:lnTo>
                <a:lnTo>
                  <a:pt x="4604" y="3373"/>
                </a:lnTo>
                <a:lnTo>
                  <a:pt x="4601" y="3371"/>
                </a:lnTo>
                <a:lnTo>
                  <a:pt x="4594" y="3368"/>
                </a:lnTo>
                <a:lnTo>
                  <a:pt x="4580" y="3373"/>
                </a:lnTo>
                <a:lnTo>
                  <a:pt x="4577" y="3382"/>
                </a:lnTo>
                <a:lnTo>
                  <a:pt x="4575" y="3388"/>
                </a:lnTo>
                <a:lnTo>
                  <a:pt x="4567" y="3395"/>
                </a:lnTo>
                <a:lnTo>
                  <a:pt x="4555" y="3395"/>
                </a:lnTo>
                <a:lnTo>
                  <a:pt x="4539" y="3378"/>
                </a:lnTo>
                <a:lnTo>
                  <a:pt x="4527" y="3347"/>
                </a:lnTo>
                <a:lnTo>
                  <a:pt x="4526" y="3330"/>
                </a:lnTo>
                <a:lnTo>
                  <a:pt x="4526" y="3305"/>
                </a:lnTo>
                <a:lnTo>
                  <a:pt x="4518" y="3295"/>
                </a:lnTo>
                <a:lnTo>
                  <a:pt x="4508" y="3298"/>
                </a:lnTo>
                <a:lnTo>
                  <a:pt x="4501" y="3304"/>
                </a:lnTo>
                <a:lnTo>
                  <a:pt x="4488" y="3313"/>
                </a:lnTo>
                <a:lnTo>
                  <a:pt x="4474" y="3316"/>
                </a:lnTo>
                <a:lnTo>
                  <a:pt x="4466" y="3311"/>
                </a:lnTo>
                <a:lnTo>
                  <a:pt x="4463" y="3306"/>
                </a:lnTo>
                <a:lnTo>
                  <a:pt x="4460" y="3299"/>
                </a:lnTo>
                <a:lnTo>
                  <a:pt x="4465" y="3288"/>
                </a:lnTo>
                <a:lnTo>
                  <a:pt x="4474" y="3287"/>
                </a:lnTo>
                <a:lnTo>
                  <a:pt x="4478" y="3287"/>
                </a:lnTo>
                <a:lnTo>
                  <a:pt x="4484" y="3282"/>
                </a:lnTo>
                <a:lnTo>
                  <a:pt x="4487" y="3267"/>
                </a:lnTo>
                <a:lnTo>
                  <a:pt x="4485" y="3252"/>
                </a:lnTo>
                <a:lnTo>
                  <a:pt x="4481" y="3236"/>
                </a:lnTo>
                <a:lnTo>
                  <a:pt x="4487" y="3221"/>
                </a:lnTo>
                <a:lnTo>
                  <a:pt x="4495" y="3216"/>
                </a:lnTo>
                <a:lnTo>
                  <a:pt x="4499" y="3216"/>
                </a:lnTo>
                <a:lnTo>
                  <a:pt x="4504" y="3215"/>
                </a:lnTo>
                <a:lnTo>
                  <a:pt x="4514" y="3200"/>
                </a:lnTo>
                <a:lnTo>
                  <a:pt x="4529" y="3161"/>
                </a:lnTo>
                <a:lnTo>
                  <a:pt x="4537" y="3121"/>
                </a:lnTo>
                <a:lnTo>
                  <a:pt x="4543" y="3090"/>
                </a:lnTo>
                <a:lnTo>
                  <a:pt x="4563" y="3040"/>
                </a:lnTo>
                <a:lnTo>
                  <a:pt x="4578" y="3018"/>
                </a:lnTo>
                <a:lnTo>
                  <a:pt x="4588" y="3012"/>
                </a:lnTo>
                <a:lnTo>
                  <a:pt x="4595" y="3016"/>
                </a:lnTo>
                <a:lnTo>
                  <a:pt x="4599" y="3030"/>
                </a:lnTo>
                <a:lnTo>
                  <a:pt x="4599" y="3042"/>
                </a:lnTo>
                <a:lnTo>
                  <a:pt x="4601" y="3053"/>
                </a:lnTo>
                <a:lnTo>
                  <a:pt x="4619" y="3069"/>
                </a:lnTo>
                <a:lnTo>
                  <a:pt x="4632" y="3070"/>
                </a:lnTo>
                <a:lnTo>
                  <a:pt x="4648" y="3071"/>
                </a:lnTo>
                <a:lnTo>
                  <a:pt x="4649" y="3079"/>
                </a:lnTo>
                <a:lnTo>
                  <a:pt x="4637" y="3086"/>
                </a:lnTo>
                <a:lnTo>
                  <a:pt x="4627" y="3095"/>
                </a:lnTo>
                <a:lnTo>
                  <a:pt x="4620" y="3119"/>
                </a:lnTo>
                <a:lnTo>
                  <a:pt x="4623" y="3130"/>
                </a:lnTo>
                <a:lnTo>
                  <a:pt x="4628" y="3147"/>
                </a:lnTo>
                <a:lnTo>
                  <a:pt x="4626" y="3167"/>
                </a:lnTo>
                <a:lnTo>
                  <a:pt x="4614" y="3167"/>
                </a:lnTo>
                <a:lnTo>
                  <a:pt x="4597" y="3147"/>
                </a:lnTo>
                <a:lnTo>
                  <a:pt x="4588" y="3130"/>
                </a:lnTo>
                <a:lnTo>
                  <a:pt x="4574" y="3098"/>
                </a:lnTo>
                <a:lnTo>
                  <a:pt x="4566" y="3107"/>
                </a:lnTo>
                <a:lnTo>
                  <a:pt x="4566" y="3154"/>
                </a:lnTo>
                <a:lnTo>
                  <a:pt x="4567" y="3192"/>
                </a:lnTo>
                <a:lnTo>
                  <a:pt x="4577" y="3220"/>
                </a:lnTo>
                <a:lnTo>
                  <a:pt x="4589" y="3227"/>
                </a:lnTo>
                <a:lnTo>
                  <a:pt x="4597" y="3227"/>
                </a:lnTo>
                <a:lnTo>
                  <a:pt x="4609" y="3225"/>
                </a:lnTo>
                <a:lnTo>
                  <a:pt x="4627" y="3235"/>
                </a:lnTo>
                <a:lnTo>
                  <a:pt x="4629" y="3243"/>
                </a:lnTo>
                <a:lnTo>
                  <a:pt x="4631" y="3246"/>
                </a:lnTo>
                <a:lnTo>
                  <a:pt x="4626" y="3253"/>
                </a:lnTo>
                <a:lnTo>
                  <a:pt x="4611" y="3259"/>
                </a:lnTo>
                <a:lnTo>
                  <a:pt x="4596" y="3260"/>
                </a:lnTo>
                <a:lnTo>
                  <a:pt x="4579" y="3262"/>
                </a:lnTo>
                <a:lnTo>
                  <a:pt x="4554" y="3274"/>
                </a:lnTo>
                <a:lnTo>
                  <a:pt x="4548" y="3284"/>
                </a:lnTo>
                <a:lnTo>
                  <a:pt x="4547" y="3292"/>
                </a:lnTo>
                <a:lnTo>
                  <a:pt x="4561" y="3305"/>
                </a:lnTo>
                <a:lnTo>
                  <a:pt x="4574" y="3306"/>
                </a:lnTo>
                <a:lnTo>
                  <a:pt x="4587" y="3307"/>
                </a:lnTo>
                <a:lnTo>
                  <a:pt x="4615" y="3323"/>
                </a:lnTo>
                <a:lnTo>
                  <a:pt x="4626" y="3335"/>
                </a:lnTo>
                <a:lnTo>
                  <a:pt x="4639" y="3353"/>
                </a:lnTo>
                <a:lnTo>
                  <a:pt x="4652" y="3353"/>
                </a:lnTo>
                <a:lnTo>
                  <a:pt x="4659" y="3335"/>
                </a:lnTo>
                <a:lnTo>
                  <a:pt x="4663" y="3323"/>
                </a:lnTo>
                <a:lnTo>
                  <a:pt x="4657" y="3307"/>
                </a:lnTo>
                <a:lnTo>
                  <a:pt x="4648" y="3306"/>
                </a:lnTo>
                <a:lnTo>
                  <a:pt x="4644" y="3306"/>
                </a:lnTo>
                <a:lnTo>
                  <a:pt x="4640" y="3303"/>
                </a:lnTo>
                <a:lnTo>
                  <a:pt x="4647" y="3294"/>
                </a:lnTo>
                <a:lnTo>
                  <a:pt x="4659" y="3286"/>
                </a:lnTo>
                <a:lnTo>
                  <a:pt x="4671" y="3278"/>
                </a:lnTo>
                <a:lnTo>
                  <a:pt x="4681" y="3262"/>
                </a:lnTo>
                <a:lnTo>
                  <a:pt x="4681" y="3254"/>
                </a:lnTo>
                <a:lnTo>
                  <a:pt x="4678" y="3249"/>
                </a:lnTo>
                <a:lnTo>
                  <a:pt x="4675" y="3236"/>
                </a:lnTo>
                <a:lnTo>
                  <a:pt x="4670" y="3164"/>
                </a:lnTo>
                <a:lnTo>
                  <a:pt x="4670" y="3116"/>
                </a:lnTo>
                <a:lnTo>
                  <a:pt x="4669" y="3057"/>
                </a:lnTo>
                <a:lnTo>
                  <a:pt x="4662" y="3016"/>
                </a:lnTo>
                <a:lnTo>
                  <a:pt x="4652" y="3007"/>
                </a:lnTo>
                <a:lnTo>
                  <a:pt x="4646" y="3009"/>
                </a:lnTo>
                <a:lnTo>
                  <a:pt x="4636" y="3011"/>
                </a:lnTo>
                <a:lnTo>
                  <a:pt x="4617" y="3000"/>
                </a:lnTo>
                <a:lnTo>
                  <a:pt x="4612" y="2991"/>
                </a:lnTo>
                <a:lnTo>
                  <a:pt x="4605" y="2978"/>
                </a:lnTo>
                <a:lnTo>
                  <a:pt x="4590" y="2965"/>
                </a:lnTo>
                <a:lnTo>
                  <a:pt x="4574" y="2964"/>
                </a:lnTo>
                <a:lnTo>
                  <a:pt x="4564" y="2977"/>
                </a:lnTo>
                <a:lnTo>
                  <a:pt x="4563" y="2989"/>
                </a:lnTo>
                <a:lnTo>
                  <a:pt x="4562" y="2999"/>
                </a:lnTo>
                <a:lnTo>
                  <a:pt x="4552" y="3015"/>
                </a:lnTo>
                <a:lnTo>
                  <a:pt x="4545" y="3016"/>
                </a:lnTo>
                <a:lnTo>
                  <a:pt x="4533" y="3015"/>
                </a:lnTo>
                <a:lnTo>
                  <a:pt x="4503" y="2996"/>
                </a:lnTo>
                <a:lnTo>
                  <a:pt x="4477" y="2971"/>
                </a:lnTo>
                <a:lnTo>
                  <a:pt x="4463" y="2947"/>
                </a:lnTo>
                <a:lnTo>
                  <a:pt x="4465" y="2940"/>
                </a:lnTo>
                <a:lnTo>
                  <a:pt x="4471" y="2934"/>
                </a:lnTo>
                <a:lnTo>
                  <a:pt x="4490" y="2937"/>
                </a:lnTo>
                <a:lnTo>
                  <a:pt x="4501" y="2945"/>
                </a:lnTo>
                <a:lnTo>
                  <a:pt x="4511" y="2953"/>
                </a:lnTo>
                <a:lnTo>
                  <a:pt x="4520" y="2955"/>
                </a:lnTo>
                <a:lnTo>
                  <a:pt x="4524" y="2949"/>
                </a:lnTo>
                <a:lnTo>
                  <a:pt x="4530" y="2904"/>
                </a:lnTo>
                <a:lnTo>
                  <a:pt x="4534" y="2798"/>
                </a:lnTo>
                <a:lnTo>
                  <a:pt x="4535" y="2777"/>
                </a:lnTo>
                <a:lnTo>
                  <a:pt x="4533" y="2742"/>
                </a:lnTo>
                <a:lnTo>
                  <a:pt x="4524" y="2715"/>
                </a:lnTo>
                <a:lnTo>
                  <a:pt x="4510" y="2694"/>
                </a:lnTo>
                <a:lnTo>
                  <a:pt x="4499" y="2684"/>
                </a:lnTo>
                <a:lnTo>
                  <a:pt x="4480" y="2666"/>
                </a:lnTo>
                <a:lnTo>
                  <a:pt x="4479" y="2656"/>
                </a:lnTo>
                <a:lnTo>
                  <a:pt x="4496" y="2661"/>
                </a:lnTo>
                <a:lnTo>
                  <a:pt x="4510" y="2664"/>
                </a:lnTo>
                <a:lnTo>
                  <a:pt x="4522" y="2658"/>
                </a:lnTo>
                <a:lnTo>
                  <a:pt x="4526" y="2651"/>
                </a:lnTo>
                <a:lnTo>
                  <a:pt x="4526" y="2645"/>
                </a:lnTo>
                <a:lnTo>
                  <a:pt x="4525" y="2634"/>
                </a:lnTo>
                <a:lnTo>
                  <a:pt x="4516" y="2619"/>
                </a:lnTo>
                <a:lnTo>
                  <a:pt x="4509" y="2618"/>
                </a:lnTo>
                <a:lnTo>
                  <a:pt x="4501" y="2617"/>
                </a:lnTo>
                <a:lnTo>
                  <a:pt x="4491" y="2606"/>
                </a:lnTo>
                <a:lnTo>
                  <a:pt x="4490" y="2599"/>
                </a:lnTo>
                <a:lnTo>
                  <a:pt x="4490" y="2596"/>
                </a:lnTo>
                <a:lnTo>
                  <a:pt x="4496" y="2592"/>
                </a:lnTo>
                <a:lnTo>
                  <a:pt x="4512" y="2595"/>
                </a:lnTo>
                <a:lnTo>
                  <a:pt x="4528" y="2603"/>
                </a:lnTo>
                <a:lnTo>
                  <a:pt x="4538" y="2610"/>
                </a:lnTo>
                <a:lnTo>
                  <a:pt x="4552" y="2626"/>
                </a:lnTo>
                <a:lnTo>
                  <a:pt x="4560" y="2646"/>
                </a:lnTo>
                <a:lnTo>
                  <a:pt x="4561" y="2674"/>
                </a:lnTo>
                <a:lnTo>
                  <a:pt x="4559" y="2694"/>
                </a:lnTo>
                <a:close/>
                <a:moveTo>
                  <a:pt x="4726" y="2599"/>
                </a:moveTo>
                <a:lnTo>
                  <a:pt x="4728" y="2606"/>
                </a:lnTo>
                <a:lnTo>
                  <a:pt x="4748" y="2617"/>
                </a:lnTo>
                <a:lnTo>
                  <a:pt x="4762" y="2618"/>
                </a:lnTo>
                <a:lnTo>
                  <a:pt x="4776" y="2619"/>
                </a:lnTo>
                <a:lnTo>
                  <a:pt x="4793" y="2630"/>
                </a:lnTo>
                <a:lnTo>
                  <a:pt x="4798" y="2640"/>
                </a:lnTo>
                <a:lnTo>
                  <a:pt x="4798" y="2645"/>
                </a:lnTo>
                <a:lnTo>
                  <a:pt x="4799" y="2655"/>
                </a:lnTo>
                <a:lnTo>
                  <a:pt x="4809" y="2670"/>
                </a:lnTo>
                <a:lnTo>
                  <a:pt x="4817" y="2672"/>
                </a:lnTo>
                <a:lnTo>
                  <a:pt x="4823" y="2673"/>
                </a:lnTo>
                <a:lnTo>
                  <a:pt x="4826" y="2689"/>
                </a:lnTo>
                <a:lnTo>
                  <a:pt x="4824" y="2699"/>
                </a:lnTo>
                <a:lnTo>
                  <a:pt x="4819" y="2709"/>
                </a:lnTo>
                <a:lnTo>
                  <a:pt x="4801" y="2721"/>
                </a:lnTo>
                <a:lnTo>
                  <a:pt x="4793" y="2721"/>
                </a:lnTo>
                <a:lnTo>
                  <a:pt x="4784" y="2721"/>
                </a:lnTo>
                <a:lnTo>
                  <a:pt x="4762" y="2742"/>
                </a:lnTo>
                <a:lnTo>
                  <a:pt x="4753" y="2757"/>
                </a:lnTo>
                <a:lnTo>
                  <a:pt x="4744" y="2777"/>
                </a:lnTo>
                <a:lnTo>
                  <a:pt x="4725" y="2797"/>
                </a:lnTo>
                <a:lnTo>
                  <a:pt x="4712" y="2796"/>
                </a:lnTo>
                <a:lnTo>
                  <a:pt x="4708" y="2772"/>
                </a:lnTo>
                <a:lnTo>
                  <a:pt x="4710" y="2752"/>
                </a:lnTo>
                <a:lnTo>
                  <a:pt x="4709" y="2745"/>
                </a:lnTo>
                <a:lnTo>
                  <a:pt x="4696" y="2731"/>
                </a:lnTo>
                <a:lnTo>
                  <a:pt x="4686" y="2724"/>
                </a:lnTo>
                <a:lnTo>
                  <a:pt x="4679" y="2720"/>
                </a:lnTo>
                <a:lnTo>
                  <a:pt x="4672" y="2711"/>
                </a:lnTo>
                <a:lnTo>
                  <a:pt x="4676" y="2699"/>
                </a:lnTo>
                <a:lnTo>
                  <a:pt x="4689" y="2690"/>
                </a:lnTo>
                <a:lnTo>
                  <a:pt x="4702" y="2681"/>
                </a:lnTo>
                <a:lnTo>
                  <a:pt x="4706" y="2668"/>
                </a:lnTo>
                <a:lnTo>
                  <a:pt x="4700" y="2658"/>
                </a:lnTo>
                <a:lnTo>
                  <a:pt x="4695" y="2652"/>
                </a:lnTo>
                <a:lnTo>
                  <a:pt x="4687" y="2643"/>
                </a:lnTo>
                <a:lnTo>
                  <a:pt x="4682" y="2617"/>
                </a:lnTo>
                <a:lnTo>
                  <a:pt x="4684" y="2607"/>
                </a:lnTo>
                <a:lnTo>
                  <a:pt x="4689" y="2596"/>
                </a:lnTo>
                <a:lnTo>
                  <a:pt x="4702" y="2584"/>
                </a:lnTo>
                <a:lnTo>
                  <a:pt x="4715" y="2582"/>
                </a:lnTo>
                <a:lnTo>
                  <a:pt x="4725" y="2591"/>
                </a:lnTo>
                <a:lnTo>
                  <a:pt x="4726" y="2599"/>
                </a:lnTo>
                <a:close/>
                <a:moveTo>
                  <a:pt x="4074" y="2635"/>
                </a:moveTo>
                <a:lnTo>
                  <a:pt x="4057" y="2645"/>
                </a:lnTo>
                <a:lnTo>
                  <a:pt x="4034" y="2653"/>
                </a:lnTo>
                <a:lnTo>
                  <a:pt x="4025" y="2649"/>
                </a:lnTo>
                <a:lnTo>
                  <a:pt x="4032" y="2636"/>
                </a:lnTo>
                <a:lnTo>
                  <a:pt x="4044" y="2627"/>
                </a:lnTo>
                <a:lnTo>
                  <a:pt x="4059" y="2617"/>
                </a:lnTo>
                <a:lnTo>
                  <a:pt x="4083" y="2608"/>
                </a:lnTo>
                <a:lnTo>
                  <a:pt x="4090" y="2610"/>
                </a:lnTo>
                <a:lnTo>
                  <a:pt x="4092" y="2615"/>
                </a:lnTo>
                <a:lnTo>
                  <a:pt x="4083" y="2629"/>
                </a:lnTo>
                <a:lnTo>
                  <a:pt x="4074" y="2635"/>
                </a:lnTo>
                <a:close/>
                <a:moveTo>
                  <a:pt x="3557" y="2654"/>
                </a:moveTo>
                <a:lnTo>
                  <a:pt x="3559" y="2660"/>
                </a:lnTo>
                <a:lnTo>
                  <a:pt x="3556" y="2671"/>
                </a:lnTo>
                <a:lnTo>
                  <a:pt x="3549" y="2672"/>
                </a:lnTo>
                <a:lnTo>
                  <a:pt x="3542" y="2671"/>
                </a:lnTo>
                <a:lnTo>
                  <a:pt x="3531" y="2660"/>
                </a:lnTo>
                <a:lnTo>
                  <a:pt x="3530" y="2654"/>
                </a:lnTo>
                <a:lnTo>
                  <a:pt x="3530" y="2646"/>
                </a:lnTo>
                <a:lnTo>
                  <a:pt x="3534" y="2636"/>
                </a:lnTo>
                <a:lnTo>
                  <a:pt x="3536" y="2635"/>
                </a:lnTo>
                <a:lnTo>
                  <a:pt x="3541" y="2636"/>
                </a:lnTo>
                <a:lnTo>
                  <a:pt x="3551" y="2646"/>
                </a:lnTo>
                <a:lnTo>
                  <a:pt x="3557" y="2654"/>
                </a:lnTo>
                <a:close/>
                <a:moveTo>
                  <a:pt x="88" y="2711"/>
                </a:moveTo>
                <a:lnTo>
                  <a:pt x="84" y="2717"/>
                </a:lnTo>
                <a:lnTo>
                  <a:pt x="77" y="2719"/>
                </a:lnTo>
                <a:lnTo>
                  <a:pt x="75" y="2708"/>
                </a:lnTo>
                <a:lnTo>
                  <a:pt x="79" y="2689"/>
                </a:lnTo>
                <a:lnTo>
                  <a:pt x="85" y="2672"/>
                </a:lnTo>
                <a:lnTo>
                  <a:pt x="92" y="2662"/>
                </a:lnTo>
                <a:lnTo>
                  <a:pt x="97" y="2666"/>
                </a:lnTo>
                <a:lnTo>
                  <a:pt x="99" y="2670"/>
                </a:lnTo>
                <a:lnTo>
                  <a:pt x="101" y="2681"/>
                </a:lnTo>
                <a:lnTo>
                  <a:pt x="95" y="2704"/>
                </a:lnTo>
                <a:lnTo>
                  <a:pt x="88" y="2711"/>
                </a:lnTo>
                <a:close/>
                <a:moveTo>
                  <a:pt x="3620" y="2672"/>
                </a:moveTo>
                <a:lnTo>
                  <a:pt x="3619" y="2679"/>
                </a:lnTo>
                <a:lnTo>
                  <a:pt x="3608" y="2689"/>
                </a:lnTo>
                <a:lnTo>
                  <a:pt x="3600" y="2690"/>
                </a:lnTo>
                <a:lnTo>
                  <a:pt x="3594" y="2689"/>
                </a:lnTo>
                <a:lnTo>
                  <a:pt x="3590" y="2679"/>
                </a:lnTo>
                <a:lnTo>
                  <a:pt x="3593" y="2672"/>
                </a:lnTo>
                <a:lnTo>
                  <a:pt x="3597" y="2665"/>
                </a:lnTo>
                <a:lnTo>
                  <a:pt x="3608" y="2655"/>
                </a:lnTo>
                <a:lnTo>
                  <a:pt x="3612" y="2654"/>
                </a:lnTo>
                <a:lnTo>
                  <a:pt x="3616" y="2655"/>
                </a:lnTo>
                <a:lnTo>
                  <a:pt x="3620" y="2665"/>
                </a:lnTo>
                <a:lnTo>
                  <a:pt x="3620" y="2672"/>
                </a:lnTo>
                <a:close/>
                <a:moveTo>
                  <a:pt x="348" y="2690"/>
                </a:moveTo>
                <a:lnTo>
                  <a:pt x="350" y="2697"/>
                </a:lnTo>
                <a:lnTo>
                  <a:pt x="347" y="2707"/>
                </a:lnTo>
                <a:lnTo>
                  <a:pt x="340" y="2708"/>
                </a:lnTo>
                <a:lnTo>
                  <a:pt x="333" y="2707"/>
                </a:lnTo>
                <a:lnTo>
                  <a:pt x="322" y="2697"/>
                </a:lnTo>
                <a:lnTo>
                  <a:pt x="321" y="2690"/>
                </a:lnTo>
                <a:lnTo>
                  <a:pt x="321" y="2682"/>
                </a:lnTo>
                <a:lnTo>
                  <a:pt x="325" y="2672"/>
                </a:lnTo>
                <a:lnTo>
                  <a:pt x="327" y="2672"/>
                </a:lnTo>
                <a:lnTo>
                  <a:pt x="332" y="2672"/>
                </a:lnTo>
                <a:lnTo>
                  <a:pt x="343" y="2682"/>
                </a:lnTo>
                <a:lnTo>
                  <a:pt x="348" y="2690"/>
                </a:lnTo>
                <a:close/>
                <a:moveTo>
                  <a:pt x="148" y="2708"/>
                </a:moveTo>
                <a:lnTo>
                  <a:pt x="151" y="2715"/>
                </a:lnTo>
                <a:lnTo>
                  <a:pt x="147" y="2726"/>
                </a:lnTo>
                <a:lnTo>
                  <a:pt x="141" y="2727"/>
                </a:lnTo>
                <a:lnTo>
                  <a:pt x="133" y="2726"/>
                </a:lnTo>
                <a:lnTo>
                  <a:pt x="122" y="2715"/>
                </a:lnTo>
                <a:lnTo>
                  <a:pt x="121" y="2708"/>
                </a:lnTo>
                <a:lnTo>
                  <a:pt x="122" y="2701"/>
                </a:lnTo>
                <a:lnTo>
                  <a:pt x="125" y="2691"/>
                </a:lnTo>
                <a:lnTo>
                  <a:pt x="128" y="2690"/>
                </a:lnTo>
                <a:lnTo>
                  <a:pt x="133" y="2691"/>
                </a:lnTo>
                <a:lnTo>
                  <a:pt x="143" y="2701"/>
                </a:lnTo>
                <a:lnTo>
                  <a:pt x="148" y="2708"/>
                </a:lnTo>
                <a:close/>
                <a:moveTo>
                  <a:pt x="3525" y="2728"/>
                </a:moveTo>
                <a:lnTo>
                  <a:pt x="3514" y="2736"/>
                </a:lnTo>
                <a:lnTo>
                  <a:pt x="3514" y="2744"/>
                </a:lnTo>
                <a:lnTo>
                  <a:pt x="3525" y="2744"/>
                </a:lnTo>
                <a:lnTo>
                  <a:pt x="3535" y="2746"/>
                </a:lnTo>
                <a:lnTo>
                  <a:pt x="3546" y="2760"/>
                </a:lnTo>
                <a:lnTo>
                  <a:pt x="3546" y="2781"/>
                </a:lnTo>
                <a:lnTo>
                  <a:pt x="3535" y="2802"/>
                </a:lnTo>
                <a:lnTo>
                  <a:pt x="3525" y="2809"/>
                </a:lnTo>
                <a:lnTo>
                  <a:pt x="3519" y="2814"/>
                </a:lnTo>
                <a:lnTo>
                  <a:pt x="3513" y="2811"/>
                </a:lnTo>
                <a:lnTo>
                  <a:pt x="3517" y="2804"/>
                </a:lnTo>
                <a:lnTo>
                  <a:pt x="3520" y="2795"/>
                </a:lnTo>
                <a:lnTo>
                  <a:pt x="3512" y="2772"/>
                </a:lnTo>
                <a:lnTo>
                  <a:pt x="3503" y="2762"/>
                </a:lnTo>
                <a:lnTo>
                  <a:pt x="3492" y="2753"/>
                </a:lnTo>
                <a:lnTo>
                  <a:pt x="3485" y="2729"/>
                </a:lnTo>
                <a:lnTo>
                  <a:pt x="3492" y="2708"/>
                </a:lnTo>
                <a:lnTo>
                  <a:pt x="3510" y="2699"/>
                </a:lnTo>
                <a:lnTo>
                  <a:pt x="3524" y="2703"/>
                </a:lnTo>
                <a:lnTo>
                  <a:pt x="3537" y="2709"/>
                </a:lnTo>
                <a:lnTo>
                  <a:pt x="3538" y="2720"/>
                </a:lnTo>
                <a:lnTo>
                  <a:pt x="3525" y="2728"/>
                </a:lnTo>
                <a:close/>
                <a:moveTo>
                  <a:pt x="3710" y="2727"/>
                </a:moveTo>
                <a:lnTo>
                  <a:pt x="3709" y="2733"/>
                </a:lnTo>
                <a:lnTo>
                  <a:pt x="3694" y="2743"/>
                </a:lnTo>
                <a:lnTo>
                  <a:pt x="3683" y="2744"/>
                </a:lnTo>
                <a:lnTo>
                  <a:pt x="3673" y="2743"/>
                </a:lnTo>
                <a:lnTo>
                  <a:pt x="3658" y="2733"/>
                </a:lnTo>
                <a:lnTo>
                  <a:pt x="3656" y="2727"/>
                </a:lnTo>
                <a:lnTo>
                  <a:pt x="3658" y="2719"/>
                </a:lnTo>
                <a:lnTo>
                  <a:pt x="3673" y="2709"/>
                </a:lnTo>
                <a:lnTo>
                  <a:pt x="3683" y="2708"/>
                </a:lnTo>
                <a:lnTo>
                  <a:pt x="3694" y="2709"/>
                </a:lnTo>
                <a:lnTo>
                  <a:pt x="3709" y="2719"/>
                </a:lnTo>
                <a:lnTo>
                  <a:pt x="3710" y="2727"/>
                </a:lnTo>
                <a:close/>
                <a:moveTo>
                  <a:pt x="4273" y="2765"/>
                </a:moveTo>
                <a:lnTo>
                  <a:pt x="4272" y="2771"/>
                </a:lnTo>
                <a:lnTo>
                  <a:pt x="4262" y="2780"/>
                </a:lnTo>
                <a:lnTo>
                  <a:pt x="4254" y="2781"/>
                </a:lnTo>
                <a:lnTo>
                  <a:pt x="4248" y="2779"/>
                </a:lnTo>
                <a:lnTo>
                  <a:pt x="4238" y="2764"/>
                </a:lnTo>
                <a:lnTo>
                  <a:pt x="4237" y="2752"/>
                </a:lnTo>
                <a:lnTo>
                  <a:pt x="4238" y="2742"/>
                </a:lnTo>
                <a:lnTo>
                  <a:pt x="4248" y="2733"/>
                </a:lnTo>
                <a:lnTo>
                  <a:pt x="4254" y="2735"/>
                </a:lnTo>
                <a:lnTo>
                  <a:pt x="4262" y="2741"/>
                </a:lnTo>
                <a:lnTo>
                  <a:pt x="4272" y="2756"/>
                </a:lnTo>
                <a:lnTo>
                  <a:pt x="4273" y="2765"/>
                </a:lnTo>
                <a:close/>
                <a:moveTo>
                  <a:pt x="381" y="2784"/>
                </a:moveTo>
                <a:lnTo>
                  <a:pt x="409" y="2825"/>
                </a:lnTo>
                <a:lnTo>
                  <a:pt x="422" y="2784"/>
                </a:lnTo>
                <a:lnTo>
                  <a:pt x="426" y="2768"/>
                </a:lnTo>
                <a:lnTo>
                  <a:pt x="439" y="2746"/>
                </a:lnTo>
                <a:lnTo>
                  <a:pt x="446" y="2744"/>
                </a:lnTo>
                <a:lnTo>
                  <a:pt x="456" y="2746"/>
                </a:lnTo>
                <a:lnTo>
                  <a:pt x="483" y="2760"/>
                </a:lnTo>
                <a:lnTo>
                  <a:pt x="507" y="2782"/>
                </a:lnTo>
                <a:lnTo>
                  <a:pt x="520" y="2802"/>
                </a:lnTo>
                <a:lnTo>
                  <a:pt x="518" y="2808"/>
                </a:lnTo>
                <a:lnTo>
                  <a:pt x="511" y="2810"/>
                </a:lnTo>
                <a:lnTo>
                  <a:pt x="488" y="2800"/>
                </a:lnTo>
                <a:lnTo>
                  <a:pt x="476" y="2790"/>
                </a:lnTo>
                <a:lnTo>
                  <a:pt x="460" y="2773"/>
                </a:lnTo>
                <a:lnTo>
                  <a:pt x="449" y="2770"/>
                </a:lnTo>
                <a:lnTo>
                  <a:pt x="447" y="2779"/>
                </a:lnTo>
                <a:lnTo>
                  <a:pt x="447" y="2787"/>
                </a:lnTo>
                <a:lnTo>
                  <a:pt x="449" y="2799"/>
                </a:lnTo>
                <a:lnTo>
                  <a:pt x="471" y="2827"/>
                </a:lnTo>
                <a:lnTo>
                  <a:pt x="487" y="2836"/>
                </a:lnTo>
                <a:lnTo>
                  <a:pt x="500" y="2844"/>
                </a:lnTo>
                <a:lnTo>
                  <a:pt x="514" y="2854"/>
                </a:lnTo>
                <a:lnTo>
                  <a:pt x="516" y="2862"/>
                </a:lnTo>
                <a:lnTo>
                  <a:pt x="502" y="2875"/>
                </a:lnTo>
                <a:lnTo>
                  <a:pt x="490" y="2884"/>
                </a:lnTo>
                <a:lnTo>
                  <a:pt x="471" y="2898"/>
                </a:lnTo>
                <a:lnTo>
                  <a:pt x="471" y="2908"/>
                </a:lnTo>
                <a:lnTo>
                  <a:pt x="493" y="2906"/>
                </a:lnTo>
                <a:lnTo>
                  <a:pt x="516" y="2904"/>
                </a:lnTo>
                <a:lnTo>
                  <a:pt x="552" y="2904"/>
                </a:lnTo>
                <a:lnTo>
                  <a:pt x="579" y="2909"/>
                </a:lnTo>
                <a:lnTo>
                  <a:pt x="592" y="2920"/>
                </a:lnTo>
                <a:lnTo>
                  <a:pt x="593" y="2928"/>
                </a:lnTo>
                <a:lnTo>
                  <a:pt x="592" y="2931"/>
                </a:lnTo>
                <a:lnTo>
                  <a:pt x="586" y="2936"/>
                </a:lnTo>
                <a:lnTo>
                  <a:pt x="570" y="2939"/>
                </a:lnTo>
                <a:lnTo>
                  <a:pt x="555" y="2934"/>
                </a:lnTo>
                <a:lnTo>
                  <a:pt x="536" y="2929"/>
                </a:lnTo>
                <a:lnTo>
                  <a:pt x="525" y="2931"/>
                </a:lnTo>
                <a:lnTo>
                  <a:pt x="525" y="2936"/>
                </a:lnTo>
                <a:lnTo>
                  <a:pt x="527" y="2942"/>
                </a:lnTo>
                <a:lnTo>
                  <a:pt x="534" y="2954"/>
                </a:lnTo>
                <a:lnTo>
                  <a:pt x="530" y="2962"/>
                </a:lnTo>
                <a:lnTo>
                  <a:pt x="508" y="2955"/>
                </a:lnTo>
                <a:lnTo>
                  <a:pt x="476" y="2932"/>
                </a:lnTo>
                <a:lnTo>
                  <a:pt x="458" y="2917"/>
                </a:lnTo>
                <a:lnTo>
                  <a:pt x="437" y="2895"/>
                </a:lnTo>
                <a:lnTo>
                  <a:pt x="420" y="2865"/>
                </a:lnTo>
                <a:lnTo>
                  <a:pt x="417" y="2848"/>
                </a:lnTo>
                <a:lnTo>
                  <a:pt x="419" y="2842"/>
                </a:lnTo>
                <a:lnTo>
                  <a:pt x="422" y="2832"/>
                </a:lnTo>
                <a:lnTo>
                  <a:pt x="420" y="2822"/>
                </a:lnTo>
                <a:lnTo>
                  <a:pt x="414" y="2824"/>
                </a:lnTo>
                <a:lnTo>
                  <a:pt x="406" y="2827"/>
                </a:lnTo>
                <a:lnTo>
                  <a:pt x="376" y="2816"/>
                </a:lnTo>
                <a:lnTo>
                  <a:pt x="345" y="2794"/>
                </a:lnTo>
                <a:lnTo>
                  <a:pt x="323" y="2770"/>
                </a:lnTo>
                <a:lnTo>
                  <a:pt x="321" y="2760"/>
                </a:lnTo>
                <a:lnTo>
                  <a:pt x="322" y="2751"/>
                </a:lnTo>
                <a:lnTo>
                  <a:pt x="332" y="2744"/>
                </a:lnTo>
                <a:lnTo>
                  <a:pt x="348" y="2751"/>
                </a:lnTo>
                <a:lnTo>
                  <a:pt x="370" y="2770"/>
                </a:lnTo>
                <a:lnTo>
                  <a:pt x="381" y="2784"/>
                </a:lnTo>
                <a:close/>
                <a:moveTo>
                  <a:pt x="3457" y="2771"/>
                </a:moveTo>
                <a:lnTo>
                  <a:pt x="3457" y="2782"/>
                </a:lnTo>
                <a:lnTo>
                  <a:pt x="3452" y="2797"/>
                </a:lnTo>
                <a:lnTo>
                  <a:pt x="3449" y="2798"/>
                </a:lnTo>
                <a:lnTo>
                  <a:pt x="3443" y="2792"/>
                </a:lnTo>
                <a:lnTo>
                  <a:pt x="3432" y="2771"/>
                </a:lnTo>
                <a:lnTo>
                  <a:pt x="3429" y="2761"/>
                </a:lnTo>
                <a:lnTo>
                  <a:pt x="3433" y="2746"/>
                </a:lnTo>
                <a:lnTo>
                  <a:pt x="3438" y="2744"/>
                </a:lnTo>
                <a:lnTo>
                  <a:pt x="3446" y="2746"/>
                </a:lnTo>
                <a:lnTo>
                  <a:pt x="3456" y="2761"/>
                </a:lnTo>
                <a:lnTo>
                  <a:pt x="3457" y="2771"/>
                </a:lnTo>
                <a:close/>
                <a:moveTo>
                  <a:pt x="3339" y="2781"/>
                </a:moveTo>
                <a:lnTo>
                  <a:pt x="3343" y="2787"/>
                </a:lnTo>
                <a:lnTo>
                  <a:pt x="3338" y="2797"/>
                </a:lnTo>
                <a:lnTo>
                  <a:pt x="3332" y="2798"/>
                </a:lnTo>
                <a:lnTo>
                  <a:pt x="3324" y="2797"/>
                </a:lnTo>
                <a:lnTo>
                  <a:pt x="3308" y="2787"/>
                </a:lnTo>
                <a:lnTo>
                  <a:pt x="3302" y="2781"/>
                </a:lnTo>
                <a:lnTo>
                  <a:pt x="3299" y="2773"/>
                </a:lnTo>
                <a:lnTo>
                  <a:pt x="3303" y="2764"/>
                </a:lnTo>
                <a:lnTo>
                  <a:pt x="3310" y="2762"/>
                </a:lnTo>
                <a:lnTo>
                  <a:pt x="3318" y="2764"/>
                </a:lnTo>
                <a:lnTo>
                  <a:pt x="3334" y="2773"/>
                </a:lnTo>
                <a:lnTo>
                  <a:pt x="3339" y="2781"/>
                </a:lnTo>
                <a:close/>
                <a:moveTo>
                  <a:pt x="3629" y="2779"/>
                </a:moveTo>
                <a:lnTo>
                  <a:pt x="3632" y="2786"/>
                </a:lnTo>
                <a:lnTo>
                  <a:pt x="3628" y="2800"/>
                </a:lnTo>
                <a:lnTo>
                  <a:pt x="3622" y="2806"/>
                </a:lnTo>
                <a:lnTo>
                  <a:pt x="3615" y="2808"/>
                </a:lnTo>
                <a:lnTo>
                  <a:pt x="3600" y="2799"/>
                </a:lnTo>
                <a:lnTo>
                  <a:pt x="3595" y="2790"/>
                </a:lnTo>
                <a:lnTo>
                  <a:pt x="3592" y="2780"/>
                </a:lnTo>
                <a:lnTo>
                  <a:pt x="3596" y="2766"/>
                </a:lnTo>
                <a:lnTo>
                  <a:pt x="3607" y="2762"/>
                </a:lnTo>
                <a:lnTo>
                  <a:pt x="3622" y="2770"/>
                </a:lnTo>
                <a:lnTo>
                  <a:pt x="3629" y="2779"/>
                </a:lnTo>
                <a:close/>
                <a:moveTo>
                  <a:pt x="4113" y="2787"/>
                </a:moveTo>
                <a:lnTo>
                  <a:pt x="4139" y="2787"/>
                </a:lnTo>
                <a:lnTo>
                  <a:pt x="4149" y="2793"/>
                </a:lnTo>
                <a:lnTo>
                  <a:pt x="4143" y="2803"/>
                </a:lnTo>
                <a:lnTo>
                  <a:pt x="4137" y="2809"/>
                </a:lnTo>
                <a:lnTo>
                  <a:pt x="4125" y="2821"/>
                </a:lnTo>
                <a:lnTo>
                  <a:pt x="4100" y="2832"/>
                </a:lnTo>
                <a:lnTo>
                  <a:pt x="4068" y="2830"/>
                </a:lnTo>
                <a:lnTo>
                  <a:pt x="4022" y="2814"/>
                </a:lnTo>
                <a:lnTo>
                  <a:pt x="3992" y="2798"/>
                </a:lnTo>
                <a:lnTo>
                  <a:pt x="3919" y="2765"/>
                </a:lnTo>
                <a:lnTo>
                  <a:pt x="3992" y="2777"/>
                </a:lnTo>
                <a:lnTo>
                  <a:pt x="4058" y="2785"/>
                </a:lnTo>
                <a:lnTo>
                  <a:pt x="4113" y="2787"/>
                </a:lnTo>
                <a:close/>
                <a:moveTo>
                  <a:pt x="4416" y="2849"/>
                </a:moveTo>
                <a:lnTo>
                  <a:pt x="4405" y="2864"/>
                </a:lnTo>
                <a:lnTo>
                  <a:pt x="4386" y="2875"/>
                </a:lnTo>
                <a:lnTo>
                  <a:pt x="4373" y="2877"/>
                </a:lnTo>
                <a:lnTo>
                  <a:pt x="4367" y="2874"/>
                </a:lnTo>
                <a:lnTo>
                  <a:pt x="4360" y="2872"/>
                </a:lnTo>
                <a:lnTo>
                  <a:pt x="4354" y="2866"/>
                </a:lnTo>
                <a:lnTo>
                  <a:pt x="4362" y="2850"/>
                </a:lnTo>
                <a:lnTo>
                  <a:pt x="4384" y="2833"/>
                </a:lnTo>
                <a:lnTo>
                  <a:pt x="4401" y="2820"/>
                </a:lnTo>
                <a:lnTo>
                  <a:pt x="4425" y="2808"/>
                </a:lnTo>
                <a:lnTo>
                  <a:pt x="4434" y="2812"/>
                </a:lnTo>
                <a:lnTo>
                  <a:pt x="4426" y="2832"/>
                </a:lnTo>
                <a:lnTo>
                  <a:pt x="4416" y="2849"/>
                </a:lnTo>
                <a:close/>
                <a:moveTo>
                  <a:pt x="3421" y="2835"/>
                </a:moveTo>
                <a:lnTo>
                  <a:pt x="3419" y="2848"/>
                </a:lnTo>
                <a:lnTo>
                  <a:pt x="3413" y="2853"/>
                </a:lnTo>
                <a:lnTo>
                  <a:pt x="3404" y="2848"/>
                </a:lnTo>
                <a:lnTo>
                  <a:pt x="3394" y="2835"/>
                </a:lnTo>
                <a:lnTo>
                  <a:pt x="3390" y="2828"/>
                </a:lnTo>
                <a:lnTo>
                  <a:pt x="3395" y="2818"/>
                </a:lnTo>
                <a:lnTo>
                  <a:pt x="3400" y="2817"/>
                </a:lnTo>
                <a:lnTo>
                  <a:pt x="3409" y="2818"/>
                </a:lnTo>
                <a:lnTo>
                  <a:pt x="3420" y="2828"/>
                </a:lnTo>
                <a:lnTo>
                  <a:pt x="3421" y="2835"/>
                </a:lnTo>
                <a:close/>
                <a:moveTo>
                  <a:pt x="3729" y="2835"/>
                </a:moveTo>
                <a:lnTo>
                  <a:pt x="3727" y="2842"/>
                </a:lnTo>
                <a:lnTo>
                  <a:pt x="3710" y="2852"/>
                </a:lnTo>
                <a:lnTo>
                  <a:pt x="3698" y="2853"/>
                </a:lnTo>
                <a:lnTo>
                  <a:pt x="3681" y="2853"/>
                </a:lnTo>
                <a:lnTo>
                  <a:pt x="3678" y="2844"/>
                </a:lnTo>
                <a:lnTo>
                  <a:pt x="3693" y="2835"/>
                </a:lnTo>
                <a:lnTo>
                  <a:pt x="3715" y="2821"/>
                </a:lnTo>
                <a:lnTo>
                  <a:pt x="3727" y="2819"/>
                </a:lnTo>
                <a:lnTo>
                  <a:pt x="3729" y="2828"/>
                </a:lnTo>
                <a:lnTo>
                  <a:pt x="3729" y="2835"/>
                </a:lnTo>
                <a:close/>
                <a:moveTo>
                  <a:pt x="3384" y="2880"/>
                </a:moveTo>
                <a:lnTo>
                  <a:pt x="3407" y="2893"/>
                </a:lnTo>
                <a:lnTo>
                  <a:pt x="3413" y="2904"/>
                </a:lnTo>
                <a:lnTo>
                  <a:pt x="3406" y="2907"/>
                </a:lnTo>
                <a:lnTo>
                  <a:pt x="3397" y="2907"/>
                </a:lnTo>
                <a:lnTo>
                  <a:pt x="3387" y="2907"/>
                </a:lnTo>
                <a:lnTo>
                  <a:pt x="3376" y="2910"/>
                </a:lnTo>
                <a:lnTo>
                  <a:pt x="3378" y="2927"/>
                </a:lnTo>
                <a:lnTo>
                  <a:pt x="3395" y="2953"/>
                </a:lnTo>
                <a:lnTo>
                  <a:pt x="3407" y="2971"/>
                </a:lnTo>
                <a:lnTo>
                  <a:pt x="3418" y="3008"/>
                </a:lnTo>
                <a:lnTo>
                  <a:pt x="3415" y="3020"/>
                </a:lnTo>
                <a:lnTo>
                  <a:pt x="3412" y="3024"/>
                </a:lnTo>
                <a:lnTo>
                  <a:pt x="3407" y="3028"/>
                </a:lnTo>
                <a:lnTo>
                  <a:pt x="3399" y="3019"/>
                </a:lnTo>
                <a:lnTo>
                  <a:pt x="3394" y="3002"/>
                </a:lnTo>
                <a:lnTo>
                  <a:pt x="3387" y="2985"/>
                </a:lnTo>
                <a:lnTo>
                  <a:pt x="3370" y="2964"/>
                </a:lnTo>
                <a:lnTo>
                  <a:pt x="3362" y="2961"/>
                </a:lnTo>
                <a:lnTo>
                  <a:pt x="3359" y="2961"/>
                </a:lnTo>
                <a:lnTo>
                  <a:pt x="3353" y="2956"/>
                </a:lnTo>
                <a:lnTo>
                  <a:pt x="3350" y="2940"/>
                </a:lnTo>
                <a:lnTo>
                  <a:pt x="3353" y="2923"/>
                </a:lnTo>
                <a:lnTo>
                  <a:pt x="3356" y="2915"/>
                </a:lnTo>
                <a:lnTo>
                  <a:pt x="3355" y="2898"/>
                </a:lnTo>
                <a:lnTo>
                  <a:pt x="3348" y="2885"/>
                </a:lnTo>
                <a:lnTo>
                  <a:pt x="3334" y="2875"/>
                </a:lnTo>
                <a:lnTo>
                  <a:pt x="3324" y="2871"/>
                </a:lnTo>
                <a:lnTo>
                  <a:pt x="3309" y="2865"/>
                </a:lnTo>
                <a:lnTo>
                  <a:pt x="3302" y="2857"/>
                </a:lnTo>
                <a:lnTo>
                  <a:pt x="3307" y="2855"/>
                </a:lnTo>
                <a:lnTo>
                  <a:pt x="3312" y="2855"/>
                </a:lnTo>
                <a:lnTo>
                  <a:pt x="3325" y="2856"/>
                </a:lnTo>
                <a:lnTo>
                  <a:pt x="3364" y="2870"/>
                </a:lnTo>
                <a:lnTo>
                  <a:pt x="3384" y="2880"/>
                </a:lnTo>
                <a:close/>
                <a:moveTo>
                  <a:pt x="642" y="2911"/>
                </a:moveTo>
                <a:lnTo>
                  <a:pt x="637" y="2919"/>
                </a:lnTo>
                <a:lnTo>
                  <a:pt x="631" y="2914"/>
                </a:lnTo>
                <a:lnTo>
                  <a:pt x="631" y="2900"/>
                </a:lnTo>
                <a:lnTo>
                  <a:pt x="630" y="2886"/>
                </a:lnTo>
                <a:lnTo>
                  <a:pt x="634" y="2875"/>
                </a:lnTo>
                <a:lnTo>
                  <a:pt x="637" y="2874"/>
                </a:lnTo>
                <a:lnTo>
                  <a:pt x="640" y="2877"/>
                </a:lnTo>
                <a:lnTo>
                  <a:pt x="643" y="2882"/>
                </a:lnTo>
                <a:lnTo>
                  <a:pt x="645" y="2900"/>
                </a:lnTo>
                <a:lnTo>
                  <a:pt x="642" y="2911"/>
                </a:lnTo>
                <a:close/>
                <a:moveTo>
                  <a:pt x="3856" y="2890"/>
                </a:moveTo>
                <a:lnTo>
                  <a:pt x="3854" y="2903"/>
                </a:lnTo>
                <a:lnTo>
                  <a:pt x="3848" y="2907"/>
                </a:lnTo>
                <a:lnTo>
                  <a:pt x="3839" y="2903"/>
                </a:lnTo>
                <a:lnTo>
                  <a:pt x="3829" y="2890"/>
                </a:lnTo>
                <a:lnTo>
                  <a:pt x="3826" y="2882"/>
                </a:lnTo>
                <a:lnTo>
                  <a:pt x="3830" y="2872"/>
                </a:lnTo>
                <a:lnTo>
                  <a:pt x="3835" y="2871"/>
                </a:lnTo>
                <a:lnTo>
                  <a:pt x="3844" y="2872"/>
                </a:lnTo>
                <a:lnTo>
                  <a:pt x="3855" y="2882"/>
                </a:lnTo>
                <a:lnTo>
                  <a:pt x="3856" y="2890"/>
                </a:lnTo>
                <a:close/>
                <a:moveTo>
                  <a:pt x="4145" y="2890"/>
                </a:moveTo>
                <a:lnTo>
                  <a:pt x="4144" y="2896"/>
                </a:lnTo>
                <a:lnTo>
                  <a:pt x="4131" y="2906"/>
                </a:lnTo>
                <a:lnTo>
                  <a:pt x="4120" y="2907"/>
                </a:lnTo>
                <a:lnTo>
                  <a:pt x="4109" y="2906"/>
                </a:lnTo>
                <a:lnTo>
                  <a:pt x="4088" y="2896"/>
                </a:lnTo>
                <a:lnTo>
                  <a:pt x="4082" y="2890"/>
                </a:lnTo>
                <a:lnTo>
                  <a:pt x="4081" y="2885"/>
                </a:lnTo>
                <a:lnTo>
                  <a:pt x="4082" y="2879"/>
                </a:lnTo>
                <a:lnTo>
                  <a:pt x="4094" y="2872"/>
                </a:lnTo>
                <a:lnTo>
                  <a:pt x="4107" y="2871"/>
                </a:lnTo>
                <a:lnTo>
                  <a:pt x="4124" y="2872"/>
                </a:lnTo>
                <a:lnTo>
                  <a:pt x="4143" y="2882"/>
                </a:lnTo>
                <a:lnTo>
                  <a:pt x="4145" y="2890"/>
                </a:lnTo>
                <a:close/>
                <a:moveTo>
                  <a:pt x="403" y="2904"/>
                </a:moveTo>
                <a:lnTo>
                  <a:pt x="402" y="2908"/>
                </a:lnTo>
                <a:lnTo>
                  <a:pt x="409" y="2919"/>
                </a:lnTo>
                <a:lnTo>
                  <a:pt x="435" y="2937"/>
                </a:lnTo>
                <a:lnTo>
                  <a:pt x="484" y="2961"/>
                </a:lnTo>
                <a:lnTo>
                  <a:pt x="519" y="2970"/>
                </a:lnTo>
                <a:lnTo>
                  <a:pt x="536" y="2971"/>
                </a:lnTo>
                <a:lnTo>
                  <a:pt x="542" y="2969"/>
                </a:lnTo>
                <a:lnTo>
                  <a:pt x="550" y="2966"/>
                </a:lnTo>
                <a:lnTo>
                  <a:pt x="569" y="2973"/>
                </a:lnTo>
                <a:lnTo>
                  <a:pt x="576" y="2982"/>
                </a:lnTo>
                <a:lnTo>
                  <a:pt x="585" y="2997"/>
                </a:lnTo>
                <a:lnTo>
                  <a:pt x="592" y="3016"/>
                </a:lnTo>
                <a:lnTo>
                  <a:pt x="584" y="3022"/>
                </a:lnTo>
                <a:lnTo>
                  <a:pt x="561" y="3016"/>
                </a:lnTo>
                <a:lnTo>
                  <a:pt x="544" y="3007"/>
                </a:lnTo>
                <a:lnTo>
                  <a:pt x="521" y="2996"/>
                </a:lnTo>
                <a:lnTo>
                  <a:pt x="494" y="2992"/>
                </a:lnTo>
                <a:lnTo>
                  <a:pt x="480" y="2994"/>
                </a:lnTo>
                <a:lnTo>
                  <a:pt x="474" y="2998"/>
                </a:lnTo>
                <a:lnTo>
                  <a:pt x="469" y="3002"/>
                </a:lnTo>
                <a:lnTo>
                  <a:pt x="454" y="3002"/>
                </a:lnTo>
                <a:lnTo>
                  <a:pt x="423" y="2982"/>
                </a:lnTo>
                <a:lnTo>
                  <a:pt x="395" y="2953"/>
                </a:lnTo>
                <a:lnTo>
                  <a:pt x="362" y="2916"/>
                </a:lnTo>
                <a:lnTo>
                  <a:pt x="351" y="2894"/>
                </a:lnTo>
                <a:lnTo>
                  <a:pt x="363" y="2890"/>
                </a:lnTo>
                <a:lnTo>
                  <a:pt x="375" y="2890"/>
                </a:lnTo>
                <a:lnTo>
                  <a:pt x="390" y="2890"/>
                </a:lnTo>
                <a:lnTo>
                  <a:pt x="403" y="2896"/>
                </a:lnTo>
                <a:lnTo>
                  <a:pt x="406" y="2900"/>
                </a:lnTo>
                <a:lnTo>
                  <a:pt x="403" y="2904"/>
                </a:lnTo>
                <a:close/>
                <a:moveTo>
                  <a:pt x="4269" y="2911"/>
                </a:moveTo>
                <a:lnTo>
                  <a:pt x="4265" y="2920"/>
                </a:lnTo>
                <a:lnTo>
                  <a:pt x="4249" y="2936"/>
                </a:lnTo>
                <a:lnTo>
                  <a:pt x="4240" y="2940"/>
                </a:lnTo>
                <a:lnTo>
                  <a:pt x="4231" y="2942"/>
                </a:lnTo>
                <a:lnTo>
                  <a:pt x="4225" y="2931"/>
                </a:lnTo>
                <a:lnTo>
                  <a:pt x="4229" y="2918"/>
                </a:lnTo>
                <a:lnTo>
                  <a:pt x="4235" y="2907"/>
                </a:lnTo>
                <a:lnTo>
                  <a:pt x="4250" y="2893"/>
                </a:lnTo>
                <a:lnTo>
                  <a:pt x="4265" y="2890"/>
                </a:lnTo>
                <a:lnTo>
                  <a:pt x="4272" y="2900"/>
                </a:lnTo>
                <a:lnTo>
                  <a:pt x="4269" y="2911"/>
                </a:lnTo>
                <a:close/>
                <a:moveTo>
                  <a:pt x="4450" y="2915"/>
                </a:moveTo>
                <a:lnTo>
                  <a:pt x="4440" y="2924"/>
                </a:lnTo>
                <a:lnTo>
                  <a:pt x="4424" y="2935"/>
                </a:lnTo>
                <a:lnTo>
                  <a:pt x="4419" y="2934"/>
                </a:lnTo>
                <a:lnTo>
                  <a:pt x="4417" y="2930"/>
                </a:lnTo>
                <a:lnTo>
                  <a:pt x="4422" y="2916"/>
                </a:lnTo>
                <a:lnTo>
                  <a:pt x="4434" y="2900"/>
                </a:lnTo>
                <a:lnTo>
                  <a:pt x="4449" y="2891"/>
                </a:lnTo>
                <a:lnTo>
                  <a:pt x="4455" y="2890"/>
                </a:lnTo>
                <a:lnTo>
                  <a:pt x="4459" y="2890"/>
                </a:lnTo>
                <a:lnTo>
                  <a:pt x="4462" y="2893"/>
                </a:lnTo>
                <a:lnTo>
                  <a:pt x="4459" y="2904"/>
                </a:lnTo>
                <a:lnTo>
                  <a:pt x="4450" y="2915"/>
                </a:lnTo>
                <a:close/>
                <a:moveTo>
                  <a:pt x="4885" y="2983"/>
                </a:moveTo>
                <a:lnTo>
                  <a:pt x="4863" y="2994"/>
                </a:lnTo>
                <a:lnTo>
                  <a:pt x="4844" y="2998"/>
                </a:lnTo>
                <a:lnTo>
                  <a:pt x="4838" y="2997"/>
                </a:lnTo>
                <a:lnTo>
                  <a:pt x="4842" y="2989"/>
                </a:lnTo>
                <a:lnTo>
                  <a:pt x="4851" y="2982"/>
                </a:lnTo>
                <a:lnTo>
                  <a:pt x="4861" y="2973"/>
                </a:lnTo>
                <a:lnTo>
                  <a:pt x="4863" y="2960"/>
                </a:lnTo>
                <a:lnTo>
                  <a:pt x="4855" y="2955"/>
                </a:lnTo>
                <a:lnTo>
                  <a:pt x="4847" y="2947"/>
                </a:lnTo>
                <a:lnTo>
                  <a:pt x="4836" y="2925"/>
                </a:lnTo>
                <a:lnTo>
                  <a:pt x="4835" y="2912"/>
                </a:lnTo>
                <a:lnTo>
                  <a:pt x="4835" y="2906"/>
                </a:lnTo>
                <a:lnTo>
                  <a:pt x="4838" y="2898"/>
                </a:lnTo>
                <a:lnTo>
                  <a:pt x="4852" y="2905"/>
                </a:lnTo>
                <a:lnTo>
                  <a:pt x="4871" y="2925"/>
                </a:lnTo>
                <a:lnTo>
                  <a:pt x="4889" y="2947"/>
                </a:lnTo>
                <a:lnTo>
                  <a:pt x="4896" y="2968"/>
                </a:lnTo>
                <a:lnTo>
                  <a:pt x="4890" y="2979"/>
                </a:lnTo>
                <a:lnTo>
                  <a:pt x="4885" y="2983"/>
                </a:lnTo>
                <a:close/>
                <a:moveTo>
                  <a:pt x="3475" y="2925"/>
                </a:moveTo>
                <a:lnTo>
                  <a:pt x="3473" y="2939"/>
                </a:lnTo>
                <a:lnTo>
                  <a:pt x="3468" y="2944"/>
                </a:lnTo>
                <a:lnTo>
                  <a:pt x="3458" y="2939"/>
                </a:lnTo>
                <a:lnTo>
                  <a:pt x="3448" y="2925"/>
                </a:lnTo>
                <a:lnTo>
                  <a:pt x="3445" y="2918"/>
                </a:lnTo>
                <a:lnTo>
                  <a:pt x="3449" y="2908"/>
                </a:lnTo>
                <a:lnTo>
                  <a:pt x="3455" y="2907"/>
                </a:lnTo>
                <a:lnTo>
                  <a:pt x="3463" y="2908"/>
                </a:lnTo>
                <a:lnTo>
                  <a:pt x="3474" y="2918"/>
                </a:lnTo>
                <a:lnTo>
                  <a:pt x="3475" y="2925"/>
                </a:lnTo>
                <a:close/>
                <a:moveTo>
                  <a:pt x="4200" y="2944"/>
                </a:moveTo>
                <a:lnTo>
                  <a:pt x="4199" y="2950"/>
                </a:lnTo>
                <a:lnTo>
                  <a:pt x="4188" y="2960"/>
                </a:lnTo>
                <a:lnTo>
                  <a:pt x="4180" y="2961"/>
                </a:lnTo>
                <a:lnTo>
                  <a:pt x="4174" y="2960"/>
                </a:lnTo>
                <a:lnTo>
                  <a:pt x="4170" y="2950"/>
                </a:lnTo>
                <a:lnTo>
                  <a:pt x="4173" y="2944"/>
                </a:lnTo>
                <a:lnTo>
                  <a:pt x="4177" y="2936"/>
                </a:lnTo>
                <a:lnTo>
                  <a:pt x="4188" y="2927"/>
                </a:lnTo>
                <a:lnTo>
                  <a:pt x="4193" y="2925"/>
                </a:lnTo>
                <a:lnTo>
                  <a:pt x="4195" y="2927"/>
                </a:lnTo>
                <a:lnTo>
                  <a:pt x="4200" y="2936"/>
                </a:lnTo>
                <a:lnTo>
                  <a:pt x="4200" y="2944"/>
                </a:lnTo>
                <a:close/>
                <a:moveTo>
                  <a:pt x="349" y="3010"/>
                </a:moveTo>
                <a:lnTo>
                  <a:pt x="343" y="3016"/>
                </a:lnTo>
                <a:lnTo>
                  <a:pt x="332" y="3015"/>
                </a:lnTo>
                <a:lnTo>
                  <a:pt x="325" y="3004"/>
                </a:lnTo>
                <a:lnTo>
                  <a:pt x="326" y="2987"/>
                </a:lnTo>
                <a:lnTo>
                  <a:pt x="332" y="2978"/>
                </a:lnTo>
                <a:lnTo>
                  <a:pt x="338" y="2966"/>
                </a:lnTo>
                <a:lnTo>
                  <a:pt x="348" y="2966"/>
                </a:lnTo>
                <a:lnTo>
                  <a:pt x="353" y="2978"/>
                </a:lnTo>
                <a:lnTo>
                  <a:pt x="356" y="2987"/>
                </a:lnTo>
                <a:lnTo>
                  <a:pt x="353" y="3006"/>
                </a:lnTo>
                <a:lnTo>
                  <a:pt x="349" y="3010"/>
                </a:lnTo>
                <a:close/>
                <a:moveTo>
                  <a:pt x="4343" y="2994"/>
                </a:moveTo>
                <a:lnTo>
                  <a:pt x="4332" y="2999"/>
                </a:lnTo>
                <a:lnTo>
                  <a:pt x="4306" y="3020"/>
                </a:lnTo>
                <a:lnTo>
                  <a:pt x="4297" y="3032"/>
                </a:lnTo>
                <a:lnTo>
                  <a:pt x="4284" y="3048"/>
                </a:lnTo>
                <a:lnTo>
                  <a:pt x="4274" y="3048"/>
                </a:lnTo>
                <a:lnTo>
                  <a:pt x="4273" y="3032"/>
                </a:lnTo>
                <a:lnTo>
                  <a:pt x="4274" y="3018"/>
                </a:lnTo>
                <a:lnTo>
                  <a:pt x="4286" y="2993"/>
                </a:lnTo>
                <a:lnTo>
                  <a:pt x="4305" y="2978"/>
                </a:lnTo>
                <a:lnTo>
                  <a:pt x="4329" y="2972"/>
                </a:lnTo>
                <a:lnTo>
                  <a:pt x="4341" y="2977"/>
                </a:lnTo>
                <a:lnTo>
                  <a:pt x="4356" y="2982"/>
                </a:lnTo>
                <a:lnTo>
                  <a:pt x="4357" y="2990"/>
                </a:lnTo>
                <a:lnTo>
                  <a:pt x="4343" y="2994"/>
                </a:lnTo>
                <a:close/>
                <a:moveTo>
                  <a:pt x="4123" y="2991"/>
                </a:moveTo>
                <a:lnTo>
                  <a:pt x="4117" y="2994"/>
                </a:lnTo>
                <a:lnTo>
                  <a:pt x="4098" y="2996"/>
                </a:lnTo>
                <a:lnTo>
                  <a:pt x="4088" y="2993"/>
                </a:lnTo>
                <a:lnTo>
                  <a:pt x="4079" y="2989"/>
                </a:lnTo>
                <a:lnTo>
                  <a:pt x="4086" y="2982"/>
                </a:lnTo>
                <a:lnTo>
                  <a:pt x="4099" y="2982"/>
                </a:lnTo>
                <a:lnTo>
                  <a:pt x="4113" y="2981"/>
                </a:lnTo>
                <a:lnTo>
                  <a:pt x="4124" y="2985"/>
                </a:lnTo>
                <a:lnTo>
                  <a:pt x="4125" y="2989"/>
                </a:lnTo>
                <a:lnTo>
                  <a:pt x="4123" y="2991"/>
                </a:lnTo>
                <a:close/>
                <a:moveTo>
                  <a:pt x="4449" y="3007"/>
                </a:moveTo>
                <a:lnTo>
                  <a:pt x="4459" y="3019"/>
                </a:lnTo>
                <a:lnTo>
                  <a:pt x="4468" y="3041"/>
                </a:lnTo>
                <a:lnTo>
                  <a:pt x="4466" y="3047"/>
                </a:lnTo>
                <a:lnTo>
                  <a:pt x="4459" y="3053"/>
                </a:lnTo>
                <a:lnTo>
                  <a:pt x="4438" y="3050"/>
                </a:lnTo>
                <a:lnTo>
                  <a:pt x="4416" y="3037"/>
                </a:lnTo>
                <a:lnTo>
                  <a:pt x="4401" y="3018"/>
                </a:lnTo>
                <a:lnTo>
                  <a:pt x="4400" y="3007"/>
                </a:lnTo>
                <a:lnTo>
                  <a:pt x="4400" y="2995"/>
                </a:lnTo>
                <a:lnTo>
                  <a:pt x="4405" y="2982"/>
                </a:lnTo>
                <a:lnTo>
                  <a:pt x="4416" y="2982"/>
                </a:lnTo>
                <a:lnTo>
                  <a:pt x="4436" y="2995"/>
                </a:lnTo>
                <a:lnTo>
                  <a:pt x="4449" y="3007"/>
                </a:lnTo>
                <a:close/>
                <a:moveTo>
                  <a:pt x="4791" y="3056"/>
                </a:moveTo>
                <a:lnTo>
                  <a:pt x="4795" y="3093"/>
                </a:lnTo>
                <a:lnTo>
                  <a:pt x="4788" y="3099"/>
                </a:lnTo>
                <a:lnTo>
                  <a:pt x="4773" y="3072"/>
                </a:lnTo>
                <a:lnTo>
                  <a:pt x="4763" y="3053"/>
                </a:lnTo>
                <a:lnTo>
                  <a:pt x="4755" y="3015"/>
                </a:lnTo>
                <a:lnTo>
                  <a:pt x="4757" y="3004"/>
                </a:lnTo>
                <a:lnTo>
                  <a:pt x="4762" y="2992"/>
                </a:lnTo>
                <a:lnTo>
                  <a:pt x="4772" y="2985"/>
                </a:lnTo>
                <a:lnTo>
                  <a:pt x="4781" y="2998"/>
                </a:lnTo>
                <a:lnTo>
                  <a:pt x="4788" y="3032"/>
                </a:lnTo>
                <a:lnTo>
                  <a:pt x="4791" y="3056"/>
                </a:lnTo>
                <a:close/>
                <a:moveTo>
                  <a:pt x="460" y="3099"/>
                </a:moveTo>
                <a:lnTo>
                  <a:pt x="457" y="3103"/>
                </a:lnTo>
                <a:lnTo>
                  <a:pt x="448" y="3104"/>
                </a:lnTo>
                <a:lnTo>
                  <a:pt x="432" y="3097"/>
                </a:lnTo>
                <a:lnTo>
                  <a:pt x="411" y="3079"/>
                </a:lnTo>
                <a:lnTo>
                  <a:pt x="401" y="3058"/>
                </a:lnTo>
                <a:lnTo>
                  <a:pt x="403" y="3048"/>
                </a:lnTo>
                <a:lnTo>
                  <a:pt x="407" y="3045"/>
                </a:lnTo>
                <a:lnTo>
                  <a:pt x="415" y="3042"/>
                </a:lnTo>
                <a:lnTo>
                  <a:pt x="432" y="3047"/>
                </a:lnTo>
                <a:lnTo>
                  <a:pt x="444" y="3059"/>
                </a:lnTo>
                <a:lnTo>
                  <a:pt x="455" y="3071"/>
                </a:lnTo>
                <a:lnTo>
                  <a:pt x="463" y="3094"/>
                </a:lnTo>
                <a:lnTo>
                  <a:pt x="460" y="3099"/>
                </a:lnTo>
                <a:close/>
                <a:moveTo>
                  <a:pt x="4411" y="3059"/>
                </a:moveTo>
                <a:lnTo>
                  <a:pt x="4423" y="3073"/>
                </a:lnTo>
                <a:lnTo>
                  <a:pt x="4435" y="3092"/>
                </a:lnTo>
                <a:lnTo>
                  <a:pt x="4430" y="3098"/>
                </a:lnTo>
                <a:lnTo>
                  <a:pt x="4409" y="3093"/>
                </a:lnTo>
                <a:lnTo>
                  <a:pt x="4390" y="3085"/>
                </a:lnTo>
                <a:lnTo>
                  <a:pt x="4372" y="3077"/>
                </a:lnTo>
                <a:lnTo>
                  <a:pt x="4348" y="3056"/>
                </a:lnTo>
                <a:lnTo>
                  <a:pt x="4346" y="3048"/>
                </a:lnTo>
                <a:lnTo>
                  <a:pt x="4347" y="3041"/>
                </a:lnTo>
                <a:lnTo>
                  <a:pt x="4357" y="3034"/>
                </a:lnTo>
                <a:lnTo>
                  <a:pt x="4377" y="3037"/>
                </a:lnTo>
                <a:lnTo>
                  <a:pt x="4399" y="3050"/>
                </a:lnTo>
                <a:lnTo>
                  <a:pt x="4411" y="3059"/>
                </a:lnTo>
                <a:close/>
                <a:moveTo>
                  <a:pt x="4019" y="3078"/>
                </a:moveTo>
                <a:lnTo>
                  <a:pt x="4018" y="3082"/>
                </a:lnTo>
                <a:lnTo>
                  <a:pt x="4008" y="3093"/>
                </a:lnTo>
                <a:lnTo>
                  <a:pt x="4001" y="3097"/>
                </a:lnTo>
                <a:lnTo>
                  <a:pt x="3994" y="3100"/>
                </a:lnTo>
                <a:lnTo>
                  <a:pt x="3983" y="3096"/>
                </a:lnTo>
                <a:lnTo>
                  <a:pt x="3982" y="3091"/>
                </a:lnTo>
                <a:lnTo>
                  <a:pt x="3983" y="3082"/>
                </a:lnTo>
                <a:lnTo>
                  <a:pt x="3994" y="3071"/>
                </a:lnTo>
                <a:lnTo>
                  <a:pt x="4001" y="3070"/>
                </a:lnTo>
                <a:lnTo>
                  <a:pt x="4008" y="3071"/>
                </a:lnTo>
                <a:lnTo>
                  <a:pt x="4018" y="3074"/>
                </a:lnTo>
                <a:lnTo>
                  <a:pt x="4019" y="3078"/>
                </a:lnTo>
                <a:close/>
                <a:moveTo>
                  <a:pt x="4264" y="3107"/>
                </a:moveTo>
                <a:lnTo>
                  <a:pt x="4262" y="3114"/>
                </a:lnTo>
                <a:lnTo>
                  <a:pt x="4274" y="3127"/>
                </a:lnTo>
                <a:lnTo>
                  <a:pt x="4286" y="3130"/>
                </a:lnTo>
                <a:lnTo>
                  <a:pt x="4297" y="3134"/>
                </a:lnTo>
                <a:lnTo>
                  <a:pt x="4289" y="3140"/>
                </a:lnTo>
                <a:lnTo>
                  <a:pt x="4269" y="3141"/>
                </a:lnTo>
                <a:lnTo>
                  <a:pt x="4250" y="3142"/>
                </a:lnTo>
                <a:lnTo>
                  <a:pt x="4228" y="3140"/>
                </a:lnTo>
                <a:lnTo>
                  <a:pt x="4219" y="3132"/>
                </a:lnTo>
                <a:lnTo>
                  <a:pt x="4224" y="3114"/>
                </a:lnTo>
                <a:lnTo>
                  <a:pt x="4229" y="3099"/>
                </a:lnTo>
                <a:lnTo>
                  <a:pt x="4235" y="3089"/>
                </a:lnTo>
                <a:lnTo>
                  <a:pt x="4249" y="3079"/>
                </a:lnTo>
                <a:lnTo>
                  <a:pt x="4256" y="3081"/>
                </a:lnTo>
                <a:lnTo>
                  <a:pt x="4263" y="3086"/>
                </a:lnTo>
                <a:lnTo>
                  <a:pt x="4266" y="3099"/>
                </a:lnTo>
                <a:lnTo>
                  <a:pt x="4264" y="3107"/>
                </a:lnTo>
                <a:close/>
                <a:moveTo>
                  <a:pt x="642" y="3116"/>
                </a:moveTo>
                <a:lnTo>
                  <a:pt x="641" y="3125"/>
                </a:lnTo>
                <a:lnTo>
                  <a:pt x="632" y="3134"/>
                </a:lnTo>
                <a:lnTo>
                  <a:pt x="625" y="3132"/>
                </a:lnTo>
                <a:lnTo>
                  <a:pt x="619" y="3127"/>
                </a:lnTo>
                <a:lnTo>
                  <a:pt x="617" y="3112"/>
                </a:lnTo>
                <a:lnTo>
                  <a:pt x="620" y="3105"/>
                </a:lnTo>
                <a:lnTo>
                  <a:pt x="625" y="3097"/>
                </a:lnTo>
                <a:lnTo>
                  <a:pt x="634" y="3090"/>
                </a:lnTo>
                <a:lnTo>
                  <a:pt x="641" y="3096"/>
                </a:lnTo>
                <a:lnTo>
                  <a:pt x="642" y="3116"/>
                </a:lnTo>
                <a:close/>
                <a:moveTo>
                  <a:pt x="3802" y="3127"/>
                </a:moveTo>
                <a:lnTo>
                  <a:pt x="3801" y="3135"/>
                </a:lnTo>
                <a:lnTo>
                  <a:pt x="3791" y="3143"/>
                </a:lnTo>
                <a:lnTo>
                  <a:pt x="3776" y="3141"/>
                </a:lnTo>
                <a:lnTo>
                  <a:pt x="3758" y="3128"/>
                </a:lnTo>
                <a:lnTo>
                  <a:pt x="3748" y="3118"/>
                </a:lnTo>
                <a:lnTo>
                  <a:pt x="3737" y="3104"/>
                </a:lnTo>
                <a:lnTo>
                  <a:pt x="3745" y="3097"/>
                </a:lnTo>
                <a:lnTo>
                  <a:pt x="3764" y="3102"/>
                </a:lnTo>
                <a:lnTo>
                  <a:pt x="3779" y="3106"/>
                </a:lnTo>
                <a:lnTo>
                  <a:pt x="3799" y="3120"/>
                </a:lnTo>
                <a:lnTo>
                  <a:pt x="3802" y="3127"/>
                </a:lnTo>
                <a:close/>
                <a:moveTo>
                  <a:pt x="4153" y="3157"/>
                </a:moveTo>
                <a:lnTo>
                  <a:pt x="4106" y="3205"/>
                </a:lnTo>
                <a:lnTo>
                  <a:pt x="4077" y="3241"/>
                </a:lnTo>
                <a:lnTo>
                  <a:pt x="4065" y="3253"/>
                </a:lnTo>
                <a:lnTo>
                  <a:pt x="4039" y="3266"/>
                </a:lnTo>
                <a:lnTo>
                  <a:pt x="4013" y="3263"/>
                </a:lnTo>
                <a:lnTo>
                  <a:pt x="3992" y="3247"/>
                </a:lnTo>
                <a:lnTo>
                  <a:pt x="3987" y="3233"/>
                </a:lnTo>
                <a:lnTo>
                  <a:pt x="3982" y="3219"/>
                </a:lnTo>
                <a:lnTo>
                  <a:pt x="3990" y="3218"/>
                </a:lnTo>
                <a:lnTo>
                  <a:pt x="4006" y="3230"/>
                </a:lnTo>
                <a:lnTo>
                  <a:pt x="4020" y="3240"/>
                </a:lnTo>
                <a:lnTo>
                  <a:pt x="4045" y="3246"/>
                </a:lnTo>
                <a:lnTo>
                  <a:pt x="4061" y="3237"/>
                </a:lnTo>
                <a:lnTo>
                  <a:pt x="4059" y="3220"/>
                </a:lnTo>
                <a:lnTo>
                  <a:pt x="4050" y="3208"/>
                </a:lnTo>
                <a:lnTo>
                  <a:pt x="4040" y="3198"/>
                </a:lnTo>
                <a:lnTo>
                  <a:pt x="4016" y="3191"/>
                </a:lnTo>
                <a:lnTo>
                  <a:pt x="4006" y="3192"/>
                </a:lnTo>
                <a:lnTo>
                  <a:pt x="3996" y="3194"/>
                </a:lnTo>
                <a:lnTo>
                  <a:pt x="3984" y="3187"/>
                </a:lnTo>
                <a:lnTo>
                  <a:pt x="3982" y="3179"/>
                </a:lnTo>
                <a:lnTo>
                  <a:pt x="3983" y="3173"/>
                </a:lnTo>
                <a:lnTo>
                  <a:pt x="3990" y="3166"/>
                </a:lnTo>
                <a:lnTo>
                  <a:pt x="4012" y="3162"/>
                </a:lnTo>
                <a:lnTo>
                  <a:pt x="4037" y="3167"/>
                </a:lnTo>
                <a:lnTo>
                  <a:pt x="4053" y="3170"/>
                </a:lnTo>
                <a:lnTo>
                  <a:pt x="4075" y="3171"/>
                </a:lnTo>
                <a:lnTo>
                  <a:pt x="4087" y="3166"/>
                </a:lnTo>
                <a:lnTo>
                  <a:pt x="4091" y="3152"/>
                </a:lnTo>
                <a:lnTo>
                  <a:pt x="4091" y="3141"/>
                </a:lnTo>
                <a:lnTo>
                  <a:pt x="4092" y="3128"/>
                </a:lnTo>
                <a:lnTo>
                  <a:pt x="4099" y="3116"/>
                </a:lnTo>
                <a:lnTo>
                  <a:pt x="4105" y="3115"/>
                </a:lnTo>
                <a:lnTo>
                  <a:pt x="4109" y="3116"/>
                </a:lnTo>
                <a:lnTo>
                  <a:pt x="4118" y="3119"/>
                </a:lnTo>
                <a:lnTo>
                  <a:pt x="4145" y="3116"/>
                </a:lnTo>
                <a:lnTo>
                  <a:pt x="4158" y="3108"/>
                </a:lnTo>
                <a:lnTo>
                  <a:pt x="4177" y="3099"/>
                </a:lnTo>
                <a:lnTo>
                  <a:pt x="4192" y="3096"/>
                </a:lnTo>
                <a:lnTo>
                  <a:pt x="4196" y="3098"/>
                </a:lnTo>
                <a:lnTo>
                  <a:pt x="4194" y="3110"/>
                </a:lnTo>
                <a:lnTo>
                  <a:pt x="4173" y="3137"/>
                </a:lnTo>
                <a:lnTo>
                  <a:pt x="4153" y="3157"/>
                </a:lnTo>
                <a:close/>
                <a:moveTo>
                  <a:pt x="174" y="3197"/>
                </a:moveTo>
                <a:lnTo>
                  <a:pt x="194" y="3209"/>
                </a:lnTo>
                <a:lnTo>
                  <a:pt x="260" y="3265"/>
                </a:lnTo>
                <a:lnTo>
                  <a:pt x="295" y="3298"/>
                </a:lnTo>
                <a:lnTo>
                  <a:pt x="337" y="3341"/>
                </a:lnTo>
                <a:lnTo>
                  <a:pt x="363" y="3379"/>
                </a:lnTo>
                <a:lnTo>
                  <a:pt x="363" y="3395"/>
                </a:lnTo>
                <a:lnTo>
                  <a:pt x="359" y="3402"/>
                </a:lnTo>
                <a:lnTo>
                  <a:pt x="349" y="3411"/>
                </a:lnTo>
                <a:lnTo>
                  <a:pt x="339" y="3411"/>
                </a:lnTo>
                <a:lnTo>
                  <a:pt x="338" y="3402"/>
                </a:lnTo>
                <a:lnTo>
                  <a:pt x="334" y="3387"/>
                </a:lnTo>
                <a:lnTo>
                  <a:pt x="294" y="3336"/>
                </a:lnTo>
                <a:lnTo>
                  <a:pt x="237" y="3279"/>
                </a:lnTo>
                <a:lnTo>
                  <a:pt x="198" y="3246"/>
                </a:lnTo>
                <a:lnTo>
                  <a:pt x="178" y="3234"/>
                </a:lnTo>
                <a:lnTo>
                  <a:pt x="172" y="3233"/>
                </a:lnTo>
                <a:lnTo>
                  <a:pt x="162" y="3231"/>
                </a:lnTo>
                <a:lnTo>
                  <a:pt x="139" y="3207"/>
                </a:lnTo>
                <a:lnTo>
                  <a:pt x="117" y="3170"/>
                </a:lnTo>
                <a:lnTo>
                  <a:pt x="105" y="3132"/>
                </a:lnTo>
                <a:lnTo>
                  <a:pt x="104" y="3118"/>
                </a:lnTo>
                <a:lnTo>
                  <a:pt x="105" y="3114"/>
                </a:lnTo>
                <a:lnTo>
                  <a:pt x="108" y="3114"/>
                </a:lnTo>
                <a:lnTo>
                  <a:pt x="114" y="3122"/>
                </a:lnTo>
                <a:lnTo>
                  <a:pt x="121" y="3137"/>
                </a:lnTo>
                <a:lnTo>
                  <a:pt x="129" y="3155"/>
                </a:lnTo>
                <a:lnTo>
                  <a:pt x="158" y="3187"/>
                </a:lnTo>
                <a:lnTo>
                  <a:pt x="174" y="3197"/>
                </a:lnTo>
                <a:close/>
                <a:moveTo>
                  <a:pt x="4409" y="3124"/>
                </a:moveTo>
                <a:lnTo>
                  <a:pt x="4412" y="3132"/>
                </a:lnTo>
                <a:lnTo>
                  <a:pt x="4408" y="3142"/>
                </a:lnTo>
                <a:lnTo>
                  <a:pt x="4401" y="3143"/>
                </a:lnTo>
                <a:lnTo>
                  <a:pt x="4393" y="3142"/>
                </a:lnTo>
                <a:lnTo>
                  <a:pt x="4382" y="3132"/>
                </a:lnTo>
                <a:lnTo>
                  <a:pt x="4381" y="3124"/>
                </a:lnTo>
                <a:lnTo>
                  <a:pt x="4381" y="3117"/>
                </a:lnTo>
                <a:lnTo>
                  <a:pt x="4386" y="3107"/>
                </a:lnTo>
                <a:lnTo>
                  <a:pt x="4389" y="3107"/>
                </a:lnTo>
                <a:lnTo>
                  <a:pt x="4393" y="3107"/>
                </a:lnTo>
                <a:lnTo>
                  <a:pt x="4404" y="3117"/>
                </a:lnTo>
                <a:lnTo>
                  <a:pt x="4409" y="3124"/>
                </a:lnTo>
                <a:close/>
                <a:moveTo>
                  <a:pt x="457" y="3143"/>
                </a:moveTo>
                <a:lnTo>
                  <a:pt x="451" y="3149"/>
                </a:lnTo>
                <a:lnTo>
                  <a:pt x="436" y="3160"/>
                </a:lnTo>
                <a:lnTo>
                  <a:pt x="427" y="3161"/>
                </a:lnTo>
                <a:lnTo>
                  <a:pt x="421" y="3160"/>
                </a:lnTo>
                <a:lnTo>
                  <a:pt x="412" y="3149"/>
                </a:lnTo>
                <a:lnTo>
                  <a:pt x="411" y="3143"/>
                </a:lnTo>
                <a:lnTo>
                  <a:pt x="412" y="3135"/>
                </a:lnTo>
                <a:lnTo>
                  <a:pt x="428" y="3125"/>
                </a:lnTo>
                <a:lnTo>
                  <a:pt x="440" y="3124"/>
                </a:lnTo>
                <a:lnTo>
                  <a:pt x="450" y="3125"/>
                </a:lnTo>
                <a:lnTo>
                  <a:pt x="459" y="3135"/>
                </a:lnTo>
                <a:lnTo>
                  <a:pt x="457" y="3143"/>
                </a:lnTo>
                <a:close/>
                <a:moveTo>
                  <a:pt x="593" y="3132"/>
                </a:moveTo>
                <a:lnTo>
                  <a:pt x="592" y="3136"/>
                </a:lnTo>
                <a:lnTo>
                  <a:pt x="582" y="3147"/>
                </a:lnTo>
                <a:lnTo>
                  <a:pt x="574" y="3152"/>
                </a:lnTo>
                <a:lnTo>
                  <a:pt x="568" y="3155"/>
                </a:lnTo>
                <a:lnTo>
                  <a:pt x="557" y="3150"/>
                </a:lnTo>
                <a:lnTo>
                  <a:pt x="556" y="3145"/>
                </a:lnTo>
                <a:lnTo>
                  <a:pt x="557" y="3136"/>
                </a:lnTo>
                <a:lnTo>
                  <a:pt x="568" y="3125"/>
                </a:lnTo>
                <a:lnTo>
                  <a:pt x="574" y="3124"/>
                </a:lnTo>
                <a:lnTo>
                  <a:pt x="582" y="3125"/>
                </a:lnTo>
                <a:lnTo>
                  <a:pt x="592" y="3129"/>
                </a:lnTo>
                <a:lnTo>
                  <a:pt x="593" y="3132"/>
                </a:lnTo>
                <a:close/>
                <a:moveTo>
                  <a:pt x="4243" y="3190"/>
                </a:moveTo>
                <a:lnTo>
                  <a:pt x="4248" y="3204"/>
                </a:lnTo>
                <a:lnTo>
                  <a:pt x="4253" y="3234"/>
                </a:lnTo>
                <a:lnTo>
                  <a:pt x="4253" y="3248"/>
                </a:lnTo>
                <a:lnTo>
                  <a:pt x="4252" y="3263"/>
                </a:lnTo>
                <a:lnTo>
                  <a:pt x="4247" y="3265"/>
                </a:lnTo>
                <a:lnTo>
                  <a:pt x="4242" y="3252"/>
                </a:lnTo>
                <a:lnTo>
                  <a:pt x="4237" y="3240"/>
                </a:lnTo>
                <a:lnTo>
                  <a:pt x="4216" y="3207"/>
                </a:lnTo>
                <a:lnTo>
                  <a:pt x="4204" y="3192"/>
                </a:lnTo>
                <a:lnTo>
                  <a:pt x="4188" y="3174"/>
                </a:lnTo>
                <a:lnTo>
                  <a:pt x="4186" y="3164"/>
                </a:lnTo>
                <a:lnTo>
                  <a:pt x="4195" y="3161"/>
                </a:lnTo>
                <a:lnTo>
                  <a:pt x="4204" y="3161"/>
                </a:lnTo>
                <a:lnTo>
                  <a:pt x="4216" y="3162"/>
                </a:lnTo>
                <a:lnTo>
                  <a:pt x="4238" y="3178"/>
                </a:lnTo>
                <a:lnTo>
                  <a:pt x="4243" y="3190"/>
                </a:lnTo>
                <a:close/>
                <a:moveTo>
                  <a:pt x="4412" y="3200"/>
                </a:moveTo>
                <a:lnTo>
                  <a:pt x="4409" y="3209"/>
                </a:lnTo>
                <a:lnTo>
                  <a:pt x="4402" y="3203"/>
                </a:lnTo>
                <a:lnTo>
                  <a:pt x="4401" y="3190"/>
                </a:lnTo>
                <a:lnTo>
                  <a:pt x="4401" y="3177"/>
                </a:lnTo>
                <a:lnTo>
                  <a:pt x="4404" y="3166"/>
                </a:lnTo>
                <a:lnTo>
                  <a:pt x="4409" y="3165"/>
                </a:lnTo>
                <a:lnTo>
                  <a:pt x="4411" y="3167"/>
                </a:lnTo>
                <a:lnTo>
                  <a:pt x="4414" y="3172"/>
                </a:lnTo>
                <a:lnTo>
                  <a:pt x="4415" y="3191"/>
                </a:lnTo>
                <a:lnTo>
                  <a:pt x="4412" y="3200"/>
                </a:lnTo>
                <a:close/>
                <a:moveTo>
                  <a:pt x="4934" y="3230"/>
                </a:moveTo>
                <a:lnTo>
                  <a:pt x="4927" y="3234"/>
                </a:lnTo>
                <a:lnTo>
                  <a:pt x="4907" y="3231"/>
                </a:lnTo>
                <a:lnTo>
                  <a:pt x="4886" y="3218"/>
                </a:lnTo>
                <a:lnTo>
                  <a:pt x="4872" y="3197"/>
                </a:lnTo>
                <a:lnTo>
                  <a:pt x="4871" y="3186"/>
                </a:lnTo>
                <a:lnTo>
                  <a:pt x="4871" y="3177"/>
                </a:lnTo>
                <a:lnTo>
                  <a:pt x="4873" y="3166"/>
                </a:lnTo>
                <a:lnTo>
                  <a:pt x="4886" y="3169"/>
                </a:lnTo>
                <a:lnTo>
                  <a:pt x="4907" y="3189"/>
                </a:lnTo>
                <a:lnTo>
                  <a:pt x="4921" y="3202"/>
                </a:lnTo>
                <a:lnTo>
                  <a:pt x="4936" y="3224"/>
                </a:lnTo>
                <a:lnTo>
                  <a:pt x="4934" y="3230"/>
                </a:lnTo>
                <a:close/>
                <a:moveTo>
                  <a:pt x="567" y="3228"/>
                </a:moveTo>
                <a:lnTo>
                  <a:pt x="560" y="3233"/>
                </a:lnTo>
                <a:lnTo>
                  <a:pt x="549" y="3232"/>
                </a:lnTo>
                <a:lnTo>
                  <a:pt x="543" y="3221"/>
                </a:lnTo>
                <a:lnTo>
                  <a:pt x="544" y="3205"/>
                </a:lnTo>
                <a:lnTo>
                  <a:pt x="549" y="3195"/>
                </a:lnTo>
                <a:lnTo>
                  <a:pt x="556" y="3183"/>
                </a:lnTo>
                <a:lnTo>
                  <a:pt x="566" y="3183"/>
                </a:lnTo>
                <a:lnTo>
                  <a:pt x="571" y="3195"/>
                </a:lnTo>
                <a:lnTo>
                  <a:pt x="573" y="3205"/>
                </a:lnTo>
                <a:lnTo>
                  <a:pt x="571" y="3223"/>
                </a:lnTo>
                <a:lnTo>
                  <a:pt x="567" y="3228"/>
                </a:lnTo>
                <a:close/>
                <a:moveTo>
                  <a:pt x="3965" y="3197"/>
                </a:moveTo>
                <a:lnTo>
                  <a:pt x="3963" y="3210"/>
                </a:lnTo>
                <a:lnTo>
                  <a:pt x="3957" y="3216"/>
                </a:lnTo>
                <a:lnTo>
                  <a:pt x="3947" y="3210"/>
                </a:lnTo>
                <a:lnTo>
                  <a:pt x="3938" y="3197"/>
                </a:lnTo>
                <a:lnTo>
                  <a:pt x="3934" y="3190"/>
                </a:lnTo>
                <a:lnTo>
                  <a:pt x="3939" y="3180"/>
                </a:lnTo>
                <a:lnTo>
                  <a:pt x="3944" y="3179"/>
                </a:lnTo>
                <a:lnTo>
                  <a:pt x="3953" y="3180"/>
                </a:lnTo>
                <a:lnTo>
                  <a:pt x="3964" y="3190"/>
                </a:lnTo>
                <a:lnTo>
                  <a:pt x="3965" y="3197"/>
                </a:lnTo>
                <a:close/>
                <a:moveTo>
                  <a:pt x="357" y="3227"/>
                </a:moveTo>
                <a:lnTo>
                  <a:pt x="356" y="3236"/>
                </a:lnTo>
                <a:lnTo>
                  <a:pt x="346" y="3245"/>
                </a:lnTo>
                <a:lnTo>
                  <a:pt x="338" y="3243"/>
                </a:lnTo>
                <a:lnTo>
                  <a:pt x="332" y="3236"/>
                </a:lnTo>
                <a:lnTo>
                  <a:pt x="326" y="3221"/>
                </a:lnTo>
                <a:lnTo>
                  <a:pt x="330" y="3214"/>
                </a:lnTo>
                <a:lnTo>
                  <a:pt x="335" y="3205"/>
                </a:lnTo>
                <a:lnTo>
                  <a:pt x="346" y="3197"/>
                </a:lnTo>
                <a:lnTo>
                  <a:pt x="352" y="3200"/>
                </a:lnTo>
                <a:lnTo>
                  <a:pt x="357" y="3215"/>
                </a:lnTo>
                <a:lnTo>
                  <a:pt x="357" y="3227"/>
                </a:lnTo>
                <a:close/>
                <a:moveTo>
                  <a:pt x="4381" y="3222"/>
                </a:moveTo>
                <a:lnTo>
                  <a:pt x="4380" y="3227"/>
                </a:lnTo>
                <a:lnTo>
                  <a:pt x="4371" y="3237"/>
                </a:lnTo>
                <a:lnTo>
                  <a:pt x="4363" y="3243"/>
                </a:lnTo>
                <a:lnTo>
                  <a:pt x="4356" y="3245"/>
                </a:lnTo>
                <a:lnTo>
                  <a:pt x="4347" y="3242"/>
                </a:lnTo>
                <a:lnTo>
                  <a:pt x="4346" y="3235"/>
                </a:lnTo>
                <a:lnTo>
                  <a:pt x="4347" y="3228"/>
                </a:lnTo>
                <a:lnTo>
                  <a:pt x="4356" y="3217"/>
                </a:lnTo>
                <a:lnTo>
                  <a:pt x="4363" y="3216"/>
                </a:lnTo>
                <a:lnTo>
                  <a:pt x="4371" y="3216"/>
                </a:lnTo>
                <a:lnTo>
                  <a:pt x="4380" y="3220"/>
                </a:lnTo>
                <a:lnTo>
                  <a:pt x="4381" y="3222"/>
                </a:lnTo>
                <a:close/>
                <a:moveTo>
                  <a:pt x="4180" y="3252"/>
                </a:moveTo>
                <a:lnTo>
                  <a:pt x="4186" y="3254"/>
                </a:lnTo>
                <a:lnTo>
                  <a:pt x="4193" y="3275"/>
                </a:lnTo>
                <a:lnTo>
                  <a:pt x="4194" y="3292"/>
                </a:lnTo>
                <a:lnTo>
                  <a:pt x="4194" y="3307"/>
                </a:lnTo>
                <a:lnTo>
                  <a:pt x="4192" y="3317"/>
                </a:lnTo>
                <a:lnTo>
                  <a:pt x="4189" y="3315"/>
                </a:lnTo>
                <a:lnTo>
                  <a:pt x="4188" y="3311"/>
                </a:lnTo>
                <a:lnTo>
                  <a:pt x="4185" y="3306"/>
                </a:lnTo>
                <a:lnTo>
                  <a:pt x="4176" y="3299"/>
                </a:lnTo>
                <a:lnTo>
                  <a:pt x="4155" y="3295"/>
                </a:lnTo>
                <a:lnTo>
                  <a:pt x="4137" y="3298"/>
                </a:lnTo>
                <a:lnTo>
                  <a:pt x="4119" y="3302"/>
                </a:lnTo>
                <a:lnTo>
                  <a:pt x="4089" y="3295"/>
                </a:lnTo>
                <a:lnTo>
                  <a:pt x="4080" y="3286"/>
                </a:lnTo>
                <a:lnTo>
                  <a:pt x="4076" y="3275"/>
                </a:lnTo>
                <a:lnTo>
                  <a:pt x="4084" y="3271"/>
                </a:lnTo>
                <a:lnTo>
                  <a:pt x="4099" y="3275"/>
                </a:lnTo>
                <a:lnTo>
                  <a:pt x="4115" y="3281"/>
                </a:lnTo>
                <a:lnTo>
                  <a:pt x="4125" y="3277"/>
                </a:lnTo>
                <a:lnTo>
                  <a:pt x="4124" y="3267"/>
                </a:lnTo>
                <a:lnTo>
                  <a:pt x="4120" y="3259"/>
                </a:lnTo>
                <a:lnTo>
                  <a:pt x="4115" y="3245"/>
                </a:lnTo>
                <a:lnTo>
                  <a:pt x="4125" y="3235"/>
                </a:lnTo>
                <a:lnTo>
                  <a:pt x="4139" y="3241"/>
                </a:lnTo>
                <a:lnTo>
                  <a:pt x="4163" y="3248"/>
                </a:lnTo>
                <a:lnTo>
                  <a:pt x="4180" y="3252"/>
                </a:lnTo>
                <a:close/>
                <a:moveTo>
                  <a:pt x="3946" y="3270"/>
                </a:moveTo>
                <a:lnTo>
                  <a:pt x="3944" y="3283"/>
                </a:lnTo>
                <a:lnTo>
                  <a:pt x="3939" y="3287"/>
                </a:lnTo>
                <a:lnTo>
                  <a:pt x="3929" y="3283"/>
                </a:lnTo>
                <a:lnTo>
                  <a:pt x="3919" y="3270"/>
                </a:lnTo>
                <a:lnTo>
                  <a:pt x="3916" y="3262"/>
                </a:lnTo>
                <a:lnTo>
                  <a:pt x="3920" y="3253"/>
                </a:lnTo>
                <a:lnTo>
                  <a:pt x="3927" y="3252"/>
                </a:lnTo>
                <a:lnTo>
                  <a:pt x="3934" y="3253"/>
                </a:lnTo>
                <a:lnTo>
                  <a:pt x="3945" y="3262"/>
                </a:lnTo>
                <a:lnTo>
                  <a:pt x="3946" y="3270"/>
                </a:lnTo>
                <a:close/>
                <a:moveTo>
                  <a:pt x="4346" y="3290"/>
                </a:moveTo>
                <a:lnTo>
                  <a:pt x="4344" y="3296"/>
                </a:lnTo>
                <a:lnTo>
                  <a:pt x="4335" y="3300"/>
                </a:lnTo>
                <a:lnTo>
                  <a:pt x="4327" y="3297"/>
                </a:lnTo>
                <a:lnTo>
                  <a:pt x="4320" y="3292"/>
                </a:lnTo>
                <a:lnTo>
                  <a:pt x="4310" y="3275"/>
                </a:lnTo>
                <a:lnTo>
                  <a:pt x="4309" y="3268"/>
                </a:lnTo>
                <a:lnTo>
                  <a:pt x="4310" y="3261"/>
                </a:lnTo>
                <a:lnTo>
                  <a:pt x="4320" y="3257"/>
                </a:lnTo>
                <a:lnTo>
                  <a:pt x="4327" y="3260"/>
                </a:lnTo>
                <a:lnTo>
                  <a:pt x="4335" y="3266"/>
                </a:lnTo>
                <a:lnTo>
                  <a:pt x="4344" y="3282"/>
                </a:lnTo>
                <a:lnTo>
                  <a:pt x="4346" y="3290"/>
                </a:lnTo>
                <a:close/>
                <a:moveTo>
                  <a:pt x="4835" y="3270"/>
                </a:moveTo>
                <a:lnTo>
                  <a:pt x="4834" y="3277"/>
                </a:lnTo>
                <a:lnTo>
                  <a:pt x="4823" y="3286"/>
                </a:lnTo>
                <a:lnTo>
                  <a:pt x="4814" y="3287"/>
                </a:lnTo>
                <a:lnTo>
                  <a:pt x="4809" y="3286"/>
                </a:lnTo>
                <a:lnTo>
                  <a:pt x="4805" y="3277"/>
                </a:lnTo>
                <a:lnTo>
                  <a:pt x="4808" y="3270"/>
                </a:lnTo>
                <a:lnTo>
                  <a:pt x="4812" y="3262"/>
                </a:lnTo>
                <a:lnTo>
                  <a:pt x="4823" y="3253"/>
                </a:lnTo>
                <a:lnTo>
                  <a:pt x="4827" y="3252"/>
                </a:lnTo>
                <a:lnTo>
                  <a:pt x="4830" y="3253"/>
                </a:lnTo>
                <a:lnTo>
                  <a:pt x="4834" y="3262"/>
                </a:lnTo>
                <a:lnTo>
                  <a:pt x="4835" y="3270"/>
                </a:lnTo>
                <a:close/>
                <a:moveTo>
                  <a:pt x="4929" y="3322"/>
                </a:moveTo>
                <a:lnTo>
                  <a:pt x="4923" y="3341"/>
                </a:lnTo>
                <a:lnTo>
                  <a:pt x="4918" y="3366"/>
                </a:lnTo>
                <a:lnTo>
                  <a:pt x="4922" y="3379"/>
                </a:lnTo>
                <a:lnTo>
                  <a:pt x="4937" y="3382"/>
                </a:lnTo>
                <a:lnTo>
                  <a:pt x="4949" y="3380"/>
                </a:lnTo>
                <a:lnTo>
                  <a:pt x="4954" y="3382"/>
                </a:lnTo>
                <a:lnTo>
                  <a:pt x="4961" y="3395"/>
                </a:lnTo>
                <a:lnTo>
                  <a:pt x="4961" y="3406"/>
                </a:lnTo>
                <a:lnTo>
                  <a:pt x="4960" y="3416"/>
                </a:lnTo>
                <a:lnTo>
                  <a:pt x="4951" y="3431"/>
                </a:lnTo>
                <a:lnTo>
                  <a:pt x="4944" y="3433"/>
                </a:lnTo>
                <a:lnTo>
                  <a:pt x="4936" y="3432"/>
                </a:lnTo>
                <a:lnTo>
                  <a:pt x="4926" y="3421"/>
                </a:lnTo>
                <a:lnTo>
                  <a:pt x="4925" y="3415"/>
                </a:lnTo>
                <a:lnTo>
                  <a:pt x="4923" y="3407"/>
                </a:lnTo>
                <a:lnTo>
                  <a:pt x="4905" y="3397"/>
                </a:lnTo>
                <a:lnTo>
                  <a:pt x="4890" y="3396"/>
                </a:lnTo>
                <a:lnTo>
                  <a:pt x="4882" y="3396"/>
                </a:lnTo>
                <a:lnTo>
                  <a:pt x="4870" y="3392"/>
                </a:lnTo>
                <a:lnTo>
                  <a:pt x="4864" y="3381"/>
                </a:lnTo>
                <a:lnTo>
                  <a:pt x="4865" y="3363"/>
                </a:lnTo>
                <a:lnTo>
                  <a:pt x="4868" y="3352"/>
                </a:lnTo>
                <a:lnTo>
                  <a:pt x="4871" y="3333"/>
                </a:lnTo>
                <a:lnTo>
                  <a:pt x="4880" y="3317"/>
                </a:lnTo>
                <a:lnTo>
                  <a:pt x="4886" y="3313"/>
                </a:lnTo>
                <a:lnTo>
                  <a:pt x="4889" y="3315"/>
                </a:lnTo>
                <a:lnTo>
                  <a:pt x="4892" y="3317"/>
                </a:lnTo>
                <a:lnTo>
                  <a:pt x="4898" y="3313"/>
                </a:lnTo>
                <a:lnTo>
                  <a:pt x="4908" y="3299"/>
                </a:lnTo>
                <a:lnTo>
                  <a:pt x="4912" y="3284"/>
                </a:lnTo>
                <a:lnTo>
                  <a:pt x="4919" y="3269"/>
                </a:lnTo>
                <a:lnTo>
                  <a:pt x="4927" y="3256"/>
                </a:lnTo>
                <a:lnTo>
                  <a:pt x="4933" y="3254"/>
                </a:lnTo>
                <a:lnTo>
                  <a:pt x="4936" y="3255"/>
                </a:lnTo>
                <a:lnTo>
                  <a:pt x="4939" y="3263"/>
                </a:lnTo>
                <a:lnTo>
                  <a:pt x="4936" y="3300"/>
                </a:lnTo>
                <a:lnTo>
                  <a:pt x="4929" y="3322"/>
                </a:lnTo>
                <a:close/>
                <a:moveTo>
                  <a:pt x="438" y="3306"/>
                </a:moveTo>
                <a:lnTo>
                  <a:pt x="450" y="3320"/>
                </a:lnTo>
                <a:lnTo>
                  <a:pt x="457" y="3336"/>
                </a:lnTo>
                <a:lnTo>
                  <a:pt x="455" y="3342"/>
                </a:lnTo>
                <a:lnTo>
                  <a:pt x="451" y="3342"/>
                </a:lnTo>
                <a:lnTo>
                  <a:pt x="442" y="3340"/>
                </a:lnTo>
                <a:lnTo>
                  <a:pt x="420" y="3320"/>
                </a:lnTo>
                <a:lnTo>
                  <a:pt x="411" y="3306"/>
                </a:lnTo>
                <a:lnTo>
                  <a:pt x="403" y="3292"/>
                </a:lnTo>
                <a:lnTo>
                  <a:pt x="397" y="3272"/>
                </a:lnTo>
                <a:lnTo>
                  <a:pt x="398" y="3270"/>
                </a:lnTo>
                <a:lnTo>
                  <a:pt x="411" y="3278"/>
                </a:lnTo>
                <a:lnTo>
                  <a:pt x="438" y="3306"/>
                </a:lnTo>
                <a:close/>
                <a:moveTo>
                  <a:pt x="3334" y="3311"/>
                </a:moveTo>
                <a:lnTo>
                  <a:pt x="3346" y="3322"/>
                </a:lnTo>
                <a:lnTo>
                  <a:pt x="3388" y="3347"/>
                </a:lnTo>
                <a:lnTo>
                  <a:pt x="3411" y="3358"/>
                </a:lnTo>
                <a:lnTo>
                  <a:pt x="3432" y="3368"/>
                </a:lnTo>
                <a:lnTo>
                  <a:pt x="3447" y="3383"/>
                </a:lnTo>
                <a:lnTo>
                  <a:pt x="3447" y="3390"/>
                </a:lnTo>
                <a:lnTo>
                  <a:pt x="3444" y="3391"/>
                </a:lnTo>
                <a:lnTo>
                  <a:pt x="3431" y="3393"/>
                </a:lnTo>
                <a:lnTo>
                  <a:pt x="3380" y="3379"/>
                </a:lnTo>
                <a:lnTo>
                  <a:pt x="3322" y="3356"/>
                </a:lnTo>
                <a:lnTo>
                  <a:pt x="3280" y="3332"/>
                </a:lnTo>
                <a:lnTo>
                  <a:pt x="3275" y="3324"/>
                </a:lnTo>
                <a:lnTo>
                  <a:pt x="3278" y="3313"/>
                </a:lnTo>
                <a:lnTo>
                  <a:pt x="3296" y="3291"/>
                </a:lnTo>
                <a:lnTo>
                  <a:pt x="3305" y="3287"/>
                </a:lnTo>
                <a:lnTo>
                  <a:pt x="3313" y="3293"/>
                </a:lnTo>
                <a:lnTo>
                  <a:pt x="3334" y="3311"/>
                </a:lnTo>
                <a:close/>
                <a:moveTo>
                  <a:pt x="221" y="3325"/>
                </a:moveTo>
                <a:lnTo>
                  <a:pt x="227" y="3336"/>
                </a:lnTo>
                <a:lnTo>
                  <a:pt x="228" y="3350"/>
                </a:lnTo>
                <a:lnTo>
                  <a:pt x="219" y="3353"/>
                </a:lnTo>
                <a:lnTo>
                  <a:pt x="203" y="3344"/>
                </a:lnTo>
                <a:lnTo>
                  <a:pt x="194" y="3333"/>
                </a:lnTo>
                <a:lnTo>
                  <a:pt x="185" y="3321"/>
                </a:lnTo>
                <a:lnTo>
                  <a:pt x="183" y="3310"/>
                </a:lnTo>
                <a:lnTo>
                  <a:pt x="186" y="3306"/>
                </a:lnTo>
                <a:lnTo>
                  <a:pt x="190" y="3306"/>
                </a:lnTo>
                <a:lnTo>
                  <a:pt x="199" y="3307"/>
                </a:lnTo>
                <a:lnTo>
                  <a:pt x="215" y="3318"/>
                </a:lnTo>
                <a:lnTo>
                  <a:pt x="221" y="3325"/>
                </a:lnTo>
                <a:close/>
                <a:moveTo>
                  <a:pt x="4019" y="3322"/>
                </a:moveTo>
                <a:lnTo>
                  <a:pt x="4019" y="3325"/>
                </a:lnTo>
                <a:lnTo>
                  <a:pt x="4027" y="3331"/>
                </a:lnTo>
                <a:lnTo>
                  <a:pt x="4049" y="3334"/>
                </a:lnTo>
                <a:lnTo>
                  <a:pt x="4068" y="3333"/>
                </a:lnTo>
                <a:lnTo>
                  <a:pt x="4094" y="3331"/>
                </a:lnTo>
                <a:lnTo>
                  <a:pt x="4130" y="3334"/>
                </a:lnTo>
                <a:lnTo>
                  <a:pt x="4150" y="3350"/>
                </a:lnTo>
                <a:lnTo>
                  <a:pt x="4157" y="3381"/>
                </a:lnTo>
                <a:lnTo>
                  <a:pt x="4156" y="3404"/>
                </a:lnTo>
                <a:lnTo>
                  <a:pt x="4156" y="3434"/>
                </a:lnTo>
                <a:lnTo>
                  <a:pt x="4164" y="3455"/>
                </a:lnTo>
                <a:lnTo>
                  <a:pt x="4175" y="3458"/>
                </a:lnTo>
                <a:lnTo>
                  <a:pt x="4182" y="3456"/>
                </a:lnTo>
                <a:lnTo>
                  <a:pt x="4194" y="3454"/>
                </a:lnTo>
                <a:lnTo>
                  <a:pt x="4192" y="3461"/>
                </a:lnTo>
                <a:lnTo>
                  <a:pt x="4178" y="3474"/>
                </a:lnTo>
                <a:lnTo>
                  <a:pt x="4164" y="3487"/>
                </a:lnTo>
                <a:lnTo>
                  <a:pt x="4149" y="3517"/>
                </a:lnTo>
                <a:lnTo>
                  <a:pt x="4148" y="3549"/>
                </a:lnTo>
                <a:lnTo>
                  <a:pt x="4163" y="3584"/>
                </a:lnTo>
                <a:lnTo>
                  <a:pt x="4177" y="3602"/>
                </a:lnTo>
                <a:lnTo>
                  <a:pt x="4193" y="3619"/>
                </a:lnTo>
                <a:lnTo>
                  <a:pt x="4198" y="3631"/>
                </a:lnTo>
                <a:lnTo>
                  <a:pt x="4190" y="3633"/>
                </a:lnTo>
                <a:lnTo>
                  <a:pt x="4182" y="3632"/>
                </a:lnTo>
                <a:lnTo>
                  <a:pt x="4154" y="3629"/>
                </a:lnTo>
                <a:lnTo>
                  <a:pt x="4123" y="3630"/>
                </a:lnTo>
                <a:lnTo>
                  <a:pt x="4112" y="3631"/>
                </a:lnTo>
                <a:lnTo>
                  <a:pt x="4100" y="3635"/>
                </a:lnTo>
                <a:lnTo>
                  <a:pt x="4104" y="3654"/>
                </a:lnTo>
                <a:lnTo>
                  <a:pt x="4126" y="3684"/>
                </a:lnTo>
                <a:lnTo>
                  <a:pt x="4139" y="3704"/>
                </a:lnTo>
                <a:lnTo>
                  <a:pt x="4157" y="3737"/>
                </a:lnTo>
                <a:lnTo>
                  <a:pt x="4165" y="3762"/>
                </a:lnTo>
                <a:lnTo>
                  <a:pt x="4161" y="3775"/>
                </a:lnTo>
                <a:lnTo>
                  <a:pt x="4153" y="3776"/>
                </a:lnTo>
                <a:lnTo>
                  <a:pt x="4146" y="3775"/>
                </a:lnTo>
                <a:lnTo>
                  <a:pt x="4127" y="3757"/>
                </a:lnTo>
                <a:lnTo>
                  <a:pt x="4117" y="3744"/>
                </a:lnTo>
                <a:lnTo>
                  <a:pt x="4109" y="3735"/>
                </a:lnTo>
                <a:lnTo>
                  <a:pt x="4101" y="3729"/>
                </a:lnTo>
                <a:lnTo>
                  <a:pt x="4098" y="3748"/>
                </a:lnTo>
                <a:lnTo>
                  <a:pt x="4102" y="3790"/>
                </a:lnTo>
                <a:lnTo>
                  <a:pt x="4104" y="3821"/>
                </a:lnTo>
                <a:lnTo>
                  <a:pt x="4098" y="3868"/>
                </a:lnTo>
                <a:lnTo>
                  <a:pt x="4091" y="3876"/>
                </a:lnTo>
                <a:lnTo>
                  <a:pt x="4086" y="3880"/>
                </a:lnTo>
                <a:lnTo>
                  <a:pt x="4077" y="3879"/>
                </a:lnTo>
                <a:lnTo>
                  <a:pt x="4067" y="3862"/>
                </a:lnTo>
                <a:lnTo>
                  <a:pt x="4064" y="3808"/>
                </a:lnTo>
                <a:lnTo>
                  <a:pt x="4070" y="3715"/>
                </a:lnTo>
                <a:lnTo>
                  <a:pt x="4077" y="3650"/>
                </a:lnTo>
                <a:lnTo>
                  <a:pt x="4079" y="3638"/>
                </a:lnTo>
                <a:lnTo>
                  <a:pt x="4095" y="3611"/>
                </a:lnTo>
                <a:lnTo>
                  <a:pt x="4107" y="3602"/>
                </a:lnTo>
                <a:lnTo>
                  <a:pt x="4116" y="3595"/>
                </a:lnTo>
                <a:lnTo>
                  <a:pt x="4121" y="3588"/>
                </a:lnTo>
                <a:lnTo>
                  <a:pt x="4111" y="3586"/>
                </a:lnTo>
                <a:lnTo>
                  <a:pt x="4082" y="3592"/>
                </a:lnTo>
                <a:lnTo>
                  <a:pt x="4051" y="3597"/>
                </a:lnTo>
                <a:lnTo>
                  <a:pt x="4039" y="3593"/>
                </a:lnTo>
                <a:lnTo>
                  <a:pt x="4045" y="3582"/>
                </a:lnTo>
                <a:lnTo>
                  <a:pt x="4053" y="3572"/>
                </a:lnTo>
                <a:lnTo>
                  <a:pt x="4067" y="3555"/>
                </a:lnTo>
                <a:lnTo>
                  <a:pt x="4066" y="3544"/>
                </a:lnTo>
                <a:lnTo>
                  <a:pt x="4054" y="3542"/>
                </a:lnTo>
                <a:lnTo>
                  <a:pt x="4044" y="3542"/>
                </a:lnTo>
                <a:lnTo>
                  <a:pt x="4029" y="3541"/>
                </a:lnTo>
                <a:lnTo>
                  <a:pt x="4022" y="3531"/>
                </a:lnTo>
                <a:lnTo>
                  <a:pt x="4031" y="3521"/>
                </a:lnTo>
                <a:lnTo>
                  <a:pt x="4040" y="3510"/>
                </a:lnTo>
                <a:lnTo>
                  <a:pt x="4044" y="3480"/>
                </a:lnTo>
                <a:lnTo>
                  <a:pt x="4037" y="3453"/>
                </a:lnTo>
                <a:lnTo>
                  <a:pt x="4024" y="3441"/>
                </a:lnTo>
                <a:lnTo>
                  <a:pt x="4014" y="3438"/>
                </a:lnTo>
                <a:lnTo>
                  <a:pt x="4008" y="3440"/>
                </a:lnTo>
                <a:lnTo>
                  <a:pt x="3997" y="3443"/>
                </a:lnTo>
                <a:lnTo>
                  <a:pt x="3984" y="3441"/>
                </a:lnTo>
                <a:lnTo>
                  <a:pt x="3982" y="3434"/>
                </a:lnTo>
                <a:lnTo>
                  <a:pt x="3984" y="3428"/>
                </a:lnTo>
                <a:lnTo>
                  <a:pt x="4005" y="3413"/>
                </a:lnTo>
                <a:lnTo>
                  <a:pt x="4020" y="3409"/>
                </a:lnTo>
                <a:lnTo>
                  <a:pt x="4036" y="3404"/>
                </a:lnTo>
                <a:lnTo>
                  <a:pt x="4047" y="3393"/>
                </a:lnTo>
                <a:lnTo>
                  <a:pt x="4050" y="3384"/>
                </a:lnTo>
                <a:lnTo>
                  <a:pt x="4047" y="3380"/>
                </a:lnTo>
                <a:lnTo>
                  <a:pt x="4041" y="3373"/>
                </a:lnTo>
                <a:lnTo>
                  <a:pt x="4021" y="3368"/>
                </a:lnTo>
                <a:lnTo>
                  <a:pt x="4009" y="3371"/>
                </a:lnTo>
                <a:lnTo>
                  <a:pt x="3999" y="3374"/>
                </a:lnTo>
                <a:lnTo>
                  <a:pt x="3967" y="3369"/>
                </a:lnTo>
                <a:lnTo>
                  <a:pt x="3952" y="3362"/>
                </a:lnTo>
                <a:lnTo>
                  <a:pt x="3932" y="3350"/>
                </a:lnTo>
                <a:lnTo>
                  <a:pt x="3932" y="3343"/>
                </a:lnTo>
                <a:lnTo>
                  <a:pt x="3952" y="3342"/>
                </a:lnTo>
                <a:lnTo>
                  <a:pt x="3964" y="3341"/>
                </a:lnTo>
                <a:lnTo>
                  <a:pt x="3976" y="3331"/>
                </a:lnTo>
                <a:lnTo>
                  <a:pt x="3974" y="3324"/>
                </a:lnTo>
                <a:lnTo>
                  <a:pt x="3971" y="3317"/>
                </a:lnTo>
                <a:lnTo>
                  <a:pt x="3980" y="3307"/>
                </a:lnTo>
                <a:lnTo>
                  <a:pt x="3990" y="3306"/>
                </a:lnTo>
                <a:lnTo>
                  <a:pt x="4002" y="3307"/>
                </a:lnTo>
                <a:lnTo>
                  <a:pt x="4017" y="3316"/>
                </a:lnTo>
                <a:lnTo>
                  <a:pt x="4019" y="3322"/>
                </a:lnTo>
                <a:close/>
                <a:moveTo>
                  <a:pt x="4258" y="3380"/>
                </a:moveTo>
                <a:lnTo>
                  <a:pt x="4255" y="3406"/>
                </a:lnTo>
                <a:lnTo>
                  <a:pt x="4261" y="3434"/>
                </a:lnTo>
                <a:lnTo>
                  <a:pt x="4268" y="3448"/>
                </a:lnTo>
                <a:lnTo>
                  <a:pt x="4275" y="3453"/>
                </a:lnTo>
                <a:lnTo>
                  <a:pt x="4280" y="3457"/>
                </a:lnTo>
                <a:lnTo>
                  <a:pt x="4286" y="3462"/>
                </a:lnTo>
                <a:lnTo>
                  <a:pt x="4278" y="3468"/>
                </a:lnTo>
                <a:lnTo>
                  <a:pt x="4260" y="3469"/>
                </a:lnTo>
                <a:lnTo>
                  <a:pt x="4248" y="3469"/>
                </a:lnTo>
                <a:lnTo>
                  <a:pt x="4231" y="3463"/>
                </a:lnTo>
                <a:lnTo>
                  <a:pt x="4223" y="3453"/>
                </a:lnTo>
                <a:lnTo>
                  <a:pt x="4218" y="3432"/>
                </a:lnTo>
                <a:lnTo>
                  <a:pt x="4218" y="3418"/>
                </a:lnTo>
                <a:lnTo>
                  <a:pt x="4219" y="3403"/>
                </a:lnTo>
                <a:lnTo>
                  <a:pt x="4228" y="3371"/>
                </a:lnTo>
                <a:lnTo>
                  <a:pt x="4241" y="3343"/>
                </a:lnTo>
                <a:lnTo>
                  <a:pt x="4256" y="3325"/>
                </a:lnTo>
                <a:lnTo>
                  <a:pt x="4264" y="3324"/>
                </a:lnTo>
                <a:lnTo>
                  <a:pt x="4264" y="3336"/>
                </a:lnTo>
                <a:lnTo>
                  <a:pt x="4258" y="3380"/>
                </a:lnTo>
                <a:close/>
                <a:moveTo>
                  <a:pt x="4534" y="3434"/>
                </a:moveTo>
                <a:lnTo>
                  <a:pt x="4530" y="3441"/>
                </a:lnTo>
                <a:lnTo>
                  <a:pt x="4537" y="3449"/>
                </a:lnTo>
                <a:lnTo>
                  <a:pt x="4545" y="3450"/>
                </a:lnTo>
                <a:lnTo>
                  <a:pt x="4552" y="3452"/>
                </a:lnTo>
                <a:lnTo>
                  <a:pt x="4557" y="3461"/>
                </a:lnTo>
                <a:lnTo>
                  <a:pt x="4553" y="3469"/>
                </a:lnTo>
                <a:lnTo>
                  <a:pt x="4551" y="3479"/>
                </a:lnTo>
                <a:lnTo>
                  <a:pt x="4561" y="3519"/>
                </a:lnTo>
                <a:lnTo>
                  <a:pt x="4572" y="3543"/>
                </a:lnTo>
                <a:lnTo>
                  <a:pt x="4583" y="3563"/>
                </a:lnTo>
                <a:lnTo>
                  <a:pt x="4592" y="3594"/>
                </a:lnTo>
                <a:lnTo>
                  <a:pt x="4591" y="3610"/>
                </a:lnTo>
                <a:lnTo>
                  <a:pt x="4577" y="3612"/>
                </a:lnTo>
                <a:lnTo>
                  <a:pt x="4566" y="3607"/>
                </a:lnTo>
                <a:lnTo>
                  <a:pt x="4558" y="3598"/>
                </a:lnTo>
                <a:lnTo>
                  <a:pt x="4541" y="3554"/>
                </a:lnTo>
                <a:lnTo>
                  <a:pt x="4536" y="3525"/>
                </a:lnTo>
                <a:lnTo>
                  <a:pt x="4529" y="3495"/>
                </a:lnTo>
                <a:lnTo>
                  <a:pt x="4509" y="3444"/>
                </a:lnTo>
                <a:lnTo>
                  <a:pt x="4498" y="3431"/>
                </a:lnTo>
                <a:lnTo>
                  <a:pt x="4487" y="3421"/>
                </a:lnTo>
                <a:lnTo>
                  <a:pt x="4474" y="3395"/>
                </a:lnTo>
                <a:lnTo>
                  <a:pt x="4472" y="3382"/>
                </a:lnTo>
                <a:lnTo>
                  <a:pt x="4472" y="3374"/>
                </a:lnTo>
                <a:lnTo>
                  <a:pt x="4475" y="3366"/>
                </a:lnTo>
                <a:lnTo>
                  <a:pt x="4488" y="3370"/>
                </a:lnTo>
                <a:lnTo>
                  <a:pt x="4509" y="3387"/>
                </a:lnTo>
                <a:lnTo>
                  <a:pt x="4522" y="3402"/>
                </a:lnTo>
                <a:lnTo>
                  <a:pt x="4536" y="3428"/>
                </a:lnTo>
                <a:lnTo>
                  <a:pt x="4534" y="3434"/>
                </a:lnTo>
                <a:close/>
                <a:moveTo>
                  <a:pt x="643" y="3466"/>
                </a:moveTo>
                <a:lnTo>
                  <a:pt x="673" y="3491"/>
                </a:lnTo>
                <a:lnTo>
                  <a:pt x="703" y="3522"/>
                </a:lnTo>
                <a:lnTo>
                  <a:pt x="711" y="3535"/>
                </a:lnTo>
                <a:lnTo>
                  <a:pt x="710" y="3537"/>
                </a:lnTo>
                <a:lnTo>
                  <a:pt x="704" y="3540"/>
                </a:lnTo>
                <a:lnTo>
                  <a:pt x="677" y="3524"/>
                </a:lnTo>
                <a:lnTo>
                  <a:pt x="659" y="3510"/>
                </a:lnTo>
                <a:lnTo>
                  <a:pt x="641" y="3494"/>
                </a:lnTo>
                <a:lnTo>
                  <a:pt x="586" y="3458"/>
                </a:lnTo>
                <a:lnTo>
                  <a:pt x="561" y="3444"/>
                </a:lnTo>
                <a:lnTo>
                  <a:pt x="537" y="3431"/>
                </a:lnTo>
                <a:lnTo>
                  <a:pt x="505" y="3405"/>
                </a:lnTo>
                <a:lnTo>
                  <a:pt x="501" y="3396"/>
                </a:lnTo>
                <a:lnTo>
                  <a:pt x="502" y="3392"/>
                </a:lnTo>
                <a:lnTo>
                  <a:pt x="507" y="3386"/>
                </a:lnTo>
                <a:lnTo>
                  <a:pt x="523" y="3387"/>
                </a:lnTo>
                <a:lnTo>
                  <a:pt x="560" y="3406"/>
                </a:lnTo>
                <a:lnTo>
                  <a:pt x="612" y="3442"/>
                </a:lnTo>
                <a:lnTo>
                  <a:pt x="643" y="3466"/>
                </a:lnTo>
                <a:close/>
                <a:moveTo>
                  <a:pt x="3965" y="3396"/>
                </a:moveTo>
                <a:lnTo>
                  <a:pt x="3964" y="3404"/>
                </a:lnTo>
                <a:lnTo>
                  <a:pt x="3953" y="3413"/>
                </a:lnTo>
                <a:lnTo>
                  <a:pt x="3944" y="3415"/>
                </a:lnTo>
                <a:lnTo>
                  <a:pt x="3939" y="3413"/>
                </a:lnTo>
                <a:lnTo>
                  <a:pt x="3934" y="3404"/>
                </a:lnTo>
                <a:lnTo>
                  <a:pt x="3938" y="3396"/>
                </a:lnTo>
                <a:lnTo>
                  <a:pt x="3942" y="3388"/>
                </a:lnTo>
                <a:lnTo>
                  <a:pt x="3953" y="3379"/>
                </a:lnTo>
                <a:lnTo>
                  <a:pt x="3957" y="3379"/>
                </a:lnTo>
                <a:lnTo>
                  <a:pt x="3959" y="3379"/>
                </a:lnTo>
                <a:lnTo>
                  <a:pt x="3964" y="3388"/>
                </a:lnTo>
                <a:lnTo>
                  <a:pt x="3965" y="3396"/>
                </a:lnTo>
                <a:close/>
                <a:moveTo>
                  <a:pt x="3856" y="3423"/>
                </a:moveTo>
                <a:lnTo>
                  <a:pt x="3855" y="3434"/>
                </a:lnTo>
                <a:lnTo>
                  <a:pt x="3845" y="3449"/>
                </a:lnTo>
                <a:lnTo>
                  <a:pt x="3838" y="3450"/>
                </a:lnTo>
                <a:lnTo>
                  <a:pt x="3831" y="3449"/>
                </a:lnTo>
                <a:lnTo>
                  <a:pt x="3828" y="3434"/>
                </a:lnTo>
                <a:lnTo>
                  <a:pt x="3830" y="3423"/>
                </a:lnTo>
                <a:lnTo>
                  <a:pt x="3841" y="3403"/>
                </a:lnTo>
                <a:lnTo>
                  <a:pt x="3848" y="3396"/>
                </a:lnTo>
                <a:lnTo>
                  <a:pt x="3851" y="3398"/>
                </a:lnTo>
                <a:lnTo>
                  <a:pt x="3855" y="3413"/>
                </a:lnTo>
                <a:lnTo>
                  <a:pt x="3856" y="3423"/>
                </a:lnTo>
                <a:close/>
                <a:moveTo>
                  <a:pt x="447" y="3433"/>
                </a:moveTo>
                <a:lnTo>
                  <a:pt x="446" y="3440"/>
                </a:lnTo>
                <a:lnTo>
                  <a:pt x="437" y="3449"/>
                </a:lnTo>
                <a:lnTo>
                  <a:pt x="430" y="3450"/>
                </a:lnTo>
                <a:lnTo>
                  <a:pt x="422" y="3449"/>
                </a:lnTo>
                <a:lnTo>
                  <a:pt x="412" y="3440"/>
                </a:lnTo>
                <a:lnTo>
                  <a:pt x="411" y="3433"/>
                </a:lnTo>
                <a:lnTo>
                  <a:pt x="412" y="3425"/>
                </a:lnTo>
                <a:lnTo>
                  <a:pt x="422" y="3416"/>
                </a:lnTo>
                <a:lnTo>
                  <a:pt x="430" y="3415"/>
                </a:lnTo>
                <a:lnTo>
                  <a:pt x="437" y="3416"/>
                </a:lnTo>
                <a:lnTo>
                  <a:pt x="446" y="3425"/>
                </a:lnTo>
                <a:lnTo>
                  <a:pt x="447" y="3433"/>
                </a:lnTo>
                <a:close/>
                <a:moveTo>
                  <a:pt x="365" y="3450"/>
                </a:moveTo>
                <a:lnTo>
                  <a:pt x="369" y="3458"/>
                </a:lnTo>
                <a:lnTo>
                  <a:pt x="359" y="3468"/>
                </a:lnTo>
                <a:lnTo>
                  <a:pt x="349" y="3469"/>
                </a:lnTo>
                <a:lnTo>
                  <a:pt x="337" y="3468"/>
                </a:lnTo>
                <a:lnTo>
                  <a:pt x="322" y="3458"/>
                </a:lnTo>
                <a:lnTo>
                  <a:pt x="321" y="3450"/>
                </a:lnTo>
                <a:lnTo>
                  <a:pt x="321" y="3443"/>
                </a:lnTo>
                <a:lnTo>
                  <a:pt x="331" y="3433"/>
                </a:lnTo>
                <a:lnTo>
                  <a:pt x="337" y="3433"/>
                </a:lnTo>
                <a:lnTo>
                  <a:pt x="345" y="3433"/>
                </a:lnTo>
                <a:lnTo>
                  <a:pt x="361" y="3443"/>
                </a:lnTo>
                <a:lnTo>
                  <a:pt x="365" y="3450"/>
                </a:lnTo>
                <a:close/>
                <a:moveTo>
                  <a:pt x="3883" y="3510"/>
                </a:moveTo>
                <a:lnTo>
                  <a:pt x="3876" y="3531"/>
                </a:lnTo>
                <a:lnTo>
                  <a:pt x="3861" y="3546"/>
                </a:lnTo>
                <a:lnTo>
                  <a:pt x="3851" y="3549"/>
                </a:lnTo>
                <a:lnTo>
                  <a:pt x="3845" y="3547"/>
                </a:lnTo>
                <a:lnTo>
                  <a:pt x="3838" y="3544"/>
                </a:lnTo>
                <a:lnTo>
                  <a:pt x="3831" y="3536"/>
                </a:lnTo>
                <a:lnTo>
                  <a:pt x="3836" y="3519"/>
                </a:lnTo>
                <a:lnTo>
                  <a:pt x="3852" y="3496"/>
                </a:lnTo>
                <a:lnTo>
                  <a:pt x="3866" y="3479"/>
                </a:lnTo>
                <a:lnTo>
                  <a:pt x="3883" y="3461"/>
                </a:lnTo>
                <a:lnTo>
                  <a:pt x="3890" y="3465"/>
                </a:lnTo>
                <a:lnTo>
                  <a:pt x="3888" y="3490"/>
                </a:lnTo>
                <a:lnTo>
                  <a:pt x="3883" y="3510"/>
                </a:lnTo>
                <a:close/>
                <a:moveTo>
                  <a:pt x="4635" y="3496"/>
                </a:moveTo>
                <a:lnTo>
                  <a:pt x="4635" y="3515"/>
                </a:lnTo>
                <a:lnTo>
                  <a:pt x="4626" y="3537"/>
                </a:lnTo>
                <a:lnTo>
                  <a:pt x="4613" y="3540"/>
                </a:lnTo>
                <a:lnTo>
                  <a:pt x="4599" y="3522"/>
                </a:lnTo>
                <a:lnTo>
                  <a:pt x="4594" y="3505"/>
                </a:lnTo>
                <a:lnTo>
                  <a:pt x="4591" y="3495"/>
                </a:lnTo>
                <a:lnTo>
                  <a:pt x="4592" y="3479"/>
                </a:lnTo>
                <a:lnTo>
                  <a:pt x="4601" y="3467"/>
                </a:lnTo>
                <a:lnTo>
                  <a:pt x="4619" y="3457"/>
                </a:lnTo>
                <a:lnTo>
                  <a:pt x="4632" y="3453"/>
                </a:lnTo>
                <a:lnTo>
                  <a:pt x="4634" y="3460"/>
                </a:lnTo>
                <a:lnTo>
                  <a:pt x="4635" y="3496"/>
                </a:lnTo>
                <a:close/>
                <a:moveTo>
                  <a:pt x="4019" y="3487"/>
                </a:moveTo>
                <a:lnTo>
                  <a:pt x="4017" y="3500"/>
                </a:lnTo>
                <a:lnTo>
                  <a:pt x="4012" y="3505"/>
                </a:lnTo>
                <a:lnTo>
                  <a:pt x="4002" y="3500"/>
                </a:lnTo>
                <a:lnTo>
                  <a:pt x="3992" y="3487"/>
                </a:lnTo>
                <a:lnTo>
                  <a:pt x="3989" y="3480"/>
                </a:lnTo>
                <a:lnTo>
                  <a:pt x="3993" y="3470"/>
                </a:lnTo>
                <a:lnTo>
                  <a:pt x="3999" y="3469"/>
                </a:lnTo>
                <a:lnTo>
                  <a:pt x="4007" y="3470"/>
                </a:lnTo>
                <a:lnTo>
                  <a:pt x="4018" y="3480"/>
                </a:lnTo>
                <a:lnTo>
                  <a:pt x="4019" y="3487"/>
                </a:lnTo>
                <a:close/>
                <a:moveTo>
                  <a:pt x="4825" y="3515"/>
                </a:moveTo>
                <a:lnTo>
                  <a:pt x="4825" y="3533"/>
                </a:lnTo>
                <a:lnTo>
                  <a:pt x="4818" y="3557"/>
                </a:lnTo>
                <a:lnTo>
                  <a:pt x="4813" y="3559"/>
                </a:lnTo>
                <a:lnTo>
                  <a:pt x="4807" y="3558"/>
                </a:lnTo>
                <a:lnTo>
                  <a:pt x="4800" y="3540"/>
                </a:lnTo>
                <a:lnTo>
                  <a:pt x="4799" y="3513"/>
                </a:lnTo>
                <a:lnTo>
                  <a:pt x="4806" y="3490"/>
                </a:lnTo>
                <a:lnTo>
                  <a:pt x="4811" y="3482"/>
                </a:lnTo>
                <a:lnTo>
                  <a:pt x="4820" y="3471"/>
                </a:lnTo>
                <a:lnTo>
                  <a:pt x="4824" y="3469"/>
                </a:lnTo>
                <a:lnTo>
                  <a:pt x="4825" y="3479"/>
                </a:lnTo>
                <a:lnTo>
                  <a:pt x="4825" y="3515"/>
                </a:lnTo>
                <a:close/>
                <a:moveTo>
                  <a:pt x="4880" y="3612"/>
                </a:moveTo>
                <a:lnTo>
                  <a:pt x="4872" y="3652"/>
                </a:lnTo>
                <a:lnTo>
                  <a:pt x="4863" y="3662"/>
                </a:lnTo>
                <a:lnTo>
                  <a:pt x="4856" y="3648"/>
                </a:lnTo>
                <a:lnTo>
                  <a:pt x="4851" y="3634"/>
                </a:lnTo>
                <a:lnTo>
                  <a:pt x="4844" y="3612"/>
                </a:lnTo>
                <a:lnTo>
                  <a:pt x="4844" y="3590"/>
                </a:lnTo>
                <a:lnTo>
                  <a:pt x="4849" y="3580"/>
                </a:lnTo>
                <a:lnTo>
                  <a:pt x="4855" y="3575"/>
                </a:lnTo>
                <a:lnTo>
                  <a:pt x="4863" y="3569"/>
                </a:lnTo>
                <a:lnTo>
                  <a:pt x="4868" y="3545"/>
                </a:lnTo>
                <a:lnTo>
                  <a:pt x="4863" y="3532"/>
                </a:lnTo>
                <a:lnTo>
                  <a:pt x="4860" y="3519"/>
                </a:lnTo>
                <a:lnTo>
                  <a:pt x="4861" y="3492"/>
                </a:lnTo>
                <a:lnTo>
                  <a:pt x="4865" y="3482"/>
                </a:lnTo>
                <a:lnTo>
                  <a:pt x="4869" y="3477"/>
                </a:lnTo>
                <a:lnTo>
                  <a:pt x="4875" y="3475"/>
                </a:lnTo>
                <a:lnTo>
                  <a:pt x="4883" y="3487"/>
                </a:lnTo>
                <a:lnTo>
                  <a:pt x="4887" y="3528"/>
                </a:lnTo>
                <a:lnTo>
                  <a:pt x="4885" y="3583"/>
                </a:lnTo>
                <a:lnTo>
                  <a:pt x="4880" y="3612"/>
                </a:lnTo>
                <a:close/>
                <a:moveTo>
                  <a:pt x="545" y="3591"/>
                </a:moveTo>
                <a:lnTo>
                  <a:pt x="591" y="3618"/>
                </a:lnTo>
                <a:lnTo>
                  <a:pt x="635" y="3635"/>
                </a:lnTo>
                <a:lnTo>
                  <a:pt x="658" y="3635"/>
                </a:lnTo>
                <a:lnTo>
                  <a:pt x="667" y="3632"/>
                </a:lnTo>
                <a:lnTo>
                  <a:pt x="679" y="3625"/>
                </a:lnTo>
                <a:lnTo>
                  <a:pt x="702" y="3622"/>
                </a:lnTo>
                <a:lnTo>
                  <a:pt x="708" y="3627"/>
                </a:lnTo>
                <a:lnTo>
                  <a:pt x="710" y="3629"/>
                </a:lnTo>
                <a:lnTo>
                  <a:pt x="706" y="3636"/>
                </a:lnTo>
                <a:lnTo>
                  <a:pt x="690" y="3650"/>
                </a:lnTo>
                <a:lnTo>
                  <a:pt x="672" y="3661"/>
                </a:lnTo>
                <a:lnTo>
                  <a:pt x="651" y="3670"/>
                </a:lnTo>
                <a:lnTo>
                  <a:pt x="612" y="3674"/>
                </a:lnTo>
                <a:lnTo>
                  <a:pt x="574" y="3660"/>
                </a:lnTo>
                <a:lnTo>
                  <a:pt x="535" y="3628"/>
                </a:lnTo>
                <a:lnTo>
                  <a:pt x="514" y="3603"/>
                </a:lnTo>
                <a:lnTo>
                  <a:pt x="500" y="3585"/>
                </a:lnTo>
                <a:lnTo>
                  <a:pt x="463" y="3557"/>
                </a:lnTo>
                <a:lnTo>
                  <a:pt x="447" y="3550"/>
                </a:lnTo>
                <a:lnTo>
                  <a:pt x="433" y="3544"/>
                </a:lnTo>
                <a:lnTo>
                  <a:pt x="413" y="3521"/>
                </a:lnTo>
                <a:lnTo>
                  <a:pt x="411" y="3509"/>
                </a:lnTo>
                <a:lnTo>
                  <a:pt x="412" y="3492"/>
                </a:lnTo>
                <a:lnTo>
                  <a:pt x="422" y="3491"/>
                </a:lnTo>
                <a:lnTo>
                  <a:pt x="435" y="3505"/>
                </a:lnTo>
                <a:lnTo>
                  <a:pt x="449" y="3519"/>
                </a:lnTo>
                <a:lnTo>
                  <a:pt x="509" y="3566"/>
                </a:lnTo>
                <a:lnTo>
                  <a:pt x="545" y="3591"/>
                </a:lnTo>
                <a:close/>
                <a:moveTo>
                  <a:pt x="4273" y="3504"/>
                </a:moveTo>
                <a:lnTo>
                  <a:pt x="4272" y="3515"/>
                </a:lnTo>
                <a:lnTo>
                  <a:pt x="4262" y="3528"/>
                </a:lnTo>
                <a:lnTo>
                  <a:pt x="4248" y="3531"/>
                </a:lnTo>
                <a:lnTo>
                  <a:pt x="4233" y="3523"/>
                </a:lnTo>
                <a:lnTo>
                  <a:pt x="4229" y="3515"/>
                </a:lnTo>
                <a:lnTo>
                  <a:pt x="4226" y="3503"/>
                </a:lnTo>
                <a:lnTo>
                  <a:pt x="4235" y="3488"/>
                </a:lnTo>
                <a:lnTo>
                  <a:pt x="4245" y="3487"/>
                </a:lnTo>
                <a:lnTo>
                  <a:pt x="4256" y="3487"/>
                </a:lnTo>
                <a:lnTo>
                  <a:pt x="4272" y="3497"/>
                </a:lnTo>
                <a:lnTo>
                  <a:pt x="4273" y="3504"/>
                </a:lnTo>
                <a:close/>
                <a:moveTo>
                  <a:pt x="4738" y="3585"/>
                </a:moveTo>
                <a:lnTo>
                  <a:pt x="4731" y="3632"/>
                </a:lnTo>
                <a:lnTo>
                  <a:pt x="4724" y="3659"/>
                </a:lnTo>
                <a:lnTo>
                  <a:pt x="4724" y="3687"/>
                </a:lnTo>
                <a:lnTo>
                  <a:pt x="4733" y="3743"/>
                </a:lnTo>
                <a:lnTo>
                  <a:pt x="4738" y="3770"/>
                </a:lnTo>
                <a:lnTo>
                  <a:pt x="4735" y="3821"/>
                </a:lnTo>
                <a:lnTo>
                  <a:pt x="4720" y="3860"/>
                </a:lnTo>
                <a:lnTo>
                  <a:pt x="4702" y="3879"/>
                </a:lnTo>
                <a:lnTo>
                  <a:pt x="4688" y="3885"/>
                </a:lnTo>
                <a:lnTo>
                  <a:pt x="4681" y="3885"/>
                </a:lnTo>
                <a:lnTo>
                  <a:pt x="4670" y="3886"/>
                </a:lnTo>
                <a:lnTo>
                  <a:pt x="4654" y="3897"/>
                </a:lnTo>
                <a:lnTo>
                  <a:pt x="4653" y="3906"/>
                </a:lnTo>
                <a:lnTo>
                  <a:pt x="4654" y="3913"/>
                </a:lnTo>
                <a:lnTo>
                  <a:pt x="4670" y="3919"/>
                </a:lnTo>
                <a:lnTo>
                  <a:pt x="4681" y="3915"/>
                </a:lnTo>
                <a:lnTo>
                  <a:pt x="4689" y="3911"/>
                </a:lnTo>
                <a:lnTo>
                  <a:pt x="4698" y="3911"/>
                </a:lnTo>
                <a:lnTo>
                  <a:pt x="4696" y="3928"/>
                </a:lnTo>
                <a:lnTo>
                  <a:pt x="4681" y="3958"/>
                </a:lnTo>
                <a:lnTo>
                  <a:pt x="4672" y="3975"/>
                </a:lnTo>
                <a:lnTo>
                  <a:pt x="4662" y="4001"/>
                </a:lnTo>
                <a:lnTo>
                  <a:pt x="4662" y="4023"/>
                </a:lnTo>
                <a:lnTo>
                  <a:pt x="4672" y="4049"/>
                </a:lnTo>
                <a:lnTo>
                  <a:pt x="4681" y="4067"/>
                </a:lnTo>
                <a:lnTo>
                  <a:pt x="4691" y="4088"/>
                </a:lnTo>
                <a:lnTo>
                  <a:pt x="4698" y="4112"/>
                </a:lnTo>
                <a:lnTo>
                  <a:pt x="4697" y="4119"/>
                </a:lnTo>
                <a:lnTo>
                  <a:pt x="4695" y="4119"/>
                </a:lnTo>
                <a:lnTo>
                  <a:pt x="4677" y="4118"/>
                </a:lnTo>
                <a:lnTo>
                  <a:pt x="4653" y="4119"/>
                </a:lnTo>
                <a:lnTo>
                  <a:pt x="4638" y="4121"/>
                </a:lnTo>
                <a:lnTo>
                  <a:pt x="4638" y="4129"/>
                </a:lnTo>
                <a:lnTo>
                  <a:pt x="4653" y="4140"/>
                </a:lnTo>
                <a:lnTo>
                  <a:pt x="4667" y="4148"/>
                </a:lnTo>
                <a:lnTo>
                  <a:pt x="4664" y="4157"/>
                </a:lnTo>
                <a:lnTo>
                  <a:pt x="4646" y="4157"/>
                </a:lnTo>
                <a:lnTo>
                  <a:pt x="4629" y="4159"/>
                </a:lnTo>
                <a:lnTo>
                  <a:pt x="4591" y="4176"/>
                </a:lnTo>
                <a:lnTo>
                  <a:pt x="4575" y="4188"/>
                </a:lnTo>
                <a:lnTo>
                  <a:pt x="4560" y="4201"/>
                </a:lnTo>
                <a:lnTo>
                  <a:pt x="4549" y="4205"/>
                </a:lnTo>
                <a:lnTo>
                  <a:pt x="4553" y="4195"/>
                </a:lnTo>
                <a:lnTo>
                  <a:pt x="4561" y="4182"/>
                </a:lnTo>
                <a:lnTo>
                  <a:pt x="4572" y="4143"/>
                </a:lnTo>
                <a:lnTo>
                  <a:pt x="4574" y="4123"/>
                </a:lnTo>
                <a:lnTo>
                  <a:pt x="4582" y="4057"/>
                </a:lnTo>
                <a:lnTo>
                  <a:pt x="4596" y="3942"/>
                </a:lnTo>
                <a:lnTo>
                  <a:pt x="4601" y="3885"/>
                </a:lnTo>
                <a:lnTo>
                  <a:pt x="4603" y="3786"/>
                </a:lnTo>
                <a:lnTo>
                  <a:pt x="4599" y="3760"/>
                </a:lnTo>
                <a:lnTo>
                  <a:pt x="4595" y="3743"/>
                </a:lnTo>
                <a:lnTo>
                  <a:pt x="4594" y="3706"/>
                </a:lnTo>
                <a:lnTo>
                  <a:pt x="4597" y="3670"/>
                </a:lnTo>
                <a:lnTo>
                  <a:pt x="4605" y="3635"/>
                </a:lnTo>
                <a:lnTo>
                  <a:pt x="4617" y="3606"/>
                </a:lnTo>
                <a:lnTo>
                  <a:pt x="4633" y="3583"/>
                </a:lnTo>
                <a:lnTo>
                  <a:pt x="4650" y="3570"/>
                </a:lnTo>
                <a:lnTo>
                  <a:pt x="4670" y="3568"/>
                </a:lnTo>
                <a:lnTo>
                  <a:pt x="4678" y="3572"/>
                </a:lnTo>
                <a:lnTo>
                  <a:pt x="4685" y="3575"/>
                </a:lnTo>
                <a:lnTo>
                  <a:pt x="4688" y="3566"/>
                </a:lnTo>
                <a:lnTo>
                  <a:pt x="4684" y="3556"/>
                </a:lnTo>
                <a:lnTo>
                  <a:pt x="4681" y="3543"/>
                </a:lnTo>
                <a:lnTo>
                  <a:pt x="4681" y="3524"/>
                </a:lnTo>
                <a:lnTo>
                  <a:pt x="4690" y="3515"/>
                </a:lnTo>
                <a:lnTo>
                  <a:pt x="4708" y="3513"/>
                </a:lnTo>
                <a:lnTo>
                  <a:pt x="4721" y="3518"/>
                </a:lnTo>
                <a:lnTo>
                  <a:pt x="4727" y="3521"/>
                </a:lnTo>
                <a:lnTo>
                  <a:pt x="4736" y="3532"/>
                </a:lnTo>
                <a:lnTo>
                  <a:pt x="4741" y="3557"/>
                </a:lnTo>
                <a:lnTo>
                  <a:pt x="4738" y="3585"/>
                </a:lnTo>
                <a:close/>
                <a:moveTo>
                  <a:pt x="219" y="3553"/>
                </a:moveTo>
                <a:lnTo>
                  <a:pt x="222" y="3562"/>
                </a:lnTo>
                <a:lnTo>
                  <a:pt x="219" y="3571"/>
                </a:lnTo>
                <a:lnTo>
                  <a:pt x="212" y="3569"/>
                </a:lnTo>
                <a:lnTo>
                  <a:pt x="204" y="3563"/>
                </a:lnTo>
                <a:lnTo>
                  <a:pt x="195" y="3548"/>
                </a:lnTo>
                <a:lnTo>
                  <a:pt x="194" y="3540"/>
                </a:lnTo>
                <a:lnTo>
                  <a:pt x="194" y="3531"/>
                </a:lnTo>
                <a:lnTo>
                  <a:pt x="198" y="3523"/>
                </a:lnTo>
                <a:lnTo>
                  <a:pt x="210" y="3531"/>
                </a:lnTo>
                <a:lnTo>
                  <a:pt x="219" y="3553"/>
                </a:lnTo>
                <a:close/>
                <a:moveTo>
                  <a:pt x="364" y="3548"/>
                </a:moveTo>
                <a:lnTo>
                  <a:pt x="361" y="3561"/>
                </a:lnTo>
                <a:lnTo>
                  <a:pt x="368" y="3596"/>
                </a:lnTo>
                <a:lnTo>
                  <a:pt x="375" y="3612"/>
                </a:lnTo>
                <a:lnTo>
                  <a:pt x="385" y="3632"/>
                </a:lnTo>
                <a:lnTo>
                  <a:pt x="384" y="3649"/>
                </a:lnTo>
                <a:lnTo>
                  <a:pt x="374" y="3658"/>
                </a:lnTo>
                <a:lnTo>
                  <a:pt x="365" y="3661"/>
                </a:lnTo>
                <a:lnTo>
                  <a:pt x="356" y="3666"/>
                </a:lnTo>
                <a:lnTo>
                  <a:pt x="348" y="3684"/>
                </a:lnTo>
                <a:lnTo>
                  <a:pt x="351" y="3694"/>
                </a:lnTo>
                <a:lnTo>
                  <a:pt x="355" y="3700"/>
                </a:lnTo>
                <a:lnTo>
                  <a:pt x="352" y="3704"/>
                </a:lnTo>
                <a:lnTo>
                  <a:pt x="348" y="3699"/>
                </a:lnTo>
                <a:lnTo>
                  <a:pt x="341" y="3692"/>
                </a:lnTo>
                <a:lnTo>
                  <a:pt x="332" y="3671"/>
                </a:lnTo>
                <a:lnTo>
                  <a:pt x="324" y="3630"/>
                </a:lnTo>
                <a:lnTo>
                  <a:pt x="327" y="3570"/>
                </a:lnTo>
                <a:lnTo>
                  <a:pt x="338" y="3536"/>
                </a:lnTo>
                <a:lnTo>
                  <a:pt x="350" y="3524"/>
                </a:lnTo>
                <a:lnTo>
                  <a:pt x="357" y="3523"/>
                </a:lnTo>
                <a:lnTo>
                  <a:pt x="363" y="3524"/>
                </a:lnTo>
                <a:lnTo>
                  <a:pt x="366" y="3538"/>
                </a:lnTo>
                <a:lnTo>
                  <a:pt x="364" y="3548"/>
                </a:lnTo>
                <a:close/>
                <a:moveTo>
                  <a:pt x="593" y="3542"/>
                </a:moveTo>
                <a:lnTo>
                  <a:pt x="592" y="3548"/>
                </a:lnTo>
                <a:lnTo>
                  <a:pt x="583" y="3558"/>
                </a:lnTo>
                <a:lnTo>
                  <a:pt x="576" y="3559"/>
                </a:lnTo>
                <a:lnTo>
                  <a:pt x="568" y="3558"/>
                </a:lnTo>
                <a:lnTo>
                  <a:pt x="552" y="3548"/>
                </a:lnTo>
                <a:lnTo>
                  <a:pt x="547" y="3542"/>
                </a:lnTo>
                <a:lnTo>
                  <a:pt x="545" y="3534"/>
                </a:lnTo>
                <a:lnTo>
                  <a:pt x="554" y="3524"/>
                </a:lnTo>
                <a:lnTo>
                  <a:pt x="563" y="3523"/>
                </a:lnTo>
                <a:lnTo>
                  <a:pt x="575" y="3524"/>
                </a:lnTo>
                <a:lnTo>
                  <a:pt x="591" y="3534"/>
                </a:lnTo>
                <a:lnTo>
                  <a:pt x="593" y="3542"/>
                </a:lnTo>
                <a:close/>
                <a:moveTo>
                  <a:pt x="4001" y="3542"/>
                </a:moveTo>
                <a:lnTo>
                  <a:pt x="4000" y="3548"/>
                </a:lnTo>
                <a:lnTo>
                  <a:pt x="3990" y="3558"/>
                </a:lnTo>
                <a:lnTo>
                  <a:pt x="3982" y="3559"/>
                </a:lnTo>
                <a:lnTo>
                  <a:pt x="3976" y="3558"/>
                </a:lnTo>
                <a:lnTo>
                  <a:pt x="3966" y="3548"/>
                </a:lnTo>
                <a:lnTo>
                  <a:pt x="3965" y="3542"/>
                </a:lnTo>
                <a:lnTo>
                  <a:pt x="3966" y="3534"/>
                </a:lnTo>
                <a:lnTo>
                  <a:pt x="3976" y="3524"/>
                </a:lnTo>
                <a:lnTo>
                  <a:pt x="3982" y="3523"/>
                </a:lnTo>
                <a:lnTo>
                  <a:pt x="3990" y="3524"/>
                </a:lnTo>
                <a:lnTo>
                  <a:pt x="4000" y="3534"/>
                </a:lnTo>
                <a:lnTo>
                  <a:pt x="4001" y="3542"/>
                </a:lnTo>
                <a:close/>
                <a:moveTo>
                  <a:pt x="656" y="3578"/>
                </a:moveTo>
                <a:lnTo>
                  <a:pt x="659" y="3584"/>
                </a:lnTo>
                <a:lnTo>
                  <a:pt x="655" y="3595"/>
                </a:lnTo>
                <a:lnTo>
                  <a:pt x="648" y="3596"/>
                </a:lnTo>
                <a:lnTo>
                  <a:pt x="641" y="3595"/>
                </a:lnTo>
                <a:lnTo>
                  <a:pt x="630" y="3584"/>
                </a:lnTo>
                <a:lnTo>
                  <a:pt x="629" y="3578"/>
                </a:lnTo>
                <a:lnTo>
                  <a:pt x="629" y="3570"/>
                </a:lnTo>
                <a:lnTo>
                  <a:pt x="633" y="3560"/>
                </a:lnTo>
                <a:lnTo>
                  <a:pt x="636" y="3559"/>
                </a:lnTo>
                <a:lnTo>
                  <a:pt x="641" y="3560"/>
                </a:lnTo>
                <a:lnTo>
                  <a:pt x="651" y="3570"/>
                </a:lnTo>
                <a:lnTo>
                  <a:pt x="656" y="3578"/>
                </a:lnTo>
                <a:close/>
                <a:moveTo>
                  <a:pt x="801" y="3578"/>
                </a:moveTo>
                <a:lnTo>
                  <a:pt x="804" y="3584"/>
                </a:lnTo>
                <a:lnTo>
                  <a:pt x="799" y="3595"/>
                </a:lnTo>
                <a:lnTo>
                  <a:pt x="794" y="3596"/>
                </a:lnTo>
                <a:lnTo>
                  <a:pt x="785" y="3595"/>
                </a:lnTo>
                <a:lnTo>
                  <a:pt x="774" y="3584"/>
                </a:lnTo>
                <a:lnTo>
                  <a:pt x="773" y="3578"/>
                </a:lnTo>
                <a:lnTo>
                  <a:pt x="774" y="3570"/>
                </a:lnTo>
                <a:lnTo>
                  <a:pt x="778" y="3560"/>
                </a:lnTo>
                <a:lnTo>
                  <a:pt x="781" y="3559"/>
                </a:lnTo>
                <a:lnTo>
                  <a:pt x="785" y="3560"/>
                </a:lnTo>
                <a:lnTo>
                  <a:pt x="796" y="3570"/>
                </a:lnTo>
                <a:lnTo>
                  <a:pt x="801" y="3578"/>
                </a:lnTo>
                <a:close/>
                <a:moveTo>
                  <a:pt x="4284" y="3630"/>
                </a:moveTo>
                <a:lnTo>
                  <a:pt x="4277" y="3640"/>
                </a:lnTo>
                <a:lnTo>
                  <a:pt x="4262" y="3649"/>
                </a:lnTo>
                <a:lnTo>
                  <a:pt x="4247" y="3647"/>
                </a:lnTo>
                <a:lnTo>
                  <a:pt x="4235" y="3633"/>
                </a:lnTo>
                <a:lnTo>
                  <a:pt x="4229" y="3621"/>
                </a:lnTo>
                <a:lnTo>
                  <a:pt x="4225" y="3605"/>
                </a:lnTo>
                <a:lnTo>
                  <a:pt x="4226" y="3581"/>
                </a:lnTo>
                <a:lnTo>
                  <a:pt x="4237" y="3569"/>
                </a:lnTo>
                <a:lnTo>
                  <a:pt x="4256" y="3573"/>
                </a:lnTo>
                <a:lnTo>
                  <a:pt x="4267" y="3583"/>
                </a:lnTo>
                <a:lnTo>
                  <a:pt x="4278" y="3595"/>
                </a:lnTo>
                <a:lnTo>
                  <a:pt x="4286" y="3621"/>
                </a:lnTo>
                <a:lnTo>
                  <a:pt x="4284" y="3630"/>
                </a:lnTo>
                <a:close/>
                <a:moveTo>
                  <a:pt x="4503" y="3640"/>
                </a:moveTo>
                <a:lnTo>
                  <a:pt x="4489" y="3653"/>
                </a:lnTo>
                <a:lnTo>
                  <a:pt x="4472" y="3666"/>
                </a:lnTo>
                <a:lnTo>
                  <a:pt x="4464" y="3660"/>
                </a:lnTo>
                <a:lnTo>
                  <a:pt x="4465" y="3634"/>
                </a:lnTo>
                <a:lnTo>
                  <a:pt x="4468" y="3612"/>
                </a:lnTo>
                <a:lnTo>
                  <a:pt x="4474" y="3581"/>
                </a:lnTo>
                <a:lnTo>
                  <a:pt x="4484" y="3569"/>
                </a:lnTo>
                <a:lnTo>
                  <a:pt x="4496" y="3575"/>
                </a:lnTo>
                <a:lnTo>
                  <a:pt x="4504" y="3583"/>
                </a:lnTo>
                <a:lnTo>
                  <a:pt x="4513" y="3592"/>
                </a:lnTo>
                <a:lnTo>
                  <a:pt x="4522" y="3606"/>
                </a:lnTo>
                <a:lnTo>
                  <a:pt x="4522" y="3617"/>
                </a:lnTo>
                <a:lnTo>
                  <a:pt x="4512" y="3630"/>
                </a:lnTo>
                <a:lnTo>
                  <a:pt x="4503" y="3640"/>
                </a:lnTo>
                <a:close/>
                <a:moveTo>
                  <a:pt x="882" y="3632"/>
                </a:moveTo>
                <a:lnTo>
                  <a:pt x="881" y="3645"/>
                </a:lnTo>
                <a:lnTo>
                  <a:pt x="876" y="3650"/>
                </a:lnTo>
                <a:lnTo>
                  <a:pt x="865" y="3645"/>
                </a:lnTo>
                <a:lnTo>
                  <a:pt x="855" y="3632"/>
                </a:lnTo>
                <a:lnTo>
                  <a:pt x="853" y="3624"/>
                </a:lnTo>
                <a:lnTo>
                  <a:pt x="856" y="3615"/>
                </a:lnTo>
                <a:lnTo>
                  <a:pt x="863" y="3613"/>
                </a:lnTo>
                <a:lnTo>
                  <a:pt x="870" y="3615"/>
                </a:lnTo>
                <a:lnTo>
                  <a:pt x="881" y="3624"/>
                </a:lnTo>
                <a:lnTo>
                  <a:pt x="882" y="3632"/>
                </a:lnTo>
                <a:close/>
                <a:moveTo>
                  <a:pt x="4833" y="3690"/>
                </a:moveTo>
                <a:lnTo>
                  <a:pt x="4833" y="3696"/>
                </a:lnTo>
                <a:lnTo>
                  <a:pt x="4824" y="3704"/>
                </a:lnTo>
                <a:lnTo>
                  <a:pt x="4817" y="3705"/>
                </a:lnTo>
                <a:lnTo>
                  <a:pt x="4813" y="3704"/>
                </a:lnTo>
                <a:lnTo>
                  <a:pt x="4807" y="3696"/>
                </a:lnTo>
                <a:lnTo>
                  <a:pt x="4800" y="3674"/>
                </a:lnTo>
                <a:lnTo>
                  <a:pt x="4800" y="3654"/>
                </a:lnTo>
                <a:lnTo>
                  <a:pt x="4800" y="3627"/>
                </a:lnTo>
                <a:lnTo>
                  <a:pt x="4807" y="3621"/>
                </a:lnTo>
                <a:lnTo>
                  <a:pt x="4817" y="3641"/>
                </a:lnTo>
                <a:lnTo>
                  <a:pt x="4830" y="3672"/>
                </a:lnTo>
                <a:lnTo>
                  <a:pt x="4833" y="3690"/>
                </a:lnTo>
                <a:close/>
                <a:moveTo>
                  <a:pt x="245" y="3654"/>
                </a:moveTo>
                <a:lnTo>
                  <a:pt x="256" y="3666"/>
                </a:lnTo>
                <a:lnTo>
                  <a:pt x="266" y="3685"/>
                </a:lnTo>
                <a:lnTo>
                  <a:pt x="262" y="3695"/>
                </a:lnTo>
                <a:lnTo>
                  <a:pt x="244" y="3693"/>
                </a:lnTo>
                <a:lnTo>
                  <a:pt x="229" y="3686"/>
                </a:lnTo>
                <a:lnTo>
                  <a:pt x="215" y="3678"/>
                </a:lnTo>
                <a:lnTo>
                  <a:pt x="196" y="3658"/>
                </a:lnTo>
                <a:lnTo>
                  <a:pt x="194" y="3650"/>
                </a:lnTo>
                <a:lnTo>
                  <a:pt x="195" y="3642"/>
                </a:lnTo>
                <a:lnTo>
                  <a:pt x="202" y="3633"/>
                </a:lnTo>
                <a:lnTo>
                  <a:pt x="217" y="3634"/>
                </a:lnTo>
                <a:lnTo>
                  <a:pt x="235" y="3645"/>
                </a:lnTo>
                <a:lnTo>
                  <a:pt x="245" y="3654"/>
                </a:lnTo>
                <a:close/>
                <a:moveTo>
                  <a:pt x="4367" y="3690"/>
                </a:moveTo>
                <a:lnTo>
                  <a:pt x="4361" y="3695"/>
                </a:lnTo>
                <a:lnTo>
                  <a:pt x="4353" y="3699"/>
                </a:lnTo>
                <a:lnTo>
                  <a:pt x="4346" y="3691"/>
                </a:lnTo>
                <a:lnTo>
                  <a:pt x="4346" y="3668"/>
                </a:lnTo>
                <a:lnTo>
                  <a:pt x="4346" y="3646"/>
                </a:lnTo>
                <a:lnTo>
                  <a:pt x="4353" y="3636"/>
                </a:lnTo>
                <a:lnTo>
                  <a:pt x="4361" y="3641"/>
                </a:lnTo>
                <a:lnTo>
                  <a:pt x="4367" y="3646"/>
                </a:lnTo>
                <a:lnTo>
                  <a:pt x="4377" y="3658"/>
                </a:lnTo>
                <a:lnTo>
                  <a:pt x="4377" y="3679"/>
                </a:lnTo>
                <a:lnTo>
                  <a:pt x="4367" y="3690"/>
                </a:lnTo>
                <a:close/>
                <a:moveTo>
                  <a:pt x="451" y="3681"/>
                </a:moveTo>
                <a:lnTo>
                  <a:pt x="485" y="3716"/>
                </a:lnTo>
                <a:lnTo>
                  <a:pt x="526" y="3748"/>
                </a:lnTo>
                <a:lnTo>
                  <a:pt x="547" y="3758"/>
                </a:lnTo>
                <a:lnTo>
                  <a:pt x="556" y="3759"/>
                </a:lnTo>
                <a:lnTo>
                  <a:pt x="563" y="3758"/>
                </a:lnTo>
                <a:lnTo>
                  <a:pt x="568" y="3747"/>
                </a:lnTo>
                <a:lnTo>
                  <a:pt x="566" y="3741"/>
                </a:lnTo>
                <a:lnTo>
                  <a:pt x="562" y="3733"/>
                </a:lnTo>
                <a:lnTo>
                  <a:pt x="562" y="3723"/>
                </a:lnTo>
                <a:lnTo>
                  <a:pt x="566" y="3722"/>
                </a:lnTo>
                <a:lnTo>
                  <a:pt x="576" y="3724"/>
                </a:lnTo>
                <a:lnTo>
                  <a:pt x="612" y="3743"/>
                </a:lnTo>
                <a:lnTo>
                  <a:pt x="653" y="3768"/>
                </a:lnTo>
                <a:lnTo>
                  <a:pt x="680" y="3792"/>
                </a:lnTo>
                <a:lnTo>
                  <a:pt x="683" y="3798"/>
                </a:lnTo>
                <a:lnTo>
                  <a:pt x="682" y="3806"/>
                </a:lnTo>
                <a:lnTo>
                  <a:pt x="672" y="3812"/>
                </a:lnTo>
                <a:lnTo>
                  <a:pt x="658" y="3811"/>
                </a:lnTo>
                <a:lnTo>
                  <a:pt x="643" y="3803"/>
                </a:lnTo>
                <a:lnTo>
                  <a:pt x="637" y="3795"/>
                </a:lnTo>
                <a:lnTo>
                  <a:pt x="629" y="3783"/>
                </a:lnTo>
                <a:lnTo>
                  <a:pt x="613" y="3775"/>
                </a:lnTo>
                <a:lnTo>
                  <a:pt x="601" y="3786"/>
                </a:lnTo>
                <a:lnTo>
                  <a:pt x="598" y="3812"/>
                </a:lnTo>
                <a:lnTo>
                  <a:pt x="599" y="3831"/>
                </a:lnTo>
                <a:lnTo>
                  <a:pt x="601" y="3853"/>
                </a:lnTo>
                <a:lnTo>
                  <a:pt x="597" y="3878"/>
                </a:lnTo>
                <a:lnTo>
                  <a:pt x="585" y="3884"/>
                </a:lnTo>
                <a:lnTo>
                  <a:pt x="568" y="3869"/>
                </a:lnTo>
                <a:lnTo>
                  <a:pt x="558" y="3853"/>
                </a:lnTo>
                <a:lnTo>
                  <a:pt x="547" y="3836"/>
                </a:lnTo>
                <a:lnTo>
                  <a:pt x="539" y="3840"/>
                </a:lnTo>
                <a:lnTo>
                  <a:pt x="538" y="3862"/>
                </a:lnTo>
                <a:lnTo>
                  <a:pt x="539" y="3878"/>
                </a:lnTo>
                <a:lnTo>
                  <a:pt x="558" y="3907"/>
                </a:lnTo>
                <a:lnTo>
                  <a:pt x="584" y="3929"/>
                </a:lnTo>
                <a:lnTo>
                  <a:pt x="603" y="3933"/>
                </a:lnTo>
                <a:lnTo>
                  <a:pt x="612" y="3930"/>
                </a:lnTo>
                <a:lnTo>
                  <a:pt x="616" y="3925"/>
                </a:lnTo>
                <a:lnTo>
                  <a:pt x="618" y="3921"/>
                </a:lnTo>
                <a:lnTo>
                  <a:pt x="619" y="3926"/>
                </a:lnTo>
                <a:lnTo>
                  <a:pt x="618" y="3934"/>
                </a:lnTo>
                <a:lnTo>
                  <a:pt x="617" y="3944"/>
                </a:lnTo>
                <a:lnTo>
                  <a:pt x="629" y="3967"/>
                </a:lnTo>
                <a:lnTo>
                  <a:pt x="640" y="3976"/>
                </a:lnTo>
                <a:lnTo>
                  <a:pt x="651" y="3988"/>
                </a:lnTo>
                <a:lnTo>
                  <a:pt x="663" y="4007"/>
                </a:lnTo>
                <a:lnTo>
                  <a:pt x="660" y="4019"/>
                </a:lnTo>
                <a:lnTo>
                  <a:pt x="643" y="4021"/>
                </a:lnTo>
                <a:lnTo>
                  <a:pt x="629" y="4018"/>
                </a:lnTo>
                <a:lnTo>
                  <a:pt x="613" y="4012"/>
                </a:lnTo>
                <a:lnTo>
                  <a:pt x="582" y="3987"/>
                </a:lnTo>
                <a:lnTo>
                  <a:pt x="572" y="3972"/>
                </a:lnTo>
                <a:lnTo>
                  <a:pt x="564" y="3959"/>
                </a:lnTo>
                <a:lnTo>
                  <a:pt x="548" y="3945"/>
                </a:lnTo>
                <a:lnTo>
                  <a:pt x="544" y="3947"/>
                </a:lnTo>
                <a:lnTo>
                  <a:pt x="537" y="3949"/>
                </a:lnTo>
                <a:lnTo>
                  <a:pt x="518" y="3935"/>
                </a:lnTo>
                <a:lnTo>
                  <a:pt x="507" y="3922"/>
                </a:lnTo>
                <a:lnTo>
                  <a:pt x="495" y="3907"/>
                </a:lnTo>
                <a:lnTo>
                  <a:pt x="465" y="3887"/>
                </a:lnTo>
                <a:lnTo>
                  <a:pt x="452" y="3885"/>
                </a:lnTo>
                <a:lnTo>
                  <a:pt x="446" y="3886"/>
                </a:lnTo>
                <a:lnTo>
                  <a:pt x="440" y="3890"/>
                </a:lnTo>
                <a:lnTo>
                  <a:pt x="448" y="3904"/>
                </a:lnTo>
                <a:lnTo>
                  <a:pt x="468" y="3922"/>
                </a:lnTo>
                <a:lnTo>
                  <a:pt x="483" y="3935"/>
                </a:lnTo>
                <a:lnTo>
                  <a:pt x="495" y="3950"/>
                </a:lnTo>
                <a:lnTo>
                  <a:pt x="494" y="3957"/>
                </a:lnTo>
                <a:lnTo>
                  <a:pt x="490" y="3958"/>
                </a:lnTo>
                <a:lnTo>
                  <a:pt x="479" y="3957"/>
                </a:lnTo>
                <a:lnTo>
                  <a:pt x="452" y="3943"/>
                </a:lnTo>
                <a:lnTo>
                  <a:pt x="428" y="3919"/>
                </a:lnTo>
                <a:lnTo>
                  <a:pt x="411" y="3891"/>
                </a:lnTo>
                <a:lnTo>
                  <a:pt x="408" y="3876"/>
                </a:lnTo>
                <a:lnTo>
                  <a:pt x="403" y="3862"/>
                </a:lnTo>
                <a:lnTo>
                  <a:pt x="390" y="3846"/>
                </a:lnTo>
                <a:lnTo>
                  <a:pt x="384" y="3846"/>
                </a:lnTo>
                <a:lnTo>
                  <a:pt x="376" y="3849"/>
                </a:lnTo>
                <a:lnTo>
                  <a:pt x="370" y="3862"/>
                </a:lnTo>
                <a:lnTo>
                  <a:pt x="371" y="3869"/>
                </a:lnTo>
                <a:lnTo>
                  <a:pt x="371" y="3875"/>
                </a:lnTo>
                <a:lnTo>
                  <a:pt x="360" y="3883"/>
                </a:lnTo>
                <a:lnTo>
                  <a:pt x="341" y="3885"/>
                </a:lnTo>
                <a:lnTo>
                  <a:pt x="323" y="3880"/>
                </a:lnTo>
                <a:lnTo>
                  <a:pt x="315" y="3874"/>
                </a:lnTo>
                <a:lnTo>
                  <a:pt x="312" y="3868"/>
                </a:lnTo>
                <a:lnTo>
                  <a:pt x="316" y="3841"/>
                </a:lnTo>
                <a:lnTo>
                  <a:pt x="324" y="3825"/>
                </a:lnTo>
                <a:lnTo>
                  <a:pt x="330" y="3815"/>
                </a:lnTo>
                <a:lnTo>
                  <a:pt x="334" y="3797"/>
                </a:lnTo>
                <a:lnTo>
                  <a:pt x="330" y="3782"/>
                </a:lnTo>
                <a:lnTo>
                  <a:pt x="316" y="3766"/>
                </a:lnTo>
                <a:lnTo>
                  <a:pt x="306" y="3757"/>
                </a:lnTo>
                <a:lnTo>
                  <a:pt x="290" y="3745"/>
                </a:lnTo>
                <a:lnTo>
                  <a:pt x="278" y="3728"/>
                </a:lnTo>
                <a:lnTo>
                  <a:pt x="276" y="3720"/>
                </a:lnTo>
                <a:lnTo>
                  <a:pt x="278" y="3717"/>
                </a:lnTo>
                <a:lnTo>
                  <a:pt x="282" y="3715"/>
                </a:lnTo>
                <a:lnTo>
                  <a:pt x="293" y="3716"/>
                </a:lnTo>
                <a:lnTo>
                  <a:pt x="315" y="3724"/>
                </a:lnTo>
                <a:lnTo>
                  <a:pt x="347" y="3747"/>
                </a:lnTo>
                <a:lnTo>
                  <a:pt x="363" y="3765"/>
                </a:lnTo>
                <a:lnTo>
                  <a:pt x="368" y="3773"/>
                </a:lnTo>
                <a:lnTo>
                  <a:pt x="365" y="3776"/>
                </a:lnTo>
                <a:lnTo>
                  <a:pt x="363" y="3784"/>
                </a:lnTo>
                <a:lnTo>
                  <a:pt x="368" y="3798"/>
                </a:lnTo>
                <a:lnTo>
                  <a:pt x="375" y="3804"/>
                </a:lnTo>
                <a:lnTo>
                  <a:pt x="382" y="3807"/>
                </a:lnTo>
                <a:lnTo>
                  <a:pt x="392" y="3803"/>
                </a:lnTo>
                <a:lnTo>
                  <a:pt x="393" y="3795"/>
                </a:lnTo>
                <a:lnTo>
                  <a:pt x="394" y="3790"/>
                </a:lnTo>
                <a:lnTo>
                  <a:pt x="398" y="3784"/>
                </a:lnTo>
                <a:lnTo>
                  <a:pt x="412" y="3786"/>
                </a:lnTo>
                <a:lnTo>
                  <a:pt x="430" y="3795"/>
                </a:lnTo>
                <a:lnTo>
                  <a:pt x="444" y="3804"/>
                </a:lnTo>
                <a:lnTo>
                  <a:pt x="456" y="3819"/>
                </a:lnTo>
                <a:lnTo>
                  <a:pt x="458" y="3829"/>
                </a:lnTo>
                <a:lnTo>
                  <a:pt x="457" y="3833"/>
                </a:lnTo>
                <a:lnTo>
                  <a:pt x="451" y="3842"/>
                </a:lnTo>
                <a:lnTo>
                  <a:pt x="458" y="3849"/>
                </a:lnTo>
                <a:lnTo>
                  <a:pt x="477" y="3847"/>
                </a:lnTo>
                <a:lnTo>
                  <a:pt x="501" y="3834"/>
                </a:lnTo>
                <a:lnTo>
                  <a:pt x="512" y="3824"/>
                </a:lnTo>
                <a:lnTo>
                  <a:pt x="523" y="3812"/>
                </a:lnTo>
                <a:lnTo>
                  <a:pt x="535" y="3793"/>
                </a:lnTo>
                <a:lnTo>
                  <a:pt x="536" y="3782"/>
                </a:lnTo>
                <a:lnTo>
                  <a:pt x="526" y="3782"/>
                </a:lnTo>
                <a:lnTo>
                  <a:pt x="517" y="3787"/>
                </a:lnTo>
                <a:lnTo>
                  <a:pt x="508" y="3792"/>
                </a:lnTo>
                <a:lnTo>
                  <a:pt x="501" y="3792"/>
                </a:lnTo>
                <a:lnTo>
                  <a:pt x="506" y="3786"/>
                </a:lnTo>
                <a:lnTo>
                  <a:pt x="509" y="3782"/>
                </a:lnTo>
                <a:lnTo>
                  <a:pt x="510" y="3772"/>
                </a:lnTo>
                <a:lnTo>
                  <a:pt x="501" y="3756"/>
                </a:lnTo>
                <a:lnTo>
                  <a:pt x="476" y="3736"/>
                </a:lnTo>
                <a:lnTo>
                  <a:pt x="443" y="3724"/>
                </a:lnTo>
                <a:lnTo>
                  <a:pt x="424" y="3722"/>
                </a:lnTo>
                <a:lnTo>
                  <a:pt x="411" y="3722"/>
                </a:lnTo>
                <a:lnTo>
                  <a:pt x="394" y="3719"/>
                </a:lnTo>
                <a:lnTo>
                  <a:pt x="386" y="3710"/>
                </a:lnTo>
                <a:lnTo>
                  <a:pt x="385" y="3696"/>
                </a:lnTo>
                <a:lnTo>
                  <a:pt x="387" y="3686"/>
                </a:lnTo>
                <a:lnTo>
                  <a:pt x="393" y="3671"/>
                </a:lnTo>
                <a:lnTo>
                  <a:pt x="403" y="3654"/>
                </a:lnTo>
                <a:lnTo>
                  <a:pt x="418" y="3653"/>
                </a:lnTo>
                <a:lnTo>
                  <a:pt x="437" y="3667"/>
                </a:lnTo>
                <a:lnTo>
                  <a:pt x="451" y="3681"/>
                </a:lnTo>
                <a:close/>
                <a:moveTo>
                  <a:pt x="4044" y="3672"/>
                </a:moveTo>
                <a:lnTo>
                  <a:pt x="4040" y="3678"/>
                </a:lnTo>
                <a:lnTo>
                  <a:pt x="4025" y="3685"/>
                </a:lnTo>
                <a:lnTo>
                  <a:pt x="4017" y="3686"/>
                </a:lnTo>
                <a:lnTo>
                  <a:pt x="4010" y="3685"/>
                </a:lnTo>
                <a:lnTo>
                  <a:pt x="4002" y="3678"/>
                </a:lnTo>
                <a:lnTo>
                  <a:pt x="4001" y="3672"/>
                </a:lnTo>
                <a:lnTo>
                  <a:pt x="4002" y="3666"/>
                </a:lnTo>
                <a:lnTo>
                  <a:pt x="4017" y="3656"/>
                </a:lnTo>
                <a:lnTo>
                  <a:pt x="4028" y="3656"/>
                </a:lnTo>
                <a:lnTo>
                  <a:pt x="4038" y="3656"/>
                </a:lnTo>
                <a:lnTo>
                  <a:pt x="4046" y="3666"/>
                </a:lnTo>
                <a:lnTo>
                  <a:pt x="4044" y="3672"/>
                </a:lnTo>
                <a:close/>
                <a:moveTo>
                  <a:pt x="4258" y="3708"/>
                </a:moveTo>
                <a:lnTo>
                  <a:pt x="4249" y="3716"/>
                </a:lnTo>
                <a:lnTo>
                  <a:pt x="4240" y="3719"/>
                </a:lnTo>
                <a:lnTo>
                  <a:pt x="4237" y="3716"/>
                </a:lnTo>
                <a:lnTo>
                  <a:pt x="4237" y="3711"/>
                </a:lnTo>
                <a:lnTo>
                  <a:pt x="4237" y="3703"/>
                </a:lnTo>
                <a:lnTo>
                  <a:pt x="4244" y="3686"/>
                </a:lnTo>
                <a:lnTo>
                  <a:pt x="4249" y="3681"/>
                </a:lnTo>
                <a:lnTo>
                  <a:pt x="4254" y="3677"/>
                </a:lnTo>
                <a:lnTo>
                  <a:pt x="4266" y="3674"/>
                </a:lnTo>
                <a:lnTo>
                  <a:pt x="4270" y="3678"/>
                </a:lnTo>
                <a:lnTo>
                  <a:pt x="4273" y="3682"/>
                </a:lnTo>
                <a:lnTo>
                  <a:pt x="4266" y="3699"/>
                </a:lnTo>
                <a:lnTo>
                  <a:pt x="4258" y="3708"/>
                </a:lnTo>
                <a:close/>
                <a:moveTo>
                  <a:pt x="4775" y="3679"/>
                </a:moveTo>
                <a:lnTo>
                  <a:pt x="4770" y="3683"/>
                </a:lnTo>
                <a:lnTo>
                  <a:pt x="4750" y="3684"/>
                </a:lnTo>
                <a:lnTo>
                  <a:pt x="4740" y="3681"/>
                </a:lnTo>
                <a:lnTo>
                  <a:pt x="4732" y="3677"/>
                </a:lnTo>
                <a:lnTo>
                  <a:pt x="4738" y="3671"/>
                </a:lnTo>
                <a:lnTo>
                  <a:pt x="4751" y="3670"/>
                </a:lnTo>
                <a:lnTo>
                  <a:pt x="4765" y="3670"/>
                </a:lnTo>
                <a:lnTo>
                  <a:pt x="4776" y="3673"/>
                </a:lnTo>
                <a:lnTo>
                  <a:pt x="4777" y="3677"/>
                </a:lnTo>
                <a:lnTo>
                  <a:pt x="4775" y="3679"/>
                </a:lnTo>
                <a:close/>
                <a:moveTo>
                  <a:pt x="3683" y="3703"/>
                </a:moveTo>
                <a:lnTo>
                  <a:pt x="3681" y="3711"/>
                </a:lnTo>
                <a:lnTo>
                  <a:pt x="3692" y="3736"/>
                </a:lnTo>
                <a:lnTo>
                  <a:pt x="3704" y="3748"/>
                </a:lnTo>
                <a:lnTo>
                  <a:pt x="3715" y="3760"/>
                </a:lnTo>
                <a:lnTo>
                  <a:pt x="3719" y="3772"/>
                </a:lnTo>
                <a:lnTo>
                  <a:pt x="3715" y="3776"/>
                </a:lnTo>
                <a:lnTo>
                  <a:pt x="3710" y="3776"/>
                </a:lnTo>
                <a:lnTo>
                  <a:pt x="3706" y="3778"/>
                </a:lnTo>
                <a:lnTo>
                  <a:pt x="3699" y="3782"/>
                </a:lnTo>
                <a:lnTo>
                  <a:pt x="3695" y="3797"/>
                </a:lnTo>
                <a:lnTo>
                  <a:pt x="3698" y="3813"/>
                </a:lnTo>
                <a:lnTo>
                  <a:pt x="3702" y="3828"/>
                </a:lnTo>
                <a:lnTo>
                  <a:pt x="3699" y="3840"/>
                </a:lnTo>
                <a:lnTo>
                  <a:pt x="3696" y="3842"/>
                </a:lnTo>
                <a:lnTo>
                  <a:pt x="3693" y="3841"/>
                </a:lnTo>
                <a:lnTo>
                  <a:pt x="3686" y="3835"/>
                </a:lnTo>
                <a:lnTo>
                  <a:pt x="3677" y="3819"/>
                </a:lnTo>
                <a:lnTo>
                  <a:pt x="3667" y="3783"/>
                </a:lnTo>
                <a:lnTo>
                  <a:pt x="3665" y="3729"/>
                </a:lnTo>
                <a:lnTo>
                  <a:pt x="3671" y="3698"/>
                </a:lnTo>
                <a:lnTo>
                  <a:pt x="3680" y="3687"/>
                </a:lnTo>
                <a:lnTo>
                  <a:pt x="3685" y="3686"/>
                </a:lnTo>
                <a:lnTo>
                  <a:pt x="3689" y="3687"/>
                </a:lnTo>
                <a:lnTo>
                  <a:pt x="3687" y="3696"/>
                </a:lnTo>
                <a:lnTo>
                  <a:pt x="3683" y="3703"/>
                </a:lnTo>
                <a:close/>
                <a:moveTo>
                  <a:pt x="4509" y="3733"/>
                </a:moveTo>
                <a:lnTo>
                  <a:pt x="4508" y="3744"/>
                </a:lnTo>
                <a:lnTo>
                  <a:pt x="4496" y="3754"/>
                </a:lnTo>
                <a:lnTo>
                  <a:pt x="4478" y="3751"/>
                </a:lnTo>
                <a:lnTo>
                  <a:pt x="4463" y="3737"/>
                </a:lnTo>
                <a:lnTo>
                  <a:pt x="4458" y="3726"/>
                </a:lnTo>
                <a:lnTo>
                  <a:pt x="4456" y="3717"/>
                </a:lnTo>
                <a:lnTo>
                  <a:pt x="4468" y="3706"/>
                </a:lnTo>
                <a:lnTo>
                  <a:pt x="4479" y="3705"/>
                </a:lnTo>
                <a:lnTo>
                  <a:pt x="4491" y="3706"/>
                </a:lnTo>
                <a:lnTo>
                  <a:pt x="4507" y="3721"/>
                </a:lnTo>
                <a:lnTo>
                  <a:pt x="4509" y="3733"/>
                </a:lnTo>
                <a:close/>
                <a:moveTo>
                  <a:pt x="3965" y="3730"/>
                </a:moveTo>
                <a:lnTo>
                  <a:pt x="3964" y="3734"/>
                </a:lnTo>
                <a:lnTo>
                  <a:pt x="3954" y="3745"/>
                </a:lnTo>
                <a:lnTo>
                  <a:pt x="3946" y="3749"/>
                </a:lnTo>
                <a:lnTo>
                  <a:pt x="3940" y="3753"/>
                </a:lnTo>
                <a:lnTo>
                  <a:pt x="3929" y="3748"/>
                </a:lnTo>
                <a:lnTo>
                  <a:pt x="3928" y="3743"/>
                </a:lnTo>
                <a:lnTo>
                  <a:pt x="3929" y="3734"/>
                </a:lnTo>
                <a:lnTo>
                  <a:pt x="3940" y="3723"/>
                </a:lnTo>
                <a:lnTo>
                  <a:pt x="3946" y="3722"/>
                </a:lnTo>
                <a:lnTo>
                  <a:pt x="3954" y="3723"/>
                </a:lnTo>
                <a:lnTo>
                  <a:pt x="3964" y="3726"/>
                </a:lnTo>
                <a:lnTo>
                  <a:pt x="3965" y="3730"/>
                </a:lnTo>
                <a:close/>
                <a:moveTo>
                  <a:pt x="4849" y="3793"/>
                </a:moveTo>
                <a:lnTo>
                  <a:pt x="4851" y="3803"/>
                </a:lnTo>
                <a:lnTo>
                  <a:pt x="4843" y="3812"/>
                </a:lnTo>
                <a:lnTo>
                  <a:pt x="4833" y="3809"/>
                </a:lnTo>
                <a:lnTo>
                  <a:pt x="4823" y="3806"/>
                </a:lnTo>
                <a:lnTo>
                  <a:pt x="4806" y="3788"/>
                </a:lnTo>
                <a:lnTo>
                  <a:pt x="4802" y="3779"/>
                </a:lnTo>
                <a:lnTo>
                  <a:pt x="4799" y="3769"/>
                </a:lnTo>
                <a:lnTo>
                  <a:pt x="4808" y="3760"/>
                </a:lnTo>
                <a:lnTo>
                  <a:pt x="4819" y="3762"/>
                </a:lnTo>
                <a:lnTo>
                  <a:pt x="4828" y="3767"/>
                </a:lnTo>
                <a:lnTo>
                  <a:pt x="4845" y="3783"/>
                </a:lnTo>
                <a:lnTo>
                  <a:pt x="4849" y="3793"/>
                </a:lnTo>
                <a:close/>
                <a:moveTo>
                  <a:pt x="4526" y="3803"/>
                </a:moveTo>
                <a:lnTo>
                  <a:pt x="4525" y="3807"/>
                </a:lnTo>
                <a:lnTo>
                  <a:pt x="4516" y="3818"/>
                </a:lnTo>
                <a:lnTo>
                  <a:pt x="4509" y="3822"/>
                </a:lnTo>
                <a:lnTo>
                  <a:pt x="4501" y="3825"/>
                </a:lnTo>
                <a:lnTo>
                  <a:pt x="4491" y="3821"/>
                </a:lnTo>
                <a:lnTo>
                  <a:pt x="4490" y="3815"/>
                </a:lnTo>
                <a:lnTo>
                  <a:pt x="4491" y="3807"/>
                </a:lnTo>
                <a:lnTo>
                  <a:pt x="4501" y="3796"/>
                </a:lnTo>
                <a:lnTo>
                  <a:pt x="4509" y="3795"/>
                </a:lnTo>
                <a:lnTo>
                  <a:pt x="4516" y="3795"/>
                </a:lnTo>
                <a:lnTo>
                  <a:pt x="4525" y="3799"/>
                </a:lnTo>
                <a:lnTo>
                  <a:pt x="4526" y="3803"/>
                </a:lnTo>
                <a:close/>
                <a:moveTo>
                  <a:pt x="901" y="3831"/>
                </a:moveTo>
                <a:lnTo>
                  <a:pt x="910" y="3838"/>
                </a:lnTo>
                <a:lnTo>
                  <a:pt x="920" y="3851"/>
                </a:lnTo>
                <a:lnTo>
                  <a:pt x="919" y="3857"/>
                </a:lnTo>
                <a:lnTo>
                  <a:pt x="913" y="3858"/>
                </a:lnTo>
                <a:lnTo>
                  <a:pt x="889" y="3848"/>
                </a:lnTo>
                <a:lnTo>
                  <a:pt x="876" y="3838"/>
                </a:lnTo>
                <a:lnTo>
                  <a:pt x="863" y="3829"/>
                </a:lnTo>
                <a:lnTo>
                  <a:pt x="854" y="3817"/>
                </a:lnTo>
                <a:lnTo>
                  <a:pt x="863" y="3813"/>
                </a:lnTo>
                <a:lnTo>
                  <a:pt x="885" y="3822"/>
                </a:lnTo>
                <a:lnTo>
                  <a:pt x="901" y="3831"/>
                </a:lnTo>
                <a:close/>
                <a:moveTo>
                  <a:pt x="3506" y="3860"/>
                </a:moveTo>
                <a:lnTo>
                  <a:pt x="3500" y="3863"/>
                </a:lnTo>
                <a:lnTo>
                  <a:pt x="3481" y="3866"/>
                </a:lnTo>
                <a:lnTo>
                  <a:pt x="3471" y="3862"/>
                </a:lnTo>
                <a:lnTo>
                  <a:pt x="3463" y="3858"/>
                </a:lnTo>
                <a:lnTo>
                  <a:pt x="3469" y="3851"/>
                </a:lnTo>
                <a:lnTo>
                  <a:pt x="3482" y="3851"/>
                </a:lnTo>
                <a:lnTo>
                  <a:pt x="3496" y="3850"/>
                </a:lnTo>
                <a:lnTo>
                  <a:pt x="3507" y="3855"/>
                </a:lnTo>
                <a:lnTo>
                  <a:pt x="3508" y="3858"/>
                </a:lnTo>
                <a:lnTo>
                  <a:pt x="3506" y="3860"/>
                </a:lnTo>
                <a:close/>
                <a:moveTo>
                  <a:pt x="3607" y="3911"/>
                </a:moveTo>
                <a:lnTo>
                  <a:pt x="3612" y="3910"/>
                </a:lnTo>
                <a:lnTo>
                  <a:pt x="3624" y="3913"/>
                </a:lnTo>
                <a:lnTo>
                  <a:pt x="3643" y="3928"/>
                </a:lnTo>
                <a:lnTo>
                  <a:pt x="3655" y="3944"/>
                </a:lnTo>
                <a:lnTo>
                  <a:pt x="3669" y="3968"/>
                </a:lnTo>
                <a:lnTo>
                  <a:pt x="3668" y="3975"/>
                </a:lnTo>
                <a:lnTo>
                  <a:pt x="3650" y="3961"/>
                </a:lnTo>
                <a:lnTo>
                  <a:pt x="3637" y="3951"/>
                </a:lnTo>
                <a:lnTo>
                  <a:pt x="3611" y="3945"/>
                </a:lnTo>
                <a:lnTo>
                  <a:pt x="3601" y="3949"/>
                </a:lnTo>
                <a:lnTo>
                  <a:pt x="3593" y="3954"/>
                </a:lnTo>
                <a:lnTo>
                  <a:pt x="3568" y="3954"/>
                </a:lnTo>
                <a:lnTo>
                  <a:pt x="3557" y="3950"/>
                </a:lnTo>
                <a:lnTo>
                  <a:pt x="3549" y="3948"/>
                </a:lnTo>
                <a:lnTo>
                  <a:pt x="3541" y="3940"/>
                </a:lnTo>
                <a:lnTo>
                  <a:pt x="3541" y="3919"/>
                </a:lnTo>
                <a:lnTo>
                  <a:pt x="3553" y="3891"/>
                </a:lnTo>
                <a:lnTo>
                  <a:pt x="3566" y="3862"/>
                </a:lnTo>
                <a:lnTo>
                  <a:pt x="3574" y="3855"/>
                </a:lnTo>
                <a:lnTo>
                  <a:pt x="3579" y="3868"/>
                </a:lnTo>
                <a:lnTo>
                  <a:pt x="3580" y="3880"/>
                </a:lnTo>
                <a:lnTo>
                  <a:pt x="3584" y="3895"/>
                </a:lnTo>
                <a:lnTo>
                  <a:pt x="3595" y="3909"/>
                </a:lnTo>
                <a:lnTo>
                  <a:pt x="3604" y="3912"/>
                </a:lnTo>
                <a:lnTo>
                  <a:pt x="3607" y="3911"/>
                </a:lnTo>
                <a:close/>
                <a:moveTo>
                  <a:pt x="4346" y="3868"/>
                </a:moveTo>
                <a:lnTo>
                  <a:pt x="4344" y="3874"/>
                </a:lnTo>
                <a:lnTo>
                  <a:pt x="4335" y="3884"/>
                </a:lnTo>
                <a:lnTo>
                  <a:pt x="4327" y="3885"/>
                </a:lnTo>
                <a:lnTo>
                  <a:pt x="4320" y="3884"/>
                </a:lnTo>
                <a:lnTo>
                  <a:pt x="4310" y="3874"/>
                </a:lnTo>
                <a:lnTo>
                  <a:pt x="4309" y="3868"/>
                </a:lnTo>
                <a:lnTo>
                  <a:pt x="4310" y="3860"/>
                </a:lnTo>
                <a:lnTo>
                  <a:pt x="4320" y="3850"/>
                </a:lnTo>
                <a:lnTo>
                  <a:pt x="4327" y="3849"/>
                </a:lnTo>
                <a:lnTo>
                  <a:pt x="4335" y="3850"/>
                </a:lnTo>
                <a:lnTo>
                  <a:pt x="4344" y="3860"/>
                </a:lnTo>
                <a:lnTo>
                  <a:pt x="4346" y="3868"/>
                </a:lnTo>
                <a:close/>
                <a:moveTo>
                  <a:pt x="710" y="3885"/>
                </a:moveTo>
                <a:lnTo>
                  <a:pt x="713" y="3893"/>
                </a:lnTo>
                <a:lnTo>
                  <a:pt x="709" y="3903"/>
                </a:lnTo>
                <a:lnTo>
                  <a:pt x="703" y="3904"/>
                </a:lnTo>
                <a:lnTo>
                  <a:pt x="695" y="3903"/>
                </a:lnTo>
                <a:lnTo>
                  <a:pt x="684" y="3893"/>
                </a:lnTo>
                <a:lnTo>
                  <a:pt x="683" y="3885"/>
                </a:lnTo>
                <a:lnTo>
                  <a:pt x="683" y="3878"/>
                </a:lnTo>
                <a:lnTo>
                  <a:pt x="687" y="3868"/>
                </a:lnTo>
                <a:lnTo>
                  <a:pt x="691" y="3868"/>
                </a:lnTo>
                <a:lnTo>
                  <a:pt x="695" y="3868"/>
                </a:lnTo>
                <a:lnTo>
                  <a:pt x="706" y="3878"/>
                </a:lnTo>
                <a:lnTo>
                  <a:pt x="710" y="3885"/>
                </a:lnTo>
                <a:close/>
                <a:moveTo>
                  <a:pt x="3312" y="3895"/>
                </a:moveTo>
                <a:lnTo>
                  <a:pt x="3320" y="3905"/>
                </a:lnTo>
                <a:lnTo>
                  <a:pt x="3323" y="3917"/>
                </a:lnTo>
                <a:lnTo>
                  <a:pt x="3319" y="3921"/>
                </a:lnTo>
                <a:lnTo>
                  <a:pt x="3315" y="3922"/>
                </a:lnTo>
                <a:lnTo>
                  <a:pt x="3308" y="3920"/>
                </a:lnTo>
                <a:lnTo>
                  <a:pt x="3286" y="3905"/>
                </a:lnTo>
                <a:lnTo>
                  <a:pt x="3275" y="3895"/>
                </a:lnTo>
                <a:lnTo>
                  <a:pt x="3268" y="3884"/>
                </a:lnTo>
                <a:lnTo>
                  <a:pt x="3264" y="3872"/>
                </a:lnTo>
                <a:lnTo>
                  <a:pt x="3269" y="3868"/>
                </a:lnTo>
                <a:lnTo>
                  <a:pt x="3272" y="3868"/>
                </a:lnTo>
                <a:lnTo>
                  <a:pt x="3280" y="3869"/>
                </a:lnTo>
                <a:lnTo>
                  <a:pt x="3301" y="3884"/>
                </a:lnTo>
                <a:lnTo>
                  <a:pt x="3312" y="3895"/>
                </a:lnTo>
                <a:close/>
                <a:moveTo>
                  <a:pt x="3765" y="3885"/>
                </a:moveTo>
                <a:lnTo>
                  <a:pt x="3764" y="3893"/>
                </a:lnTo>
                <a:lnTo>
                  <a:pt x="3753" y="3903"/>
                </a:lnTo>
                <a:lnTo>
                  <a:pt x="3745" y="3904"/>
                </a:lnTo>
                <a:lnTo>
                  <a:pt x="3739" y="3903"/>
                </a:lnTo>
                <a:lnTo>
                  <a:pt x="3735" y="3893"/>
                </a:lnTo>
                <a:lnTo>
                  <a:pt x="3737" y="3885"/>
                </a:lnTo>
                <a:lnTo>
                  <a:pt x="3742" y="3878"/>
                </a:lnTo>
                <a:lnTo>
                  <a:pt x="3753" y="3868"/>
                </a:lnTo>
                <a:lnTo>
                  <a:pt x="3758" y="3868"/>
                </a:lnTo>
                <a:lnTo>
                  <a:pt x="3760" y="3868"/>
                </a:lnTo>
                <a:lnTo>
                  <a:pt x="3765" y="3878"/>
                </a:lnTo>
                <a:lnTo>
                  <a:pt x="3765" y="3885"/>
                </a:lnTo>
                <a:close/>
                <a:moveTo>
                  <a:pt x="3710" y="3923"/>
                </a:moveTo>
                <a:lnTo>
                  <a:pt x="3709" y="3930"/>
                </a:lnTo>
                <a:lnTo>
                  <a:pt x="3702" y="3938"/>
                </a:lnTo>
                <a:lnTo>
                  <a:pt x="3696" y="3940"/>
                </a:lnTo>
                <a:lnTo>
                  <a:pt x="3690" y="3938"/>
                </a:lnTo>
                <a:lnTo>
                  <a:pt x="3681" y="3923"/>
                </a:lnTo>
                <a:lnTo>
                  <a:pt x="3680" y="3912"/>
                </a:lnTo>
                <a:lnTo>
                  <a:pt x="3681" y="3903"/>
                </a:lnTo>
                <a:lnTo>
                  <a:pt x="3690" y="3894"/>
                </a:lnTo>
                <a:lnTo>
                  <a:pt x="3696" y="3896"/>
                </a:lnTo>
                <a:lnTo>
                  <a:pt x="3702" y="3901"/>
                </a:lnTo>
                <a:lnTo>
                  <a:pt x="3709" y="3916"/>
                </a:lnTo>
                <a:lnTo>
                  <a:pt x="3710" y="3923"/>
                </a:lnTo>
                <a:close/>
                <a:moveTo>
                  <a:pt x="3954" y="3956"/>
                </a:moveTo>
                <a:lnTo>
                  <a:pt x="3948" y="3958"/>
                </a:lnTo>
                <a:lnTo>
                  <a:pt x="3935" y="3949"/>
                </a:lnTo>
                <a:lnTo>
                  <a:pt x="3921" y="3929"/>
                </a:lnTo>
                <a:lnTo>
                  <a:pt x="3911" y="3906"/>
                </a:lnTo>
                <a:lnTo>
                  <a:pt x="3910" y="3895"/>
                </a:lnTo>
                <a:lnTo>
                  <a:pt x="3911" y="3891"/>
                </a:lnTo>
                <a:lnTo>
                  <a:pt x="3916" y="3890"/>
                </a:lnTo>
                <a:lnTo>
                  <a:pt x="3927" y="3898"/>
                </a:lnTo>
                <a:lnTo>
                  <a:pt x="3938" y="3911"/>
                </a:lnTo>
                <a:lnTo>
                  <a:pt x="3947" y="3925"/>
                </a:lnTo>
                <a:lnTo>
                  <a:pt x="3956" y="3950"/>
                </a:lnTo>
                <a:lnTo>
                  <a:pt x="3954" y="3956"/>
                </a:lnTo>
                <a:close/>
                <a:moveTo>
                  <a:pt x="4254" y="3900"/>
                </a:moveTo>
                <a:lnTo>
                  <a:pt x="4254" y="3909"/>
                </a:lnTo>
                <a:lnTo>
                  <a:pt x="4247" y="3922"/>
                </a:lnTo>
                <a:lnTo>
                  <a:pt x="4236" y="3931"/>
                </a:lnTo>
                <a:lnTo>
                  <a:pt x="4222" y="3932"/>
                </a:lnTo>
                <a:lnTo>
                  <a:pt x="4215" y="3929"/>
                </a:lnTo>
                <a:lnTo>
                  <a:pt x="4208" y="3924"/>
                </a:lnTo>
                <a:lnTo>
                  <a:pt x="4207" y="3910"/>
                </a:lnTo>
                <a:lnTo>
                  <a:pt x="4215" y="3896"/>
                </a:lnTo>
                <a:lnTo>
                  <a:pt x="4229" y="3886"/>
                </a:lnTo>
                <a:lnTo>
                  <a:pt x="4238" y="3885"/>
                </a:lnTo>
                <a:lnTo>
                  <a:pt x="4244" y="3886"/>
                </a:lnTo>
                <a:lnTo>
                  <a:pt x="4253" y="3895"/>
                </a:lnTo>
                <a:lnTo>
                  <a:pt x="4254" y="3900"/>
                </a:lnTo>
                <a:close/>
                <a:moveTo>
                  <a:pt x="4093" y="3945"/>
                </a:moveTo>
                <a:lnTo>
                  <a:pt x="4081" y="3955"/>
                </a:lnTo>
                <a:lnTo>
                  <a:pt x="4078" y="3950"/>
                </a:lnTo>
                <a:lnTo>
                  <a:pt x="4084" y="3934"/>
                </a:lnTo>
                <a:lnTo>
                  <a:pt x="4089" y="3922"/>
                </a:lnTo>
                <a:lnTo>
                  <a:pt x="4101" y="3910"/>
                </a:lnTo>
                <a:lnTo>
                  <a:pt x="4106" y="3912"/>
                </a:lnTo>
                <a:lnTo>
                  <a:pt x="4108" y="3918"/>
                </a:lnTo>
                <a:lnTo>
                  <a:pt x="4102" y="3935"/>
                </a:lnTo>
                <a:lnTo>
                  <a:pt x="4093" y="3945"/>
                </a:lnTo>
                <a:close/>
                <a:moveTo>
                  <a:pt x="3493" y="3938"/>
                </a:moveTo>
                <a:lnTo>
                  <a:pt x="3491" y="3945"/>
                </a:lnTo>
                <a:lnTo>
                  <a:pt x="3467" y="3958"/>
                </a:lnTo>
                <a:lnTo>
                  <a:pt x="3449" y="3961"/>
                </a:lnTo>
                <a:lnTo>
                  <a:pt x="3429" y="3966"/>
                </a:lnTo>
                <a:lnTo>
                  <a:pt x="3414" y="3960"/>
                </a:lnTo>
                <a:lnTo>
                  <a:pt x="3413" y="3951"/>
                </a:lnTo>
                <a:lnTo>
                  <a:pt x="3415" y="3945"/>
                </a:lnTo>
                <a:lnTo>
                  <a:pt x="3421" y="3936"/>
                </a:lnTo>
                <a:lnTo>
                  <a:pt x="3445" y="3924"/>
                </a:lnTo>
                <a:lnTo>
                  <a:pt x="3472" y="3922"/>
                </a:lnTo>
                <a:lnTo>
                  <a:pt x="3487" y="3928"/>
                </a:lnTo>
                <a:lnTo>
                  <a:pt x="3493" y="3934"/>
                </a:lnTo>
                <a:lnTo>
                  <a:pt x="3493" y="3938"/>
                </a:lnTo>
                <a:close/>
                <a:moveTo>
                  <a:pt x="4817" y="3940"/>
                </a:moveTo>
                <a:lnTo>
                  <a:pt x="4815" y="3947"/>
                </a:lnTo>
                <a:lnTo>
                  <a:pt x="4806" y="3957"/>
                </a:lnTo>
                <a:lnTo>
                  <a:pt x="4798" y="3958"/>
                </a:lnTo>
                <a:lnTo>
                  <a:pt x="4791" y="3957"/>
                </a:lnTo>
                <a:lnTo>
                  <a:pt x="4782" y="3947"/>
                </a:lnTo>
                <a:lnTo>
                  <a:pt x="4781" y="3940"/>
                </a:lnTo>
                <a:lnTo>
                  <a:pt x="4782" y="3932"/>
                </a:lnTo>
                <a:lnTo>
                  <a:pt x="4791" y="3922"/>
                </a:lnTo>
                <a:lnTo>
                  <a:pt x="4798" y="3922"/>
                </a:lnTo>
                <a:lnTo>
                  <a:pt x="4806" y="3922"/>
                </a:lnTo>
                <a:lnTo>
                  <a:pt x="4815" y="3932"/>
                </a:lnTo>
                <a:lnTo>
                  <a:pt x="4817" y="3940"/>
                </a:lnTo>
                <a:close/>
                <a:moveTo>
                  <a:pt x="266" y="3958"/>
                </a:moveTo>
                <a:lnTo>
                  <a:pt x="265" y="3965"/>
                </a:lnTo>
                <a:lnTo>
                  <a:pt x="257" y="3975"/>
                </a:lnTo>
                <a:lnTo>
                  <a:pt x="250" y="3976"/>
                </a:lnTo>
                <a:lnTo>
                  <a:pt x="241" y="3975"/>
                </a:lnTo>
                <a:lnTo>
                  <a:pt x="226" y="3965"/>
                </a:lnTo>
                <a:lnTo>
                  <a:pt x="221" y="3958"/>
                </a:lnTo>
                <a:lnTo>
                  <a:pt x="219" y="3950"/>
                </a:lnTo>
                <a:lnTo>
                  <a:pt x="227" y="3941"/>
                </a:lnTo>
                <a:lnTo>
                  <a:pt x="237" y="3940"/>
                </a:lnTo>
                <a:lnTo>
                  <a:pt x="249" y="3941"/>
                </a:lnTo>
                <a:lnTo>
                  <a:pt x="264" y="3950"/>
                </a:lnTo>
                <a:lnTo>
                  <a:pt x="266" y="3958"/>
                </a:lnTo>
                <a:close/>
                <a:moveTo>
                  <a:pt x="360" y="3985"/>
                </a:moveTo>
                <a:lnTo>
                  <a:pt x="364" y="4009"/>
                </a:lnTo>
                <a:lnTo>
                  <a:pt x="359" y="4020"/>
                </a:lnTo>
                <a:lnTo>
                  <a:pt x="346" y="4016"/>
                </a:lnTo>
                <a:lnTo>
                  <a:pt x="335" y="4010"/>
                </a:lnTo>
                <a:lnTo>
                  <a:pt x="325" y="4006"/>
                </a:lnTo>
                <a:lnTo>
                  <a:pt x="314" y="3996"/>
                </a:lnTo>
                <a:lnTo>
                  <a:pt x="312" y="3986"/>
                </a:lnTo>
                <a:lnTo>
                  <a:pt x="318" y="3974"/>
                </a:lnTo>
                <a:lnTo>
                  <a:pt x="324" y="3967"/>
                </a:lnTo>
                <a:lnTo>
                  <a:pt x="343" y="3947"/>
                </a:lnTo>
                <a:lnTo>
                  <a:pt x="349" y="3940"/>
                </a:lnTo>
                <a:lnTo>
                  <a:pt x="353" y="3949"/>
                </a:lnTo>
                <a:lnTo>
                  <a:pt x="360" y="3985"/>
                </a:lnTo>
                <a:close/>
                <a:moveTo>
                  <a:pt x="447" y="3983"/>
                </a:moveTo>
                <a:lnTo>
                  <a:pt x="449" y="3996"/>
                </a:lnTo>
                <a:lnTo>
                  <a:pt x="464" y="4015"/>
                </a:lnTo>
                <a:lnTo>
                  <a:pt x="487" y="4021"/>
                </a:lnTo>
                <a:lnTo>
                  <a:pt x="507" y="4015"/>
                </a:lnTo>
                <a:lnTo>
                  <a:pt x="512" y="4004"/>
                </a:lnTo>
                <a:lnTo>
                  <a:pt x="519" y="3993"/>
                </a:lnTo>
                <a:lnTo>
                  <a:pt x="533" y="3984"/>
                </a:lnTo>
                <a:lnTo>
                  <a:pt x="542" y="3987"/>
                </a:lnTo>
                <a:lnTo>
                  <a:pt x="548" y="3993"/>
                </a:lnTo>
                <a:lnTo>
                  <a:pt x="551" y="4012"/>
                </a:lnTo>
                <a:lnTo>
                  <a:pt x="549" y="4023"/>
                </a:lnTo>
                <a:lnTo>
                  <a:pt x="546" y="4034"/>
                </a:lnTo>
                <a:lnTo>
                  <a:pt x="550" y="4047"/>
                </a:lnTo>
                <a:lnTo>
                  <a:pt x="558" y="4048"/>
                </a:lnTo>
                <a:lnTo>
                  <a:pt x="566" y="4049"/>
                </a:lnTo>
                <a:lnTo>
                  <a:pt x="570" y="4058"/>
                </a:lnTo>
                <a:lnTo>
                  <a:pt x="567" y="4063"/>
                </a:lnTo>
                <a:lnTo>
                  <a:pt x="564" y="4070"/>
                </a:lnTo>
                <a:lnTo>
                  <a:pt x="575" y="4079"/>
                </a:lnTo>
                <a:lnTo>
                  <a:pt x="585" y="4080"/>
                </a:lnTo>
                <a:lnTo>
                  <a:pt x="595" y="4078"/>
                </a:lnTo>
                <a:lnTo>
                  <a:pt x="606" y="4066"/>
                </a:lnTo>
                <a:lnTo>
                  <a:pt x="604" y="4058"/>
                </a:lnTo>
                <a:lnTo>
                  <a:pt x="601" y="4051"/>
                </a:lnTo>
                <a:lnTo>
                  <a:pt x="603" y="4045"/>
                </a:lnTo>
                <a:lnTo>
                  <a:pt x="617" y="4046"/>
                </a:lnTo>
                <a:lnTo>
                  <a:pt x="640" y="4056"/>
                </a:lnTo>
                <a:lnTo>
                  <a:pt x="656" y="4065"/>
                </a:lnTo>
                <a:lnTo>
                  <a:pt x="666" y="4075"/>
                </a:lnTo>
                <a:lnTo>
                  <a:pt x="662" y="4080"/>
                </a:lnTo>
                <a:lnTo>
                  <a:pt x="658" y="4081"/>
                </a:lnTo>
                <a:lnTo>
                  <a:pt x="648" y="4086"/>
                </a:lnTo>
                <a:lnTo>
                  <a:pt x="635" y="4112"/>
                </a:lnTo>
                <a:lnTo>
                  <a:pt x="634" y="4130"/>
                </a:lnTo>
                <a:lnTo>
                  <a:pt x="634" y="4148"/>
                </a:lnTo>
                <a:lnTo>
                  <a:pt x="640" y="4169"/>
                </a:lnTo>
                <a:lnTo>
                  <a:pt x="650" y="4174"/>
                </a:lnTo>
                <a:lnTo>
                  <a:pt x="669" y="4163"/>
                </a:lnTo>
                <a:lnTo>
                  <a:pt x="681" y="4151"/>
                </a:lnTo>
                <a:lnTo>
                  <a:pt x="694" y="4141"/>
                </a:lnTo>
                <a:lnTo>
                  <a:pt x="698" y="4143"/>
                </a:lnTo>
                <a:lnTo>
                  <a:pt x="692" y="4156"/>
                </a:lnTo>
                <a:lnTo>
                  <a:pt x="685" y="4169"/>
                </a:lnTo>
                <a:lnTo>
                  <a:pt x="693" y="4175"/>
                </a:lnTo>
                <a:lnTo>
                  <a:pt x="707" y="4170"/>
                </a:lnTo>
                <a:lnTo>
                  <a:pt x="719" y="4167"/>
                </a:lnTo>
                <a:lnTo>
                  <a:pt x="741" y="4170"/>
                </a:lnTo>
                <a:lnTo>
                  <a:pt x="746" y="4175"/>
                </a:lnTo>
                <a:lnTo>
                  <a:pt x="748" y="4180"/>
                </a:lnTo>
                <a:lnTo>
                  <a:pt x="747" y="4186"/>
                </a:lnTo>
                <a:lnTo>
                  <a:pt x="735" y="4193"/>
                </a:lnTo>
                <a:lnTo>
                  <a:pt x="721" y="4194"/>
                </a:lnTo>
                <a:lnTo>
                  <a:pt x="711" y="4194"/>
                </a:lnTo>
                <a:lnTo>
                  <a:pt x="697" y="4198"/>
                </a:lnTo>
                <a:lnTo>
                  <a:pt x="687" y="4209"/>
                </a:lnTo>
                <a:lnTo>
                  <a:pt x="682" y="4223"/>
                </a:lnTo>
                <a:lnTo>
                  <a:pt x="681" y="4233"/>
                </a:lnTo>
                <a:lnTo>
                  <a:pt x="680" y="4254"/>
                </a:lnTo>
                <a:lnTo>
                  <a:pt x="675" y="4258"/>
                </a:lnTo>
                <a:lnTo>
                  <a:pt x="670" y="4243"/>
                </a:lnTo>
                <a:lnTo>
                  <a:pt x="667" y="4231"/>
                </a:lnTo>
                <a:lnTo>
                  <a:pt x="653" y="4219"/>
                </a:lnTo>
                <a:lnTo>
                  <a:pt x="645" y="4221"/>
                </a:lnTo>
                <a:lnTo>
                  <a:pt x="638" y="4224"/>
                </a:lnTo>
                <a:lnTo>
                  <a:pt x="630" y="4220"/>
                </a:lnTo>
                <a:lnTo>
                  <a:pt x="629" y="4213"/>
                </a:lnTo>
                <a:lnTo>
                  <a:pt x="628" y="4203"/>
                </a:lnTo>
                <a:lnTo>
                  <a:pt x="612" y="4193"/>
                </a:lnTo>
                <a:lnTo>
                  <a:pt x="589" y="4197"/>
                </a:lnTo>
                <a:lnTo>
                  <a:pt x="567" y="4212"/>
                </a:lnTo>
                <a:lnTo>
                  <a:pt x="558" y="4224"/>
                </a:lnTo>
                <a:lnTo>
                  <a:pt x="547" y="4243"/>
                </a:lnTo>
                <a:lnTo>
                  <a:pt x="539" y="4243"/>
                </a:lnTo>
                <a:lnTo>
                  <a:pt x="538" y="4226"/>
                </a:lnTo>
                <a:lnTo>
                  <a:pt x="536" y="4213"/>
                </a:lnTo>
                <a:lnTo>
                  <a:pt x="524" y="4193"/>
                </a:lnTo>
                <a:lnTo>
                  <a:pt x="517" y="4188"/>
                </a:lnTo>
                <a:lnTo>
                  <a:pt x="512" y="4186"/>
                </a:lnTo>
                <a:lnTo>
                  <a:pt x="510" y="4182"/>
                </a:lnTo>
                <a:lnTo>
                  <a:pt x="519" y="4178"/>
                </a:lnTo>
                <a:lnTo>
                  <a:pt x="534" y="4178"/>
                </a:lnTo>
                <a:lnTo>
                  <a:pt x="544" y="4176"/>
                </a:lnTo>
                <a:lnTo>
                  <a:pt x="559" y="4171"/>
                </a:lnTo>
                <a:lnTo>
                  <a:pt x="569" y="4162"/>
                </a:lnTo>
                <a:lnTo>
                  <a:pt x="574" y="4148"/>
                </a:lnTo>
                <a:lnTo>
                  <a:pt x="574" y="4140"/>
                </a:lnTo>
                <a:lnTo>
                  <a:pt x="574" y="4128"/>
                </a:lnTo>
                <a:lnTo>
                  <a:pt x="571" y="4115"/>
                </a:lnTo>
                <a:lnTo>
                  <a:pt x="563" y="4110"/>
                </a:lnTo>
                <a:lnTo>
                  <a:pt x="549" y="4116"/>
                </a:lnTo>
                <a:lnTo>
                  <a:pt x="538" y="4121"/>
                </a:lnTo>
                <a:lnTo>
                  <a:pt x="526" y="4126"/>
                </a:lnTo>
                <a:lnTo>
                  <a:pt x="512" y="4131"/>
                </a:lnTo>
                <a:lnTo>
                  <a:pt x="505" y="4125"/>
                </a:lnTo>
                <a:lnTo>
                  <a:pt x="501" y="4108"/>
                </a:lnTo>
                <a:lnTo>
                  <a:pt x="501" y="4094"/>
                </a:lnTo>
                <a:lnTo>
                  <a:pt x="501" y="4078"/>
                </a:lnTo>
                <a:lnTo>
                  <a:pt x="493" y="4056"/>
                </a:lnTo>
                <a:lnTo>
                  <a:pt x="480" y="4047"/>
                </a:lnTo>
                <a:lnTo>
                  <a:pt x="467" y="4057"/>
                </a:lnTo>
                <a:lnTo>
                  <a:pt x="462" y="4070"/>
                </a:lnTo>
                <a:lnTo>
                  <a:pt x="458" y="4078"/>
                </a:lnTo>
                <a:lnTo>
                  <a:pt x="440" y="4082"/>
                </a:lnTo>
                <a:lnTo>
                  <a:pt x="431" y="4078"/>
                </a:lnTo>
                <a:lnTo>
                  <a:pt x="422" y="4070"/>
                </a:lnTo>
                <a:lnTo>
                  <a:pt x="415" y="4047"/>
                </a:lnTo>
                <a:lnTo>
                  <a:pt x="419" y="4036"/>
                </a:lnTo>
                <a:lnTo>
                  <a:pt x="422" y="4023"/>
                </a:lnTo>
                <a:lnTo>
                  <a:pt x="417" y="3994"/>
                </a:lnTo>
                <a:lnTo>
                  <a:pt x="409" y="3983"/>
                </a:lnTo>
                <a:lnTo>
                  <a:pt x="399" y="3970"/>
                </a:lnTo>
                <a:lnTo>
                  <a:pt x="403" y="3959"/>
                </a:lnTo>
                <a:lnTo>
                  <a:pt x="419" y="3958"/>
                </a:lnTo>
                <a:lnTo>
                  <a:pt x="430" y="3959"/>
                </a:lnTo>
                <a:lnTo>
                  <a:pt x="446" y="3973"/>
                </a:lnTo>
                <a:lnTo>
                  <a:pt x="447" y="3983"/>
                </a:lnTo>
                <a:close/>
                <a:moveTo>
                  <a:pt x="3691" y="4026"/>
                </a:moveTo>
                <a:lnTo>
                  <a:pt x="3729" y="4053"/>
                </a:lnTo>
                <a:lnTo>
                  <a:pt x="3747" y="4069"/>
                </a:lnTo>
                <a:lnTo>
                  <a:pt x="3760" y="4079"/>
                </a:lnTo>
                <a:lnTo>
                  <a:pt x="3783" y="4088"/>
                </a:lnTo>
                <a:lnTo>
                  <a:pt x="3797" y="4095"/>
                </a:lnTo>
                <a:lnTo>
                  <a:pt x="3795" y="4105"/>
                </a:lnTo>
                <a:lnTo>
                  <a:pt x="3778" y="4112"/>
                </a:lnTo>
                <a:lnTo>
                  <a:pt x="3770" y="4115"/>
                </a:lnTo>
                <a:lnTo>
                  <a:pt x="3754" y="4115"/>
                </a:lnTo>
                <a:lnTo>
                  <a:pt x="3729" y="4103"/>
                </a:lnTo>
                <a:lnTo>
                  <a:pt x="3709" y="4083"/>
                </a:lnTo>
                <a:lnTo>
                  <a:pt x="3691" y="4063"/>
                </a:lnTo>
                <a:lnTo>
                  <a:pt x="3673" y="4054"/>
                </a:lnTo>
                <a:lnTo>
                  <a:pt x="3666" y="4057"/>
                </a:lnTo>
                <a:lnTo>
                  <a:pt x="3663" y="4061"/>
                </a:lnTo>
                <a:lnTo>
                  <a:pt x="3657" y="4074"/>
                </a:lnTo>
                <a:lnTo>
                  <a:pt x="3642" y="4085"/>
                </a:lnTo>
                <a:lnTo>
                  <a:pt x="3630" y="4080"/>
                </a:lnTo>
                <a:lnTo>
                  <a:pt x="3625" y="4061"/>
                </a:lnTo>
                <a:lnTo>
                  <a:pt x="3629" y="4047"/>
                </a:lnTo>
                <a:lnTo>
                  <a:pt x="3634" y="4028"/>
                </a:lnTo>
                <a:lnTo>
                  <a:pt x="3631" y="4016"/>
                </a:lnTo>
                <a:lnTo>
                  <a:pt x="3624" y="4015"/>
                </a:lnTo>
                <a:lnTo>
                  <a:pt x="3618" y="4016"/>
                </a:lnTo>
                <a:lnTo>
                  <a:pt x="3608" y="4022"/>
                </a:lnTo>
                <a:lnTo>
                  <a:pt x="3596" y="4044"/>
                </a:lnTo>
                <a:lnTo>
                  <a:pt x="3595" y="4056"/>
                </a:lnTo>
                <a:lnTo>
                  <a:pt x="3595" y="4063"/>
                </a:lnTo>
                <a:lnTo>
                  <a:pt x="3591" y="4074"/>
                </a:lnTo>
                <a:lnTo>
                  <a:pt x="3574" y="4084"/>
                </a:lnTo>
                <a:lnTo>
                  <a:pt x="3555" y="4085"/>
                </a:lnTo>
                <a:lnTo>
                  <a:pt x="3537" y="4086"/>
                </a:lnTo>
                <a:lnTo>
                  <a:pt x="3519" y="4094"/>
                </a:lnTo>
                <a:lnTo>
                  <a:pt x="3512" y="4100"/>
                </a:lnTo>
                <a:lnTo>
                  <a:pt x="3511" y="4105"/>
                </a:lnTo>
                <a:lnTo>
                  <a:pt x="3512" y="4109"/>
                </a:lnTo>
                <a:lnTo>
                  <a:pt x="3518" y="4116"/>
                </a:lnTo>
                <a:lnTo>
                  <a:pt x="3537" y="4119"/>
                </a:lnTo>
                <a:lnTo>
                  <a:pt x="3557" y="4118"/>
                </a:lnTo>
                <a:lnTo>
                  <a:pt x="3574" y="4115"/>
                </a:lnTo>
                <a:lnTo>
                  <a:pt x="3601" y="4119"/>
                </a:lnTo>
                <a:lnTo>
                  <a:pt x="3606" y="4124"/>
                </a:lnTo>
                <a:lnTo>
                  <a:pt x="3611" y="4131"/>
                </a:lnTo>
                <a:lnTo>
                  <a:pt x="3652" y="4141"/>
                </a:lnTo>
                <a:lnTo>
                  <a:pt x="3680" y="4143"/>
                </a:lnTo>
                <a:lnTo>
                  <a:pt x="3707" y="4145"/>
                </a:lnTo>
                <a:lnTo>
                  <a:pt x="3736" y="4154"/>
                </a:lnTo>
                <a:lnTo>
                  <a:pt x="3746" y="4161"/>
                </a:lnTo>
                <a:lnTo>
                  <a:pt x="3747" y="4167"/>
                </a:lnTo>
                <a:lnTo>
                  <a:pt x="3749" y="4178"/>
                </a:lnTo>
                <a:lnTo>
                  <a:pt x="3769" y="4207"/>
                </a:lnTo>
                <a:lnTo>
                  <a:pt x="3783" y="4221"/>
                </a:lnTo>
                <a:lnTo>
                  <a:pt x="3798" y="4237"/>
                </a:lnTo>
                <a:lnTo>
                  <a:pt x="3823" y="4287"/>
                </a:lnTo>
                <a:lnTo>
                  <a:pt x="3830" y="4313"/>
                </a:lnTo>
                <a:lnTo>
                  <a:pt x="3836" y="4338"/>
                </a:lnTo>
                <a:lnTo>
                  <a:pt x="3852" y="4366"/>
                </a:lnTo>
                <a:lnTo>
                  <a:pt x="3865" y="4376"/>
                </a:lnTo>
                <a:lnTo>
                  <a:pt x="3872" y="4379"/>
                </a:lnTo>
                <a:lnTo>
                  <a:pt x="3879" y="4381"/>
                </a:lnTo>
                <a:lnTo>
                  <a:pt x="3885" y="4386"/>
                </a:lnTo>
                <a:lnTo>
                  <a:pt x="3876" y="4401"/>
                </a:lnTo>
                <a:lnTo>
                  <a:pt x="3851" y="4418"/>
                </a:lnTo>
                <a:lnTo>
                  <a:pt x="3824" y="4434"/>
                </a:lnTo>
                <a:lnTo>
                  <a:pt x="3797" y="4441"/>
                </a:lnTo>
                <a:lnTo>
                  <a:pt x="3784" y="4436"/>
                </a:lnTo>
                <a:lnTo>
                  <a:pt x="3778" y="4431"/>
                </a:lnTo>
                <a:lnTo>
                  <a:pt x="3769" y="4421"/>
                </a:lnTo>
                <a:lnTo>
                  <a:pt x="3773" y="4411"/>
                </a:lnTo>
                <a:lnTo>
                  <a:pt x="3789" y="4411"/>
                </a:lnTo>
                <a:lnTo>
                  <a:pt x="3796" y="4410"/>
                </a:lnTo>
                <a:lnTo>
                  <a:pt x="3807" y="4405"/>
                </a:lnTo>
                <a:lnTo>
                  <a:pt x="3815" y="4394"/>
                </a:lnTo>
                <a:lnTo>
                  <a:pt x="3819" y="4376"/>
                </a:lnTo>
                <a:lnTo>
                  <a:pt x="3819" y="4366"/>
                </a:lnTo>
                <a:lnTo>
                  <a:pt x="3818" y="4347"/>
                </a:lnTo>
                <a:lnTo>
                  <a:pt x="3809" y="4323"/>
                </a:lnTo>
                <a:lnTo>
                  <a:pt x="3803" y="4320"/>
                </a:lnTo>
                <a:lnTo>
                  <a:pt x="3796" y="4317"/>
                </a:lnTo>
                <a:lnTo>
                  <a:pt x="3780" y="4287"/>
                </a:lnTo>
                <a:lnTo>
                  <a:pt x="3774" y="4266"/>
                </a:lnTo>
                <a:lnTo>
                  <a:pt x="3771" y="4255"/>
                </a:lnTo>
                <a:lnTo>
                  <a:pt x="3761" y="4233"/>
                </a:lnTo>
                <a:lnTo>
                  <a:pt x="3737" y="4205"/>
                </a:lnTo>
                <a:lnTo>
                  <a:pt x="3694" y="4175"/>
                </a:lnTo>
                <a:lnTo>
                  <a:pt x="3643" y="4159"/>
                </a:lnTo>
                <a:lnTo>
                  <a:pt x="3617" y="4159"/>
                </a:lnTo>
                <a:lnTo>
                  <a:pt x="3596" y="4160"/>
                </a:lnTo>
                <a:lnTo>
                  <a:pt x="3544" y="4155"/>
                </a:lnTo>
                <a:lnTo>
                  <a:pt x="3488" y="4145"/>
                </a:lnTo>
                <a:lnTo>
                  <a:pt x="3448" y="4133"/>
                </a:lnTo>
                <a:lnTo>
                  <a:pt x="3440" y="4129"/>
                </a:lnTo>
                <a:lnTo>
                  <a:pt x="3436" y="4122"/>
                </a:lnTo>
                <a:lnTo>
                  <a:pt x="3429" y="4094"/>
                </a:lnTo>
                <a:lnTo>
                  <a:pt x="3426" y="4075"/>
                </a:lnTo>
                <a:lnTo>
                  <a:pt x="3424" y="4063"/>
                </a:lnTo>
                <a:lnTo>
                  <a:pt x="3425" y="4047"/>
                </a:lnTo>
                <a:lnTo>
                  <a:pt x="3432" y="4041"/>
                </a:lnTo>
                <a:lnTo>
                  <a:pt x="3447" y="4041"/>
                </a:lnTo>
                <a:lnTo>
                  <a:pt x="3459" y="4043"/>
                </a:lnTo>
                <a:lnTo>
                  <a:pt x="3477" y="4048"/>
                </a:lnTo>
                <a:lnTo>
                  <a:pt x="3488" y="4045"/>
                </a:lnTo>
                <a:lnTo>
                  <a:pt x="3487" y="4036"/>
                </a:lnTo>
                <a:lnTo>
                  <a:pt x="3484" y="4031"/>
                </a:lnTo>
                <a:lnTo>
                  <a:pt x="3479" y="4020"/>
                </a:lnTo>
                <a:lnTo>
                  <a:pt x="3481" y="4003"/>
                </a:lnTo>
                <a:lnTo>
                  <a:pt x="3496" y="3991"/>
                </a:lnTo>
                <a:lnTo>
                  <a:pt x="3522" y="3984"/>
                </a:lnTo>
                <a:lnTo>
                  <a:pt x="3556" y="3984"/>
                </a:lnTo>
                <a:lnTo>
                  <a:pt x="3594" y="3988"/>
                </a:lnTo>
                <a:lnTo>
                  <a:pt x="3633" y="3999"/>
                </a:lnTo>
                <a:lnTo>
                  <a:pt x="3672" y="4016"/>
                </a:lnTo>
                <a:lnTo>
                  <a:pt x="3691" y="4026"/>
                </a:lnTo>
                <a:close/>
                <a:moveTo>
                  <a:pt x="4123" y="3999"/>
                </a:moveTo>
                <a:lnTo>
                  <a:pt x="4119" y="4011"/>
                </a:lnTo>
                <a:lnTo>
                  <a:pt x="4128" y="4042"/>
                </a:lnTo>
                <a:lnTo>
                  <a:pt x="4139" y="4058"/>
                </a:lnTo>
                <a:lnTo>
                  <a:pt x="4150" y="4074"/>
                </a:lnTo>
                <a:lnTo>
                  <a:pt x="4154" y="4095"/>
                </a:lnTo>
                <a:lnTo>
                  <a:pt x="4149" y="4108"/>
                </a:lnTo>
                <a:lnTo>
                  <a:pt x="4144" y="4113"/>
                </a:lnTo>
                <a:lnTo>
                  <a:pt x="4139" y="4120"/>
                </a:lnTo>
                <a:lnTo>
                  <a:pt x="4134" y="4133"/>
                </a:lnTo>
                <a:lnTo>
                  <a:pt x="4137" y="4146"/>
                </a:lnTo>
                <a:lnTo>
                  <a:pt x="4145" y="4159"/>
                </a:lnTo>
                <a:lnTo>
                  <a:pt x="4153" y="4167"/>
                </a:lnTo>
                <a:lnTo>
                  <a:pt x="4166" y="4181"/>
                </a:lnTo>
                <a:lnTo>
                  <a:pt x="4180" y="4199"/>
                </a:lnTo>
                <a:lnTo>
                  <a:pt x="4177" y="4205"/>
                </a:lnTo>
                <a:lnTo>
                  <a:pt x="4156" y="4199"/>
                </a:lnTo>
                <a:lnTo>
                  <a:pt x="4139" y="4192"/>
                </a:lnTo>
                <a:lnTo>
                  <a:pt x="4121" y="4183"/>
                </a:lnTo>
                <a:lnTo>
                  <a:pt x="4098" y="4157"/>
                </a:lnTo>
                <a:lnTo>
                  <a:pt x="4083" y="4121"/>
                </a:lnTo>
                <a:lnTo>
                  <a:pt x="4080" y="4075"/>
                </a:lnTo>
                <a:lnTo>
                  <a:pt x="4082" y="4048"/>
                </a:lnTo>
                <a:lnTo>
                  <a:pt x="4088" y="4010"/>
                </a:lnTo>
                <a:lnTo>
                  <a:pt x="4090" y="3988"/>
                </a:lnTo>
                <a:lnTo>
                  <a:pt x="4092" y="3984"/>
                </a:lnTo>
                <a:lnTo>
                  <a:pt x="4103" y="3976"/>
                </a:lnTo>
                <a:lnTo>
                  <a:pt x="4112" y="3976"/>
                </a:lnTo>
                <a:lnTo>
                  <a:pt x="4119" y="3978"/>
                </a:lnTo>
                <a:lnTo>
                  <a:pt x="4125" y="3991"/>
                </a:lnTo>
                <a:lnTo>
                  <a:pt x="4123" y="3999"/>
                </a:lnTo>
                <a:close/>
                <a:moveTo>
                  <a:pt x="3919" y="4012"/>
                </a:moveTo>
                <a:lnTo>
                  <a:pt x="3922" y="4019"/>
                </a:lnTo>
                <a:lnTo>
                  <a:pt x="3918" y="4030"/>
                </a:lnTo>
                <a:lnTo>
                  <a:pt x="3911" y="4031"/>
                </a:lnTo>
                <a:lnTo>
                  <a:pt x="3904" y="4030"/>
                </a:lnTo>
                <a:lnTo>
                  <a:pt x="3893" y="4019"/>
                </a:lnTo>
                <a:lnTo>
                  <a:pt x="3892" y="4012"/>
                </a:lnTo>
                <a:lnTo>
                  <a:pt x="3892" y="4005"/>
                </a:lnTo>
                <a:lnTo>
                  <a:pt x="3896" y="3995"/>
                </a:lnTo>
                <a:lnTo>
                  <a:pt x="3900" y="3994"/>
                </a:lnTo>
                <a:lnTo>
                  <a:pt x="3904" y="3995"/>
                </a:lnTo>
                <a:lnTo>
                  <a:pt x="3915" y="4005"/>
                </a:lnTo>
                <a:lnTo>
                  <a:pt x="3919" y="4012"/>
                </a:lnTo>
                <a:close/>
                <a:moveTo>
                  <a:pt x="338" y="4048"/>
                </a:moveTo>
                <a:lnTo>
                  <a:pt x="337" y="4062"/>
                </a:lnTo>
                <a:lnTo>
                  <a:pt x="332" y="4067"/>
                </a:lnTo>
                <a:lnTo>
                  <a:pt x="321" y="4062"/>
                </a:lnTo>
                <a:lnTo>
                  <a:pt x="311" y="4048"/>
                </a:lnTo>
                <a:lnTo>
                  <a:pt x="309" y="4041"/>
                </a:lnTo>
                <a:lnTo>
                  <a:pt x="312" y="4031"/>
                </a:lnTo>
                <a:lnTo>
                  <a:pt x="319" y="4031"/>
                </a:lnTo>
                <a:lnTo>
                  <a:pt x="326" y="4031"/>
                </a:lnTo>
                <a:lnTo>
                  <a:pt x="337" y="4041"/>
                </a:lnTo>
                <a:lnTo>
                  <a:pt x="338" y="4048"/>
                </a:lnTo>
                <a:close/>
                <a:moveTo>
                  <a:pt x="4563" y="4037"/>
                </a:moveTo>
                <a:lnTo>
                  <a:pt x="4558" y="4056"/>
                </a:lnTo>
                <a:lnTo>
                  <a:pt x="4542" y="4097"/>
                </a:lnTo>
                <a:lnTo>
                  <a:pt x="4535" y="4120"/>
                </a:lnTo>
                <a:lnTo>
                  <a:pt x="4522" y="4178"/>
                </a:lnTo>
                <a:lnTo>
                  <a:pt x="4520" y="4203"/>
                </a:lnTo>
                <a:lnTo>
                  <a:pt x="4514" y="4228"/>
                </a:lnTo>
                <a:lnTo>
                  <a:pt x="4490" y="4292"/>
                </a:lnTo>
                <a:lnTo>
                  <a:pt x="4474" y="4320"/>
                </a:lnTo>
                <a:lnTo>
                  <a:pt x="4452" y="4353"/>
                </a:lnTo>
                <a:lnTo>
                  <a:pt x="4440" y="4362"/>
                </a:lnTo>
                <a:lnTo>
                  <a:pt x="4441" y="4350"/>
                </a:lnTo>
                <a:lnTo>
                  <a:pt x="4445" y="4338"/>
                </a:lnTo>
                <a:lnTo>
                  <a:pt x="4460" y="4279"/>
                </a:lnTo>
                <a:lnTo>
                  <a:pt x="4479" y="4184"/>
                </a:lnTo>
                <a:lnTo>
                  <a:pt x="4488" y="4140"/>
                </a:lnTo>
                <a:lnTo>
                  <a:pt x="4508" y="4068"/>
                </a:lnTo>
                <a:lnTo>
                  <a:pt x="4514" y="4053"/>
                </a:lnTo>
                <a:lnTo>
                  <a:pt x="4520" y="4045"/>
                </a:lnTo>
                <a:lnTo>
                  <a:pt x="4536" y="4034"/>
                </a:lnTo>
                <a:lnTo>
                  <a:pt x="4551" y="4030"/>
                </a:lnTo>
                <a:lnTo>
                  <a:pt x="4562" y="4032"/>
                </a:lnTo>
                <a:lnTo>
                  <a:pt x="4563" y="4037"/>
                </a:lnTo>
                <a:close/>
                <a:moveTo>
                  <a:pt x="770" y="4086"/>
                </a:moveTo>
                <a:lnTo>
                  <a:pt x="781" y="4106"/>
                </a:lnTo>
                <a:lnTo>
                  <a:pt x="789" y="4128"/>
                </a:lnTo>
                <a:lnTo>
                  <a:pt x="781" y="4131"/>
                </a:lnTo>
                <a:lnTo>
                  <a:pt x="761" y="4112"/>
                </a:lnTo>
                <a:lnTo>
                  <a:pt x="748" y="4094"/>
                </a:lnTo>
                <a:lnTo>
                  <a:pt x="737" y="4075"/>
                </a:lnTo>
                <a:lnTo>
                  <a:pt x="730" y="4056"/>
                </a:lnTo>
                <a:lnTo>
                  <a:pt x="730" y="4049"/>
                </a:lnTo>
                <a:lnTo>
                  <a:pt x="732" y="4048"/>
                </a:lnTo>
                <a:lnTo>
                  <a:pt x="740" y="4050"/>
                </a:lnTo>
                <a:lnTo>
                  <a:pt x="760" y="4071"/>
                </a:lnTo>
                <a:lnTo>
                  <a:pt x="770" y="4086"/>
                </a:lnTo>
                <a:close/>
                <a:moveTo>
                  <a:pt x="393" y="4121"/>
                </a:moveTo>
                <a:lnTo>
                  <a:pt x="407" y="4131"/>
                </a:lnTo>
                <a:lnTo>
                  <a:pt x="401" y="4138"/>
                </a:lnTo>
                <a:lnTo>
                  <a:pt x="381" y="4140"/>
                </a:lnTo>
                <a:lnTo>
                  <a:pt x="363" y="4138"/>
                </a:lnTo>
                <a:lnTo>
                  <a:pt x="340" y="4128"/>
                </a:lnTo>
                <a:lnTo>
                  <a:pt x="338" y="4121"/>
                </a:lnTo>
                <a:lnTo>
                  <a:pt x="339" y="4113"/>
                </a:lnTo>
                <a:lnTo>
                  <a:pt x="347" y="4104"/>
                </a:lnTo>
                <a:lnTo>
                  <a:pt x="360" y="4104"/>
                </a:lnTo>
                <a:lnTo>
                  <a:pt x="381" y="4113"/>
                </a:lnTo>
                <a:lnTo>
                  <a:pt x="393" y="4121"/>
                </a:lnTo>
                <a:close/>
                <a:moveTo>
                  <a:pt x="460" y="4130"/>
                </a:moveTo>
                <a:lnTo>
                  <a:pt x="459" y="4141"/>
                </a:lnTo>
                <a:lnTo>
                  <a:pt x="450" y="4156"/>
                </a:lnTo>
                <a:lnTo>
                  <a:pt x="444" y="4157"/>
                </a:lnTo>
                <a:lnTo>
                  <a:pt x="437" y="4157"/>
                </a:lnTo>
                <a:lnTo>
                  <a:pt x="430" y="4148"/>
                </a:lnTo>
                <a:lnTo>
                  <a:pt x="430" y="4136"/>
                </a:lnTo>
                <a:lnTo>
                  <a:pt x="436" y="4122"/>
                </a:lnTo>
                <a:lnTo>
                  <a:pt x="442" y="4116"/>
                </a:lnTo>
                <a:lnTo>
                  <a:pt x="452" y="4105"/>
                </a:lnTo>
                <a:lnTo>
                  <a:pt x="460" y="4110"/>
                </a:lnTo>
                <a:lnTo>
                  <a:pt x="460" y="4130"/>
                </a:lnTo>
                <a:close/>
                <a:moveTo>
                  <a:pt x="892" y="4140"/>
                </a:moveTo>
                <a:lnTo>
                  <a:pt x="894" y="4146"/>
                </a:lnTo>
                <a:lnTo>
                  <a:pt x="891" y="4156"/>
                </a:lnTo>
                <a:lnTo>
                  <a:pt x="884" y="4157"/>
                </a:lnTo>
                <a:lnTo>
                  <a:pt x="877" y="4156"/>
                </a:lnTo>
                <a:lnTo>
                  <a:pt x="866" y="4146"/>
                </a:lnTo>
                <a:lnTo>
                  <a:pt x="865" y="4140"/>
                </a:lnTo>
                <a:lnTo>
                  <a:pt x="865" y="4132"/>
                </a:lnTo>
                <a:lnTo>
                  <a:pt x="869" y="4122"/>
                </a:lnTo>
                <a:lnTo>
                  <a:pt x="871" y="4121"/>
                </a:lnTo>
                <a:lnTo>
                  <a:pt x="876" y="4122"/>
                </a:lnTo>
                <a:lnTo>
                  <a:pt x="886" y="4132"/>
                </a:lnTo>
                <a:lnTo>
                  <a:pt x="892" y="4140"/>
                </a:lnTo>
                <a:close/>
                <a:moveTo>
                  <a:pt x="3438" y="4175"/>
                </a:moveTo>
                <a:lnTo>
                  <a:pt x="3454" y="4183"/>
                </a:lnTo>
                <a:lnTo>
                  <a:pt x="3481" y="4186"/>
                </a:lnTo>
                <a:lnTo>
                  <a:pt x="3512" y="4187"/>
                </a:lnTo>
                <a:lnTo>
                  <a:pt x="3555" y="4193"/>
                </a:lnTo>
                <a:lnTo>
                  <a:pt x="3578" y="4204"/>
                </a:lnTo>
                <a:lnTo>
                  <a:pt x="3591" y="4223"/>
                </a:lnTo>
                <a:lnTo>
                  <a:pt x="3595" y="4238"/>
                </a:lnTo>
                <a:lnTo>
                  <a:pt x="3600" y="4258"/>
                </a:lnTo>
                <a:lnTo>
                  <a:pt x="3613" y="4280"/>
                </a:lnTo>
                <a:lnTo>
                  <a:pt x="3627" y="4282"/>
                </a:lnTo>
                <a:lnTo>
                  <a:pt x="3638" y="4263"/>
                </a:lnTo>
                <a:lnTo>
                  <a:pt x="3644" y="4246"/>
                </a:lnTo>
                <a:lnTo>
                  <a:pt x="3648" y="4233"/>
                </a:lnTo>
                <a:lnTo>
                  <a:pt x="3666" y="4218"/>
                </a:lnTo>
                <a:lnTo>
                  <a:pt x="3686" y="4217"/>
                </a:lnTo>
                <a:lnTo>
                  <a:pt x="3700" y="4229"/>
                </a:lnTo>
                <a:lnTo>
                  <a:pt x="3702" y="4241"/>
                </a:lnTo>
                <a:lnTo>
                  <a:pt x="3703" y="4248"/>
                </a:lnTo>
                <a:lnTo>
                  <a:pt x="3711" y="4270"/>
                </a:lnTo>
                <a:lnTo>
                  <a:pt x="3718" y="4281"/>
                </a:lnTo>
                <a:lnTo>
                  <a:pt x="3722" y="4291"/>
                </a:lnTo>
                <a:lnTo>
                  <a:pt x="3724" y="4310"/>
                </a:lnTo>
                <a:lnTo>
                  <a:pt x="3720" y="4317"/>
                </a:lnTo>
                <a:lnTo>
                  <a:pt x="3714" y="4321"/>
                </a:lnTo>
                <a:lnTo>
                  <a:pt x="3702" y="4314"/>
                </a:lnTo>
                <a:lnTo>
                  <a:pt x="3698" y="4306"/>
                </a:lnTo>
                <a:lnTo>
                  <a:pt x="3693" y="4298"/>
                </a:lnTo>
                <a:lnTo>
                  <a:pt x="3680" y="4292"/>
                </a:lnTo>
                <a:lnTo>
                  <a:pt x="3672" y="4295"/>
                </a:lnTo>
                <a:lnTo>
                  <a:pt x="3667" y="4300"/>
                </a:lnTo>
                <a:lnTo>
                  <a:pt x="3668" y="4324"/>
                </a:lnTo>
                <a:lnTo>
                  <a:pt x="3674" y="4341"/>
                </a:lnTo>
                <a:lnTo>
                  <a:pt x="3682" y="4355"/>
                </a:lnTo>
                <a:lnTo>
                  <a:pt x="3691" y="4387"/>
                </a:lnTo>
                <a:lnTo>
                  <a:pt x="3691" y="4398"/>
                </a:lnTo>
                <a:lnTo>
                  <a:pt x="3687" y="4434"/>
                </a:lnTo>
                <a:lnTo>
                  <a:pt x="3694" y="4492"/>
                </a:lnTo>
                <a:lnTo>
                  <a:pt x="3705" y="4516"/>
                </a:lnTo>
                <a:lnTo>
                  <a:pt x="3714" y="4520"/>
                </a:lnTo>
                <a:lnTo>
                  <a:pt x="3722" y="4513"/>
                </a:lnTo>
                <a:lnTo>
                  <a:pt x="3731" y="4494"/>
                </a:lnTo>
                <a:lnTo>
                  <a:pt x="3734" y="4478"/>
                </a:lnTo>
                <a:lnTo>
                  <a:pt x="3735" y="4471"/>
                </a:lnTo>
                <a:lnTo>
                  <a:pt x="3739" y="4467"/>
                </a:lnTo>
                <a:lnTo>
                  <a:pt x="3741" y="4480"/>
                </a:lnTo>
                <a:lnTo>
                  <a:pt x="3742" y="4505"/>
                </a:lnTo>
                <a:lnTo>
                  <a:pt x="3741" y="4536"/>
                </a:lnTo>
                <a:lnTo>
                  <a:pt x="3732" y="4559"/>
                </a:lnTo>
                <a:lnTo>
                  <a:pt x="3722" y="4563"/>
                </a:lnTo>
                <a:lnTo>
                  <a:pt x="3716" y="4561"/>
                </a:lnTo>
                <a:lnTo>
                  <a:pt x="3707" y="4558"/>
                </a:lnTo>
                <a:lnTo>
                  <a:pt x="3694" y="4564"/>
                </a:lnTo>
                <a:lnTo>
                  <a:pt x="3693" y="4572"/>
                </a:lnTo>
                <a:lnTo>
                  <a:pt x="3694" y="4580"/>
                </a:lnTo>
                <a:lnTo>
                  <a:pt x="3709" y="4591"/>
                </a:lnTo>
                <a:lnTo>
                  <a:pt x="3720" y="4592"/>
                </a:lnTo>
                <a:lnTo>
                  <a:pt x="3725" y="4593"/>
                </a:lnTo>
                <a:lnTo>
                  <a:pt x="3734" y="4599"/>
                </a:lnTo>
                <a:lnTo>
                  <a:pt x="3744" y="4619"/>
                </a:lnTo>
                <a:lnTo>
                  <a:pt x="3747" y="4652"/>
                </a:lnTo>
                <a:lnTo>
                  <a:pt x="3739" y="4683"/>
                </a:lnTo>
                <a:lnTo>
                  <a:pt x="3729" y="4692"/>
                </a:lnTo>
                <a:lnTo>
                  <a:pt x="3722" y="4694"/>
                </a:lnTo>
                <a:lnTo>
                  <a:pt x="3711" y="4685"/>
                </a:lnTo>
                <a:lnTo>
                  <a:pt x="3710" y="4675"/>
                </a:lnTo>
                <a:lnTo>
                  <a:pt x="3709" y="4663"/>
                </a:lnTo>
                <a:lnTo>
                  <a:pt x="3693" y="4648"/>
                </a:lnTo>
                <a:lnTo>
                  <a:pt x="3682" y="4646"/>
                </a:lnTo>
                <a:lnTo>
                  <a:pt x="3670" y="4645"/>
                </a:lnTo>
                <a:lnTo>
                  <a:pt x="3659" y="4632"/>
                </a:lnTo>
                <a:lnTo>
                  <a:pt x="3661" y="4623"/>
                </a:lnTo>
                <a:lnTo>
                  <a:pt x="3663" y="4612"/>
                </a:lnTo>
                <a:lnTo>
                  <a:pt x="3659" y="4585"/>
                </a:lnTo>
                <a:lnTo>
                  <a:pt x="3646" y="4558"/>
                </a:lnTo>
                <a:lnTo>
                  <a:pt x="3630" y="4539"/>
                </a:lnTo>
                <a:lnTo>
                  <a:pt x="3622" y="4537"/>
                </a:lnTo>
                <a:lnTo>
                  <a:pt x="3617" y="4539"/>
                </a:lnTo>
                <a:lnTo>
                  <a:pt x="3610" y="4557"/>
                </a:lnTo>
                <a:lnTo>
                  <a:pt x="3611" y="4583"/>
                </a:lnTo>
                <a:lnTo>
                  <a:pt x="3619" y="4611"/>
                </a:lnTo>
                <a:lnTo>
                  <a:pt x="3625" y="4623"/>
                </a:lnTo>
                <a:lnTo>
                  <a:pt x="3630" y="4633"/>
                </a:lnTo>
                <a:lnTo>
                  <a:pt x="3629" y="4666"/>
                </a:lnTo>
                <a:lnTo>
                  <a:pt x="3623" y="4683"/>
                </a:lnTo>
                <a:lnTo>
                  <a:pt x="3619" y="4695"/>
                </a:lnTo>
                <a:lnTo>
                  <a:pt x="3611" y="4709"/>
                </a:lnTo>
                <a:lnTo>
                  <a:pt x="3604" y="4711"/>
                </a:lnTo>
                <a:lnTo>
                  <a:pt x="3593" y="4702"/>
                </a:lnTo>
                <a:lnTo>
                  <a:pt x="3585" y="4694"/>
                </a:lnTo>
                <a:lnTo>
                  <a:pt x="3574" y="4681"/>
                </a:lnTo>
                <a:lnTo>
                  <a:pt x="3554" y="4668"/>
                </a:lnTo>
                <a:lnTo>
                  <a:pt x="3538" y="4668"/>
                </a:lnTo>
                <a:lnTo>
                  <a:pt x="3530" y="4681"/>
                </a:lnTo>
                <a:lnTo>
                  <a:pt x="3530" y="4694"/>
                </a:lnTo>
                <a:lnTo>
                  <a:pt x="3531" y="4704"/>
                </a:lnTo>
                <a:lnTo>
                  <a:pt x="3541" y="4712"/>
                </a:lnTo>
                <a:lnTo>
                  <a:pt x="3547" y="4710"/>
                </a:lnTo>
                <a:lnTo>
                  <a:pt x="3551" y="4708"/>
                </a:lnTo>
                <a:lnTo>
                  <a:pt x="3558" y="4710"/>
                </a:lnTo>
                <a:lnTo>
                  <a:pt x="3565" y="4726"/>
                </a:lnTo>
                <a:lnTo>
                  <a:pt x="3566" y="4744"/>
                </a:lnTo>
                <a:lnTo>
                  <a:pt x="3567" y="4762"/>
                </a:lnTo>
                <a:lnTo>
                  <a:pt x="3575" y="4788"/>
                </a:lnTo>
                <a:lnTo>
                  <a:pt x="3582" y="4792"/>
                </a:lnTo>
                <a:lnTo>
                  <a:pt x="3588" y="4795"/>
                </a:lnTo>
                <a:lnTo>
                  <a:pt x="3603" y="4826"/>
                </a:lnTo>
                <a:lnTo>
                  <a:pt x="3613" y="4870"/>
                </a:lnTo>
                <a:lnTo>
                  <a:pt x="3616" y="4906"/>
                </a:lnTo>
                <a:lnTo>
                  <a:pt x="3611" y="4914"/>
                </a:lnTo>
                <a:lnTo>
                  <a:pt x="3605" y="4917"/>
                </a:lnTo>
                <a:lnTo>
                  <a:pt x="3581" y="4904"/>
                </a:lnTo>
                <a:lnTo>
                  <a:pt x="3566" y="4891"/>
                </a:lnTo>
                <a:lnTo>
                  <a:pt x="3551" y="4879"/>
                </a:lnTo>
                <a:lnTo>
                  <a:pt x="3535" y="4872"/>
                </a:lnTo>
                <a:lnTo>
                  <a:pt x="3530" y="4874"/>
                </a:lnTo>
                <a:lnTo>
                  <a:pt x="3530" y="4879"/>
                </a:lnTo>
                <a:lnTo>
                  <a:pt x="3528" y="4884"/>
                </a:lnTo>
                <a:lnTo>
                  <a:pt x="3508" y="4889"/>
                </a:lnTo>
                <a:lnTo>
                  <a:pt x="3493" y="4887"/>
                </a:lnTo>
                <a:lnTo>
                  <a:pt x="3479" y="4883"/>
                </a:lnTo>
                <a:lnTo>
                  <a:pt x="3459" y="4869"/>
                </a:lnTo>
                <a:lnTo>
                  <a:pt x="3457" y="4862"/>
                </a:lnTo>
                <a:lnTo>
                  <a:pt x="3454" y="4854"/>
                </a:lnTo>
                <a:lnTo>
                  <a:pt x="3427" y="4831"/>
                </a:lnTo>
                <a:lnTo>
                  <a:pt x="3408" y="4819"/>
                </a:lnTo>
                <a:lnTo>
                  <a:pt x="3357" y="4789"/>
                </a:lnTo>
                <a:lnTo>
                  <a:pt x="3408" y="4800"/>
                </a:lnTo>
                <a:lnTo>
                  <a:pt x="3432" y="4805"/>
                </a:lnTo>
                <a:lnTo>
                  <a:pt x="3451" y="4801"/>
                </a:lnTo>
                <a:lnTo>
                  <a:pt x="3457" y="4797"/>
                </a:lnTo>
                <a:lnTo>
                  <a:pt x="3452" y="4786"/>
                </a:lnTo>
                <a:lnTo>
                  <a:pt x="3423" y="4771"/>
                </a:lnTo>
                <a:lnTo>
                  <a:pt x="3399" y="4764"/>
                </a:lnTo>
                <a:lnTo>
                  <a:pt x="3375" y="4758"/>
                </a:lnTo>
                <a:lnTo>
                  <a:pt x="3361" y="4749"/>
                </a:lnTo>
                <a:lnTo>
                  <a:pt x="3362" y="4745"/>
                </a:lnTo>
                <a:lnTo>
                  <a:pt x="3368" y="4743"/>
                </a:lnTo>
                <a:lnTo>
                  <a:pt x="3384" y="4741"/>
                </a:lnTo>
                <a:lnTo>
                  <a:pt x="3439" y="4746"/>
                </a:lnTo>
                <a:lnTo>
                  <a:pt x="3471" y="4754"/>
                </a:lnTo>
                <a:lnTo>
                  <a:pt x="3501" y="4759"/>
                </a:lnTo>
                <a:lnTo>
                  <a:pt x="3535" y="4760"/>
                </a:lnTo>
                <a:lnTo>
                  <a:pt x="3546" y="4758"/>
                </a:lnTo>
                <a:lnTo>
                  <a:pt x="3547" y="4755"/>
                </a:lnTo>
                <a:lnTo>
                  <a:pt x="3544" y="4749"/>
                </a:lnTo>
                <a:lnTo>
                  <a:pt x="3512" y="4735"/>
                </a:lnTo>
                <a:lnTo>
                  <a:pt x="3489" y="4730"/>
                </a:lnTo>
                <a:lnTo>
                  <a:pt x="3457" y="4722"/>
                </a:lnTo>
                <a:lnTo>
                  <a:pt x="3443" y="4711"/>
                </a:lnTo>
                <a:lnTo>
                  <a:pt x="3449" y="4701"/>
                </a:lnTo>
                <a:lnTo>
                  <a:pt x="3457" y="4695"/>
                </a:lnTo>
                <a:lnTo>
                  <a:pt x="3468" y="4686"/>
                </a:lnTo>
                <a:lnTo>
                  <a:pt x="3481" y="4664"/>
                </a:lnTo>
                <a:lnTo>
                  <a:pt x="3484" y="4644"/>
                </a:lnTo>
                <a:lnTo>
                  <a:pt x="3475" y="4629"/>
                </a:lnTo>
                <a:lnTo>
                  <a:pt x="3466" y="4626"/>
                </a:lnTo>
                <a:lnTo>
                  <a:pt x="3458" y="4628"/>
                </a:lnTo>
                <a:lnTo>
                  <a:pt x="3438" y="4647"/>
                </a:lnTo>
                <a:lnTo>
                  <a:pt x="3430" y="4662"/>
                </a:lnTo>
                <a:lnTo>
                  <a:pt x="3422" y="4676"/>
                </a:lnTo>
                <a:lnTo>
                  <a:pt x="3404" y="4695"/>
                </a:lnTo>
                <a:lnTo>
                  <a:pt x="3383" y="4701"/>
                </a:lnTo>
                <a:lnTo>
                  <a:pt x="3364" y="4693"/>
                </a:lnTo>
                <a:lnTo>
                  <a:pt x="3357" y="4683"/>
                </a:lnTo>
                <a:lnTo>
                  <a:pt x="3355" y="4674"/>
                </a:lnTo>
                <a:lnTo>
                  <a:pt x="3362" y="4659"/>
                </a:lnTo>
                <a:lnTo>
                  <a:pt x="3372" y="4654"/>
                </a:lnTo>
                <a:lnTo>
                  <a:pt x="3377" y="4651"/>
                </a:lnTo>
                <a:lnTo>
                  <a:pt x="3387" y="4641"/>
                </a:lnTo>
                <a:lnTo>
                  <a:pt x="3395" y="4618"/>
                </a:lnTo>
                <a:lnTo>
                  <a:pt x="3394" y="4597"/>
                </a:lnTo>
                <a:lnTo>
                  <a:pt x="3393" y="4586"/>
                </a:lnTo>
                <a:lnTo>
                  <a:pt x="3395" y="4567"/>
                </a:lnTo>
                <a:lnTo>
                  <a:pt x="3401" y="4554"/>
                </a:lnTo>
                <a:lnTo>
                  <a:pt x="3414" y="4546"/>
                </a:lnTo>
                <a:lnTo>
                  <a:pt x="3422" y="4543"/>
                </a:lnTo>
                <a:lnTo>
                  <a:pt x="3433" y="4539"/>
                </a:lnTo>
                <a:lnTo>
                  <a:pt x="3445" y="4534"/>
                </a:lnTo>
                <a:lnTo>
                  <a:pt x="3440" y="4519"/>
                </a:lnTo>
                <a:lnTo>
                  <a:pt x="3419" y="4496"/>
                </a:lnTo>
                <a:lnTo>
                  <a:pt x="3406" y="4481"/>
                </a:lnTo>
                <a:lnTo>
                  <a:pt x="3389" y="4451"/>
                </a:lnTo>
                <a:lnTo>
                  <a:pt x="3384" y="4426"/>
                </a:lnTo>
                <a:lnTo>
                  <a:pt x="3392" y="4412"/>
                </a:lnTo>
                <a:lnTo>
                  <a:pt x="3400" y="4411"/>
                </a:lnTo>
                <a:lnTo>
                  <a:pt x="3408" y="4412"/>
                </a:lnTo>
                <a:lnTo>
                  <a:pt x="3421" y="4423"/>
                </a:lnTo>
                <a:lnTo>
                  <a:pt x="3424" y="4431"/>
                </a:lnTo>
                <a:lnTo>
                  <a:pt x="3426" y="4435"/>
                </a:lnTo>
                <a:lnTo>
                  <a:pt x="3438" y="4444"/>
                </a:lnTo>
                <a:lnTo>
                  <a:pt x="3468" y="4455"/>
                </a:lnTo>
                <a:lnTo>
                  <a:pt x="3493" y="4458"/>
                </a:lnTo>
                <a:lnTo>
                  <a:pt x="3514" y="4459"/>
                </a:lnTo>
                <a:lnTo>
                  <a:pt x="3530" y="4458"/>
                </a:lnTo>
                <a:lnTo>
                  <a:pt x="3532" y="4455"/>
                </a:lnTo>
                <a:lnTo>
                  <a:pt x="3509" y="4442"/>
                </a:lnTo>
                <a:lnTo>
                  <a:pt x="3451" y="4422"/>
                </a:lnTo>
                <a:lnTo>
                  <a:pt x="3439" y="4417"/>
                </a:lnTo>
                <a:lnTo>
                  <a:pt x="3427" y="4401"/>
                </a:lnTo>
                <a:lnTo>
                  <a:pt x="3430" y="4393"/>
                </a:lnTo>
                <a:lnTo>
                  <a:pt x="3433" y="4386"/>
                </a:lnTo>
                <a:lnTo>
                  <a:pt x="3430" y="4375"/>
                </a:lnTo>
                <a:lnTo>
                  <a:pt x="3424" y="4374"/>
                </a:lnTo>
                <a:lnTo>
                  <a:pt x="3418" y="4371"/>
                </a:lnTo>
                <a:lnTo>
                  <a:pt x="3396" y="4336"/>
                </a:lnTo>
                <a:lnTo>
                  <a:pt x="3384" y="4311"/>
                </a:lnTo>
                <a:lnTo>
                  <a:pt x="3372" y="4286"/>
                </a:lnTo>
                <a:lnTo>
                  <a:pt x="3352" y="4258"/>
                </a:lnTo>
                <a:lnTo>
                  <a:pt x="3340" y="4248"/>
                </a:lnTo>
                <a:lnTo>
                  <a:pt x="3335" y="4248"/>
                </a:lnTo>
                <a:lnTo>
                  <a:pt x="3326" y="4246"/>
                </a:lnTo>
                <a:lnTo>
                  <a:pt x="3313" y="4231"/>
                </a:lnTo>
                <a:lnTo>
                  <a:pt x="3312" y="4219"/>
                </a:lnTo>
                <a:lnTo>
                  <a:pt x="3313" y="4208"/>
                </a:lnTo>
                <a:lnTo>
                  <a:pt x="3325" y="4200"/>
                </a:lnTo>
                <a:lnTo>
                  <a:pt x="3335" y="4205"/>
                </a:lnTo>
                <a:lnTo>
                  <a:pt x="3344" y="4209"/>
                </a:lnTo>
                <a:lnTo>
                  <a:pt x="3342" y="4199"/>
                </a:lnTo>
                <a:lnTo>
                  <a:pt x="3332" y="4186"/>
                </a:lnTo>
                <a:lnTo>
                  <a:pt x="3323" y="4175"/>
                </a:lnTo>
                <a:lnTo>
                  <a:pt x="3318" y="4157"/>
                </a:lnTo>
                <a:lnTo>
                  <a:pt x="3322" y="4144"/>
                </a:lnTo>
                <a:lnTo>
                  <a:pt x="3335" y="4136"/>
                </a:lnTo>
                <a:lnTo>
                  <a:pt x="3353" y="4135"/>
                </a:lnTo>
                <a:lnTo>
                  <a:pt x="3377" y="4138"/>
                </a:lnTo>
                <a:lnTo>
                  <a:pt x="3402" y="4148"/>
                </a:lnTo>
                <a:lnTo>
                  <a:pt x="3427" y="4165"/>
                </a:lnTo>
                <a:lnTo>
                  <a:pt x="3438" y="4175"/>
                </a:lnTo>
                <a:close/>
                <a:moveTo>
                  <a:pt x="4291" y="4157"/>
                </a:moveTo>
                <a:lnTo>
                  <a:pt x="4289" y="4163"/>
                </a:lnTo>
                <a:lnTo>
                  <a:pt x="4274" y="4168"/>
                </a:lnTo>
                <a:lnTo>
                  <a:pt x="4264" y="4165"/>
                </a:lnTo>
                <a:lnTo>
                  <a:pt x="4253" y="4159"/>
                </a:lnTo>
                <a:lnTo>
                  <a:pt x="4244" y="4144"/>
                </a:lnTo>
                <a:lnTo>
                  <a:pt x="4248" y="4137"/>
                </a:lnTo>
                <a:lnTo>
                  <a:pt x="4252" y="4131"/>
                </a:lnTo>
                <a:lnTo>
                  <a:pt x="4266" y="4129"/>
                </a:lnTo>
                <a:lnTo>
                  <a:pt x="4280" y="4135"/>
                </a:lnTo>
                <a:lnTo>
                  <a:pt x="4290" y="4148"/>
                </a:lnTo>
                <a:lnTo>
                  <a:pt x="4291" y="4157"/>
                </a:lnTo>
                <a:close/>
                <a:moveTo>
                  <a:pt x="4454" y="4140"/>
                </a:moveTo>
                <a:lnTo>
                  <a:pt x="4451" y="4146"/>
                </a:lnTo>
                <a:lnTo>
                  <a:pt x="4427" y="4156"/>
                </a:lnTo>
                <a:lnTo>
                  <a:pt x="4409" y="4157"/>
                </a:lnTo>
                <a:lnTo>
                  <a:pt x="4389" y="4159"/>
                </a:lnTo>
                <a:lnTo>
                  <a:pt x="4359" y="4174"/>
                </a:lnTo>
                <a:lnTo>
                  <a:pt x="4352" y="4184"/>
                </a:lnTo>
                <a:lnTo>
                  <a:pt x="4347" y="4198"/>
                </a:lnTo>
                <a:lnTo>
                  <a:pt x="4335" y="4211"/>
                </a:lnTo>
                <a:lnTo>
                  <a:pt x="4324" y="4206"/>
                </a:lnTo>
                <a:lnTo>
                  <a:pt x="4317" y="4184"/>
                </a:lnTo>
                <a:lnTo>
                  <a:pt x="4316" y="4167"/>
                </a:lnTo>
                <a:lnTo>
                  <a:pt x="4315" y="4151"/>
                </a:lnTo>
                <a:lnTo>
                  <a:pt x="4318" y="4133"/>
                </a:lnTo>
                <a:lnTo>
                  <a:pt x="4332" y="4124"/>
                </a:lnTo>
                <a:lnTo>
                  <a:pt x="4361" y="4121"/>
                </a:lnTo>
                <a:lnTo>
                  <a:pt x="4384" y="4121"/>
                </a:lnTo>
                <a:lnTo>
                  <a:pt x="4411" y="4122"/>
                </a:lnTo>
                <a:lnTo>
                  <a:pt x="4442" y="4129"/>
                </a:lnTo>
                <a:lnTo>
                  <a:pt x="4453" y="4135"/>
                </a:lnTo>
                <a:lnTo>
                  <a:pt x="4454" y="4140"/>
                </a:lnTo>
                <a:close/>
                <a:moveTo>
                  <a:pt x="281" y="4159"/>
                </a:moveTo>
                <a:lnTo>
                  <a:pt x="277" y="4167"/>
                </a:lnTo>
                <a:lnTo>
                  <a:pt x="264" y="4176"/>
                </a:lnTo>
                <a:lnTo>
                  <a:pt x="257" y="4178"/>
                </a:lnTo>
                <a:lnTo>
                  <a:pt x="250" y="4176"/>
                </a:lnTo>
                <a:lnTo>
                  <a:pt x="237" y="4167"/>
                </a:lnTo>
                <a:lnTo>
                  <a:pt x="234" y="4159"/>
                </a:lnTo>
                <a:lnTo>
                  <a:pt x="233" y="4151"/>
                </a:lnTo>
                <a:lnTo>
                  <a:pt x="246" y="4141"/>
                </a:lnTo>
                <a:lnTo>
                  <a:pt x="257" y="4140"/>
                </a:lnTo>
                <a:lnTo>
                  <a:pt x="269" y="4141"/>
                </a:lnTo>
                <a:lnTo>
                  <a:pt x="282" y="4151"/>
                </a:lnTo>
                <a:lnTo>
                  <a:pt x="281" y="4159"/>
                </a:lnTo>
                <a:close/>
                <a:moveTo>
                  <a:pt x="3861" y="4165"/>
                </a:moveTo>
                <a:lnTo>
                  <a:pt x="3863" y="4163"/>
                </a:lnTo>
                <a:lnTo>
                  <a:pt x="3865" y="4165"/>
                </a:lnTo>
                <a:lnTo>
                  <a:pt x="3865" y="4176"/>
                </a:lnTo>
                <a:lnTo>
                  <a:pt x="3861" y="4189"/>
                </a:lnTo>
                <a:lnTo>
                  <a:pt x="3858" y="4203"/>
                </a:lnTo>
                <a:lnTo>
                  <a:pt x="3853" y="4216"/>
                </a:lnTo>
                <a:lnTo>
                  <a:pt x="3839" y="4213"/>
                </a:lnTo>
                <a:lnTo>
                  <a:pt x="3818" y="4192"/>
                </a:lnTo>
                <a:lnTo>
                  <a:pt x="3803" y="4176"/>
                </a:lnTo>
                <a:lnTo>
                  <a:pt x="3786" y="4155"/>
                </a:lnTo>
                <a:lnTo>
                  <a:pt x="3786" y="4145"/>
                </a:lnTo>
                <a:lnTo>
                  <a:pt x="3803" y="4148"/>
                </a:lnTo>
                <a:lnTo>
                  <a:pt x="3818" y="4156"/>
                </a:lnTo>
                <a:lnTo>
                  <a:pt x="3831" y="4162"/>
                </a:lnTo>
                <a:lnTo>
                  <a:pt x="3855" y="4168"/>
                </a:lnTo>
                <a:lnTo>
                  <a:pt x="3861" y="4165"/>
                </a:lnTo>
                <a:close/>
                <a:moveTo>
                  <a:pt x="348" y="4175"/>
                </a:moveTo>
                <a:lnTo>
                  <a:pt x="351" y="4182"/>
                </a:lnTo>
                <a:lnTo>
                  <a:pt x="347" y="4193"/>
                </a:lnTo>
                <a:lnTo>
                  <a:pt x="340" y="4194"/>
                </a:lnTo>
                <a:lnTo>
                  <a:pt x="333" y="4193"/>
                </a:lnTo>
                <a:lnTo>
                  <a:pt x="316" y="4182"/>
                </a:lnTo>
                <a:lnTo>
                  <a:pt x="311" y="4175"/>
                </a:lnTo>
                <a:lnTo>
                  <a:pt x="308" y="4168"/>
                </a:lnTo>
                <a:lnTo>
                  <a:pt x="312" y="4158"/>
                </a:lnTo>
                <a:lnTo>
                  <a:pt x="319" y="4157"/>
                </a:lnTo>
                <a:lnTo>
                  <a:pt x="326" y="4158"/>
                </a:lnTo>
                <a:lnTo>
                  <a:pt x="343" y="4168"/>
                </a:lnTo>
                <a:lnTo>
                  <a:pt x="348" y="4175"/>
                </a:lnTo>
                <a:close/>
                <a:moveTo>
                  <a:pt x="4762" y="4183"/>
                </a:moveTo>
                <a:lnTo>
                  <a:pt x="4761" y="4193"/>
                </a:lnTo>
                <a:lnTo>
                  <a:pt x="4747" y="4219"/>
                </a:lnTo>
                <a:lnTo>
                  <a:pt x="4737" y="4228"/>
                </a:lnTo>
                <a:lnTo>
                  <a:pt x="4729" y="4233"/>
                </a:lnTo>
                <a:lnTo>
                  <a:pt x="4721" y="4237"/>
                </a:lnTo>
                <a:lnTo>
                  <a:pt x="4718" y="4225"/>
                </a:lnTo>
                <a:lnTo>
                  <a:pt x="4722" y="4203"/>
                </a:lnTo>
                <a:lnTo>
                  <a:pt x="4726" y="4186"/>
                </a:lnTo>
                <a:lnTo>
                  <a:pt x="4739" y="4163"/>
                </a:lnTo>
                <a:lnTo>
                  <a:pt x="4752" y="4157"/>
                </a:lnTo>
                <a:lnTo>
                  <a:pt x="4761" y="4168"/>
                </a:lnTo>
                <a:lnTo>
                  <a:pt x="4762" y="4183"/>
                </a:lnTo>
                <a:close/>
                <a:moveTo>
                  <a:pt x="4235" y="4222"/>
                </a:moveTo>
                <a:lnTo>
                  <a:pt x="4225" y="4233"/>
                </a:lnTo>
                <a:lnTo>
                  <a:pt x="4211" y="4243"/>
                </a:lnTo>
                <a:lnTo>
                  <a:pt x="4204" y="4237"/>
                </a:lnTo>
                <a:lnTo>
                  <a:pt x="4206" y="4219"/>
                </a:lnTo>
                <a:lnTo>
                  <a:pt x="4211" y="4205"/>
                </a:lnTo>
                <a:lnTo>
                  <a:pt x="4216" y="4193"/>
                </a:lnTo>
                <a:lnTo>
                  <a:pt x="4231" y="4184"/>
                </a:lnTo>
                <a:lnTo>
                  <a:pt x="4240" y="4186"/>
                </a:lnTo>
                <a:lnTo>
                  <a:pt x="4245" y="4192"/>
                </a:lnTo>
                <a:lnTo>
                  <a:pt x="4242" y="4211"/>
                </a:lnTo>
                <a:lnTo>
                  <a:pt x="4235" y="4222"/>
                </a:lnTo>
                <a:close/>
                <a:moveTo>
                  <a:pt x="435" y="4235"/>
                </a:moveTo>
                <a:lnTo>
                  <a:pt x="449" y="4243"/>
                </a:lnTo>
                <a:lnTo>
                  <a:pt x="476" y="4280"/>
                </a:lnTo>
                <a:lnTo>
                  <a:pt x="485" y="4303"/>
                </a:lnTo>
                <a:lnTo>
                  <a:pt x="492" y="4318"/>
                </a:lnTo>
                <a:lnTo>
                  <a:pt x="502" y="4338"/>
                </a:lnTo>
                <a:lnTo>
                  <a:pt x="513" y="4346"/>
                </a:lnTo>
                <a:lnTo>
                  <a:pt x="529" y="4343"/>
                </a:lnTo>
                <a:lnTo>
                  <a:pt x="538" y="4338"/>
                </a:lnTo>
                <a:lnTo>
                  <a:pt x="568" y="4324"/>
                </a:lnTo>
                <a:lnTo>
                  <a:pt x="596" y="4319"/>
                </a:lnTo>
                <a:lnTo>
                  <a:pt x="607" y="4321"/>
                </a:lnTo>
                <a:lnTo>
                  <a:pt x="609" y="4329"/>
                </a:lnTo>
                <a:lnTo>
                  <a:pt x="605" y="4341"/>
                </a:lnTo>
                <a:lnTo>
                  <a:pt x="582" y="4363"/>
                </a:lnTo>
                <a:lnTo>
                  <a:pt x="555" y="4382"/>
                </a:lnTo>
                <a:lnTo>
                  <a:pt x="532" y="4395"/>
                </a:lnTo>
                <a:lnTo>
                  <a:pt x="511" y="4401"/>
                </a:lnTo>
                <a:lnTo>
                  <a:pt x="507" y="4399"/>
                </a:lnTo>
                <a:lnTo>
                  <a:pt x="509" y="4395"/>
                </a:lnTo>
                <a:lnTo>
                  <a:pt x="513" y="4386"/>
                </a:lnTo>
                <a:lnTo>
                  <a:pt x="516" y="4376"/>
                </a:lnTo>
                <a:lnTo>
                  <a:pt x="502" y="4375"/>
                </a:lnTo>
                <a:lnTo>
                  <a:pt x="476" y="4385"/>
                </a:lnTo>
                <a:lnTo>
                  <a:pt x="465" y="4391"/>
                </a:lnTo>
                <a:lnTo>
                  <a:pt x="456" y="4406"/>
                </a:lnTo>
                <a:lnTo>
                  <a:pt x="458" y="4412"/>
                </a:lnTo>
                <a:lnTo>
                  <a:pt x="461" y="4419"/>
                </a:lnTo>
                <a:lnTo>
                  <a:pt x="452" y="4429"/>
                </a:lnTo>
                <a:lnTo>
                  <a:pt x="444" y="4431"/>
                </a:lnTo>
                <a:lnTo>
                  <a:pt x="439" y="4432"/>
                </a:lnTo>
                <a:lnTo>
                  <a:pt x="444" y="4435"/>
                </a:lnTo>
                <a:lnTo>
                  <a:pt x="472" y="4443"/>
                </a:lnTo>
                <a:lnTo>
                  <a:pt x="570" y="4464"/>
                </a:lnTo>
                <a:lnTo>
                  <a:pt x="626" y="4471"/>
                </a:lnTo>
                <a:lnTo>
                  <a:pt x="645" y="4471"/>
                </a:lnTo>
                <a:lnTo>
                  <a:pt x="667" y="4463"/>
                </a:lnTo>
                <a:lnTo>
                  <a:pt x="675" y="4456"/>
                </a:lnTo>
                <a:lnTo>
                  <a:pt x="678" y="4450"/>
                </a:lnTo>
                <a:lnTo>
                  <a:pt x="679" y="4446"/>
                </a:lnTo>
                <a:lnTo>
                  <a:pt x="674" y="4437"/>
                </a:lnTo>
                <a:lnTo>
                  <a:pt x="655" y="4430"/>
                </a:lnTo>
                <a:lnTo>
                  <a:pt x="629" y="4429"/>
                </a:lnTo>
                <a:lnTo>
                  <a:pt x="606" y="4428"/>
                </a:lnTo>
                <a:lnTo>
                  <a:pt x="585" y="4421"/>
                </a:lnTo>
                <a:lnTo>
                  <a:pt x="582" y="4414"/>
                </a:lnTo>
                <a:lnTo>
                  <a:pt x="583" y="4411"/>
                </a:lnTo>
                <a:lnTo>
                  <a:pt x="589" y="4404"/>
                </a:lnTo>
                <a:lnTo>
                  <a:pt x="606" y="4400"/>
                </a:lnTo>
                <a:lnTo>
                  <a:pt x="614" y="4404"/>
                </a:lnTo>
                <a:lnTo>
                  <a:pt x="623" y="4407"/>
                </a:lnTo>
                <a:lnTo>
                  <a:pt x="641" y="4399"/>
                </a:lnTo>
                <a:lnTo>
                  <a:pt x="648" y="4391"/>
                </a:lnTo>
                <a:lnTo>
                  <a:pt x="657" y="4378"/>
                </a:lnTo>
                <a:lnTo>
                  <a:pt x="665" y="4378"/>
                </a:lnTo>
                <a:lnTo>
                  <a:pt x="665" y="4391"/>
                </a:lnTo>
                <a:lnTo>
                  <a:pt x="665" y="4398"/>
                </a:lnTo>
                <a:lnTo>
                  <a:pt x="668" y="4406"/>
                </a:lnTo>
                <a:lnTo>
                  <a:pt x="678" y="4404"/>
                </a:lnTo>
                <a:lnTo>
                  <a:pt x="692" y="4393"/>
                </a:lnTo>
                <a:lnTo>
                  <a:pt x="705" y="4383"/>
                </a:lnTo>
                <a:lnTo>
                  <a:pt x="723" y="4376"/>
                </a:lnTo>
                <a:lnTo>
                  <a:pt x="732" y="4387"/>
                </a:lnTo>
                <a:lnTo>
                  <a:pt x="732" y="4413"/>
                </a:lnTo>
                <a:lnTo>
                  <a:pt x="729" y="4433"/>
                </a:lnTo>
                <a:lnTo>
                  <a:pt x="725" y="4442"/>
                </a:lnTo>
                <a:lnTo>
                  <a:pt x="713" y="4460"/>
                </a:lnTo>
                <a:lnTo>
                  <a:pt x="686" y="4485"/>
                </a:lnTo>
                <a:lnTo>
                  <a:pt x="641" y="4507"/>
                </a:lnTo>
                <a:lnTo>
                  <a:pt x="608" y="4510"/>
                </a:lnTo>
                <a:lnTo>
                  <a:pt x="591" y="4506"/>
                </a:lnTo>
                <a:lnTo>
                  <a:pt x="583" y="4501"/>
                </a:lnTo>
                <a:lnTo>
                  <a:pt x="578" y="4497"/>
                </a:lnTo>
                <a:lnTo>
                  <a:pt x="563" y="4495"/>
                </a:lnTo>
                <a:lnTo>
                  <a:pt x="537" y="4504"/>
                </a:lnTo>
                <a:lnTo>
                  <a:pt x="514" y="4521"/>
                </a:lnTo>
                <a:lnTo>
                  <a:pt x="494" y="4535"/>
                </a:lnTo>
                <a:lnTo>
                  <a:pt x="467" y="4547"/>
                </a:lnTo>
                <a:lnTo>
                  <a:pt x="454" y="4549"/>
                </a:lnTo>
                <a:lnTo>
                  <a:pt x="449" y="4547"/>
                </a:lnTo>
                <a:lnTo>
                  <a:pt x="442" y="4544"/>
                </a:lnTo>
                <a:lnTo>
                  <a:pt x="426" y="4548"/>
                </a:lnTo>
                <a:lnTo>
                  <a:pt x="420" y="4556"/>
                </a:lnTo>
                <a:lnTo>
                  <a:pt x="413" y="4564"/>
                </a:lnTo>
                <a:lnTo>
                  <a:pt x="400" y="4573"/>
                </a:lnTo>
                <a:lnTo>
                  <a:pt x="385" y="4571"/>
                </a:lnTo>
                <a:lnTo>
                  <a:pt x="373" y="4558"/>
                </a:lnTo>
                <a:lnTo>
                  <a:pt x="368" y="4547"/>
                </a:lnTo>
                <a:lnTo>
                  <a:pt x="364" y="4534"/>
                </a:lnTo>
                <a:lnTo>
                  <a:pt x="369" y="4524"/>
                </a:lnTo>
                <a:lnTo>
                  <a:pt x="375" y="4522"/>
                </a:lnTo>
                <a:lnTo>
                  <a:pt x="381" y="4523"/>
                </a:lnTo>
                <a:lnTo>
                  <a:pt x="388" y="4524"/>
                </a:lnTo>
                <a:lnTo>
                  <a:pt x="402" y="4517"/>
                </a:lnTo>
                <a:lnTo>
                  <a:pt x="406" y="4510"/>
                </a:lnTo>
                <a:lnTo>
                  <a:pt x="406" y="4503"/>
                </a:lnTo>
                <a:lnTo>
                  <a:pt x="400" y="4496"/>
                </a:lnTo>
                <a:lnTo>
                  <a:pt x="395" y="4496"/>
                </a:lnTo>
                <a:lnTo>
                  <a:pt x="389" y="4496"/>
                </a:lnTo>
                <a:lnTo>
                  <a:pt x="384" y="4481"/>
                </a:lnTo>
                <a:lnTo>
                  <a:pt x="385" y="4456"/>
                </a:lnTo>
                <a:lnTo>
                  <a:pt x="393" y="4428"/>
                </a:lnTo>
                <a:lnTo>
                  <a:pt x="398" y="4417"/>
                </a:lnTo>
                <a:lnTo>
                  <a:pt x="402" y="4408"/>
                </a:lnTo>
                <a:lnTo>
                  <a:pt x="394" y="4391"/>
                </a:lnTo>
                <a:lnTo>
                  <a:pt x="382" y="4385"/>
                </a:lnTo>
                <a:lnTo>
                  <a:pt x="369" y="4379"/>
                </a:lnTo>
                <a:lnTo>
                  <a:pt x="363" y="4362"/>
                </a:lnTo>
                <a:lnTo>
                  <a:pt x="371" y="4351"/>
                </a:lnTo>
                <a:lnTo>
                  <a:pt x="376" y="4345"/>
                </a:lnTo>
                <a:lnTo>
                  <a:pt x="378" y="4335"/>
                </a:lnTo>
                <a:lnTo>
                  <a:pt x="359" y="4328"/>
                </a:lnTo>
                <a:lnTo>
                  <a:pt x="326" y="4325"/>
                </a:lnTo>
                <a:lnTo>
                  <a:pt x="299" y="4323"/>
                </a:lnTo>
                <a:lnTo>
                  <a:pt x="247" y="4305"/>
                </a:lnTo>
                <a:lnTo>
                  <a:pt x="232" y="4293"/>
                </a:lnTo>
                <a:lnTo>
                  <a:pt x="222" y="4283"/>
                </a:lnTo>
                <a:lnTo>
                  <a:pt x="214" y="4272"/>
                </a:lnTo>
                <a:lnTo>
                  <a:pt x="232" y="4274"/>
                </a:lnTo>
                <a:lnTo>
                  <a:pt x="273" y="4292"/>
                </a:lnTo>
                <a:lnTo>
                  <a:pt x="299" y="4301"/>
                </a:lnTo>
                <a:lnTo>
                  <a:pt x="339" y="4311"/>
                </a:lnTo>
                <a:lnTo>
                  <a:pt x="356" y="4309"/>
                </a:lnTo>
                <a:lnTo>
                  <a:pt x="359" y="4305"/>
                </a:lnTo>
                <a:lnTo>
                  <a:pt x="353" y="4294"/>
                </a:lnTo>
                <a:lnTo>
                  <a:pt x="338" y="4282"/>
                </a:lnTo>
                <a:lnTo>
                  <a:pt x="326" y="4273"/>
                </a:lnTo>
                <a:lnTo>
                  <a:pt x="336" y="4271"/>
                </a:lnTo>
                <a:lnTo>
                  <a:pt x="357" y="4276"/>
                </a:lnTo>
                <a:lnTo>
                  <a:pt x="375" y="4283"/>
                </a:lnTo>
                <a:lnTo>
                  <a:pt x="407" y="4300"/>
                </a:lnTo>
                <a:lnTo>
                  <a:pt x="414" y="4309"/>
                </a:lnTo>
                <a:lnTo>
                  <a:pt x="419" y="4314"/>
                </a:lnTo>
                <a:lnTo>
                  <a:pt x="426" y="4319"/>
                </a:lnTo>
                <a:lnTo>
                  <a:pt x="439" y="4317"/>
                </a:lnTo>
                <a:lnTo>
                  <a:pt x="451" y="4306"/>
                </a:lnTo>
                <a:lnTo>
                  <a:pt x="463" y="4293"/>
                </a:lnTo>
                <a:lnTo>
                  <a:pt x="458" y="4284"/>
                </a:lnTo>
                <a:lnTo>
                  <a:pt x="438" y="4284"/>
                </a:lnTo>
                <a:lnTo>
                  <a:pt x="418" y="4278"/>
                </a:lnTo>
                <a:lnTo>
                  <a:pt x="370" y="4255"/>
                </a:lnTo>
                <a:lnTo>
                  <a:pt x="336" y="4237"/>
                </a:lnTo>
                <a:lnTo>
                  <a:pt x="325" y="4223"/>
                </a:lnTo>
                <a:lnTo>
                  <a:pt x="336" y="4216"/>
                </a:lnTo>
                <a:lnTo>
                  <a:pt x="348" y="4211"/>
                </a:lnTo>
                <a:lnTo>
                  <a:pt x="362" y="4207"/>
                </a:lnTo>
                <a:lnTo>
                  <a:pt x="387" y="4207"/>
                </a:lnTo>
                <a:lnTo>
                  <a:pt x="393" y="4211"/>
                </a:lnTo>
                <a:lnTo>
                  <a:pt x="408" y="4222"/>
                </a:lnTo>
                <a:lnTo>
                  <a:pt x="435" y="4235"/>
                </a:lnTo>
                <a:close/>
                <a:moveTo>
                  <a:pt x="756" y="4230"/>
                </a:moveTo>
                <a:lnTo>
                  <a:pt x="755" y="4236"/>
                </a:lnTo>
                <a:lnTo>
                  <a:pt x="745" y="4247"/>
                </a:lnTo>
                <a:lnTo>
                  <a:pt x="737" y="4248"/>
                </a:lnTo>
                <a:lnTo>
                  <a:pt x="731" y="4247"/>
                </a:lnTo>
                <a:lnTo>
                  <a:pt x="720" y="4236"/>
                </a:lnTo>
                <a:lnTo>
                  <a:pt x="719" y="4230"/>
                </a:lnTo>
                <a:lnTo>
                  <a:pt x="720" y="4222"/>
                </a:lnTo>
                <a:lnTo>
                  <a:pt x="731" y="4212"/>
                </a:lnTo>
                <a:lnTo>
                  <a:pt x="737" y="4211"/>
                </a:lnTo>
                <a:lnTo>
                  <a:pt x="745" y="4212"/>
                </a:lnTo>
                <a:lnTo>
                  <a:pt x="755" y="4222"/>
                </a:lnTo>
                <a:lnTo>
                  <a:pt x="756" y="4230"/>
                </a:lnTo>
                <a:close/>
                <a:moveTo>
                  <a:pt x="4133" y="4266"/>
                </a:moveTo>
                <a:lnTo>
                  <a:pt x="4136" y="4283"/>
                </a:lnTo>
                <a:lnTo>
                  <a:pt x="4132" y="4296"/>
                </a:lnTo>
                <a:lnTo>
                  <a:pt x="4127" y="4298"/>
                </a:lnTo>
                <a:lnTo>
                  <a:pt x="4123" y="4297"/>
                </a:lnTo>
                <a:lnTo>
                  <a:pt x="4113" y="4292"/>
                </a:lnTo>
                <a:lnTo>
                  <a:pt x="4098" y="4266"/>
                </a:lnTo>
                <a:lnTo>
                  <a:pt x="4095" y="4249"/>
                </a:lnTo>
                <a:lnTo>
                  <a:pt x="4093" y="4233"/>
                </a:lnTo>
                <a:lnTo>
                  <a:pt x="4098" y="4220"/>
                </a:lnTo>
                <a:lnTo>
                  <a:pt x="4103" y="4218"/>
                </a:lnTo>
                <a:lnTo>
                  <a:pt x="4113" y="4223"/>
                </a:lnTo>
                <a:lnTo>
                  <a:pt x="4127" y="4247"/>
                </a:lnTo>
                <a:lnTo>
                  <a:pt x="4133" y="4266"/>
                </a:lnTo>
                <a:close/>
                <a:moveTo>
                  <a:pt x="4656" y="4260"/>
                </a:moveTo>
                <a:lnTo>
                  <a:pt x="4646" y="4278"/>
                </a:lnTo>
                <a:lnTo>
                  <a:pt x="4637" y="4279"/>
                </a:lnTo>
                <a:lnTo>
                  <a:pt x="4635" y="4264"/>
                </a:lnTo>
                <a:lnTo>
                  <a:pt x="4636" y="4253"/>
                </a:lnTo>
                <a:lnTo>
                  <a:pt x="4641" y="4233"/>
                </a:lnTo>
                <a:lnTo>
                  <a:pt x="4651" y="4219"/>
                </a:lnTo>
                <a:lnTo>
                  <a:pt x="4662" y="4216"/>
                </a:lnTo>
                <a:lnTo>
                  <a:pt x="4667" y="4219"/>
                </a:lnTo>
                <a:lnTo>
                  <a:pt x="4670" y="4224"/>
                </a:lnTo>
                <a:lnTo>
                  <a:pt x="4663" y="4247"/>
                </a:lnTo>
                <a:lnTo>
                  <a:pt x="4656" y="4260"/>
                </a:lnTo>
                <a:close/>
                <a:moveTo>
                  <a:pt x="647" y="4273"/>
                </a:moveTo>
                <a:lnTo>
                  <a:pt x="648" y="4287"/>
                </a:lnTo>
                <a:lnTo>
                  <a:pt x="659" y="4307"/>
                </a:lnTo>
                <a:lnTo>
                  <a:pt x="678" y="4316"/>
                </a:lnTo>
                <a:lnTo>
                  <a:pt x="699" y="4310"/>
                </a:lnTo>
                <a:lnTo>
                  <a:pt x="710" y="4303"/>
                </a:lnTo>
                <a:lnTo>
                  <a:pt x="724" y="4291"/>
                </a:lnTo>
                <a:lnTo>
                  <a:pt x="734" y="4292"/>
                </a:lnTo>
                <a:lnTo>
                  <a:pt x="737" y="4301"/>
                </a:lnTo>
                <a:lnTo>
                  <a:pt x="737" y="4309"/>
                </a:lnTo>
                <a:lnTo>
                  <a:pt x="737" y="4316"/>
                </a:lnTo>
                <a:lnTo>
                  <a:pt x="732" y="4325"/>
                </a:lnTo>
                <a:lnTo>
                  <a:pt x="717" y="4337"/>
                </a:lnTo>
                <a:lnTo>
                  <a:pt x="702" y="4338"/>
                </a:lnTo>
                <a:lnTo>
                  <a:pt x="653" y="4338"/>
                </a:lnTo>
                <a:lnTo>
                  <a:pt x="646" y="4337"/>
                </a:lnTo>
                <a:lnTo>
                  <a:pt x="636" y="4328"/>
                </a:lnTo>
                <a:lnTo>
                  <a:pt x="636" y="4320"/>
                </a:lnTo>
                <a:lnTo>
                  <a:pt x="633" y="4303"/>
                </a:lnTo>
                <a:lnTo>
                  <a:pt x="631" y="4286"/>
                </a:lnTo>
                <a:lnTo>
                  <a:pt x="629" y="4279"/>
                </a:lnTo>
                <a:lnTo>
                  <a:pt x="610" y="4264"/>
                </a:lnTo>
                <a:lnTo>
                  <a:pt x="598" y="4260"/>
                </a:lnTo>
                <a:lnTo>
                  <a:pt x="582" y="4256"/>
                </a:lnTo>
                <a:lnTo>
                  <a:pt x="587" y="4251"/>
                </a:lnTo>
                <a:lnTo>
                  <a:pt x="607" y="4249"/>
                </a:lnTo>
                <a:lnTo>
                  <a:pt x="623" y="4250"/>
                </a:lnTo>
                <a:lnTo>
                  <a:pt x="641" y="4259"/>
                </a:lnTo>
                <a:lnTo>
                  <a:pt x="646" y="4268"/>
                </a:lnTo>
                <a:lnTo>
                  <a:pt x="647" y="4273"/>
                </a:lnTo>
                <a:close/>
                <a:moveTo>
                  <a:pt x="4046" y="4266"/>
                </a:moveTo>
                <a:lnTo>
                  <a:pt x="4049" y="4273"/>
                </a:lnTo>
                <a:lnTo>
                  <a:pt x="4045" y="4283"/>
                </a:lnTo>
                <a:lnTo>
                  <a:pt x="4039" y="4284"/>
                </a:lnTo>
                <a:lnTo>
                  <a:pt x="4031" y="4283"/>
                </a:lnTo>
                <a:lnTo>
                  <a:pt x="4020" y="4273"/>
                </a:lnTo>
                <a:lnTo>
                  <a:pt x="4019" y="4266"/>
                </a:lnTo>
                <a:lnTo>
                  <a:pt x="4019" y="4258"/>
                </a:lnTo>
                <a:lnTo>
                  <a:pt x="4024" y="4248"/>
                </a:lnTo>
                <a:lnTo>
                  <a:pt x="4026" y="4248"/>
                </a:lnTo>
                <a:lnTo>
                  <a:pt x="4030" y="4248"/>
                </a:lnTo>
                <a:lnTo>
                  <a:pt x="4041" y="4258"/>
                </a:lnTo>
                <a:lnTo>
                  <a:pt x="4046" y="4266"/>
                </a:lnTo>
                <a:close/>
                <a:moveTo>
                  <a:pt x="837" y="4284"/>
                </a:moveTo>
                <a:lnTo>
                  <a:pt x="839" y="4288"/>
                </a:lnTo>
                <a:lnTo>
                  <a:pt x="836" y="4295"/>
                </a:lnTo>
                <a:lnTo>
                  <a:pt x="822" y="4301"/>
                </a:lnTo>
                <a:lnTo>
                  <a:pt x="806" y="4303"/>
                </a:lnTo>
                <a:lnTo>
                  <a:pt x="785" y="4301"/>
                </a:lnTo>
                <a:lnTo>
                  <a:pt x="779" y="4294"/>
                </a:lnTo>
                <a:lnTo>
                  <a:pt x="792" y="4284"/>
                </a:lnTo>
                <a:lnTo>
                  <a:pt x="814" y="4270"/>
                </a:lnTo>
                <a:lnTo>
                  <a:pt x="830" y="4270"/>
                </a:lnTo>
                <a:lnTo>
                  <a:pt x="837" y="4284"/>
                </a:lnTo>
                <a:close/>
                <a:moveTo>
                  <a:pt x="915" y="4287"/>
                </a:moveTo>
                <a:lnTo>
                  <a:pt x="925" y="4298"/>
                </a:lnTo>
                <a:lnTo>
                  <a:pt x="935" y="4321"/>
                </a:lnTo>
                <a:lnTo>
                  <a:pt x="936" y="4343"/>
                </a:lnTo>
                <a:lnTo>
                  <a:pt x="928" y="4355"/>
                </a:lnTo>
                <a:lnTo>
                  <a:pt x="919" y="4357"/>
                </a:lnTo>
                <a:lnTo>
                  <a:pt x="911" y="4355"/>
                </a:lnTo>
                <a:lnTo>
                  <a:pt x="902" y="4339"/>
                </a:lnTo>
                <a:lnTo>
                  <a:pt x="901" y="4330"/>
                </a:lnTo>
                <a:lnTo>
                  <a:pt x="899" y="4319"/>
                </a:lnTo>
                <a:lnTo>
                  <a:pt x="890" y="4304"/>
                </a:lnTo>
                <a:lnTo>
                  <a:pt x="882" y="4303"/>
                </a:lnTo>
                <a:lnTo>
                  <a:pt x="876" y="4301"/>
                </a:lnTo>
                <a:lnTo>
                  <a:pt x="866" y="4291"/>
                </a:lnTo>
                <a:lnTo>
                  <a:pt x="865" y="4284"/>
                </a:lnTo>
                <a:lnTo>
                  <a:pt x="865" y="4275"/>
                </a:lnTo>
                <a:lnTo>
                  <a:pt x="873" y="4267"/>
                </a:lnTo>
                <a:lnTo>
                  <a:pt x="886" y="4268"/>
                </a:lnTo>
                <a:lnTo>
                  <a:pt x="905" y="4279"/>
                </a:lnTo>
                <a:lnTo>
                  <a:pt x="915" y="4287"/>
                </a:lnTo>
                <a:close/>
                <a:moveTo>
                  <a:pt x="4563" y="4331"/>
                </a:moveTo>
                <a:lnTo>
                  <a:pt x="4561" y="4361"/>
                </a:lnTo>
                <a:lnTo>
                  <a:pt x="4540" y="4431"/>
                </a:lnTo>
                <a:lnTo>
                  <a:pt x="4525" y="4458"/>
                </a:lnTo>
                <a:lnTo>
                  <a:pt x="4510" y="4482"/>
                </a:lnTo>
                <a:lnTo>
                  <a:pt x="4488" y="4511"/>
                </a:lnTo>
                <a:lnTo>
                  <a:pt x="4478" y="4518"/>
                </a:lnTo>
                <a:lnTo>
                  <a:pt x="4474" y="4517"/>
                </a:lnTo>
                <a:lnTo>
                  <a:pt x="4474" y="4504"/>
                </a:lnTo>
                <a:lnTo>
                  <a:pt x="4477" y="4487"/>
                </a:lnTo>
                <a:lnTo>
                  <a:pt x="4487" y="4451"/>
                </a:lnTo>
                <a:lnTo>
                  <a:pt x="4498" y="4406"/>
                </a:lnTo>
                <a:lnTo>
                  <a:pt x="4503" y="4384"/>
                </a:lnTo>
                <a:lnTo>
                  <a:pt x="4516" y="4368"/>
                </a:lnTo>
                <a:lnTo>
                  <a:pt x="4525" y="4366"/>
                </a:lnTo>
                <a:lnTo>
                  <a:pt x="4530" y="4368"/>
                </a:lnTo>
                <a:lnTo>
                  <a:pt x="4535" y="4370"/>
                </a:lnTo>
                <a:lnTo>
                  <a:pt x="4541" y="4369"/>
                </a:lnTo>
                <a:lnTo>
                  <a:pt x="4543" y="4350"/>
                </a:lnTo>
                <a:lnTo>
                  <a:pt x="4539" y="4324"/>
                </a:lnTo>
                <a:lnTo>
                  <a:pt x="4535" y="4299"/>
                </a:lnTo>
                <a:lnTo>
                  <a:pt x="4537" y="4275"/>
                </a:lnTo>
                <a:lnTo>
                  <a:pt x="4541" y="4267"/>
                </a:lnTo>
                <a:lnTo>
                  <a:pt x="4545" y="4266"/>
                </a:lnTo>
                <a:lnTo>
                  <a:pt x="4549" y="4267"/>
                </a:lnTo>
                <a:lnTo>
                  <a:pt x="4555" y="4276"/>
                </a:lnTo>
                <a:lnTo>
                  <a:pt x="4562" y="4305"/>
                </a:lnTo>
                <a:lnTo>
                  <a:pt x="4563" y="4331"/>
                </a:lnTo>
                <a:close/>
                <a:moveTo>
                  <a:pt x="529" y="4303"/>
                </a:moveTo>
                <a:lnTo>
                  <a:pt x="532" y="4309"/>
                </a:lnTo>
                <a:lnTo>
                  <a:pt x="527" y="4319"/>
                </a:lnTo>
                <a:lnTo>
                  <a:pt x="522" y="4320"/>
                </a:lnTo>
                <a:lnTo>
                  <a:pt x="513" y="4319"/>
                </a:lnTo>
                <a:lnTo>
                  <a:pt x="502" y="4309"/>
                </a:lnTo>
                <a:lnTo>
                  <a:pt x="501" y="4303"/>
                </a:lnTo>
                <a:lnTo>
                  <a:pt x="502" y="4295"/>
                </a:lnTo>
                <a:lnTo>
                  <a:pt x="506" y="4285"/>
                </a:lnTo>
                <a:lnTo>
                  <a:pt x="509" y="4284"/>
                </a:lnTo>
                <a:lnTo>
                  <a:pt x="513" y="4285"/>
                </a:lnTo>
                <a:lnTo>
                  <a:pt x="524" y="4295"/>
                </a:lnTo>
                <a:lnTo>
                  <a:pt x="529" y="4303"/>
                </a:lnTo>
                <a:close/>
                <a:moveTo>
                  <a:pt x="4267" y="4324"/>
                </a:moveTo>
                <a:lnTo>
                  <a:pt x="4263" y="4332"/>
                </a:lnTo>
                <a:lnTo>
                  <a:pt x="4257" y="4326"/>
                </a:lnTo>
                <a:lnTo>
                  <a:pt x="4256" y="4313"/>
                </a:lnTo>
                <a:lnTo>
                  <a:pt x="4256" y="4299"/>
                </a:lnTo>
                <a:lnTo>
                  <a:pt x="4260" y="4288"/>
                </a:lnTo>
                <a:lnTo>
                  <a:pt x="4263" y="4287"/>
                </a:lnTo>
                <a:lnTo>
                  <a:pt x="4265" y="4289"/>
                </a:lnTo>
                <a:lnTo>
                  <a:pt x="4269" y="4295"/>
                </a:lnTo>
                <a:lnTo>
                  <a:pt x="4270" y="4313"/>
                </a:lnTo>
                <a:lnTo>
                  <a:pt x="4267" y="4324"/>
                </a:lnTo>
                <a:close/>
                <a:moveTo>
                  <a:pt x="4896" y="4328"/>
                </a:moveTo>
                <a:lnTo>
                  <a:pt x="4892" y="4339"/>
                </a:lnTo>
                <a:lnTo>
                  <a:pt x="4876" y="4355"/>
                </a:lnTo>
                <a:lnTo>
                  <a:pt x="4869" y="4357"/>
                </a:lnTo>
                <a:lnTo>
                  <a:pt x="4867" y="4356"/>
                </a:lnTo>
                <a:lnTo>
                  <a:pt x="4863" y="4350"/>
                </a:lnTo>
                <a:lnTo>
                  <a:pt x="4867" y="4335"/>
                </a:lnTo>
                <a:lnTo>
                  <a:pt x="4874" y="4320"/>
                </a:lnTo>
                <a:lnTo>
                  <a:pt x="4884" y="4307"/>
                </a:lnTo>
                <a:lnTo>
                  <a:pt x="4897" y="4293"/>
                </a:lnTo>
                <a:lnTo>
                  <a:pt x="4904" y="4295"/>
                </a:lnTo>
                <a:lnTo>
                  <a:pt x="4901" y="4312"/>
                </a:lnTo>
                <a:lnTo>
                  <a:pt x="4896" y="4328"/>
                </a:lnTo>
                <a:close/>
                <a:moveTo>
                  <a:pt x="4381" y="4347"/>
                </a:moveTo>
                <a:lnTo>
                  <a:pt x="4372" y="4359"/>
                </a:lnTo>
                <a:lnTo>
                  <a:pt x="4354" y="4368"/>
                </a:lnTo>
                <a:lnTo>
                  <a:pt x="4349" y="4366"/>
                </a:lnTo>
                <a:lnTo>
                  <a:pt x="4347" y="4361"/>
                </a:lnTo>
                <a:lnTo>
                  <a:pt x="4354" y="4342"/>
                </a:lnTo>
                <a:lnTo>
                  <a:pt x="4363" y="4330"/>
                </a:lnTo>
                <a:lnTo>
                  <a:pt x="4373" y="4318"/>
                </a:lnTo>
                <a:lnTo>
                  <a:pt x="4391" y="4309"/>
                </a:lnTo>
                <a:lnTo>
                  <a:pt x="4396" y="4311"/>
                </a:lnTo>
                <a:lnTo>
                  <a:pt x="4399" y="4316"/>
                </a:lnTo>
                <a:lnTo>
                  <a:pt x="4390" y="4335"/>
                </a:lnTo>
                <a:lnTo>
                  <a:pt x="4381" y="4347"/>
                </a:lnTo>
                <a:close/>
                <a:moveTo>
                  <a:pt x="789" y="4393"/>
                </a:moveTo>
                <a:lnTo>
                  <a:pt x="787" y="4414"/>
                </a:lnTo>
                <a:lnTo>
                  <a:pt x="781" y="4437"/>
                </a:lnTo>
                <a:lnTo>
                  <a:pt x="775" y="4446"/>
                </a:lnTo>
                <a:lnTo>
                  <a:pt x="772" y="4447"/>
                </a:lnTo>
                <a:lnTo>
                  <a:pt x="769" y="4446"/>
                </a:lnTo>
                <a:lnTo>
                  <a:pt x="764" y="4441"/>
                </a:lnTo>
                <a:lnTo>
                  <a:pt x="761" y="4422"/>
                </a:lnTo>
                <a:lnTo>
                  <a:pt x="762" y="4406"/>
                </a:lnTo>
                <a:lnTo>
                  <a:pt x="770" y="4372"/>
                </a:lnTo>
                <a:lnTo>
                  <a:pt x="772" y="4351"/>
                </a:lnTo>
                <a:lnTo>
                  <a:pt x="773" y="4341"/>
                </a:lnTo>
                <a:lnTo>
                  <a:pt x="778" y="4335"/>
                </a:lnTo>
                <a:lnTo>
                  <a:pt x="785" y="4359"/>
                </a:lnTo>
                <a:lnTo>
                  <a:pt x="789" y="4393"/>
                </a:lnTo>
                <a:close/>
                <a:moveTo>
                  <a:pt x="4086" y="4360"/>
                </a:moveTo>
                <a:lnTo>
                  <a:pt x="4090" y="4351"/>
                </a:lnTo>
                <a:lnTo>
                  <a:pt x="4103" y="4341"/>
                </a:lnTo>
                <a:lnTo>
                  <a:pt x="4117" y="4338"/>
                </a:lnTo>
                <a:lnTo>
                  <a:pt x="4127" y="4346"/>
                </a:lnTo>
                <a:lnTo>
                  <a:pt x="4128" y="4355"/>
                </a:lnTo>
                <a:lnTo>
                  <a:pt x="4127" y="4360"/>
                </a:lnTo>
                <a:lnTo>
                  <a:pt x="4121" y="4370"/>
                </a:lnTo>
                <a:lnTo>
                  <a:pt x="4107" y="4380"/>
                </a:lnTo>
                <a:lnTo>
                  <a:pt x="4079" y="4382"/>
                </a:lnTo>
                <a:lnTo>
                  <a:pt x="4050" y="4372"/>
                </a:lnTo>
                <a:lnTo>
                  <a:pt x="4039" y="4362"/>
                </a:lnTo>
                <a:lnTo>
                  <a:pt x="4021" y="4344"/>
                </a:lnTo>
                <a:lnTo>
                  <a:pt x="4024" y="4343"/>
                </a:lnTo>
                <a:lnTo>
                  <a:pt x="4044" y="4358"/>
                </a:lnTo>
                <a:lnTo>
                  <a:pt x="4063" y="4371"/>
                </a:lnTo>
                <a:lnTo>
                  <a:pt x="4078" y="4373"/>
                </a:lnTo>
                <a:lnTo>
                  <a:pt x="4083" y="4367"/>
                </a:lnTo>
                <a:lnTo>
                  <a:pt x="4086" y="4360"/>
                </a:lnTo>
                <a:close/>
                <a:moveTo>
                  <a:pt x="4653" y="4373"/>
                </a:moveTo>
                <a:lnTo>
                  <a:pt x="4652" y="4381"/>
                </a:lnTo>
                <a:lnTo>
                  <a:pt x="4642" y="4397"/>
                </a:lnTo>
                <a:lnTo>
                  <a:pt x="4635" y="4401"/>
                </a:lnTo>
                <a:lnTo>
                  <a:pt x="4628" y="4405"/>
                </a:lnTo>
                <a:lnTo>
                  <a:pt x="4619" y="4395"/>
                </a:lnTo>
                <a:lnTo>
                  <a:pt x="4617" y="4385"/>
                </a:lnTo>
                <a:lnTo>
                  <a:pt x="4619" y="4373"/>
                </a:lnTo>
                <a:lnTo>
                  <a:pt x="4628" y="4358"/>
                </a:lnTo>
                <a:lnTo>
                  <a:pt x="4635" y="4357"/>
                </a:lnTo>
                <a:lnTo>
                  <a:pt x="4642" y="4357"/>
                </a:lnTo>
                <a:lnTo>
                  <a:pt x="4652" y="4367"/>
                </a:lnTo>
                <a:lnTo>
                  <a:pt x="4653" y="4373"/>
                </a:lnTo>
                <a:close/>
                <a:moveTo>
                  <a:pt x="302" y="4401"/>
                </a:moveTo>
                <a:lnTo>
                  <a:pt x="313" y="4416"/>
                </a:lnTo>
                <a:lnTo>
                  <a:pt x="313" y="4426"/>
                </a:lnTo>
                <a:lnTo>
                  <a:pt x="303" y="4429"/>
                </a:lnTo>
                <a:lnTo>
                  <a:pt x="295" y="4429"/>
                </a:lnTo>
                <a:lnTo>
                  <a:pt x="283" y="4428"/>
                </a:lnTo>
                <a:lnTo>
                  <a:pt x="268" y="4412"/>
                </a:lnTo>
                <a:lnTo>
                  <a:pt x="266" y="4401"/>
                </a:lnTo>
                <a:lnTo>
                  <a:pt x="266" y="4392"/>
                </a:lnTo>
                <a:lnTo>
                  <a:pt x="271" y="4376"/>
                </a:lnTo>
                <a:lnTo>
                  <a:pt x="273" y="4374"/>
                </a:lnTo>
                <a:lnTo>
                  <a:pt x="283" y="4381"/>
                </a:lnTo>
                <a:lnTo>
                  <a:pt x="302" y="4401"/>
                </a:lnTo>
                <a:close/>
                <a:moveTo>
                  <a:pt x="4737" y="4442"/>
                </a:moveTo>
                <a:lnTo>
                  <a:pt x="4729" y="4447"/>
                </a:lnTo>
                <a:lnTo>
                  <a:pt x="4718" y="4446"/>
                </a:lnTo>
                <a:lnTo>
                  <a:pt x="4711" y="4432"/>
                </a:lnTo>
                <a:lnTo>
                  <a:pt x="4712" y="4410"/>
                </a:lnTo>
                <a:lnTo>
                  <a:pt x="4716" y="4398"/>
                </a:lnTo>
                <a:lnTo>
                  <a:pt x="4726" y="4379"/>
                </a:lnTo>
                <a:lnTo>
                  <a:pt x="4734" y="4379"/>
                </a:lnTo>
                <a:lnTo>
                  <a:pt x="4738" y="4398"/>
                </a:lnTo>
                <a:lnTo>
                  <a:pt x="4741" y="4412"/>
                </a:lnTo>
                <a:lnTo>
                  <a:pt x="4740" y="4436"/>
                </a:lnTo>
                <a:lnTo>
                  <a:pt x="4737" y="4442"/>
                </a:lnTo>
                <a:close/>
                <a:moveTo>
                  <a:pt x="4847" y="4450"/>
                </a:moveTo>
                <a:lnTo>
                  <a:pt x="4846" y="4455"/>
                </a:lnTo>
                <a:lnTo>
                  <a:pt x="4842" y="4457"/>
                </a:lnTo>
                <a:lnTo>
                  <a:pt x="4838" y="4446"/>
                </a:lnTo>
                <a:lnTo>
                  <a:pt x="4838" y="4429"/>
                </a:lnTo>
                <a:lnTo>
                  <a:pt x="4838" y="4412"/>
                </a:lnTo>
                <a:lnTo>
                  <a:pt x="4842" y="4401"/>
                </a:lnTo>
                <a:lnTo>
                  <a:pt x="4846" y="4401"/>
                </a:lnTo>
                <a:lnTo>
                  <a:pt x="4847" y="4406"/>
                </a:lnTo>
                <a:lnTo>
                  <a:pt x="4849" y="4416"/>
                </a:lnTo>
                <a:lnTo>
                  <a:pt x="4849" y="4442"/>
                </a:lnTo>
                <a:lnTo>
                  <a:pt x="4847" y="4450"/>
                </a:lnTo>
                <a:close/>
                <a:moveTo>
                  <a:pt x="4218" y="4429"/>
                </a:moveTo>
                <a:lnTo>
                  <a:pt x="4225" y="4434"/>
                </a:lnTo>
                <a:lnTo>
                  <a:pt x="4230" y="4441"/>
                </a:lnTo>
                <a:lnTo>
                  <a:pt x="4220" y="4444"/>
                </a:lnTo>
                <a:lnTo>
                  <a:pt x="4196" y="4444"/>
                </a:lnTo>
                <a:lnTo>
                  <a:pt x="4176" y="4442"/>
                </a:lnTo>
                <a:lnTo>
                  <a:pt x="4149" y="4431"/>
                </a:lnTo>
                <a:lnTo>
                  <a:pt x="4145" y="4425"/>
                </a:lnTo>
                <a:lnTo>
                  <a:pt x="4146" y="4419"/>
                </a:lnTo>
                <a:lnTo>
                  <a:pt x="4160" y="4411"/>
                </a:lnTo>
                <a:lnTo>
                  <a:pt x="4181" y="4412"/>
                </a:lnTo>
                <a:lnTo>
                  <a:pt x="4206" y="4421"/>
                </a:lnTo>
                <a:lnTo>
                  <a:pt x="4218" y="4429"/>
                </a:lnTo>
                <a:close/>
                <a:moveTo>
                  <a:pt x="919" y="4466"/>
                </a:moveTo>
                <a:lnTo>
                  <a:pt x="917" y="4479"/>
                </a:lnTo>
                <a:lnTo>
                  <a:pt x="911" y="4483"/>
                </a:lnTo>
                <a:lnTo>
                  <a:pt x="902" y="4479"/>
                </a:lnTo>
                <a:lnTo>
                  <a:pt x="892" y="4466"/>
                </a:lnTo>
                <a:lnTo>
                  <a:pt x="889" y="4458"/>
                </a:lnTo>
                <a:lnTo>
                  <a:pt x="893" y="4448"/>
                </a:lnTo>
                <a:lnTo>
                  <a:pt x="898" y="4447"/>
                </a:lnTo>
                <a:lnTo>
                  <a:pt x="907" y="4448"/>
                </a:lnTo>
                <a:lnTo>
                  <a:pt x="918" y="4458"/>
                </a:lnTo>
                <a:lnTo>
                  <a:pt x="919" y="4466"/>
                </a:lnTo>
                <a:close/>
                <a:moveTo>
                  <a:pt x="270" y="4510"/>
                </a:moveTo>
                <a:lnTo>
                  <a:pt x="273" y="4529"/>
                </a:lnTo>
                <a:lnTo>
                  <a:pt x="271" y="4550"/>
                </a:lnTo>
                <a:lnTo>
                  <a:pt x="261" y="4556"/>
                </a:lnTo>
                <a:lnTo>
                  <a:pt x="248" y="4542"/>
                </a:lnTo>
                <a:lnTo>
                  <a:pt x="240" y="4526"/>
                </a:lnTo>
                <a:lnTo>
                  <a:pt x="232" y="4499"/>
                </a:lnTo>
                <a:lnTo>
                  <a:pt x="233" y="4474"/>
                </a:lnTo>
                <a:lnTo>
                  <a:pt x="240" y="4466"/>
                </a:lnTo>
                <a:lnTo>
                  <a:pt x="246" y="4466"/>
                </a:lnTo>
                <a:lnTo>
                  <a:pt x="253" y="4468"/>
                </a:lnTo>
                <a:lnTo>
                  <a:pt x="266" y="4492"/>
                </a:lnTo>
                <a:lnTo>
                  <a:pt x="270" y="4510"/>
                </a:lnTo>
                <a:close/>
                <a:moveTo>
                  <a:pt x="846" y="4493"/>
                </a:moveTo>
                <a:lnTo>
                  <a:pt x="856" y="4506"/>
                </a:lnTo>
                <a:lnTo>
                  <a:pt x="863" y="4524"/>
                </a:lnTo>
                <a:lnTo>
                  <a:pt x="852" y="4532"/>
                </a:lnTo>
                <a:lnTo>
                  <a:pt x="827" y="4529"/>
                </a:lnTo>
                <a:lnTo>
                  <a:pt x="808" y="4521"/>
                </a:lnTo>
                <a:lnTo>
                  <a:pt x="784" y="4511"/>
                </a:lnTo>
                <a:lnTo>
                  <a:pt x="781" y="4503"/>
                </a:lnTo>
                <a:lnTo>
                  <a:pt x="801" y="4501"/>
                </a:lnTo>
                <a:lnTo>
                  <a:pt x="820" y="4499"/>
                </a:lnTo>
                <a:lnTo>
                  <a:pt x="816" y="4492"/>
                </a:lnTo>
                <a:lnTo>
                  <a:pt x="792" y="4483"/>
                </a:lnTo>
                <a:lnTo>
                  <a:pt x="767" y="4475"/>
                </a:lnTo>
                <a:lnTo>
                  <a:pt x="764" y="4469"/>
                </a:lnTo>
                <a:lnTo>
                  <a:pt x="784" y="4467"/>
                </a:lnTo>
                <a:lnTo>
                  <a:pt x="802" y="4468"/>
                </a:lnTo>
                <a:lnTo>
                  <a:pt x="835" y="4482"/>
                </a:lnTo>
                <a:lnTo>
                  <a:pt x="846" y="4493"/>
                </a:lnTo>
                <a:close/>
                <a:moveTo>
                  <a:pt x="3856" y="4494"/>
                </a:moveTo>
                <a:lnTo>
                  <a:pt x="3854" y="4497"/>
                </a:lnTo>
                <a:lnTo>
                  <a:pt x="3839" y="4501"/>
                </a:lnTo>
                <a:lnTo>
                  <a:pt x="3829" y="4501"/>
                </a:lnTo>
                <a:lnTo>
                  <a:pt x="3818" y="4500"/>
                </a:lnTo>
                <a:lnTo>
                  <a:pt x="3803" y="4491"/>
                </a:lnTo>
                <a:lnTo>
                  <a:pt x="3802" y="4483"/>
                </a:lnTo>
                <a:lnTo>
                  <a:pt x="3803" y="4478"/>
                </a:lnTo>
                <a:lnTo>
                  <a:pt x="3818" y="4473"/>
                </a:lnTo>
                <a:lnTo>
                  <a:pt x="3829" y="4476"/>
                </a:lnTo>
                <a:lnTo>
                  <a:pt x="3849" y="4487"/>
                </a:lnTo>
                <a:lnTo>
                  <a:pt x="3856" y="4494"/>
                </a:lnTo>
                <a:close/>
                <a:moveTo>
                  <a:pt x="3910" y="4621"/>
                </a:moveTo>
                <a:lnTo>
                  <a:pt x="3900" y="4637"/>
                </a:lnTo>
                <a:lnTo>
                  <a:pt x="3872" y="4655"/>
                </a:lnTo>
                <a:lnTo>
                  <a:pt x="3846" y="4652"/>
                </a:lnTo>
                <a:lnTo>
                  <a:pt x="3827" y="4632"/>
                </a:lnTo>
                <a:lnTo>
                  <a:pt x="3823" y="4613"/>
                </a:lnTo>
                <a:lnTo>
                  <a:pt x="3819" y="4598"/>
                </a:lnTo>
                <a:lnTo>
                  <a:pt x="3806" y="4576"/>
                </a:lnTo>
                <a:lnTo>
                  <a:pt x="3797" y="4574"/>
                </a:lnTo>
                <a:lnTo>
                  <a:pt x="3791" y="4573"/>
                </a:lnTo>
                <a:lnTo>
                  <a:pt x="3785" y="4562"/>
                </a:lnTo>
                <a:lnTo>
                  <a:pt x="3786" y="4554"/>
                </a:lnTo>
                <a:lnTo>
                  <a:pt x="3791" y="4545"/>
                </a:lnTo>
                <a:lnTo>
                  <a:pt x="3804" y="4539"/>
                </a:lnTo>
                <a:lnTo>
                  <a:pt x="3818" y="4548"/>
                </a:lnTo>
                <a:lnTo>
                  <a:pt x="3829" y="4568"/>
                </a:lnTo>
                <a:lnTo>
                  <a:pt x="3832" y="4581"/>
                </a:lnTo>
                <a:lnTo>
                  <a:pt x="3838" y="4607"/>
                </a:lnTo>
                <a:lnTo>
                  <a:pt x="3849" y="4624"/>
                </a:lnTo>
                <a:lnTo>
                  <a:pt x="3859" y="4625"/>
                </a:lnTo>
                <a:lnTo>
                  <a:pt x="3876" y="4612"/>
                </a:lnTo>
                <a:lnTo>
                  <a:pt x="3896" y="4564"/>
                </a:lnTo>
                <a:lnTo>
                  <a:pt x="3906" y="4529"/>
                </a:lnTo>
                <a:lnTo>
                  <a:pt x="3919" y="4474"/>
                </a:lnTo>
                <a:lnTo>
                  <a:pt x="3925" y="4526"/>
                </a:lnTo>
                <a:lnTo>
                  <a:pt x="3926" y="4550"/>
                </a:lnTo>
                <a:lnTo>
                  <a:pt x="3918" y="4601"/>
                </a:lnTo>
                <a:lnTo>
                  <a:pt x="3910" y="4621"/>
                </a:lnTo>
                <a:close/>
                <a:moveTo>
                  <a:pt x="4400" y="4504"/>
                </a:moveTo>
                <a:lnTo>
                  <a:pt x="4398" y="4512"/>
                </a:lnTo>
                <a:lnTo>
                  <a:pt x="4382" y="4537"/>
                </a:lnTo>
                <a:lnTo>
                  <a:pt x="4373" y="4548"/>
                </a:lnTo>
                <a:lnTo>
                  <a:pt x="4362" y="4558"/>
                </a:lnTo>
                <a:lnTo>
                  <a:pt x="4349" y="4563"/>
                </a:lnTo>
                <a:lnTo>
                  <a:pt x="4346" y="4554"/>
                </a:lnTo>
                <a:lnTo>
                  <a:pt x="4350" y="4530"/>
                </a:lnTo>
                <a:lnTo>
                  <a:pt x="4356" y="4512"/>
                </a:lnTo>
                <a:lnTo>
                  <a:pt x="4362" y="4500"/>
                </a:lnTo>
                <a:lnTo>
                  <a:pt x="4375" y="4486"/>
                </a:lnTo>
                <a:lnTo>
                  <a:pt x="4389" y="4483"/>
                </a:lnTo>
                <a:lnTo>
                  <a:pt x="4399" y="4493"/>
                </a:lnTo>
                <a:lnTo>
                  <a:pt x="4400" y="4504"/>
                </a:lnTo>
                <a:close/>
                <a:moveTo>
                  <a:pt x="734" y="4525"/>
                </a:moveTo>
                <a:lnTo>
                  <a:pt x="739" y="4531"/>
                </a:lnTo>
                <a:lnTo>
                  <a:pt x="743" y="4542"/>
                </a:lnTo>
                <a:lnTo>
                  <a:pt x="740" y="4553"/>
                </a:lnTo>
                <a:lnTo>
                  <a:pt x="730" y="4563"/>
                </a:lnTo>
                <a:lnTo>
                  <a:pt x="721" y="4569"/>
                </a:lnTo>
                <a:lnTo>
                  <a:pt x="712" y="4574"/>
                </a:lnTo>
                <a:lnTo>
                  <a:pt x="700" y="4588"/>
                </a:lnTo>
                <a:lnTo>
                  <a:pt x="693" y="4619"/>
                </a:lnTo>
                <a:lnTo>
                  <a:pt x="694" y="4646"/>
                </a:lnTo>
                <a:lnTo>
                  <a:pt x="696" y="4670"/>
                </a:lnTo>
                <a:lnTo>
                  <a:pt x="693" y="4689"/>
                </a:lnTo>
                <a:lnTo>
                  <a:pt x="687" y="4694"/>
                </a:lnTo>
                <a:lnTo>
                  <a:pt x="683" y="4692"/>
                </a:lnTo>
                <a:lnTo>
                  <a:pt x="675" y="4685"/>
                </a:lnTo>
                <a:lnTo>
                  <a:pt x="666" y="4649"/>
                </a:lnTo>
                <a:lnTo>
                  <a:pt x="665" y="4626"/>
                </a:lnTo>
                <a:lnTo>
                  <a:pt x="665" y="4606"/>
                </a:lnTo>
                <a:lnTo>
                  <a:pt x="661" y="4582"/>
                </a:lnTo>
                <a:lnTo>
                  <a:pt x="649" y="4575"/>
                </a:lnTo>
                <a:lnTo>
                  <a:pt x="624" y="4585"/>
                </a:lnTo>
                <a:lnTo>
                  <a:pt x="605" y="4596"/>
                </a:lnTo>
                <a:lnTo>
                  <a:pt x="583" y="4607"/>
                </a:lnTo>
                <a:lnTo>
                  <a:pt x="546" y="4619"/>
                </a:lnTo>
                <a:lnTo>
                  <a:pt x="519" y="4618"/>
                </a:lnTo>
                <a:lnTo>
                  <a:pt x="506" y="4605"/>
                </a:lnTo>
                <a:lnTo>
                  <a:pt x="507" y="4594"/>
                </a:lnTo>
                <a:lnTo>
                  <a:pt x="511" y="4582"/>
                </a:lnTo>
                <a:lnTo>
                  <a:pt x="525" y="4569"/>
                </a:lnTo>
                <a:lnTo>
                  <a:pt x="534" y="4569"/>
                </a:lnTo>
                <a:lnTo>
                  <a:pt x="546" y="4569"/>
                </a:lnTo>
                <a:lnTo>
                  <a:pt x="589" y="4553"/>
                </a:lnTo>
                <a:lnTo>
                  <a:pt x="614" y="4539"/>
                </a:lnTo>
                <a:lnTo>
                  <a:pt x="640" y="4524"/>
                </a:lnTo>
                <a:lnTo>
                  <a:pt x="678" y="4507"/>
                </a:lnTo>
                <a:lnTo>
                  <a:pt x="704" y="4504"/>
                </a:lnTo>
                <a:lnTo>
                  <a:pt x="724" y="4514"/>
                </a:lnTo>
                <a:lnTo>
                  <a:pt x="734" y="4525"/>
                </a:lnTo>
                <a:close/>
                <a:moveTo>
                  <a:pt x="4291" y="4596"/>
                </a:moveTo>
                <a:lnTo>
                  <a:pt x="4313" y="4547"/>
                </a:lnTo>
                <a:lnTo>
                  <a:pt x="4329" y="4591"/>
                </a:lnTo>
                <a:lnTo>
                  <a:pt x="4336" y="4607"/>
                </a:lnTo>
                <a:lnTo>
                  <a:pt x="4338" y="4633"/>
                </a:lnTo>
                <a:lnTo>
                  <a:pt x="4326" y="4654"/>
                </a:lnTo>
                <a:lnTo>
                  <a:pt x="4294" y="4674"/>
                </a:lnTo>
                <a:lnTo>
                  <a:pt x="4269" y="4688"/>
                </a:lnTo>
                <a:lnTo>
                  <a:pt x="4247" y="4701"/>
                </a:lnTo>
                <a:lnTo>
                  <a:pt x="4232" y="4719"/>
                </a:lnTo>
                <a:lnTo>
                  <a:pt x="4232" y="4732"/>
                </a:lnTo>
                <a:lnTo>
                  <a:pt x="4237" y="4738"/>
                </a:lnTo>
                <a:lnTo>
                  <a:pt x="4242" y="4746"/>
                </a:lnTo>
                <a:lnTo>
                  <a:pt x="4252" y="4755"/>
                </a:lnTo>
                <a:lnTo>
                  <a:pt x="4272" y="4752"/>
                </a:lnTo>
                <a:lnTo>
                  <a:pt x="4292" y="4741"/>
                </a:lnTo>
                <a:lnTo>
                  <a:pt x="4306" y="4731"/>
                </a:lnTo>
                <a:lnTo>
                  <a:pt x="4319" y="4727"/>
                </a:lnTo>
                <a:lnTo>
                  <a:pt x="4322" y="4732"/>
                </a:lnTo>
                <a:lnTo>
                  <a:pt x="4319" y="4735"/>
                </a:lnTo>
                <a:lnTo>
                  <a:pt x="4317" y="4739"/>
                </a:lnTo>
                <a:lnTo>
                  <a:pt x="4318" y="4751"/>
                </a:lnTo>
                <a:lnTo>
                  <a:pt x="4330" y="4774"/>
                </a:lnTo>
                <a:lnTo>
                  <a:pt x="4346" y="4792"/>
                </a:lnTo>
                <a:lnTo>
                  <a:pt x="4360" y="4807"/>
                </a:lnTo>
                <a:lnTo>
                  <a:pt x="4377" y="4827"/>
                </a:lnTo>
                <a:lnTo>
                  <a:pt x="4379" y="4841"/>
                </a:lnTo>
                <a:lnTo>
                  <a:pt x="4365" y="4845"/>
                </a:lnTo>
                <a:lnTo>
                  <a:pt x="4352" y="4846"/>
                </a:lnTo>
                <a:lnTo>
                  <a:pt x="4342" y="4845"/>
                </a:lnTo>
                <a:lnTo>
                  <a:pt x="4334" y="4834"/>
                </a:lnTo>
                <a:lnTo>
                  <a:pt x="4336" y="4827"/>
                </a:lnTo>
                <a:lnTo>
                  <a:pt x="4339" y="4820"/>
                </a:lnTo>
                <a:lnTo>
                  <a:pt x="4329" y="4810"/>
                </a:lnTo>
                <a:lnTo>
                  <a:pt x="4319" y="4809"/>
                </a:lnTo>
                <a:lnTo>
                  <a:pt x="4307" y="4811"/>
                </a:lnTo>
                <a:lnTo>
                  <a:pt x="4292" y="4826"/>
                </a:lnTo>
                <a:lnTo>
                  <a:pt x="4291" y="4836"/>
                </a:lnTo>
                <a:lnTo>
                  <a:pt x="4291" y="4847"/>
                </a:lnTo>
                <a:lnTo>
                  <a:pt x="4299" y="4862"/>
                </a:lnTo>
                <a:lnTo>
                  <a:pt x="4305" y="4863"/>
                </a:lnTo>
                <a:lnTo>
                  <a:pt x="4311" y="4868"/>
                </a:lnTo>
                <a:lnTo>
                  <a:pt x="4318" y="4907"/>
                </a:lnTo>
                <a:lnTo>
                  <a:pt x="4319" y="4936"/>
                </a:lnTo>
                <a:lnTo>
                  <a:pt x="4319" y="4971"/>
                </a:lnTo>
                <a:lnTo>
                  <a:pt x="4312" y="4997"/>
                </a:lnTo>
                <a:lnTo>
                  <a:pt x="4304" y="5001"/>
                </a:lnTo>
                <a:lnTo>
                  <a:pt x="4287" y="4988"/>
                </a:lnTo>
                <a:lnTo>
                  <a:pt x="4254" y="4929"/>
                </a:lnTo>
                <a:lnTo>
                  <a:pt x="4232" y="4880"/>
                </a:lnTo>
                <a:lnTo>
                  <a:pt x="4213" y="4835"/>
                </a:lnTo>
                <a:lnTo>
                  <a:pt x="4185" y="4781"/>
                </a:lnTo>
                <a:lnTo>
                  <a:pt x="4182" y="4782"/>
                </a:lnTo>
                <a:lnTo>
                  <a:pt x="4181" y="4791"/>
                </a:lnTo>
                <a:lnTo>
                  <a:pt x="4176" y="4794"/>
                </a:lnTo>
                <a:lnTo>
                  <a:pt x="4167" y="4775"/>
                </a:lnTo>
                <a:lnTo>
                  <a:pt x="4152" y="4716"/>
                </a:lnTo>
                <a:lnTo>
                  <a:pt x="4141" y="4641"/>
                </a:lnTo>
                <a:lnTo>
                  <a:pt x="4139" y="4607"/>
                </a:lnTo>
                <a:lnTo>
                  <a:pt x="4134" y="4504"/>
                </a:lnTo>
                <a:lnTo>
                  <a:pt x="4200" y="4574"/>
                </a:lnTo>
                <a:lnTo>
                  <a:pt x="4267" y="4646"/>
                </a:lnTo>
                <a:lnTo>
                  <a:pt x="4291" y="4596"/>
                </a:lnTo>
                <a:close/>
                <a:moveTo>
                  <a:pt x="4458" y="4592"/>
                </a:moveTo>
                <a:lnTo>
                  <a:pt x="4454" y="4612"/>
                </a:lnTo>
                <a:lnTo>
                  <a:pt x="4446" y="4634"/>
                </a:lnTo>
                <a:lnTo>
                  <a:pt x="4437" y="4636"/>
                </a:lnTo>
                <a:lnTo>
                  <a:pt x="4428" y="4616"/>
                </a:lnTo>
                <a:lnTo>
                  <a:pt x="4425" y="4597"/>
                </a:lnTo>
                <a:lnTo>
                  <a:pt x="4424" y="4585"/>
                </a:lnTo>
                <a:lnTo>
                  <a:pt x="4425" y="4563"/>
                </a:lnTo>
                <a:lnTo>
                  <a:pt x="4433" y="4547"/>
                </a:lnTo>
                <a:lnTo>
                  <a:pt x="4445" y="4538"/>
                </a:lnTo>
                <a:lnTo>
                  <a:pt x="4452" y="4537"/>
                </a:lnTo>
                <a:lnTo>
                  <a:pt x="4458" y="4541"/>
                </a:lnTo>
                <a:lnTo>
                  <a:pt x="4461" y="4571"/>
                </a:lnTo>
                <a:lnTo>
                  <a:pt x="4458" y="4592"/>
                </a:lnTo>
                <a:close/>
                <a:moveTo>
                  <a:pt x="4757" y="4613"/>
                </a:moveTo>
                <a:lnTo>
                  <a:pt x="4752" y="4622"/>
                </a:lnTo>
                <a:lnTo>
                  <a:pt x="4747" y="4616"/>
                </a:lnTo>
                <a:lnTo>
                  <a:pt x="4746" y="4603"/>
                </a:lnTo>
                <a:lnTo>
                  <a:pt x="4746" y="4589"/>
                </a:lnTo>
                <a:lnTo>
                  <a:pt x="4749" y="4579"/>
                </a:lnTo>
                <a:lnTo>
                  <a:pt x="4752" y="4578"/>
                </a:lnTo>
                <a:lnTo>
                  <a:pt x="4755" y="4580"/>
                </a:lnTo>
                <a:lnTo>
                  <a:pt x="4759" y="4585"/>
                </a:lnTo>
                <a:lnTo>
                  <a:pt x="4760" y="4604"/>
                </a:lnTo>
                <a:lnTo>
                  <a:pt x="4757" y="4613"/>
                </a:lnTo>
                <a:close/>
                <a:moveTo>
                  <a:pt x="4104" y="4650"/>
                </a:moveTo>
                <a:lnTo>
                  <a:pt x="4102" y="4654"/>
                </a:lnTo>
                <a:lnTo>
                  <a:pt x="4099" y="4656"/>
                </a:lnTo>
                <a:lnTo>
                  <a:pt x="4095" y="4645"/>
                </a:lnTo>
                <a:lnTo>
                  <a:pt x="4095" y="4629"/>
                </a:lnTo>
                <a:lnTo>
                  <a:pt x="4095" y="4611"/>
                </a:lnTo>
                <a:lnTo>
                  <a:pt x="4099" y="4600"/>
                </a:lnTo>
                <a:lnTo>
                  <a:pt x="4102" y="4601"/>
                </a:lnTo>
                <a:lnTo>
                  <a:pt x="4104" y="4605"/>
                </a:lnTo>
                <a:lnTo>
                  <a:pt x="4106" y="4616"/>
                </a:lnTo>
                <a:lnTo>
                  <a:pt x="4106" y="4641"/>
                </a:lnTo>
                <a:lnTo>
                  <a:pt x="4104" y="4650"/>
                </a:lnTo>
                <a:close/>
                <a:moveTo>
                  <a:pt x="960" y="4677"/>
                </a:moveTo>
                <a:lnTo>
                  <a:pt x="954" y="4689"/>
                </a:lnTo>
                <a:lnTo>
                  <a:pt x="935" y="4700"/>
                </a:lnTo>
                <a:lnTo>
                  <a:pt x="916" y="4697"/>
                </a:lnTo>
                <a:lnTo>
                  <a:pt x="902" y="4681"/>
                </a:lnTo>
                <a:lnTo>
                  <a:pt x="901" y="4668"/>
                </a:lnTo>
                <a:lnTo>
                  <a:pt x="902" y="4655"/>
                </a:lnTo>
                <a:lnTo>
                  <a:pt x="907" y="4630"/>
                </a:lnTo>
                <a:lnTo>
                  <a:pt x="911" y="4623"/>
                </a:lnTo>
                <a:lnTo>
                  <a:pt x="919" y="4619"/>
                </a:lnTo>
                <a:lnTo>
                  <a:pt x="938" y="4625"/>
                </a:lnTo>
                <a:lnTo>
                  <a:pt x="954" y="4644"/>
                </a:lnTo>
                <a:lnTo>
                  <a:pt x="963" y="4667"/>
                </a:lnTo>
                <a:lnTo>
                  <a:pt x="960" y="4677"/>
                </a:lnTo>
                <a:close/>
                <a:moveTo>
                  <a:pt x="4550" y="4667"/>
                </a:moveTo>
                <a:lnTo>
                  <a:pt x="4543" y="4687"/>
                </a:lnTo>
                <a:lnTo>
                  <a:pt x="4533" y="4692"/>
                </a:lnTo>
                <a:lnTo>
                  <a:pt x="4523" y="4675"/>
                </a:lnTo>
                <a:lnTo>
                  <a:pt x="4517" y="4663"/>
                </a:lnTo>
                <a:lnTo>
                  <a:pt x="4514" y="4639"/>
                </a:lnTo>
                <a:lnTo>
                  <a:pt x="4522" y="4621"/>
                </a:lnTo>
                <a:lnTo>
                  <a:pt x="4536" y="4616"/>
                </a:lnTo>
                <a:lnTo>
                  <a:pt x="4545" y="4619"/>
                </a:lnTo>
                <a:lnTo>
                  <a:pt x="4550" y="4625"/>
                </a:lnTo>
                <a:lnTo>
                  <a:pt x="4553" y="4651"/>
                </a:lnTo>
                <a:lnTo>
                  <a:pt x="4550" y="4667"/>
                </a:lnTo>
                <a:close/>
                <a:moveTo>
                  <a:pt x="647" y="4684"/>
                </a:moveTo>
                <a:lnTo>
                  <a:pt x="646" y="4705"/>
                </a:lnTo>
                <a:lnTo>
                  <a:pt x="635" y="4712"/>
                </a:lnTo>
                <a:lnTo>
                  <a:pt x="620" y="4700"/>
                </a:lnTo>
                <a:lnTo>
                  <a:pt x="609" y="4691"/>
                </a:lnTo>
                <a:lnTo>
                  <a:pt x="594" y="4670"/>
                </a:lnTo>
                <a:lnTo>
                  <a:pt x="593" y="4662"/>
                </a:lnTo>
                <a:lnTo>
                  <a:pt x="594" y="4656"/>
                </a:lnTo>
                <a:lnTo>
                  <a:pt x="609" y="4647"/>
                </a:lnTo>
                <a:lnTo>
                  <a:pt x="620" y="4646"/>
                </a:lnTo>
                <a:lnTo>
                  <a:pt x="625" y="4647"/>
                </a:lnTo>
                <a:lnTo>
                  <a:pt x="635" y="4652"/>
                </a:lnTo>
                <a:lnTo>
                  <a:pt x="645" y="4669"/>
                </a:lnTo>
                <a:lnTo>
                  <a:pt x="647" y="4684"/>
                </a:lnTo>
                <a:close/>
                <a:moveTo>
                  <a:pt x="4417" y="4654"/>
                </a:moveTo>
                <a:lnTo>
                  <a:pt x="4416" y="4658"/>
                </a:lnTo>
                <a:lnTo>
                  <a:pt x="4408" y="4669"/>
                </a:lnTo>
                <a:lnTo>
                  <a:pt x="4400" y="4673"/>
                </a:lnTo>
                <a:lnTo>
                  <a:pt x="4392" y="4676"/>
                </a:lnTo>
                <a:lnTo>
                  <a:pt x="4382" y="4672"/>
                </a:lnTo>
                <a:lnTo>
                  <a:pt x="4381" y="4667"/>
                </a:lnTo>
                <a:lnTo>
                  <a:pt x="4382" y="4658"/>
                </a:lnTo>
                <a:lnTo>
                  <a:pt x="4392" y="4647"/>
                </a:lnTo>
                <a:lnTo>
                  <a:pt x="4400" y="4646"/>
                </a:lnTo>
                <a:lnTo>
                  <a:pt x="4408" y="4647"/>
                </a:lnTo>
                <a:lnTo>
                  <a:pt x="4416" y="4650"/>
                </a:lnTo>
                <a:lnTo>
                  <a:pt x="4417" y="4654"/>
                </a:lnTo>
                <a:close/>
                <a:moveTo>
                  <a:pt x="297" y="4711"/>
                </a:moveTo>
                <a:lnTo>
                  <a:pt x="291" y="4716"/>
                </a:lnTo>
                <a:lnTo>
                  <a:pt x="272" y="4717"/>
                </a:lnTo>
                <a:lnTo>
                  <a:pt x="262" y="4713"/>
                </a:lnTo>
                <a:lnTo>
                  <a:pt x="254" y="4709"/>
                </a:lnTo>
                <a:lnTo>
                  <a:pt x="260" y="4704"/>
                </a:lnTo>
                <a:lnTo>
                  <a:pt x="273" y="4702"/>
                </a:lnTo>
                <a:lnTo>
                  <a:pt x="287" y="4702"/>
                </a:lnTo>
                <a:lnTo>
                  <a:pt x="298" y="4706"/>
                </a:lnTo>
                <a:lnTo>
                  <a:pt x="299" y="4709"/>
                </a:lnTo>
                <a:lnTo>
                  <a:pt x="297" y="4711"/>
                </a:lnTo>
                <a:close/>
                <a:moveTo>
                  <a:pt x="1007" y="4738"/>
                </a:moveTo>
                <a:lnTo>
                  <a:pt x="994" y="4746"/>
                </a:lnTo>
                <a:lnTo>
                  <a:pt x="969" y="4754"/>
                </a:lnTo>
                <a:lnTo>
                  <a:pt x="950" y="4754"/>
                </a:lnTo>
                <a:lnTo>
                  <a:pt x="942" y="4745"/>
                </a:lnTo>
                <a:lnTo>
                  <a:pt x="946" y="4737"/>
                </a:lnTo>
                <a:lnTo>
                  <a:pt x="952" y="4730"/>
                </a:lnTo>
                <a:lnTo>
                  <a:pt x="968" y="4725"/>
                </a:lnTo>
                <a:lnTo>
                  <a:pt x="975" y="4727"/>
                </a:lnTo>
                <a:lnTo>
                  <a:pt x="981" y="4732"/>
                </a:lnTo>
                <a:lnTo>
                  <a:pt x="990" y="4726"/>
                </a:lnTo>
                <a:lnTo>
                  <a:pt x="991" y="4719"/>
                </a:lnTo>
                <a:lnTo>
                  <a:pt x="992" y="4711"/>
                </a:lnTo>
                <a:lnTo>
                  <a:pt x="1003" y="4708"/>
                </a:lnTo>
                <a:lnTo>
                  <a:pt x="1012" y="4711"/>
                </a:lnTo>
                <a:lnTo>
                  <a:pt x="1020" y="4718"/>
                </a:lnTo>
                <a:lnTo>
                  <a:pt x="1018" y="4731"/>
                </a:lnTo>
                <a:lnTo>
                  <a:pt x="1007" y="4738"/>
                </a:lnTo>
                <a:close/>
                <a:moveTo>
                  <a:pt x="3791" y="4746"/>
                </a:moveTo>
                <a:lnTo>
                  <a:pt x="3781" y="4760"/>
                </a:lnTo>
                <a:lnTo>
                  <a:pt x="3759" y="4782"/>
                </a:lnTo>
                <a:lnTo>
                  <a:pt x="3742" y="4794"/>
                </a:lnTo>
                <a:lnTo>
                  <a:pt x="3730" y="4792"/>
                </a:lnTo>
                <a:lnTo>
                  <a:pt x="3729" y="4784"/>
                </a:lnTo>
                <a:lnTo>
                  <a:pt x="3725" y="4770"/>
                </a:lnTo>
                <a:lnTo>
                  <a:pt x="3718" y="4743"/>
                </a:lnTo>
                <a:lnTo>
                  <a:pt x="3712" y="4725"/>
                </a:lnTo>
                <a:lnTo>
                  <a:pt x="3717" y="4723"/>
                </a:lnTo>
                <a:lnTo>
                  <a:pt x="3727" y="4737"/>
                </a:lnTo>
                <a:lnTo>
                  <a:pt x="3736" y="4749"/>
                </a:lnTo>
                <a:lnTo>
                  <a:pt x="3746" y="4751"/>
                </a:lnTo>
                <a:lnTo>
                  <a:pt x="3747" y="4741"/>
                </a:lnTo>
                <a:lnTo>
                  <a:pt x="3748" y="4732"/>
                </a:lnTo>
                <a:lnTo>
                  <a:pt x="3758" y="4725"/>
                </a:lnTo>
                <a:lnTo>
                  <a:pt x="3765" y="4727"/>
                </a:lnTo>
                <a:lnTo>
                  <a:pt x="3772" y="4731"/>
                </a:lnTo>
                <a:lnTo>
                  <a:pt x="3782" y="4726"/>
                </a:lnTo>
                <a:lnTo>
                  <a:pt x="3783" y="4721"/>
                </a:lnTo>
                <a:lnTo>
                  <a:pt x="3784" y="4712"/>
                </a:lnTo>
                <a:lnTo>
                  <a:pt x="3794" y="4701"/>
                </a:lnTo>
                <a:lnTo>
                  <a:pt x="3802" y="4700"/>
                </a:lnTo>
                <a:lnTo>
                  <a:pt x="3805" y="4701"/>
                </a:lnTo>
                <a:lnTo>
                  <a:pt x="3807" y="4708"/>
                </a:lnTo>
                <a:lnTo>
                  <a:pt x="3802" y="4727"/>
                </a:lnTo>
                <a:lnTo>
                  <a:pt x="3791" y="4746"/>
                </a:lnTo>
                <a:close/>
                <a:moveTo>
                  <a:pt x="3895" y="4741"/>
                </a:moveTo>
                <a:lnTo>
                  <a:pt x="3886" y="4748"/>
                </a:lnTo>
                <a:lnTo>
                  <a:pt x="3877" y="4751"/>
                </a:lnTo>
                <a:lnTo>
                  <a:pt x="3875" y="4748"/>
                </a:lnTo>
                <a:lnTo>
                  <a:pt x="3873" y="4744"/>
                </a:lnTo>
                <a:lnTo>
                  <a:pt x="3875" y="4735"/>
                </a:lnTo>
                <a:lnTo>
                  <a:pt x="3881" y="4719"/>
                </a:lnTo>
                <a:lnTo>
                  <a:pt x="3886" y="4713"/>
                </a:lnTo>
                <a:lnTo>
                  <a:pt x="3891" y="4709"/>
                </a:lnTo>
                <a:lnTo>
                  <a:pt x="3904" y="4707"/>
                </a:lnTo>
                <a:lnTo>
                  <a:pt x="3908" y="4710"/>
                </a:lnTo>
                <a:lnTo>
                  <a:pt x="3909" y="4714"/>
                </a:lnTo>
                <a:lnTo>
                  <a:pt x="3903" y="4732"/>
                </a:lnTo>
                <a:lnTo>
                  <a:pt x="3895" y="4741"/>
                </a:lnTo>
                <a:close/>
                <a:moveTo>
                  <a:pt x="4436" y="4708"/>
                </a:moveTo>
                <a:lnTo>
                  <a:pt x="4435" y="4712"/>
                </a:lnTo>
                <a:lnTo>
                  <a:pt x="4425" y="4723"/>
                </a:lnTo>
                <a:lnTo>
                  <a:pt x="4417" y="4727"/>
                </a:lnTo>
                <a:lnTo>
                  <a:pt x="4411" y="4731"/>
                </a:lnTo>
                <a:lnTo>
                  <a:pt x="4401" y="4726"/>
                </a:lnTo>
                <a:lnTo>
                  <a:pt x="4400" y="4721"/>
                </a:lnTo>
                <a:lnTo>
                  <a:pt x="4401" y="4712"/>
                </a:lnTo>
                <a:lnTo>
                  <a:pt x="4411" y="4701"/>
                </a:lnTo>
                <a:lnTo>
                  <a:pt x="4417" y="4700"/>
                </a:lnTo>
                <a:lnTo>
                  <a:pt x="4425" y="4701"/>
                </a:lnTo>
                <a:lnTo>
                  <a:pt x="4435" y="4705"/>
                </a:lnTo>
                <a:lnTo>
                  <a:pt x="4436" y="4708"/>
                </a:lnTo>
                <a:close/>
                <a:moveTo>
                  <a:pt x="4521" y="4759"/>
                </a:moveTo>
                <a:lnTo>
                  <a:pt x="4517" y="4767"/>
                </a:lnTo>
                <a:lnTo>
                  <a:pt x="4511" y="4761"/>
                </a:lnTo>
                <a:lnTo>
                  <a:pt x="4510" y="4748"/>
                </a:lnTo>
                <a:lnTo>
                  <a:pt x="4510" y="4734"/>
                </a:lnTo>
                <a:lnTo>
                  <a:pt x="4513" y="4723"/>
                </a:lnTo>
                <a:lnTo>
                  <a:pt x="4517" y="4722"/>
                </a:lnTo>
                <a:lnTo>
                  <a:pt x="4520" y="4724"/>
                </a:lnTo>
                <a:lnTo>
                  <a:pt x="4523" y="4730"/>
                </a:lnTo>
                <a:lnTo>
                  <a:pt x="4524" y="4748"/>
                </a:lnTo>
                <a:lnTo>
                  <a:pt x="4521" y="4759"/>
                </a:lnTo>
                <a:close/>
                <a:moveTo>
                  <a:pt x="3856" y="4775"/>
                </a:moveTo>
                <a:lnTo>
                  <a:pt x="3855" y="4788"/>
                </a:lnTo>
                <a:lnTo>
                  <a:pt x="3848" y="4800"/>
                </a:lnTo>
                <a:lnTo>
                  <a:pt x="3842" y="4801"/>
                </a:lnTo>
                <a:lnTo>
                  <a:pt x="3838" y="4800"/>
                </a:lnTo>
                <a:lnTo>
                  <a:pt x="3831" y="4795"/>
                </a:lnTo>
                <a:lnTo>
                  <a:pt x="3820" y="4773"/>
                </a:lnTo>
                <a:lnTo>
                  <a:pt x="3819" y="4762"/>
                </a:lnTo>
                <a:lnTo>
                  <a:pt x="3820" y="4751"/>
                </a:lnTo>
                <a:lnTo>
                  <a:pt x="3831" y="4738"/>
                </a:lnTo>
                <a:lnTo>
                  <a:pt x="3838" y="4737"/>
                </a:lnTo>
                <a:lnTo>
                  <a:pt x="3845" y="4739"/>
                </a:lnTo>
                <a:lnTo>
                  <a:pt x="3855" y="4759"/>
                </a:lnTo>
                <a:lnTo>
                  <a:pt x="3856" y="4775"/>
                </a:lnTo>
                <a:close/>
                <a:moveTo>
                  <a:pt x="3683" y="4773"/>
                </a:moveTo>
                <a:lnTo>
                  <a:pt x="3687" y="4781"/>
                </a:lnTo>
                <a:lnTo>
                  <a:pt x="3687" y="4800"/>
                </a:lnTo>
                <a:lnTo>
                  <a:pt x="3683" y="4809"/>
                </a:lnTo>
                <a:lnTo>
                  <a:pt x="3677" y="4817"/>
                </a:lnTo>
                <a:lnTo>
                  <a:pt x="3657" y="4819"/>
                </a:lnTo>
                <a:lnTo>
                  <a:pt x="3636" y="4810"/>
                </a:lnTo>
                <a:lnTo>
                  <a:pt x="3621" y="4792"/>
                </a:lnTo>
                <a:lnTo>
                  <a:pt x="3620" y="4781"/>
                </a:lnTo>
                <a:lnTo>
                  <a:pt x="3621" y="4770"/>
                </a:lnTo>
                <a:lnTo>
                  <a:pt x="3635" y="4758"/>
                </a:lnTo>
                <a:lnTo>
                  <a:pt x="3656" y="4756"/>
                </a:lnTo>
                <a:lnTo>
                  <a:pt x="3677" y="4764"/>
                </a:lnTo>
                <a:lnTo>
                  <a:pt x="3683" y="4773"/>
                </a:lnTo>
                <a:close/>
                <a:moveTo>
                  <a:pt x="4118" y="4773"/>
                </a:moveTo>
                <a:lnTo>
                  <a:pt x="4121" y="4780"/>
                </a:lnTo>
                <a:lnTo>
                  <a:pt x="4117" y="4791"/>
                </a:lnTo>
                <a:lnTo>
                  <a:pt x="4112" y="4792"/>
                </a:lnTo>
                <a:lnTo>
                  <a:pt x="4103" y="4791"/>
                </a:lnTo>
                <a:lnTo>
                  <a:pt x="4092" y="4780"/>
                </a:lnTo>
                <a:lnTo>
                  <a:pt x="4091" y="4773"/>
                </a:lnTo>
                <a:lnTo>
                  <a:pt x="4092" y="4766"/>
                </a:lnTo>
                <a:lnTo>
                  <a:pt x="4095" y="4756"/>
                </a:lnTo>
                <a:lnTo>
                  <a:pt x="4099" y="4755"/>
                </a:lnTo>
                <a:lnTo>
                  <a:pt x="4103" y="4756"/>
                </a:lnTo>
                <a:lnTo>
                  <a:pt x="4114" y="4766"/>
                </a:lnTo>
                <a:lnTo>
                  <a:pt x="4118" y="4773"/>
                </a:lnTo>
                <a:close/>
                <a:moveTo>
                  <a:pt x="697" y="4795"/>
                </a:moveTo>
                <a:lnTo>
                  <a:pt x="715" y="4814"/>
                </a:lnTo>
                <a:lnTo>
                  <a:pt x="722" y="4833"/>
                </a:lnTo>
                <a:lnTo>
                  <a:pt x="720" y="4841"/>
                </a:lnTo>
                <a:lnTo>
                  <a:pt x="705" y="4843"/>
                </a:lnTo>
                <a:lnTo>
                  <a:pt x="669" y="4827"/>
                </a:lnTo>
                <a:lnTo>
                  <a:pt x="647" y="4809"/>
                </a:lnTo>
                <a:lnTo>
                  <a:pt x="623" y="4787"/>
                </a:lnTo>
                <a:lnTo>
                  <a:pt x="617" y="4775"/>
                </a:lnTo>
                <a:lnTo>
                  <a:pt x="629" y="4773"/>
                </a:lnTo>
                <a:lnTo>
                  <a:pt x="640" y="4773"/>
                </a:lnTo>
                <a:lnTo>
                  <a:pt x="655" y="4774"/>
                </a:lnTo>
                <a:lnTo>
                  <a:pt x="686" y="4786"/>
                </a:lnTo>
                <a:lnTo>
                  <a:pt x="697" y="4795"/>
                </a:lnTo>
                <a:close/>
                <a:moveTo>
                  <a:pt x="936" y="4792"/>
                </a:moveTo>
                <a:lnTo>
                  <a:pt x="935" y="4798"/>
                </a:lnTo>
                <a:lnTo>
                  <a:pt x="927" y="4808"/>
                </a:lnTo>
                <a:lnTo>
                  <a:pt x="919" y="4809"/>
                </a:lnTo>
                <a:lnTo>
                  <a:pt x="911" y="4808"/>
                </a:lnTo>
                <a:lnTo>
                  <a:pt x="902" y="4798"/>
                </a:lnTo>
                <a:lnTo>
                  <a:pt x="901" y="4792"/>
                </a:lnTo>
                <a:lnTo>
                  <a:pt x="902" y="4784"/>
                </a:lnTo>
                <a:lnTo>
                  <a:pt x="911" y="4774"/>
                </a:lnTo>
                <a:lnTo>
                  <a:pt x="919" y="4773"/>
                </a:lnTo>
                <a:lnTo>
                  <a:pt x="927" y="4774"/>
                </a:lnTo>
                <a:lnTo>
                  <a:pt x="935" y="4784"/>
                </a:lnTo>
                <a:lnTo>
                  <a:pt x="936" y="4792"/>
                </a:lnTo>
                <a:close/>
                <a:moveTo>
                  <a:pt x="4515" y="4819"/>
                </a:moveTo>
                <a:lnTo>
                  <a:pt x="4518" y="4829"/>
                </a:lnTo>
                <a:lnTo>
                  <a:pt x="4514" y="4844"/>
                </a:lnTo>
                <a:lnTo>
                  <a:pt x="4509" y="4846"/>
                </a:lnTo>
                <a:lnTo>
                  <a:pt x="4501" y="4844"/>
                </a:lnTo>
                <a:lnTo>
                  <a:pt x="4491" y="4829"/>
                </a:lnTo>
                <a:lnTo>
                  <a:pt x="4490" y="4819"/>
                </a:lnTo>
                <a:lnTo>
                  <a:pt x="4490" y="4808"/>
                </a:lnTo>
                <a:lnTo>
                  <a:pt x="4495" y="4793"/>
                </a:lnTo>
                <a:lnTo>
                  <a:pt x="4498" y="4792"/>
                </a:lnTo>
                <a:lnTo>
                  <a:pt x="4504" y="4797"/>
                </a:lnTo>
                <a:lnTo>
                  <a:pt x="4515" y="4819"/>
                </a:lnTo>
                <a:close/>
                <a:moveTo>
                  <a:pt x="982" y="4827"/>
                </a:moveTo>
                <a:lnTo>
                  <a:pt x="985" y="4834"/>
                </a:lnTo>
                <a:lnTo>
                  <a:pt x="981" y="4845"/>
                </a:lnTo>
                <a:lnTo>
                  <a:pt x="975" y="4846"/>
                </a:lnTo>
                <a:lnTo>
                  <a:pt x="967" y="4845"/>
                </a:lnTo>
                <a:lnTo>
                  <a:pt x="956" y="4834"/>
                </a:lnTo>
                <a:lnTo>
                  <a:pt x="955" y="4827"/>
                </a:lnTo>
                <a:lnTo>
                  <a:pt x="955" y="4820"/>
                </a:lnTo>
                <a:lnTo>
                  <a:pt x="959" y="4810"/>
                </a:lnTo>
                <a:lnTo>
                  <a:pt x="963" y="4809"/>
                </a:lnTo>
                <a:lnTo>
                  <a:pt x="967" y="4810"/>
                </a:lnTo>
                <a:lnTo>
                  <a:pt x="978" y="4820"/>
                </a:lnTo>
                <a:lnTo>
                  <a:pt x="982" y="4827"/>
                </a:lnTo>
                <a:close/>
                <a:moveTo>
                  <a:pt x="587" y="4945"/>
                </a:moveTo>
                <a:lnTo>
                  <a:pt x="584" y="4979"/>
                </a:lnTo>
                <a:lnTo>
                  <a:pt x="576" y="4994"/>
                </a:lnTo>
                <a:lnTo>
                  <a:pt x="566" y="4988"/>
                </a:lnTo>
                <a:lnTo>
                  <a:pt x="558" y="4982"/>
                </a:lnTo>
                <a:lnTo>
                  <a:pt x="550" y="4974"/>
                </a:lnTo>
                <a:lnTo>
                  <a:pt x="543" y="4961"/>
                </a:lnTo>
                <a:lnTo>
                  <a:pt x="542" y="4949"/>
                </a:lnTo>
                <a:lnTo>
                  <a:pt x="549" y="4935"/>
                </a:lnTo>
                <a:lnTo>
                  <a:pt x="556" y="4927"/>
                </a:lnTo>
                <a:lnTo>
                  <a:pt x="570" y="4909"/>
                </a:lnTo>
                <a:lnTo>
                  <a:pt x="571" y="4894"/>
                </a:lnTo>
                <a:lnTo>
                  <a:pt x="560" y="4885"/>
                </a:lnTo>
                <a:lnTo>
                  <a:pt x="550" y="4880"/>
                </a:lnTo>
                <a:lnTo>
                  <a:pt x="538" y="4871"/>
                </a:lnTo>
                <a:lnTo>
                  <a:pt x="522" y="4850"/>
                </a:lnTo>
                <a:lnTo>
                  <a:pt x="520" y="4842"/>
                </a:lnTo>
                <a:lnTo>
                  <a:pt x="520" y="4838"/>
                </a:lnTo>
                <a:lnTo>
                  <a:pt x="525" y="4836"/>
                </a:lnTo>
                <a:lnTo>
                  <a:pt x="541" y="4842"/>
                </a:lnTo>
                <a:lnTo>
                  <a:pt x="555" y="4852"/>
                </a:lnTo>
                <a:lnTo>
                  <a:pt x="562" y="4861"/>
                </a:lnTo>
                <a:lnTo>
                  <a:pt x="575" y="4881"/>
                </a:lnTo>
                <a:lnTo>
                  <a:pt x="584" y="4904"/>
                </a:lnTo>
                <a:lnTo>
                  <a:pt x="587" y="4931"/>
                </a:lnTo>
                <a:lnTo>
                  <a:pt x="587" y="4945"/>
                </a:lnTo>
                <a:close/>
                <a:moveTo>
                  <a:pt x="4472" y="4866"/>
                </a:moveTo>
                <a:lnTo>
                  <a:pt x="4471" y="4880"/>
                </a:lnTo>
                <a:lnTo>
                  <a:pt x="4464" y="4891"/>
                </a:lnTo>
                <a:lnTo>
                  <a:pt x="4458" y="4893"/>
                </a:lnTo>
                <a:lnTo>
                  <a:pt x="4454" y="4891"/>
                </a:lnTo>
                <a:lnTo>
                  <a:pt x="4447" y="4885"/>
                </a:lnTo>
                <a:lnTo>
                  <a:pt x="4437" y="4864"/>
                </a:lnTo>
                <a:lnTo>
                  <a:pt x="4436" y="4852"/>
                </a:lnTo>
                <a:lnTo>
                  <a:pt x="4437" y="4843"/>
                </a:lnTo>
                <a:lnTo>
                  <a:pt x="4447" y="4829"/>
                </a:lnTo>
                <a:lnTo>
                  <a:pt x="4454" y="4827"/>
                </a:lnTo>
                <a:lnTo>
                  <a:pt x="4462" y="4830"/>
                </a:lnTo>
                <a:lnTo>
                  <a:pt x="4471" y="4850"/>
                </a:lnTo>
                <a:lnTo>
                  <a:pt x="4472" y="4866"/>
                </a:lnTo>
                <a:close/>
                <a:moveTo>
                  <a:pt x="3838" y="4852"/>
                </a:moveTo>
                <a:lnTo>
                  <a:pt x="3836" y="4857"/>
                </a:lnTo>
                <a:lnTo>
                  <a:pt x="3827" y="4868"/>
                </a:lnTo>
                <a:lnTo>
                  <a:pt x="3819" y="4873"/>
                </a:lnTo>
                <a:lnTo>
                  <a:pt x="3813" y="4875"/>
                </a:lnTo>
                <a:lnTo>
                  <a:pt x="3803" y="4872"/>
                </a:lnTo>
                <a:lnTo>
                  <a:pt x="3802" y="4866"/>
                </a:lnTo>
                <a:lnTo>
                  <a:pt x="3803" y="4858"/>
                </a:lnTo>
                <a:lnTo>
                  <a:pt x="3813" y="4847"/>
                </a:lnTo>
                <a:lnTo>
                  <a:pt x="3819" y="4846"/>
                </a:lnTo>
                <a:lnTo>
                  <a:pt x="3827" y="4846"/>
                </a:lnTo>
                <a:lnTo>
                  <a:pt x="3836" y="4850"/>
                </a:lnTo>
                <a:lnTo>
                  <a:pt x="3838" y="4852"/>
                </a:lnTo>
                <a:close/>
                <a:moveTo>
                  <a:pt x="990" y="4904"/>
                </a:moveTo>
                <a:lnTo>
                  <a:pt x="989" y="4919"/>
                </a:lnTo>
                <a:lnTo>
                  <a:pt x="984" y="4927"/>
                </a:lnTo>
                <a:lnTo>
                  <a:pt x="981" y="4925"/>
                </a:lnTo>
                <a:lnTo>
                  <a:pt x="979" y="4922"/>
                </a:lnTo>
                <a:lnTo>
                  <a:pt x="973" y="4913"/>
                </a:lnTo>
                <a:lnTo>
                  <a:pt x="947" y="4900"/>
                </a:lnTo>
                <a:lnTo>
                  <a:pt x="931" y="4898"/>
                </a:lnTo>
                <a:lnTo>
                  <a:pt x="908" y="4897"/>
                </a:lnTo>
                <a:lnTo>
                  <a:pt x="910" y="4889"/>
                </a:lnTo>
                <a:lnTo>
                  <a:pt x="936" y="4882"/>
                </a:lnTo>
                <a:lnTo>
                  <a:pt x="973" y="4871"/>
                </a:lnTo>
                <a:lnTo>
                  <a:pt x="988" y="4866"/>
                </a:lnTo>
                <a:lnTo>
                  <a:pt x="990" y="4873"/>
                </a:lnTo>
                <a:lnTo>
                  <a:pt x="990" y="4904"/>
                </a:lnTo>
                <a:close/>
                <a:moveTo>
                  <a:pt x="3455" y="4920"/>
                </a:moveTo>
                <a:lnTo>
                  <a:pt x="3463" y="4946"/>
                </a:lnTo>
                <a:lnTo>
                  <a:pt x="3464" y="4966"/>
                </a:lnTo>
                <a:lnTo>
                  <a:pt x="3459" y="4970"/>
                </a:lnTo>
                <a:lnTo>
                  <a:pt x="3455" y="4969"/>
                </a:lnTo>
                <a:lnTo>
                  <a:pt x="3447" y="4966"/>
                </a:lnTo>
                <a:lnTo>
                  <a:pt x="3438" y="4954"/>
                </a:lnTo>
                <a:lnTo>
                  <a:pt x="3438" y="4947"/>
                </a:lnTo>
                <a:lnTo>
                  <a:pt x="3438" y="4939"/>
                </a:lnTo>
                <a:lnTo>
                  <a:pt x="3423" y="4920"/>
                </a:lnTo>
                <a:lnTo>
                  <a:pt x="3411" y="4912"/>
                </a:lnTo>
                <a:lnTo>
                  <a:pt x="3396" y="4902"/>
                </a:lnTo>
                <a:lnTo>
                  <a:pt x="3390" y="4892"/>
                </a:lnTo>
                <a:lnTo>
                  <a:pt x="3397" y="4884"/>
                </a:lnTo>
                <a:lnTo>
                  <a:pt x="3405" y="4880"/>
                </a:lnTo>
                <a:lnTo>
                  <a:pt x="3425" y="4868"/>
                </a:lnTo>
                <a:lnTo>
                  <a:pt x="3433" y="4863"/>
                </a:lnTo>
                <a:lnTo>
                  <a:pt x="3438" y="4876"/>
                </a:lnTo>
                <a:lnTo>
                  <a:pt x="3455" y="4920"/>
                </a:lnTo>
                <a:close/>
                <a:moveTo>
                  <a:pt x="484" y="4911"/>
                </a:moveTo>
                <a:lnTo>
                  <a:pt x="483" y="4921"/>
                </a:lnTo>
                <a:lnTo>
                  <a:pt x="472" y="4930"/>
                </a:lnTo>
                <a:lnTo>
                  <a:pt x="465" y="4927"/>
                </a:lnTo>
                <a:lnTo>
                  <a:pt x="458" y="4921"/>
                </a:lnTo>
                <a:lnTo>
                  <a:pt x="454" y="4906"/>
                </a:lnTo>
                <a:lnTo>
                  <a:pt x="457" y="4898"/>
                </a:lnTo>
                <a:lnTo>
                  <a:pt x="462" y="4889"/>
                </a:lnTo>
                <a:lnTo>
                  <a:pt x="472" y="4882"/>
                </a:lnTo>
                <a:lnTo>
                  <a:pt x="480" y="4885"/>
                </a:lnTo>
                <a:lnTo>
                  <a:pt x="483" y="4899"/>
                </a:lnTo>
                <a:lnTo>
                  <a:pt x="484" y="4911"/>
                </a:lnTo>
                <a:close/>
                <a:moveTo>
                  <a:pt x="4396" y="4931"/>
                </a:moveTo>
                <a:lnTo>
                  <a:pt x="4396" y="4954"/>
                </a:lnTo>
                <a:lnTo>
                  <a:pt x="4402" y="5002"/>
                </a:lnTo>
                <a:lnTo>
                  <a:pt x="4406" y="5021"/>
                </a:lnTo>
                <a:lnTo>
                  <a:pt x="4411" y="5039"/>
                </a:lnTo>
                <a:lnTo>
                  <a:pt x="4406" y="5066"/>
                </a:lnTo>
                <a:lnTo>
                  <a:pt x="4389" y="5075"/>
                </a:lnTo>
                <a:lnTo>
                  <a:pt x="4363" y="5068"/>
                </a:lnTo>
                <a:lnTo>
                  <a:pt x="4349" y="5056"/>
                </a:lnTo>
                <a:lnTo>
                  <a:pt x="4336" y="5042"/>
                </a:lnTo>
                <a:lnTo>
                  <a:pt x="4332" y="5031"/>
                </a:lnTo>
                <a:lnTo>
                  <a:pt x="4337" y="5027"/>
                </a:lnTo>
                <a:lnTo>
                  <a:pt x="4341" y="5026"/>
                </a:lnTo>
                <a:lnTo>
                  <a:pt x="4347" y="5026"/>
                </a:lnTo>
                <a:lnTo>
                  <a:pt x="4354" y="5020"/>
                </a:lnTo>
                <a:lnTo>
                  <a:pt x="4362" y="5002"/>
                </a:lnTo>
                <a:lnTo>
                  <a:pt x="4362" y="4985"/>
                </a:lnTo>
                <a:lnTo>
                  <a:pt x="4359" y="4938"/>
                </a:lnTo>
                <a:lnTo>
                  <a:pt x="4365" y="4896"/>
                </a:lnTo>
                <a:lnTo>
                  <a:pt x="4375" y="4883"/>
                </a:lnTo>
                <a:lnTo>
                  <a:pt x="4381" y="4882"/>
                </a:lnTo>
                <a:lnTo>
                  <a:pt x="4386" y="4883"/>
                </a:lnTo>
                <a:lnTo>
                  <a:pt x="4391" y="4889"/>
                </a:lnTo>
                <a:lnTo>
                  <a:pt x="4397" y="4911"/>
                </a:lnTo>
                <a:lnTo>
                  <a:pt x="4396" y="4931"/>
                </a:lnTo>
                <a:close/>
                <a:moveTo>
                  <a:pt x="3585" y="4939"/>
                </a:moveTo>
                <a:lnTo>
                  <a:pt x="3595" y="4960"/>
                </a:lnTo>
                <a:lnTo>
                  <a:pt x="3588" y="4970"/>
                </a:lnTo>
                <a:lnTo>
                  <a:pt x="3568" y="4963"/>
                </a:lnTo>
                <a:lnTo>
                  <a:pt x="3556" y="4960"/>
                </a:lnTo>
                <a:lnTo>
                  <a:pt x="3541" y="4960"/>
                </a:lnTo>
                <a:lnTo>
                  <a:pt x="3533" y="4970"/>
                </a:lnTo>
                <a:lnTo>
                  <a:pt x="3530" y="4992"/>
                </a:lnTo>
                <a:lnTo>
                  <a:pt x="3530" y="5009"/>
                </a:lnTo>
                <a:lnTo>
                  <a:pt x="3530" y="5026"/>
                </a:lnTo>
                <a:lnTo>
                  <a:pt x="3526" y="5048"/>
                </a:lnTo>
                <a:lnTo>
                  <a:pt x="3517" y="5057"/>
                </a:lnTo>
                <a:lnTo>
                  <a:pt x="3496" y="5056"/>
                </a:lnTo>
                <a:lnTo>
                  <a:pt x="3481" y="5052"/>
                </a:lnTo>
                <a:lnTo>
                  <a:pt x="3450" y="5045"/>
                </a:lnTo>
                <a:lnTo>
                  <a:pt x="3440" y="5048"/>
                </a:lnTo>
                <a:lnTo>
                  <a:pt x="3448" y="5061"/>
                </a:lnTo>
                <a:lnTo>
                  <a:pt x="3457" y="5072"/>
                </a:lnTo>
                <a:lnTo>
                  <a:pt x="3472" y="5089"/>
                </a:lnTo>
                <a:lnTo>
                  <a:pt x="3474" y="5099"/>
                </a:lnTo>
                <a:lnTo>
                  <a:pt x="3467" y="5098"/>
                </a:lnTo>
                <a:lnTo>
                  <a:pt x="3459" y="5096"/>
                </a:lnTo>
                <a:lnTo>
                  <a:pt x="3451" y="5093"/>
                </a:lnTo>
                <a:lnTo>
                  <a:pt x="3439" y="5082"/>
                </a:lnTo>
                <a:lnTo>
                  <a:pt x="3424" y="5058"/>
                </a:lnTo>
                <a:lnTo>
                  <a:pt x="3414" y="5021"/>
                </a:lnTo>
                <a:lnTo>
                  <a:pt x="3418" y="4999"/>
                </a:lnTo>
                <a:lnTo>
                  <a:pt x="3425" y="4992"/>
                </a:lnTo>
                <a:lnTo>
                  <a:pt x="3432" y="4991"/>
                </a:lnTo>
                <a:lnTo>
                  <a:pt x="3442" y="4992"/>
                </a:lnTo>
                <a:lnTo>
                  <a:pt x="3456" y="5001"/>
                </a:lnTo>
                <a:lnTo>
                  <a:pt x="3457" y="5009"/>
                </a:lnTo>
                <a:lnTo>
                  <a:pt x="3458" y="5014"/>
                </a:lnTo>
                <a:lnTo>
                  <a:pt x="3474" y="5018"/>
                </a:lnTo>
                <a:lnTo>
                  <a:pt x="3486" y="5014"/>
                </a:lnTo>
                <a:lnTo>
                  <a:pt x="3493" y="5011"/>
                </a:lnTo>
                <a:lnTo>
                  <a:pt x="3504" y="5001"/>
                </a:lnTo>
                <a:lnTo>
                  <a:pt x="3510" y="4977"/>
                </a:lnTo>
                <a:lnTo>
                  <a:pt x="3508" y="4956"/>
                </a:lnTo>
                <a:lnTo>
                  <a:pt x="3507" y="4945"/>
                </a:lnTo>
                <a:lnTo>
                  <a:pt x="3509" y="4926"/>
                </a:lnTo>
                <a:lnTo>
                  <a:pt x="3516" y="4913"/>
                </a:lnTo>
                <a:lnTo>
                  <a:pt x="3525" y="4906"/>
                </a:lnTo>
                <a:lnTo>
                  <a:pt x="3538" y="4902"/>
                </a:lnTo>
                <a:lnTo>
                  <a:pt x="3551" y="4906"/>
                </a:lnTo>
                <a:lnTo>
                  <a:pt x="3573" y="4921"/>
                </a:lnTo>
                <a:lnTo>
                  <a:pt x="3585" y="4939"/>
                </a:lnTo>
                <a:close/>
                <a:moveTo>
                  <a:pt x="3674" y="4907"/>
                </a:moveTo>
                <a:lnTo>
                  <a:pt x="3673" y="4911"/>
                </a:lnTo>
                <a:lnTo>
                  <a:pt x="3663" y="4922"/>
                </a:lnTo>
                <a:lnTo>
                  <a:pt x="3656" y="4927"/>
                </a:lnTo>
                <a:lnTo>
                  <a:pt x="3649" y="4930"/>
                </a:lnTo>
                <a:lnTo>
                  <a:pt x="3640" y="4926"/>
                </a:lnTo>
                <a:lnTo>
                  <a:pt x="3638" y="4920"/>
                </a:lnTo>
                <a:lnTo>
                  <a:pt x="3640" y="4912"/>
                </a:lnTo>
                <a:lnTo>
                  <a:pt x="3649" y="4901"/>
                </a:lnTo>
                <a:lnTo>
                  <a:pt x="3656" y="4900"/>
                </a:lnTo>
                <a:lnTo>
                  <a:pt x="3663" y="4900"/>
                </a:lnTo>
                <a:lnTo>
                  <a:pt x="3673" y="4905"/>
                </a:lnTo>
                <a:lnTo>
                  <a:pt x="3674" y="4907"/>
                </a:lnTo>
                <a:close/>
                <a:moveTo>
                  <a:pt x="4481" y="4934"/>
                </a:moveTo>
                <a:lnTo>
                  <a:pt x="4484" y="4942"/>
                </a:lnTo>
                <a:lnTo>
                  <a:pt x="4479" y="4957"/>
                </a:lnTo>
                <a:lnTo>
                  <a:pt x="4472" y="4963"/>
                </a:lnTo>
                <a:lnTo>
                  <a:pt x="4465" y="4966"/>
                </a:lnTo>
                <a:lnTo>
                  <a:pt x="4455" y="4957"/>
                </a:lnTo>
                <a:lnTo>
                  <a:pt x="4454" y="4947"/>
                </a:lnTo>
                <a:lnTo>
                  <a:pt x="4454" y="4936"/>
                </a:lnTo>
                <a:lnTo>
                  <a:pt x="4458" y="4922"/>
                </a:lnTo>
                <a:lnTo>
                  <a:pt x="4465" y="4918"/>
                </a:lnTo>
                <a:lnTo>
                  <a:pt x="4475" y="4925"/>
                </a:lnTo>
                <a:lnTo>
                  <a:pt x="4481" y="4934"/>
                </a:lnTo>
                <a:close/>
                <a:moveTo>
                  <a:pt x="465" y="4972"/>
                </a:moveTo>
                <a:lnTo>
                  <a:pt x="464" y="4980"/>
                </a:lnTo>
                <a:lnTo>
                  <a:pt x="455" y="4989"/>
                </a:lnTo>
                <a:lnTo>
                  <a:pt x="447" y="4991"/>
                </a:lnTo>
                <a:lnTo>
                  <a:pt x="440" y="4989"/>
                </a:lnTo>
                <a:lnTo>
                  <a:pt x="431" y="4980"/>
                </a:lnTo>
                <a:lnTo>
                  <a:pt x="430" y="4972"/>
                </a:lnTo>
                <a:lnTo>
                  <a:pt x="431" y="4964"/>
                </a:lnTo>
                <a:lnTo>
                  <a:pt x="440" y="4955"/>
                </a:lnTo>
                <a:lnTo>
                  <a:pt x="447" y="4955"/>
                </a:lnTo>
                <a:lnTo>
                  <a:pt x="455" y="4955"/>
                </a:lnTo>
                <a:lnTo>
                  <a:pt x="464" y="4964"/>
                </a:lnTo>
                <a:lnTo>
                  <a:pt x="465" y="4972"/>
                </a:lnTo>
                <a:close/>
                <a:moveTo>
                  <a:pt x="1009" y="4991"/>
                </a:moveTo>
                <a:lnTo>
                  <a:pt x="1018" y="5009"/>
                </a:lnTo>
                <a:lnTo>
                  <a:pt x="1018" y="5023"/>
                </a:lnTo>
                <a:lnTo>
                  <a:pt x="1009" y="5026"/>
                </a:lnTo>
                <a:lnTo>
                  <a:pt x="1002" y="5026"/>
                </a:lnTo>
                <a:lnTo>
                  <a:pt x="991" y="5025"/>
                </a:lnTo>
                <a:lnTo>
                  <a:pt x="981" y="5012"/>
                </a:lnTo>
                <a:lnTo>
                  <a:pt x="984" y="5001"/>
                </a:lnTo>
                <a:lnTo>
                  <a:pt x="985" y="4996"/>
                </a:lnTo>
                <a:lnTo>
                  <a:pt x="984" y="4985"/>
                </a:lnTo>
                <a:lnTo>
                  <a:pt x="973" y="4972"/>
                </a:lnTo>
                <a:lnTo>
                  <a:pt x="960" y="4967"/>
                </a:lnTo>
                <a:lnTo>
                  <a:pt x="942" y="4962"/>
                </a:lnTo>
                <a:lnTo>
                  <a:pt x="942" y="4958"/>
                </a:lnTo>
                <a:lnTo>
                  <a:pt x="958" y="4956"/>
                </a:lnTo>
                <a:lnTo>
                  <a:pt x="972" y="4958"/>
                </a:lnTo>
                <a:lnTo>
                  <a:pt x="1000" y="4976"/>
                </a:lnTo>
                <a:lnTo>
                  <a:pt x="1009" y="4991"/>
                </a:lnTo>
                <a:close/>
                <a:moveTo>
                  <a:pt x="4242" y="4980"/>
                </a:moveTo>
                <a:lnTo>
                  <a:pt x="4245" y="4991"/>
                </a:lnTo>
                <a:lnTo>
                  <a:pt x="4244" y="5008"/>
                </a:lnTo>
                <a:lnTo>
                  <a:pt x="4237" y="5019"/>
                </a:lnTo>
                <a:lnTo>
                  <a:pt x="4225" y="5020"/>
                </a:lnTo>
                <a:lnTo>
                  <a:pt x="4216" y="5016"/>
                </a:lnTo>
                <a:lnTo>
                  <a:pt x="4210" y="5010"/>
                </a:lnTo>
                <a:lnTo>
                  <a:pt x="4201" y="4991"/>
                </a:lnTo>
                <a:lnTo>
                  <a:pt x="4202" y="4970"/>
                </a:lnTo>
                <a:lnTo>
                  <a:pt x="4210" y="4956"/>
                </a:lnTo>
                <a:lnTo>
                  <a:pt x="4216" y="4955"/>
                </a:lnTo>
                <a:lnTo>
                  <a:pt x="4224" y="4956"/>
                </a:lnTo>
                <a:lnTo>
                  <a:pt x="4237" y="4969"/>
                </a:lnTo>
                <a:lnTo>
                  <a:pt x="4242" y="4980"/>
                </a:lnTo>
                <a:close/>
                <a:moveTo>
                  <a:pt x="661" y="5034"/>
                </a:moveTo>
                <a:lnTo>
                  <a:pt x="651" y="5044"/>
                </a:lnTo>
                <a:lnTo>
                  <a:pt x="634" y="5055"/>
                </a:lnTo>
                <a:lnTo>
                  <a:pt x="631" y="5054"/>
                </a:lnTo>
                <a:lnTo>
                  <a:pt x="629" y="5049"/>
                </a:lnTo>
                <a:lnTo>
                  <a:pt x="633" y="5035"/>
                </a:lnTo>
                <a:lnTo>
                  <a:pt x="645" y="5020"/>
                </a:lnTo>
                <a:lnTo>
                  <a:pt x="659" y="5010"/>
                </a:lnTo>
                <a:lnTo>
                  <a:pt x="667" y="5009"/>
                </a:lnTo>
                <a:lnTo>
                  <a:pt x="670" y="5009"/>
                </a:lnTo>
                <a:lnTo>
                  <a:pt x="672" y="5012"/>
                </a:lnTo>
                <a:lnTo>
                  <a:pt x="669" y="5023"/>
                </a:lnTo>
                <a:lnTo>
                  <a:pt x="661" y="5034"/>
                </a:lnTo>
                <a:close/>
                <a:moveTo>
                  <a:pt x="3620" y="5026"/>
                </a:moveTo>
                <a:lnTo>
                  <a:pt x="3618" y="5041"/>
                </a:lnTo>
                <a:lnTo>
                  <a:pt x="3612" y="5045"/>
                </a:lnTo>
                <a:lnTo>
                  <a:pt x="3603" y="5041"/>
                </a:lnTo>
                <a:lnTo>
                  <a:pt x="3593" y="5026"/>
                </a:lnTo>
                <a:lnTo>
                  <a:pt x="3590" y="5019"/>
                </a:lnTo>
                <a:lnTo>
                  <a:pt x="3594" y="5009"/>
                </a:lnTo>
                <a:lnTo>
                  <a:pt x="3600" y="5009"/>
                </a:lnTo>
                <a:lnTo>
                  <a:pt x="3608" y="5009"/>
                </a:lnTo>
                <a:lnTo>
                  <a:pt x="3619" y="5019"/>
                </a:lnTo>
                <a:lnTo>
                  <a:pt x="3620" y="5026"/>
                </a:lnTo>
                <a:close/>
                <a:moveTo>
                  <a:pt x="805" y="5056"/>
                </a:moveTo>
                <a:lnTo>
                  <a:pt x="799" y="5059"/>
                </a:lnTo>
                <a:lnTo>
                  <a:pt x="780" y="5061"/>
                </a:lnTo>
                <a:lnTo>
                  <a:pt x="770" y="5058"/>
                </a:lnTo>
                <a:lnTo>
                  <a:pt x="761" y="5054"/>
                </a:lnTo>
                <a:lnTo>
                  <a:pt x="768" y="5047"/>
                </a:lnTo>
                <a:lnTo>
                  <a:pt x="781" y="5047"/>
                </a:lnTo>
                <a:lnTo>
                  <a:pt x="795" y="5046"/>
                </a:lnTo>
                <a:lnTo>
                  <a:pt x="806" y="5050"/>
                </a:lnTo>
                <a:lnTo>
                  <a:pt x="807" y="5054"/>
                </a:lnTo>
                <a:lnTo>
                  <a:pt x="805" y="5056"/>
                </a:lnTo>
                <a:close/>
                <a:moveTo>
                  <a:pt x="3683" y="5061"/>
                </a:moveTo>
                <a:lnTo>
                  <a:pt x="3681" y="5069"/>
                </a:lnTo>
                <a:lnTo>
                  <a:pt x="3685" y="5084"/>
                </a:lnTo>
                <a:lnTo>
                  <a:pt x="3693" y="5091"/>
                </a:lnTo>
                <a:lnTo>
                  <a:pt x="3699" y="5093"/>
                </a:lnTo>
                <a:lnTo>
                  <a:pt x="3709" y="5082"/>
                </a:lnTo>
                <a:lnTo>
                  <a:pt x="3710" y="5070"/>
                </a:lnTo>
                <a:lnTo>
                  <a:pt x="3711" y="5058"/>
                </a:lnTo>
                <a:lnTo>
                  <a:pt x="3716" y="5048"/>
                </a:lnTo>
                <a:lnTo>
                  <a:pt x="3719" y="5048"/>
                </a:lnTo>
                <a:lnTo>
                  <a:pt x="3721" y="5050"/>
                </a:lnTo>
                <a:lnTo>
                  <a:pt x="3725" y="5056"/>
                </a:lnTo>
                <a:lnTo>
                  <a:pt x="3725" y="5080"/>
                </a:lnTo>
                <a:lnTo>
                  <a:pt x="3721" y="5092"/>
                </a:lnTo>
                <a:lnTo>
                  <a:pt x="3718" y="5100"/>
                </a:lnTo>
                <a:lnTo>
                  <a:pt x="3711" y="5110"/>
                </a:lnTo>
                <a:lnTo>
                  <a:pt x="3698" y="5110"/>
                </a:lnTo>
                <a:lnTo>
                  <a:pt x="3683" y="5099"/>
                </a:lnTo>
                <a:lnTo>
                  <a:pt x="3672" y="5089"/>
                </a:lnTo>
                <a:lnTo>
                  <a:pt x="3659" y="5071"/>
                </a:lnTo>
                <a:lnTo>
                  <a:pt x="3657" y="5055"/>
                </a:lnTo>
                <a:lnTo>
                  <a:pt x="3667" y="5046"/>
                </a:lnTo>
                <a:lnTo>
                  <a:pt x="3677" y="5045"/>
                </a:lnTo>
                <a:lnTo>
                  <a:pt x="3682" y="5046"/>
                </a:lnTo>
                <a:lnTo>
                  <a:pt x="3687" y="5055"/>
                </a:lnTo>
                <a:lnTo>
                  <a:pt x="3683" y="5061"/>
                </a:lnTo>
                <a:close/>
                <a:moveTo>
                  <a:pt x="520" y="5081"/>
                </a:moveTo>
                <a:lnTo>
                  <a:pt x="519" y="5088"/>
                </a:lnTo>
                <a:lnTo>
                  <a:pt x="502" y="5098"/>
                </a:lnTo>
                <a:lnTo>
                  <a:pt x="490" y="5099"/>
                </a:lnTo>
                <a:lnTo>
                  <a:pt x="481" y="5098"/>
                </a:lnTo>
                <a:lnTo>
                  <a:pt x="472" y="5088"/>
                </a:lnTo>
                <a:lnTo>
                  <a:pt x="474" y="5081"/>
                </a:lnTo>
                <a:lnTo>
                  <a:pt x="480" y="5073"/>
                </a:lnTo>
                <a:lnTo>
                  <a:pt x="495" y="5063"/>
                </a:lnTo>
                <a:lnTo>
                  <a:pt x="504" y="5063"/>
                </a:lnTo>
                <a:lnTo>
                  <a:pt x="510" y="5063"/>
                </a:lnTo>
                <a:lnTo>
                  <a:pt x="519" y="5073"/>
                </a:lnTo>
                <a:lnTo>
                  <a:pt x="520" y="5081"/>
                </a:lnTo>
                <a:close/>
                <a:moveTo>
                  <a:pt x="607" y="5096"/>
                </a:moveTo>
                <a:lnTo>
                  <a:pt x="608" y="5105"/>
                </a:lnTo>
                <a:lnTo>
                  <a:pt x="597" y="5110"/>
                </a:lnTo>
                <a:lnTo>
                  <a:pt x="585" y="5107"/>
                </a:lnTo>
                <a:lnTo>
                  <a:pt x="573" y="5101"/>
                </a:lnTo>
                <a:lnTo>
                  <a:pt x="558" y="5085"/>
                </a:lnTo>
                <a:lnTo>
                  <a:pt x="556" y="5077"/>
                </a:lnTo>
                <a:lnTo>
                  <a:pt x="558" y="5070"/>
                </a:lnTo>
                <a:lnTo>
                  <a:pt x="570" y="5066"/>
                </a:lnTo>
                <a:lnTo>
                  <a:pt x="587" y="5071"/>
                </a:lnTo>
                <a:lnTo>
                  <a:pt x="603" y="5086"/>
                </a:lnTo>
                <a:lnTo>
                  <a:pt x="607" y="5096"/>
                </a:lnTo>
                <a:close/>
                <a:moveTo>
                  <a:pt x="4245" y="5162"/>
                </a:moveTo>
                <a:lnTo>
                  <a:pt x="4250" y="5186"/>
                </a:lnTo>
                <a:lnTo>
                  <a:pt x="4250" y="5202"/>
                </a:lnTo>
                <a:lnTo>
                  <a:pt x="4247" y="5204"/>
                </a:lnTo>
                <a:lnTo>
                  <a:pt x="4237" y="5193"/>
                </a:lnTo>
                <a:lnTo>
                  <a:pt x="4218" y="5152"/>
                </a:lnTo>
                <a:lnTo>
                  <a:pt x="4207" y="5123"/>
                </a:lnTo>
                <a:lnTo>
                  <a:pt x="4196" y="5088"/>
                </a:lnTo>
                <a:lnTo>
                  <a:pt x="4194" y="5072"/>
                </a:lnTo>
                <a:lnTo>
                  <a:pt x="4201" y="5076"/>
                </a:lnTo>
                <a:lnTo>
                  <a:pt x="4207" y="5083"/>
                </a:lnTo>
                <a:lnTo>
                  <a:pt x="4218" y="5096"/>
                </a:lnTo>
                <a:lnTo>
                  <a:pt x="4239" y="5139"/>
                </a:lnTo>
                <a:lnTo>
                  <a:pt x="4245" y="5162"/>
                </a:lnTo>
                <a:close/>
                <a:moveTo>
                  <a:pt x="447" y="5099"/>
                </a:moveTo>
                <a:lnTo>
                  <a:pt x="446" y="5112"/>
                </a:lnTo>
                <a:lnTo>
                  <a:pt x="440" y="5118"/>
                </a:lnTo>
                <a:lnTo>
                  <a:pt x="430" y="5112"/>
                </a:lnTo>
                <a:lnTo>
                  <a:pt x="420" y="5099"/>
                </a:lnTo>
                <a:lnTo>
                  <a:pt x="418" y="5092"/>
                </a:lnTo>
                <a:lnTo>
                  <a:pt x="421" y="5082"/>
                </a:lnTo>
                <a:lnTo>
                  <a:pt x="427" y="5081"/>
                </a:lnTo>
                <a:lnTo>
                  <a:pt x="435" y="5082"/>
                </a:lnTo>
                <a:lnTo>
                  <a:pt x="446" y="5092"/>
                </a:lnTo>
                <a:lnTo>
                  <a:pt x="447" y="5099"/>
                </a:lnTo>
                <a:close/>
                <a:moveTo>
                  <a:pt x="3846" y="5135"/>
                </a:moveTo>
                <a:lnTo>
                  <a:pt x="3859" y="5150"/>
                </a:lnTo>
                <a:lnTo>
                  <a:pt x="3872" y="5170"/>
                </a:lnTo>
                <a:lnTo>
                  <a:pt x="3870" y="5172"/>
                </a:lnTo>
                <a:lnTo>
                  <a:pt x="3856" y="5163"/>
                </a:lnTo>
                <a:lnTo>
                  <a:pt x="3829" y="5135"/>
                </a:lnTo>
                <a:lnTo>
                  <a:pt x="3816" y="5121"/>
                </a:lnTo>
                <a:lnTo>
                  <a:pt x="3803" y="5101"/>
                </a:lnTo>
                <a:lnTo>
                  <a:pt x="3805" y="5099"/>
                </a:lnTo>
                <a:lnTo>
                  <a:pt x="3819" y="5107"/>
                </a:lnTo>
                <a:lnTo>
                  <a:pt x="3846" y="5135"/>
                </a:lnTo>
                <a:close/>
                <a:moveTo>
                  <a:pt x="4330" y="5179"/>
                </a:moveTo>
                <a:lnTo>
                  <a:pt x="4328" y="5183"/>
                </a:lnTo>
                <a:lnTo>
                  <a:pt x="4323" y="5186"/>
                </a:lnTo>
                <a:lnTo>
                  <a:pt x="4316" y="5181"/>
                </a:lnTo>
                <a:lnTo>
                  <a:pt x="4313" y="5167"/>
                </a:lnTo>
                <a:lnTo>
                  <a:pt x="4309" y="5155"/>
                </a:lnTo>
                <a:lnTo>
                  <a:pt x="4295" y="5137"/>
                </a:lnTo>
                <a:lnTo>
                  <a:pt x="4289" y="5135"/>
                </a:lnTo>
                <a:lnTo>
                  <a:pt x="4282" y="5134"/>
                </a:lnTo>
                <a:lnTo>
                  <a:pt x="4274" y="5123"/>
                </a:lnTo>
                <a:lnTo>
                  <a:pt x="4273" y="5113"/>
                </a:lnTo>
                <a:lnTo>
                  <a:pt x="4273" y="5110"/>
                </a:lnTo>
                <a:lnTo>
                  <a:pt x="4278" y="5108"/>
                </a:lnTo>
                <a:lnTo>
                  <a:pt x="4293" y="5114"/>
                </a:lnTo>
                <a:lnTo>
                  <a:pt x="4309" y="5126"/>
                </a:lnTo>
                <a:lnTo>
                  <a:pt x="4323" y="5140"/>
                </a:lnTo>
                <a:lnTo>
                  <a:pt x="4332" y="5162"/>
                </a:lnTo>
                <a:lnTo>
                  <a:pt x="4332" y="5174"/>
                </a:lnTo>
                <a:lnTo>
                  <a:pt x="4330" y="5179"/>
                </a:lnTo>
                <a:close/>
                <a:moveTo>
                  <a:pt x="4405" y="5130"/>
                </a:moveTo>
                <a:lnTo>
                  <a:pt x="4427" y="5149"/>
                </a:lnTo>
                <a:lnTo>
                  <a:pt x="4437" y="5149"/>
                </a:lnTo>
                <a:lnTo>
                  <a:pt x="4430" y="5130"/>
                </a:lnTo>
                <a:lnTo>
                  <a:pt x="4427" y="5121"/>
                </a:lnTo>
                <a:lnTo>
                  <a:pt x="4425" y="5109"/>
                </a:lnTo>
                <a:lnTo>
                  <a:pt x="4435" y="5107"/>
                </a:lnTo>
                <a:lnTo>
                  <a:pt x="4455" y="5118"/>
                </a:lnTo>
                <a:lnTo>
                  <a:pt x="4471" y="5127"/>
                </a:lnTo>
                <a:lnTo>
                  <a:pt x="4485" y="5147"/>
                </a:lnTo>
                <a:lnTo>
                  <a:pt x="4480" y="5169"/>
                </a:lnTo>
                <a:lnTo>
                  <a:pt x="4459" y="5189"/>
                </a:lnTo>
                <a:lnTo>
                  <a:pt x="4439" y="5199"/>
                </a:lnTo>
                <a:lnTo>
                  <a:pt x="4425" y="5206"/>
                </a:lnTo>
                <a:lnTo>
                  <a:pt x="4405" y="5221"/>
                </a:lnTo>
                <a:lnTo>
                  <a:pt x="4399" y="5235"/>
                </a:lnTo>
                <a:lnTo>
                  <a:pt x="4406" y="5244"/>
                </a:lnTo>
                <a:lnTo>
                  <a:pt x="4417" y="5244"/>
                </a:lnTo>
                <a:lnTo>
                  <a:pt x="4425" y="5246"/>
                </a:lnTo>
                <a:lnTo>
                  <a:pt x="4435" y="5261"/>
                </a:lnTo>
                <a:lnTo>
                  <a:pt x="4436" y="5271"/>
                </a:lnTo>
                <a:lnTo>
                  <a:pt x="4437" y="5282"/>
                </a:lnTo>
                <a:lnTo>
                  <a:pt x="4450" y="5294"/>
                </a:lnTo>
                <a:lnTo>
                  <a:pt x="4460" y="5293"/>
                </a:lnTo>
                <a:lnTo>
                  <a:pt x="4464" y="5293"/>
                </a:lnTo>
                <a:lnTo>
                  <a:pt x="4473" y="5299"/>
                </a:lnTo>
                <a:lnTo>
                  <a:pt x="4483" y="5319"/>
                </a:lnTo>
                <a:lnTo>
                  <a:pt x="4487" y="5338"/>
                </a:lnTo>
                <a:lnTo>
                  <a:pt x="4488" y="5359"/>
                </a:lnTo>
                <a:lnTo>
                  <a:pt x="4483" y="5381"/>
                </a:lnTo>
                <a:lnTo>
                  <a:pt x="4476" y="5388"/>
                </a:lnTo>
                <a:lnTo>
                  <a:pt x="4472" y="5389"/>
                </a:lnTo>
                <a:lnTo>
                  <a:pt x="4467" y="5388"/>
                </a:lnTo>
                <a:lnTo>
                  <a:pt x="4454" y="5376"/>
                </a:lnTo>
                <a:lnTo>
                  <a:pt x="4433" y="5343"/>
                </a:lnTo>
                <a:lnTo>
                  <a:pt x="4404" y="5281"/>
                </a:lnTo>
                <a:lnTo>
                  <a:pt x="4384" y="5219"/>
                </a:lnTo>
                <a:lnTo>
                  <a:pt x="4381" y="5195"/>
                </a:lnTo>
                <a:lnTo>
                  <a:pt x="4380" y="5179"/>
                </a:lnTo>
                <a:lnTo>
                  <a:pt x="4371" y="5150"/>
                </a:lnTo>
                <a:lnTo>
                  <a:pt x="4363" y="5145"/>
                </a:lnTo>
                <a:lnTo>
                  <a:pt x="4356" y="5139"/>
                </a:lnTo>
                <a:lnTo>
                  <a:pt x="4348" y="5124"/>
                </a:lnTo>
                <a:lnTo>
                  <a:pt x="4346" y="5110"/>
                </a:lnTo>
                <a:lnTo>
                  <a:pt x="4351" y="5100"/>
                </a:lnTo>
                <a:lnTo>
                  <a:pt x="4357" y="5099"/>
                </a:lnTo>
                <a:lnTo>
                  <a:pt x="4374" y="5107"/>
                </a:lnTo>
                <a:lnTo>
                  <a:pt x="4405" y="5130"/>
                </a:lnTo>
                <a:close/>
                <a:moveTo>
                  <a:pt x="767" y="5145"/>
                </a:moveTo>
                <a:lnTo>
                  <a:pt x="764" y="5155"/>
                </a:lnTo>
                <a:lnTo>
                  <a:pt x="770" y="5170"/>
                </a:lnTo>
                <a:lnTo>
                  <a:pt x="779" y="5172"/>
                </a:lnTo>
                <a:lnTo>
                  <a:pt x="787" y="5172"/>
                </a:lnTo>
                <a:lnTo>
                  <a:pt x="786" y="5181"/>
                </a:lnTo>
                <a:lnTo>
                  <a:pt x="775" y="5188"/>
                </a:lnTo>
                <a:lnTo>
                  <a:pt x="764" y="5194"/>
                </a:lnTo>
                <a:lnTo>
                  <a:pt x="736" y="5198"/>
                </a:lnTo>
                <a:lnTo>
                  <a:pt x="724" y="5195"/>
                </a:lnTo>
                <a:lnTo>
                  <a:pt x="718" y="5193"/>
                </a:lnTo>
                <a:lnTo>
                  <a:pt x="711" y="5185"/>
                </a:lnTo>
                <a:lnTo>
                  <a:pt x="716" y="5170"/>
                </a:lnTo>
                <a:lnTo>
                  <a:pt x="732" y="5151"/>
                </a:lnTo>
                <a:lnTo>
                  <a:pt x="758" y="5126"/>
                </a:lnTo>
                <a:lnTo>
                  <a:pt x="773" y="5121"/>
                </a:lnTo>
                <a:lnTo>
                  <a:pt x="771" y="5133"/>
                </a:lnTo>
                <a:lnTo>
                  <a:pt x="767" y="5145"/>
                </a:lnTo>
                <a:close/>
                <a:moveTo>
                  <a:pt x="629" y="5186"/>
                </a:moveTo>
                <a:lnTo>
                  <a:pt x="657" y="5182"/>
                </a:lnTo>
                <a:lnTo>
                  <a:pt x="675" y="5187"/>
                </a:lnTo>
                <a:lnTo>
                  <a:pt x="677" y="5196"/>
                </a:lnTo>
                <a:lnTo>
                  <a:pt x="674" y="5202"/>
                </a:lnTo>
                <a:lnTo>
                  <a:pt x="667" y="5225"/>
                </a:lnTo>
                <a:lnTo>
                  <a:pt x="665" y="5237"/>
                </a:lnTo>
                <a:lnTo>
                  <a:pt x="663" y="5240"/>
                </a:lnTo>
                <a:lnTo>
                  <a:pt x="653" y="5238"/>
                </a:lnTo>
                <a:lnTo>
                  <a:pt x="643" y="5233"/>
                </a:lnTo>
                <a:lnTo>
                  <a:pt x="631" y="5227"/>
                </a:lnTo>
                <a:lnTo>
                  <a:pt x="588" y="5219"/>
                </a:lnTo>
                <a:lnTo>
                  <a:pt x="566" y="5217"/>
                </a:lnTo>
                <a:lnTo>
                  <a:pt x="544" y="5214"/>
                </a:lnTo>
                <a:lnTo>
                  <a:pt x="517" y="5207"/>
                </a:lnTo>
                <a:lnTo>
                  <a:pt x="517" y="5202"/>
                </a:lnTo>
                <a:lnTo>
                  <a:pt x="519" y="5188"/>
                </a:lnTo>
                <a:lnTo>
                  <a:pt x="520" y="5170"/>
                </a:lnTo>
                <a:lnTo>
                  <a:pt x="520" y="5164"/>
                </a:lnTo>
                <a:lnTo>
                  <a:pt x="523" y="5159"/>
                </a:lnTo>
                <a:lnTo>
                  <a:pt x="535" y="5161"/>
                </a:lnTo>
                <a:lnTo>
                  <a:pt x="547" y="5172"/>
                </a:lnTo>
                <a:lnTo>
                  <a:pt x="561" y="5181"/>
                </a:lnTo>
                <a:lnTo>
                  <a:pt x="606" y="5187"/>
                </a:lnTo>
                <a:lnTo>
                  <a:pt x="629" y="5186"/>
                </a:lnTo>
                <a:close/>
                <a:moveTo>
                  <a:pt x="338" y="5189"/>
                </a:moveTo>
                <a:lnTo>
                  <a:pt x="337" y="5197"/>
                </a:lnTo>
                <a:lnTo>
                  <a:pt x="326" y="5207"/>
                </a:lnTo>
                <a:lnTo>
                  <a:pt x="319" y="5208"/>
                </a:lnTo>
                <a:lnTo>
                  <a:pt x="312" y="5207"/>
                </a:lnTo>
                <a:lnTo>
                  <a:pt x="309" y="5197"/>
                </a:lnTo>
                <a:lnTo>
                  <a:pt x="311" y="5189"/>
                </a:lnTo>
                <a:lnTo>
                  <a:pt x="315" y="5182"/>
                </a:lnTo>
                <a:lnTo>
                  <a:pt x="326" y="5172"/>
                </a:lnTo>
                <a:lnTo>
                  <a:pt x="332" y="5172"/>
                </a:lnTo>
                <a:lnTo>
                  <a:pt x="334" y="5172"/>
                </a:lnTo>
                <a:lnTo>
                  <a:pt x="338" y="5182"/>
                </a:lnTo>
                <a:lnTo>
                  <a:pt x="338" y="5189"/>
                </a:lnTo>
                <a:close/>
                <a:moveTo>
                  <a:pt x="484" y="5189"/>
                </a:moveTo>
                <a:lnTo>
                  <a:pt x="483" y="5197"/>
                </a:lnTo>
                <a:lnTo>
                  <a:pt x="472" y="5207"/>
                </a:lnTo>
                <a:lnTo>
                  <a:pt x="463" y="5208"/>
                </a:lnTo>
                <a:lnTo>
                  <a:pt x="458" y="5207"/>
                </a:lnTo>
                <a:lnTo>
                  <a:pt x="454" y="5197"/>
                </a:lnTo>
                <a:lnTo>
                  <a:pt x="457" y="5189"/>
                </a:lnTo>
                <a:lnTo>
                  <a:pt x="461" y="5182"/>
                </a:lnTo>
                <a:lnTo>
                  <a:pt x="472" y="5172"/>
                </a:lnTo>
                <a:lnTo>
                  <a:pt x="476" y="5172"/>
                </a:lnTo>
                <a:lnTo>
                  <a:pt x="479" y="5172"/>
                </a:lnTo>
                <a:lnTo>
                  <a:pt x="483" y="5182"/>
                </a:lnTo>
                <a:lnTo>
                  <a:pt x="484" y="5189"/>
                </a:lnTo>
                <a:close/>
                <a:moveTo>
                  <a:pt x="3765" y="5219"/>
                </a:moveTo>
                <a:lnTo>
                  <a:pt x="3764" y="5221"/>
                </a:lnTo>
                <a:lnTo>
                  <a:pt x="3748" y="5225"/>
                </a:lnTo>
                <a:lnTo>
                  <a:pt x="3737" y="5226"/>
                </a:lnTo>
                <a:lnTo>
                  <a:pt x="3728" y="5225"/>
                </a:lnTo>
                <a:lnTo>
                  <a:pt x="3712" y="5215"/>
                </a:lnTo>
                <a:lnTo>
                  <a:pt x="3710" y="5208"/>
                </a:lnTo>
                <a:lnTo>
                  <a:pt x="3712" y="5201"/>
                </a:lnTo>
                <a:lnTo>
                  <a:pt x="3728" y="5198"/>
                </a:lnTo>
                <a:lnTo>
                  <a:pt x="3737" y="5200"/>
                </a:lnTo>
                <a:lnTo>
                  <a:pt x="3758" y="5211"/>
                </a:lnTo>
                <a:lnTo>
                  <a:pt x="3765" y="5219"/>
                </a:lnTo>
                <a:close/>
                <a:moveTo>
                  <a:pt x="737" y="5243"/>
                </a:moveTo>
                <a:lnTo>
                  <a:pt x="736" y="5250"/>
                </a:lnTo>
                <a:lnTo>
                  <a:pt x="727" y="5267"/>
                </a:lnTo>
                <a:lnTo>
                  <a:pt x="719" y="5271"/>
                </a:lnTo>
                <a:lnTo>
                  <a:pt x="712" y="5274"/>
                </a:lnTo>
                <a:lnTo>
                  <a:pt x="703" y="5264"/>
                </a:lnTo>
                <a:lnTo>
                  <a:pt x="702" y="5255"/>
                </a:lnTo>
                <a:lnTo>
                  <a:pt x="703" y="5243"/>
                </a:lnTo>
                <a:lnTo>
                  <a:pt x="712" y="5227"/>
                </a:lnTo>
                <a:lnTo>
                  <a:pt x="719" y="5226"/>
                </a:lnTo>
                <a:lnTo>
                  <a:pt x="727" y="5226"/>
                </a:lnTo>
                <a:lnTo>
                  <a:pt x="736" y="5236"/>
                </a:lnTo>
                <a:lnTo>
                  <a:pt x="737" y="5243"/>
                </a:lnTo>
                <a:close/>
                <a:moveTo>
                  <a:pt x="893" y="5275"/>
                </a:moveTo>
                <a:lnTo>
                  <a:pt x="888" y="5279"/>
                </a:lnTo>
                <a:lnTo>
                  <a:pt x="873" y="5275"/>
                </a:lnTo>
                <a:lnTo>
                  <a:pt x="857" y="5264"/>
                </a:lnTo>
                <a:lnTo>
                  <a:pt x="847" y="5249"/>
                </a:lnTo>
                <a:lnTo>
                  <a:pt x="846" y="5240"/>
                </a:lnTo>
                <a:lnTo>
                  <a:pt x="846" y="5237"/>
                </a:lnTo>
                <a:lnTo>
                  <a:pt x="851" y="5233"/>
                </a:lnTo>
                <a:lnTo>
                  <a:pt x="861" y="5235"/>
                </a:lnTo>
                <a:lnTo>
                  <a:pt x="873" y="5244"/>
                </a:lnTo>
                <a:lnTo>
                  <a:pt x="884" y="5254"/>
                </a:lnTo>
                <a:lnTo>
                  <a:pt x="895" y="5271"/>
                </a:lnTo>
                <a:lnTo>
                  <a:pt x="893" y="5275"/>
                </a:lnTo>
                <a:close/>
                <a:moveTo>
                  <a:pt x="3824" y="5308"/>
                </a:moveTo>
                <a:lnTo>
                  <a:pt x="3829" y="5319"/>
                </a:lnTo>
                <a:lnTo>
                  <a:pt x="3826" y="5338"/>
                </a:lnTo>
                <a:lnTo>
                  <a:pt x="3819" y="5344"/>
                </a:lnTo>
                <a:lnTo>
                  <a:pt x="3816" y="5346"/>
                </a:lnTo>
                <a:lnTo>
                  <a:pt x="3809" y="5345"/>
                </a:lnTo>
                <a:lnTo>
                  <a:pt x="3802" y="5333"/>
                </a:lnTo>
                <a:lnTo>
                  <a:pt x="3802" y="5319"/>
                </a:lnTo>
                <a:lnTo>
                  <a:pt x="3802" y="5302"/>
                </a:lnTo>
                <a:lnTo>
                  <a:pt x="3805" y="5284"/>
                </a:lnTo>
                <a:lnTo>
                  <a:pt x="3811" y="5282"/>
                </a:lnTo>
                <a:lnTo>
                  <a:pt x="3820" y="5295"/>
                </a:lnTo>
                <a:lnTo>
                  <a:pt x="3824" y="5308"/>
                </a:lnTo>
                <a:close/>
                <a:moveTo>
                  <a:pt x="828" y="5317"/>
                </a:moveTo>
                <a:lnTo>
                  <a:pt x="827" y="5330"/>
                </a:lnTo>
                <a:lnTo>
                  <a:pt x="821" y="5335"/>
                </a:lnTo>
                <a:lnTo>
                  <a:pt x="810" y="5330"/>
                </a:lnTo>
                <a:lnTo>
                  <a:pt x="801" y="5317"/>
                </a:lnTo>
                <a:lnTo>
                  <a:pt x="798" y="5309"/>
                </a:lnTo>
                <a:lnTo>
                  <a:pt x="802" y="5299"/>
                </a:lnTo>
                <a:lnTo>
                  <a:pt x="808" y="5298"/>
                </a:lnTo>
                <a:lnTo>
                  <a:pt x="816" y="5299"/>
                </a:lnTo>
                <a:lnTo>
                  <a:pt x="827" y="5309"/>
                </a:lnTo>
                <a:lnTo>
                  <a:pt x="828" y="5317"/>
                </a:lnTo>
                <a:close/>
                <a:moveTo>
                  <a:pt x="4155" y="5317"/>
                </a:moveTo>
                <a:lnTo>
                  <a:pt x="4161" y="5324"/>
                </a:lnTo>
                <a:lnTo>
                  <a:pt x="4177" y="5329"/>
                </a:lnTo>
                <a:lnTo>
                  <a:pt x="4183" y="5325"/>
                </a:lnTo>
                <a:lnTo>
                  <a:pt x="4190" y="5322"/>
                </a:lnTo>
                <a:lnTo>
                  <a:pt x="4199" y="5326"/>
                </a:lnTo>
                <a:lnTo>
                  <a:pt x="4200" y="5333"/>
                </a:lnTo>
                <a:lnTo>
                  <a:pt x="4200" y="5339"/>
                </a:lnTo>
                <a:lnTo>
                  <a:pt x="4191" y="5349"/>
                </a:lnTo>
                <a:lnTo>
                  <a:pt x="4175" y="5355"/>
                </a:lnTo>
                <a:lnTo>
                  <a:pt x="4154" y="5356"/>
                </a:lnTo>
                <a:lnTo>
                  <a:pt x="4142" y="5355"/>
                </a:lnTo>
                <a:lnTo>
                  <a:pt x="4136" y="5356"/>
                </a:lnTo>
                <a:lnTo>
                  <a:pt x="4128" y="5370"/>
                </a:lnTo>
                <a:lnTo>
                  <a:pt x="4128" y="5380"/>
                </a:lnTo>
                <a:lnTo>
                  <a:pt x="4127" y="5390"/>
                </a:lnTo>
                <a:lnTo>
                  <a:pt x="4118" y="5406"/>
                </a:lnTo>
                <a:lnTo>
                  <a:pt x="4113" y="5407"/>
                </a:lnTo>
                <a:lnTo>
                  <a:pt x="4109" y="5407"/>
                </a:lnTo>
                <a:lnTo>
                  <a:pt x="4105" y="5398"/>
                </a:lnTo>
                <a:lnTo>
                  <a:pt x="4103" y="5374"/>
                </a:lnTo>
                <a:lnTo>
                  <a:pt x="4106" y="5352"/>
                </a:lnTo>
                <a:lnTo>
                  <a:pt x="4109" y="5334"/>
                </a:lnTo>
                <a:lnTo>
                  <a:pt x="4119" y="5308"/>
                </a:lnTo>
                <a:lnTo>
                  <a:pt x="4132" y="5299"/>
                </a:lnTo>
                <a:lnTo>
                  <a:pt x="4148" y="5306"/>
                </a:lnTo>
                <a:lnTo>
                  <a:pt x="4155" y="5317"/>
                </a:lnTo>
                <a:close/>
                <a:moveTo>
                  <a:pt x="1091" y="5335"/>
                </a:moveTo>
                <a:lnTo>
                  <a:pt x="1094" y="5342"/>
                </a:lnTo>
                <a:lnTo>
                  <a:pt x="1091" y="5351"/>
                </a:lnTo>
                <a:lnTo>
                  <a:pt x="1083" y="5352"/>
                </a:lnTo>
                <a:lnTo>
                  <a:pt x="1076" y="5351"/>
                </a:lnTo>
                <a:lnTo>
                  <a:pt x="1059" y="5342"/>
                </a:lnTo>
                <a:lnTo>
                  <a:pt x="1055" y="5335"/>
                </a:lnTo>
                <a:lnTo>
                  <a:pt x="1052" y="5327"/>
                </a:lnTo>
                <a:lnTo>
                  <a:pt x="1055" y="5318"/>
                </a:lnTo>
                <a:lnTo>
                  <a:pt x="1062" y="5317"/>
                </a:lnTo>
                <a:lnTo>
                  <a:pt x="1069" y="5318"/>
                </a:lnTo>
                <a:lnTo>
                  <a:pt x="1085" y="5327"/>
                </a:lnTo>
                <a:lnTo>
                  <a:pt x="1091" y="5335"/>
                </a:lnTo>
                <a:close/>
                <a:moveTo>
                  <a:pt x="561" y="5404"/>
                </a:moveTo>
                <a:lnTo>
                  <a:pt x="557" y="5420"/>
                </a:lnTo>
                <a:lnTo>
                  <a:pt x="543" y="5442"/>
                </a:lnTo>
                <a:lnTo>
                  <a:pt x="536" y="5444"/>
                </a:lnTo>
                <a:lnTo>
                  <a:pt x="529" y="5443"/>
                </a:lnTo>
                <a:lnTo>
                  <a:pt x="521" y="5437"/>
                </a:lnTo>
                <a:lnTo>
                  <a:pt x="525" y="5415"/>
                </a:lnTo>
                <a:lnTo>
                  <a:pt x="539" y="5385"/>
                </a:lnTo>
                <a:lnTo>
                  <a:pt x="548" y="5370"/>
                </a:lnTo>
                <a:lnTo>
                  <a:pt x="561" y="5357"/>
                </a:lnTo>
                <a:lnTo>
                  <a:pt x="568" y="5362"/>
                </a:lnTo>
                <a:lnTo>
                  <a:pt x="567" y="5385"/>
                </a:lnTo>
                <a:lnTo>
                  <a:pt x="561" y="5404"/>
                </a:lnTo>
                <a:close/>
                <a:moveTo>
                  <a:pt x="810" y="5379"/>
                </a:moveTo>
                <a:lnTo>
                  <a:pt x="811" y="5388"/>
                </a:lnTo>
                <a:lnTo>
                  <a:pt x="827" y="5414"/>
                </a:lnTo>
                <a:lnTo>
                  <a:pt x="837" y="5425"/>
                </a:lnTo>
                <a:lnTo>
                  <a:pt x="847" y="5435"/>
                </a:lnTo>
                <a:lnTo>
                  <a:pt x="863" y="5458"/>
                </a:lnTo>
                <a:lnTo>
                  <a:pt x="865" y="5467"/>
                </a:lnTo>
                <a:lnTo>
                  <a:pt x="864" y="5470"/>
                </a:lnTo>
                <a:lnTo>
                  <a:pt x="858" y="5471"/>
                </a:lnTo>
                <a:lnTo>
                  <a:pt x="843" y="5465"/>
                </a:lnTo>
                <a:lnTo>
                  <a:pt x="830" y="5455"/>
                </a:lnTo>
                <a:lnTo>
                  <a:pt x="816" y="5440"/>
                </a:lnTo>
                <a:lnTo>
                  <a:pt x="795" y="5407"/>
                </a:lnTo>
                <a:lnTo>
                  <a:pt x="783" y="5375"/>
                </a:lnTo>
                <a:lnTo>
                  <a:pt x="784" y="5359"/>
                </a:lnTo>
                <a:lnTo>
                  <a:pt x="790" y="5354"/>
                </a:lnTo>
                <a:lnTo>
                  <a:pt x="794" y="5352"/>
                </a:lnTo>
                <a:lnTo>
                  <a:pt x="801" y="5355"/>
                </a:lnTo>
                <a:lnTo>
                  <a:pt x="809" y="5368"/>
                </a:lnTo>
                <a:lnTo>
                  <a:pt x="810" y="5379"/>
                </a:lnTo>
                <a:close/>
                <a:moveTo>
                  <a:pt x="1001" y="5409"/>
                </a:moveTo>
                <a:lnTo>
                  <a:pt x="1006" y="5420"/>
                </a:lnTo>
                <a:lnTo>
                  <a:pt x="1007" y="5433"/>
                </a:lnTo>
                <a:lnTo>
                  <a:pt x="998" y="5436"/>
                </a:lnTo>
                <a:lnTo>
                  <a:pt x="982" y="5426"/>
                </a:lnTo>
                <a:lnTo>
                  <a:pt x="973" y="5417"/>
                </a:lnTo>
                <a:lnTo>
                  <a:pt x="964" y="5405"/>
                </a:lnTo>
                <a:lnTo>
                  <a:pt x="961" y="5393"/>
                </a:lnTo>
                <a:lnTo>
                  <a:pt x="966" y="5389"/>
                </a:lnTo>
                <a:lnTo>
                  <a:pt x="969" y="5389"/>
                </a:lnTo>
                <a:lnTo>
                  <a:pt x="978" y="5390"/>
                </a:lnTo>
                <a:lnTo>
                  <a:pt x="995" y="5401"/>
                </a:lnTo>
                <a:lnTo>
                  <a:pt x="1001" y="5409"/>
                </a:lnTo>
                <a:close/>
                <a:moveTo>
                  <a:pt x="1064" y="5436"/>
                </a:moveTo>
                <a:lnTo>
                  <a:pt x="1063" y="5446"/>
                </a:lnTo>
                <a:lnTo>
                  <a:pt x="1053" y="5455"/>
                </a:lnTo>
                <a:lnTo>
                  <a:pt x="1045" y="5452"/>
                </a:lnTo>
                <a:lnTo>
                  <a:pt x="1039" y="5447"/>
                </a:lnTo>
                <a:lnTo>
                  <a:pt x="1029" y="5425"/>
                </a:lnTo>
                <a:lnTo>
                  <a:pt x="1028" y="5414"/>
                </a:lnTo>
                <a:lnTo>
                  <a:pt x="1029" y="5405"/>
                </a:lnTo>
                <a:lnTo>
                  <a:pt x="1039" y="5396"/>
                </a:lnTo>
                <a:lnTo>
                  <a:pt x="1045" y="5398"/>
                </a:lnTo>
                <a:lnTo>
                  <a:pt x="1053" y="5404"/>
                </a:lnTo>
                <a:lnTo>
                  <a:pt x="1063" y="5425"/>
                </a:lnTo>
                <a:lnTo>
                  <a:pt x="1064" y="5436"/>
                </a:lnTo>
                <a:close/>
                <a:moveTo>
                  <a:pt x="3620" y="5407"/>
                </a:moveTo>
                <a:lnTo>
                  <a:pt x="3618" y="5421"/>
                </a:lnTo>
                <a:lnTo>
                  <a:pt x="3612" y="5425"/>
                </a:lnTo>
                <a:lnTo>
                  <a:pt x="3603" y="5421"/>
                </a:lnTo>
                <a:lnTo>
                  <a:pt x="3593" y="5407"/>
                </a:lnTo>
                <a:lnTo>
                  <a:pt x="3590" y="5399"/>
                </a:lnTo>
                <a:lnTo>
                  <a:pt x="3594" y="5389"/>
                </a:lnTo>
                <a:lnTo>
                  <a:pt x="3600" y="5389"/>
                </a:lnTo>
                <a:lnTo>
                  <a:pt x="3608" y="5389"/>
                </a:lnTo>
                <a:lnTo>
                  <a:pt x="3619" y="5399"/>
                </a:lnTo>
                <a:lnTo>
                  <a:pt x="3620" y="5407"/>
                </a:lnTo>
                <a:close/>
                <a:moveTo>
                  <a:pt x="411" y="5465"/>
                </a:moveTo>
                <a:lnTo>
                  <a:pt x="410" y="5471"/>
                </a:lnTo>
                <a:lnTo>
                  <a:pt x="400" y="5479"/>
                </a:lnTo>
                <a:lnTo>
                  <a:pt x="393" y="5480"/>
                </a:lnTo>
                <a:lnTo>
                  <a:pt x="386" y="5477"/>
                </a:lnTo>
                <a:lnTo>
                  <a:pt x="376" y="5455"/>
                </a:lnTo>
                <a:lnTo>
                  <a:pt x="375" y="5438"/>
                </a:lnTo>
                <a:lnTo>
                  <a:pt x="375" y="5418"/>
                </a:lnTo>
                <a:lnTo>
                  <a:pt x="384" y="5412"/>
                </a:lnTo>
                <a:lnTo>
                  <a:pt x="393" y="5425"/>
                </a:lnTo>
                <a:lnTo>
                  <a:pt x="407" y="5449"/>
                </a:lnTo>
                <a:lnTo>
                  <a:pt x="411" y="5465"/>
                </a:lnTo>
                <a:close/>
                <a:moveTo>
                  <a:pt x="1001" y="5480"/>
                </a:moveTo>
                <a:lnTo>
                  <a:pt x="1005" y="5481"/>
                </a:lnTo>
                <a:lnTo>
                  <a:pt x="1019" y="5496"/>
                </a:lnTo>
                <a:lnTo>
                  <a:pt x="1043" y="5539"/>
                </a:lnTo>
                <a:lnTo>
                  <a:pt x="1076" y="5620"/>
                </a:lnTo>
                <a:lnTo>
                  <a:pt x="1097" y="5698"/>
                </a:lnTo>
                <a:lnTo>
                  <a:pt x="1100" y="5726"/>
                </a:lnTo>
                <a:lnTo>
                  <a:pt x="1099" y="5743"/>
                </a:lnTo>
                <a:lnTo>
                  <a:pt x="1092" y="5762"/>
                </a:lnTo>
                <a:lnTo>
                  <a:pt x="1085" y="5769"/>
                </a:lnTo>
                <a:lnTo>
                  <a:pt x="1082" y="5770"/>
                </a:lnTo>
                <a:lnTo>
                  <a:pt x="1076" y="5768"/>
                </a:lnTo>
                <a:lnTo>
                  <a:pt x="1066" y="5751"/>
                </a:lnTo>
                <a:lnTo>
                  <a:pt x="1060" y="5722"/>
                </a:lnTo>
                <a:lnTo>
                  <a:pt x="1059" y="5686"/>
                </a:lnTo>
                <a:lnTo>
                  <a:pt x="1062" y="5667"/>
                </a:lnTo>
                <a:lnTo>
                  <a:pt x="1062" y="5652"/>
                </a:lnTo>
                <a:lnTo>
                  <a:pt x="1044" y="5613"/>
                </a:lnTo>
                <a:lnTo>
                  <a:pt x="1012" y="5565"/>
                </a:lnTo>
                <a:lnTo>
                  <a:pt x="967" y="5515"/>
                </a:lnTo>
                <a:lnTo>
                  <a:pt x="942" y="5493"/>
                </a:lnTo>
                <a:lnTo>
                  <a:pt x="918" y="5469"/>
                </a:lnTo>
                <a:lnTo>
                  <a:pt x="889" y="5434"/>
                </a:lnTo>
                <a:lnTo>
                  <a:pt x="884" y="5420"/>
                </a:lnTo>
                <a:lnTo>
                  <a:pt x="889" y="5417"/>
                </a:lnTo>
                <a:lnTo>
                  <a:pt x="907" y="5425"/>
                </a:lnTo>
                <a:lnTo>
                  <a:pt x="930" y="5442"/>
                </a:lnTo>
                <a:lnTo>
                  <a:pt x="951" y="5457"/>
                </a:lnTo>
                <a:lnTo>
                  <a:pt x="989" y="5477"/>
                </a:lnTo>
                <a:lnTo>
                  <a:pt x="1001" y="5480"/>
                </a:lnTo>
                <a:close/>
                <a:moveTo>
                  <a:pt x="3647" y="5480"/>
                </a:moveTo>
                <a:lnTo>
                  <a:pt x="3650" y="5486"/>
                </a:lnTo>
                <a:lnTo>
                  <a:pt x="3646" y="5497"/>
                </a:lnTo>
                <a:lnTo>
                  <a:pt x="3640" y="5498"/>
                </a:lnTo>
                <a:lnTo>
                  <a:pt x="3632" y="5497"/>
                </a:lnTo>
                <a:lnTo>
                  <a:pt x="3621" y="5486"/>
                </a:lnTo>
                <a:lnTo>
                  <a:pt x="3620" y="5480"/>
                </a:lnTo>
                <a:lnTo>
                  <a:pt x="3620" y="5472"/>
                </a:lnTo>
                <a:lnTo>
                  <a:pt x="3624" y="5462"/>
                </a:lnTo>
                <a:lnTo>
                  <a:pt x="3628" y="5461"/>
                </a:lnTo>
                <a:lnTo>
                  <a:pt x="3632" y="5462"/>
                </a:lnTo>
                <a:lnTo>
                  <a:pt x="3643" y="5472"/>
                </a:lnTo>
                <a:lnTo>
                  <a:pt x="3647" y="5480"/>
                </a:lnTo>
                <a:close/>
                <a:moveTo>
                  <a:pt x="702" y="5498"/>
                </a:moveTo>
                <a:lnTo>
                  <a:pt x="699" y="5511"/>
                </a:lnTo>
                <a:lnTo>
                  <a:pt x="694" y="5515"/>
                </a:lnTo>
                <a:lnTo>
                  <a:pt x="684" y="5511"/>
                </a:lnTo>
                <a:lnTo>
                  <a:pt x="674" y="5498"/>
                </a:lnTo>
                <a:lnTo>
                  <a:pt x="671" y="5490"/>
                </a:lnTo>
                <a:lnTo>
                  <a:pt x="675" y="5481"/>
                </a:lnTo>
                <a:lnTo>
                  <a:pt x="681" y="5480"/>
                </a:lnTo>
                <a:lnTo>
                  <a:pt x="690" y="5481"/>
                </a:lnTo>
                <a:lnTo>
                  <a:pt x="700" y="5490"/>
                </a:lnTo>
                <a:lnTo>
                  <a:pt x="702" y="5498"/>
                </a:lnTo>
                <a:close/>
                <a:moveTo>
                  <a:pt x="610" y="5515"/>
                </a:moveTo>
                <a:lnTo>
                  <a:pt x="609" y="5530"/>
                </a:lnTo>
                <a:lnTo>
                  <a:pt x="604" y="5534"/>
                </a:lnTo>
                <a:lnTo>
                  <a:pt x="593" y="5530"/>
                </a:lnTo>
                <a:lnTo>
                  <a:pt x="583" y="5515"/>
                </a:lnTo>
                <a:lnTo>
                  <a:pt x="581" y="5508"/>
                </a:lnTo>
                <a:lnTo>
                  <a:pt x="584" y="5498"/>
                </a:lnTo>
                <a:lnTo>
                  <a:pt x="591" y="5498"/>
                </a:lnTo>
                <a:lnTo>
                  <a:pt x="598" y="5498"/>
                </a:lnTo>
                <a:lnTo>
                  <a:pt x="609" y="5508"/>
                </a:lnTo>
                <a:lnTo>
                  <a:pt x="610" y="5515"/>
                </a:lnTo>
                <a:close/>
                <a:moveTo>
                  <a:pt x="909" y="5588"/>
                </a:moveTo>
                <a:lnTo>
                  <a:pt x="914" y="5599"/>
                </a:lnTo>
                <a:lnTo>
                  <a:pt x="908" y="5617"/>
                </a:lnTo>
                <a:lnTo>
                  <a:pt x="903" y="5621"/>
                </a:lnTo>
                <a:lnTo>
                  <a:pt x="893" y="5625"/>
                </a:lnTo>
                <a:lnTo>
                  <a:pt x="883" y="5637"/>
                </a:lnTo>
                <a:lnTo>
                  <a:pt x="885" y="5650"/>
                </a:lnTo>
                <a:lnTo>
                  <a:pt x="898" y="5660"/>
                </a:lnTo>
                <a:lnTo>
                  <a:pt x="909" y="5661"/>
                </a:lnTo>
                <a:lnTo>
                  <a:pt x="920" y="5660"/>
                </a:lnTo>
                <a:lnTo>
                  <a:pt x="933" y="5651"/>
                </a:lnTo>
                <a:lnTo>
                  <a:pt x="933" y="5645"/>
                </a:lnTo>
                <a:lnTo>
                  <a:pt x="931" y="5638"/>
                </a:lnTo>
                <a:lnTo>
                  <a:pt x="936" y="5628"/>
                </a:lnTo>
                <a:lnTo>
                  <a:pt x="942" y="5626"/>
                </a:lnTo>
                <a:lnTo>
                  <a:pt x="947" y="5626"/>
                </a:lnTo>
                <a:lnTo>
                  <a:pt x="954" y="5633"/>
                </a:lnTo>
                <a:lnTo>
                  <a:pt x="955" y="5651"/>
                </a:lnTo>
                <a:lnTo>
                  <a:pt x="943" y="5685"/>
                </a:lnTo>
                <a:lnTo>
                  <a:pt x="921" y="5714"/>
                </a:lnTo>
                <a:lnTo>
                  <a:pt x="908" y="5722"/>
                </a:lnTo>
                <a:lnTo>
                  <a:pt x="897" y="5725"/>
                </a:lnTo>
                <a:lnTo>
                  <a:pt x="889" y="5721"/>
                </a:lnTo>
                <a:lnTo>
                  <a:pt x="892" y="5713"/>
                </a:lnTo>
                <a:lnTo>
                  <a:pt x="893" y="5709"/>
                </a:lnTo>
                <a:lnTo>
                  <a:pt x="889" y="5694"/>
                </a:lnTo>
                <a:lnTo>
                  <a:pt x="867" y="5663"/>
                </a:lnTo>
                <a:lnTo>
                  <a:pt x="843" y="5640"/>
                </a:lnTo>
                <a:lnTo>
                  <a:pt x="809" y="5610"/>
                </a:lnTo>
                <a:lnTo>
                  <a:pt x="799" y="5593"/>
                </a:lnTo>
                <a:lnTo>
                  <a:pt x="812" y="5594"/>
                </a:lnTo>
                <a:lnTo>
                  <a:pt x="824" y="5597"/>
                </a:lnTo>
                <a:lnTo>
                  <a:pt x="848" y="5603"/>
                </a:lnTo>
                <a:lnTo>
                  <a:pt x="859" y="5599"/>
                </a:lnTo>
                <a:lnTo>
                  <a:pt x="854" y="5585"/>
                </a:lnTo>
                <a:lnTo>
                  <a:pt x="848" y="5574"/>
                </a:lnTo>
                <a:lnTo>
                  <a:pt x="832" y="5542"/>
                </a:lnTo>
                <a:lnTo>
                  <a:pt x="828" y="5526"/>
                </a:lnTo>
                <a:lnTo>
                  <a:pt x="829" y="5523"/>
                </a:lnTo>
                <a:lnTo>
                  <a:pt x="834" y="5522"/>
                </a:lnTo>
                <a:lnTo>
                  <a:pt x="852" y="5530"/>
                </a:lnTo>
                <a:lnTo>
                  <a:pt x="880" y="5551"/>
                </a:lnTo>
                <a:lnTo>
                  <a:pt x="904" y="5577"/>
                </a:lnTo>
                <a:lnTo>
                  <a:pt x="909" y="5588"/>
                </a:lnTo>
                <a:close/>
                <a:moveTo>
                  <a:pt x="566" y="5570"/>
                </a:moveTo>
                <a:lnTo>
                  <a:pt x="568" y="5577"/>
                </a:lnTo>
                <a:lnTo>
                  <a:pt x="558" y="5587"/>
                </a:lnTo>
                <a:lnTo>
                  <a:pt x="547" y="5588"/>
                </a:lnTo>
                <a:lnTo>
                  <a:pt x="536" y="5587"/>
                </a:lnTo>
                <a:lnTo>
                  <a:pt x="526" y="5577"/>
                </a:lnTo>
                <a:lnTo>
                  <a:pt x="529" y="5570"/>
                </a:lnTo>
                <a:lnTo>
                  <a:pt x="538" y="5556"/>
                </a:lnTo>
                <a:lnTo>
                  <a:pt x="547" y="5552"/>
                </a:lnTo>
                <a:lnTo>
                  <a:pt x="555" y="5556"/>
                </a:lnTo>
                <a:lnTo>
                  <a:pt x="566" y="5570"/>
                </a:lnTo>
                <a:close/>
                <a:moveTo>
                  <a:pt x="792" y="5559"/>
                </a:moveTo>
                <a:lnTo>
                  <a:pt x="791" y="5563"/>
                </a:lnTo>
                <a:lnTo>
                  <a:pt x="781" y="5574"/>
                </a:lnTo>
                <a:lnTo>
                  <a:pt x="773" y="5580"/>
                </a:lnTo>
                <a:lnTo>
                  <a:pt x="767" y="5582"/>
                </a:lnTo>
                <a:lnTo>
                  <a:pt x="757" y="5578"/>
                </a:lnTo>
                <a:lnTo>
                  <a:pt x="756" y="5572"/>
                </a:lnTo>
                <a:lnTo>
                  <a:pt x="757" y="5564"/>
                </a:lnTo>
                <a:lnTo>
                  <a:pt x="767" y="5554"/>
                </a:lnTo>
                <a:lnTo>
                  <a:pt x="773" y="5552"/>
                </a:lnTo>
                <a:lnTo>
                  <a:pt x="781" y="5552"/>
                </a:lnTo>
                <a:lnTo>
                  <a:pt x="791" y="5557"/>
                </a:lnTo>
                <a:lnTo>
                  <a:pt x="792" y="5559"/>
                </a:lnTo>
                <a:close/>
                <a:moveTo>
                  <a:pt x="1118" y="5570"/>
                </a:moveTo>
                <a:lnTo>
                  <a:pt x="1117" y="5577"/>
                </a:lnTo>
                <a:lnTo>
                  <a:pt x="1107" y="5587"/>
                </a:lnTo>
                <a:lnTo>
                  <a:pt x="1100" y="5588"/>
                </a:lnTo>
                <a:lnTo>
                  <a:pt x="1093" y="5587"/>
                </a:lnTo>
                <a:lnTo>
                  <a:pt x="1083" y="5577"/>
                </a:lnTo>
                <a:lnTo>
                  <a:pt x="1082" y="5570"/>
                </a:lnTo>
                <a:lnTo>
                  <a:pt x="1083" y="5562"/>
                </a:lnTo>
                <a:lnTo>
                  <a:pt x="1093" y="5552"/>
                </a:lnTo>
                <a:lnTo>
                  <a:pt x="1100" y="5552"/>
                </a:lnTo>
                <a:lnTo>
                  <a:pt x="1107" y="5552"/>
                </a:lnTo>
                <a:lnTo>
                  <a:pt x="1117" y="5562"/>
                </a:lnTo>
                <a:lnTo>
                  <a:pt x="1118" y="5570"/>
                </a:lnTo>
                <a:close/>
                <a:moveTo>
                  <a:pt x="3742" y="5610"/>
                </a:moveTo>
                <a:lnTo>
                  <a:pt x="3740" y="5614"/>
                </a:lnTo>
                <a:lnTo>
                  <a:pt x="3736" y="5615"/>
                </a:lnTo>
                <a:lnTo>
                  <a:pt x="3733" y="5606"/>
                </a:lnTo>
                <a:lnTo>
                  <a:pt x="3732" y="5588"/>
                </a:lnTo>
                <a:lnTo>
                  <a:pt x="3733" y="5571"/>
                </a:lnTo>
                <a:lnTo>
                  <a:pt x="3736" y="5560"/>
                </a:lnTo>
                <a:lnTo>
                  <a:pt x="3740" y="5561"/>
                </a:lnTo>
                <a:lnTo>
                  <a:pt x="3742" y="5564"/>
                </a:lnTo>
                <a:lnTo>
                  <a:pt x="3744" y="5575"/>
                </a:lnTo>
                <a:lnTo>
                  <a:pt x="3744" y="5600"/>
                </a:lnTo>
                <a:lnTo>
                  <a:pt x="3742" y="5610"/>
                </a:lnTo>
                <a:close/>
                <a:moveTo>
                  <a:pt x="4289" y="5599"/>
                </a:moveTo>
                <a:lnTo>
                  <a:pt x="4280" y="5609"/>
                </a:lnTo>
                <a:lnTo>
                  <a:pt x="4262" y="5617"/>
                </a:lnTo>
                <a:lnTo>
                  <a:pt x="4247" y="5610"/>
                </a:lnTo>
                <a:lnTo>
                  <a:pt x="4237" y="5593"/>
                </a:lnTo>
                <a:lnTo>
                  <a:pt x="4237" y="5580"/>
                </a:lnTo>
                <a:lnTo>
                  <a:pt x="4237" y="5574"/>
                </a:lnTo>
                <a:lnTo>
                  <a:pt x="4241" y="5567"/>
                </a:lnTo>
                <a:lnTo>
                  <a:pt x="4256" y="5562"/>
                </a:lnTo>
                <a:lnTo>
                  <a:pt x="4273" y="5564"/>
                </a:lnTo>
                <a:lnTo>
                  <a:pt x="4291" y="5570"/>
                </a:lnTo>
                <a:lnTo>
                  <a:pt x="4299" y="5582"/>
                </a:lnTo>
                <a:lnTo>
                  <a:pt x="4294" y="5592"/>
                </a:lnTo>
                <a:lnTo>
                  <a:pt x="4289" y="5599"/>
                </a:lnTo>
                <a:close/>
                <a:moveTo>
                  <a:pt x="1045" y="5646"/>
                </a:moveTo>
                <a:lnTo>
                  <a:pt x="1045" y="5650"/>
                </a:lnTo>
                <a:lnTo>
                  <a:pt x="1041" y="5653"/>
                </a:lnTo>
                <a:lnTo>
                  <a:pt x="1029" y="5650"/>
                </a:lnTo>
                <a:lnTo>
                  <a:pt x="1018" y="5643"/>
                </a:lnTo>
                <a:lnTo>
                  <a:pt x="1008" y="5633"/>
                </a:lnTo>
                <a:lnTo>
                  <a:pt x="993" y="5611"/>
                </a:lnTo>
                <a:lnTo>
                  <a:pt x="991" y="5602"/>
                </a:lnTo>
                <a:lnTo>
                  <a:pt x="992" y="5599"/>
                </a:lnTo>
                <a:lnTo>
                  <a:pt x="996" y="5596"/>
                </a:lnTo>
                <a:lnTo>
                  <a:pt x="1008" y="5598"/>
                </a:lnTo>
                <a:lnTo>
                  <a:pt x="1018" y="5607"/>
                </a:lnTo>
                <a:lnTo>
                  <a:pt x="1029" y="5617"/>
                </a:lnTo>
                <a:lnTo>
                  <a:pt x="1044" y="5638"/>
                </a:lnTo>
                <a:lnTo>
                  <a:pt x="1045" y="5646"/>
                </a:lnTo>
                <a:close/>
                <a:moveTo>
                  <a:pt x="465" y="5624"/>
                </a:moveTo>
                <a:lnTo>
                  <a:pt x="464" y="5632"/>
                </a:lnTo>
                <a:lnTo>
                  <a:pt x="455" y="5642"/>
                </a:lnTo>
                <a:lnTo>
                  <a:pt x="447" y="5643"/>
                </a:lnTo>
                <a:lnTo>
                  <a:pt x="440" y="5642"/>
                </a:lnTo>
                <a:lnTo>
                  <a:pt x="431" y="5632"/>
                </a:lnTo>
                <a:lnTo>
                  <a:pt x="430" y="5624"/>
                </a:lnTo>
                <a:lnTo>
                  <a:pt x="431" y="5617"/>
                </a:lnTo>
                <a:lnTo>
                  <a:pt x="440" y="5607"/>
                </a:lnTo>
                <a:lnTo>
                  <a:pt x="447" y="5607"/>
                </a:lnTo>
                <a:lnTo>
                  <a:pt x="455" y="5607"/>
                </a:lnTo>
                <a:lnTo>
                  <a:pt x="464" y="5617"/>
                </a:lnTo>
                <a:lnTo>
                  <a:pt x="465" y="5624"/>
                </a:lnTo>
                <a:close/>
                <a:moveTo>
                  <a:pt x="1240" y="5646"/>
                </a:moveTo>
                <a:lnTo>
                  <a:pt x="1236" y="5655"/>
                </a:lnTo>
                <a:lnTo>
                  <a:pt x="1229" y="5648"/>
                </a:lnTo>
                <a:lnTo>
                  <a:pt x="1229" y="5635"/>
                </a:lnTo>
                <a:lnTo>
                  <a:pt x="1228" y="5622"/>
                </a:lnTo>
                <a:lnTo>
                  <a:pt x="1232" y="5611"/>
                </a:lnTo>
                <a:lnTo>
                  <a:pt x="1236" y="5610"/>
                </a:lnTo>
                <a:lnTo>
                  <a:pt x="1238" y="5612"/>
                </a:lnTo>
                <a:lnTo>
                  <a:pt x="1241" y="5618"/>
                </a:lnTo>
                <a:lnTo>
                  <a:pt x="1243" y="5636"/>
                </a:lnTo>
                <a:lnTo>
                  <a:pt x="1240" y="5646"/>
                </a:lnTo>
                <a:close/>
                <a:moveTo>
                  <a:pt x="596" y="5643"/>
                </a:moveTo>
                <a:lnTo>
                  <a:pt x="601" y="5649"/>
                </a:lnTo>
                <a:lnTo>
                  <a:pt x="629" y="5662"/>
                </a:lnTo>
                <a:lnTo>
                  <a:pt x="647" y="5664"/>
                </a:lnTo>
                <a:lnTo>
                  <a:pt x="659" y="5665"/>
                </a:lnTo>
                <a:lnTo>
                  <a:pt x="677" y="5671"/>
                </a:lnTo>
                <a:lnTo>
                  <a:pt x="687" y="5682"/>
                </a:lnTo>
                <a:lnTo>
                  <a:pt x="692" y="5699"/>
                </a:lnTo>
                <a:lnTo>
                  <a:pt x="692" y="5710"/>
                </a:lnTo>
                <a:lnTo>
                  <a:pt x="692" y="5726"/>
                </a:lnTo>
                <a:lnTo>
                  <a:pt x="684" y="5747"/>
                </a:lnTo>
                <a:lnTo>
                  <a:pt x="672" y="5750"/>
                </a:lnTo>
                <a:lnTo>
                  <a:pt x="658" y="5737"/>
                </a:lnTo>
                <a:lnTo>
                  <a:pt x="653" y="5722"/>
                </a:lnTo>
                <a:lnTo>
                  <a:pt x="647" y="5712"/>
                </a:lnTo>
                <a:lnTo>
                  <a:pt x="630" y="5702"/>
                </a:lnTo>
                <a:lnTo>
                  <a:pt x="620" y="5705"/>
                </a:lnTo>
                <a:lnTo>
                  <a:pt x="614" y="5705"/>
                </a:lnTo>
                <a:lnTo>
                  <a:pt x="604" y="5701"/>
                </a:lnTo>
                <a:lnTo>
                  <a:pt x="586" y="5686"/>
                </a:lnTo>
                <a:lnTo>
                  <a:pt x="576" y="5668"/>
                </a:lnTo>
                <a:lnTo>
                  <a:pt x="569" y="5650"/>
                </a:lnTo>
                <a:lnTo>
                  <a:pt x="567" y="5632"/>
                </a:lnTo>
                <a:lnTo>
                  <a:pt x="570" y="5625"/>
                </a:lnTo>
                <a:lnTo>
                  <a:pt x="572" y="5624"/>
                </a:lnTo>
                <a:lnTo>
                  <a:pt x="580" y="5625"/>
                </a:lnTo>
                <a:lnTo>
                  <a:pt x="593" y="5635"/>
                </a:lnTo>
                <a:lnTo>
                  <a:pt x="596" y="5643"/>
                </a:lnTo>
                <a:close/>
                <a:moveTo>
                  <a:pt x="3774" y="5787"/>
                </a:moveTo>
                <a:lnTo>
                  <a:pt x="3780" y="5825"/>
                </a:lnTo>
                <a:lnTo>
                  <a:pt x="3779" y="5851"/>
                </a:lnTo>
                <a:lnTo>
                  <a:pt x="3773" y="5855"/>
                </a:lnTo>
                <a:lnTo>
                  <a:pt x="3769" y="5851"/>
                </a:lnTo>
                <a:lnTo>
                  <a:pt x="3760" y="5837"/>
                </a:lnTo>
                <a:lnTo>
                  <a:pt x="3744" y="5774"/>
                </a:lnTo>
                <a:lnTo>
                  <a:pt x="3737" y="5733"/>
                </a:lnTo>
                <a:lnTo>
                  <a:pt x="3735" y="5695"/>
                </a:lnTo>
                <a:lnTo>
                  <a:pt x="3737" y="5668"/>
                </a:lnTo>
                <a:lnTo>
                  <a:pt x="3741" y="5665"/>
                </a:lnTo>
                <a:lnTo>
                  <a:pt x="3751" y="5682"/>
                </a:lnTo>
                <a:lnTo>
                  <a:pt x="3766" y="5742"/>
                </a:lnTo>
                <a:lnTo>
                  <a:pt x="3774" y="5787"/>
                </a:lnTo>
                <a:close/>
                <a:moveTo>
                  <a:pt x="3674" y="5678"/>
                </a:moveTo>
                <a:lnTo>
                  <a:pt x="3673" y="5686"/>
                </a:lnTo>
                <a:lnTo>
                  <a:pt x="3662" y="5696"/>
                </a:lnTo>
                <a:lnTo>
                  <a:pt x="3655" y="5697"/>
                </a:lnTo>
                <a:lnTo>
                  <a:pt x="3648" y="5696"/>
                </a:lnTo>
                <a:lnTo>
                  <a:pt x="3644" y="5686"/>
                </a:lnTo>
                <a:lnTo>
                  <a:pt x="3647" y="5678"/>
                </a:lnTo>
                <a:lnTo>
                  <a:pt x="3652" y="5671"/>
                </a:lnTo>
                <a:lnTo>
                  <a:pt x="3662" y="5661"/>
                </a:lnTo>
                <a:lnTo>
                  <a:pt x="3667" y="5661"/>
                </a:lnTo>
                <a:lnTo>
                  <a:pt x="3670" y="5661"/>
                </a:lnTo>
                <a:lnTo>
                  <a:pt x="3674" y="5671"/>
                </a:lnTo>
                <a:lnTo>
                  <a:pt x="3674" y="5678"/>
                </a:lnTo>
                <a:close/>
                <a:moveTo>
                  <a:pt x="3519" y="5749"/>
                </a:moveTo>
                <a:lnTo>
                  <a:pt x="3513" y="5751"/>
                </a:lnTo>
                <a:lnTo>
                  <a:pt x="3495" y="5743"/>
                </a:lnTo>
                <a:lnTo>
                  <a:pt x="3473" y="5723"/>
                </a:lnTo>
                <a:lnTo>
                  <a:pt x="3459" y="5702"/>
                </a:lnTo>
                <a:lnTo>
                  <a:pt x="3457" y="5695"/>
                </a:lnTo>
                <a:lnTo>
                  <a:pt x="3457" y="5693"/>
                </a:lnTo>
                <a:lnTo>
                  <a:pt x="3462" y="5692"/>
                </a:lnTo>
                <a:lnTo>
                  <a:pt x="3476" y="5698"/>
                </a:lnTo>
                <a:lnTo>
                  <a:pt x="3489" y="5710"/>
                </a:lnTo>
                <a:lnTo>
                  <a:pt x="3503" y="5723"/>
                </a:lnTo>
                <a:lnTo>
                  <a:pt x="3518" y="5745"/>
                </a:lnTo>
                <a:lnTo>
                  <a:pt x="3519" y="5749"/>
                </a:lnTo>
                <a:close/>
                <a:moveTo>
                  <a:pt x="3696" y="5773"/>
                </a:moveTo>
                <a:lnTo>
                  <a:pt x="3691" y="5777"/>
                </a:lnTo>
                <a:lnTo>
                  <a:pt x="3685" y="5781"/>
                </a:lnTo>
                <a:lnTo>
                  <a:pt x="3683" y="5770"/>
                </a:lnTo>
                <a:lnTo>
                  <a:pt x="3687" y="5749"/>
                </a:lnTo>
                <a:lnTo>
                  <a:pt x="3693" y="5734"/>
                </a:lnTo>
                <a:lnTo>
                  <a:pt x="3700" y="5724"/>
                </a:lnTo>
                <a:lnTo>
                  <a:pt x="3705" y="5726"/>
                </a:lnTo>
                <a:lnTo>
                  <a:pt x="3707" y="5732"/>
                </a:lnTo>
                <a:lnTo>
                  <a:pt x="3708" y="5742"/>
                </a:lnTo>
                <a:lnTo>
                  <a:pt x="3703" y="5764"/>
                </a:lnTo>
                <a:lnTo>
                  <a:pt x="3696" y="5773"/>
                </a:lnTo>
                <a:close/>
                <a:moveTo>
                  <a:pt x="955" y="5771"/>
                </a:moveTo>
                <a:lnTo>
                  <a:pt x="954" y="5785"/>
                </a:lnTo>
                <a:lnTo>
                  <a:pt x="947" y="5797"/>
                </a:lnTo>
                <a:lnTo>
                  <a:pt x="941" y="5798"/>
                </a:lnTo>
                <a:lnTo>
                  <a:pt x="936" y="5797"/>
                </a:lnTo>
                <a:lnTo>
                  <a:pt x="930" y="5790"/>
                </a:lnTo>
                <a:lnTo>
                  <a:pt x="920" y="5770"/>
                </a:lnTo>
                <a:lnTo>
                  <a:pt x="919" y="5759"/>
                </a:lnTo>
                <a:lnTo>
                  <a:pt x="920" y="5748"/>
                </a:lnTo>
                <a:lnTo>
                  <a:pt x="930" y="5735"/>
                </a:lnTo>
                <a:lnTo>
                  <a:pt x="936" y="5733"/>
                </a:lnTo>
                <a:lnTo>
                  <a:pt x="944" y="5735"/>
                </a:lnTo>
                <a:lnTo>
                  <a:pt x="954" y="5756"/>
                </a:lnTo>
                <a:lnTo>
                  <a:pt x="955" y="5771"/>
                </a:lnTo>
                <a:close/>
                <a:moveTo>
                  <a:pt x="1263" y="5787"/>
                </a:moveTo>
                <a:lnTo>
                  <a:pt x="1272" y="5803"/>
                </a:lnTo>
                <a:lnTo>
                  <a:pt x="1273" y="5819"/>
                </a:lnTo>
                <a:lnTo>
                  <a:pt x="1268" y="5823"/>
                </a:lnTo>
                <a:lnTo>
                  <a:pt x="1265" y="5824"/>
                </a:lnTo>
                <a:lnTo>
                  <a:pt x="1256" y="5822"/>
                </a:lnTo>
                <a:lnTo>
                  <a:pt x="1236" y="5802"/>
                </a:lnTo>
                <a:lnTo>
                  <a:pt x="1227" y="5787"/>
                </a:lnTo>
                <a:lnTo>
                  <a:pt x="1219" y="5771"/>
                </a:lnTo>
                <a:lnTo>
                  <a:pt x="1217" y="5757"/>
                </a:lnTo>
                <a:lnTo>
                  <a:pt x="1221" y="5751"/>
                </a:lnTo>
                <a:lnTo>
                  <a:pt x="1225" y="5751"/>
                </a:lnTo>
                <a:lnTo>
                  <a:pt x="1233" y="5753"/>
                </a:lnTo>
                <a:lnTo>
                  <a:pt x="1254" y="5773"/>
                </a:lnTo>
                <a:lnTo>
                  <a:pt x="1263" y="5787"/>
                </a:lnTo>
                <a:close/>
                <a:moveTo>
                  <a:pt x="3617" y="5773"/>
                </a:moveTo>
                <a:lnTo>
                  <a:pt x="3625" y="5784"/>
                </a:lnTo>
                <a:lnTo>
                  <a:pt x="3635" y="5813"/>
                </a:lnTo>
                <a:lnTo>
                  <a:pt x="3637" y="5840"/>
                </a:lnTo>
                <a:lnTo>
                  <a:pt x="3631" y="5852"/>
                </a:lnTo>
                <a:lnTo>
                  <a:pt x="3624" y="5853"/>
                </a:lnTo>
                <a:lnTo>
                  <a:pt x="3620" y="5851"/>
                </a:lnTo>
                <a:lnTo>
                  <a:pt x="3613" y="5845"/>
                </a:lnTo>
                <a:lnTo>
                  <a:pt x="3603" y="5820"/>
                </a:lnTo>
                <a:lnTo>
                  <a:pt x="3601" y="5806"/>
                </a:lnTo>
                <a:lnTo>
                  <a:pt x="3600" y="5792"/>
                </a:lnTo>
                <a:lnTo>
                  <a:pt x="3583" y="5769"/>
                </a:lnTo>
                <a:lnTo>
                  <a:pt x="3571" y="5764"/>
                </a:lnTo>
                <a:lnTo>
                  <a:pt x="3555" y="5759"/>
                </a:lnTo>
                <a:lnTo>
                  <a:pt x="3554" y="5755"/>
                </a:lnTo>
                <a:lnTo>
                  <a:pt x="3568" y="5753"/>
                </a:lnTo>
                <a:lnTo>
                  <a:pt x="3579" y="5753"/>
                </a:lnTo>
                <a:lnTo>
                  <a:pt x="3606" y="5764"/>
                </a:lnTo>
                <a:lnTo>
                  <a:pt x="3617" y="5773"/>
                </a:lnTo>
                <a:close/>
                <a:moveTo>
                  <a:pt x="746" y="5784"/>
                </a:moveTo>
                <a:lnTo>
                  <a:pt x="753" y="5790"/>
                </a:lnTo>
                <a:lnTo>
                  <a:pt x="764" y="5814"/>
                </a:lnTo>
                <a:lnTo>
                  <a:pt x="773" y="5873"/>
                </a:lnTo>
                <a:lnTo>
                  <a:pt x="773" y="5927"/>
                </a:lnTo>
                <a:lnTo>
                  <a:pt x="775" y="5943"/>
                </a:lnTo>
                <a:lnTo>
                  <a:pt x="789" y="5963"/>
                </a:lnTo>
                <a:lnTo>
                  <a:pt x="808" y="5969"/>
                </a:lnTo>
                <a:lnTo>
                  <a:pt x="827" y="5959"/>
                </a:lnTo>
                <a:lnTo>
                  <a:pt x="833" y="5945"/>
                </a:lnTo>
                <a:lnTo>
                  <a:pt x="837" y="5937"/>
                </a:lnTo>
                <a:lnTo>
                  <a:pt x="844" y="5943"/>
                </a:lnTo>
                <a:lnTo>
                  <a:pt x="844" y="5955"/>
                </a:lnTo>
                <a:lnTo>
                  <a:pt x="845" y="5968"/>
                </a:lnTo>
                <a:lnTo>
                  <a:pt x="835" y="5985"/>
                </a:lnTo>
                <a:lnTo>
                  <a:pt x="828" y="5987"/>
                </a:lnTo>
                <a:lnTo>
                  <a:pt x="826" y="5987"/>
                </a:lnTo>
                <a:lnTo>
                  <a:pt x="824" y="5993"/>
                </a:lnTo>
                <a:lnTo>
                  <a:pt x="833" y="6009"/>
                </a:lnTo>
                <a:lnTo>
                  <a:pt x="848" y="6025"/>
                </a:lnTo>
                <a:lnTo>
                  <a:pt x="863" y="6040"/>
                </a:lnTo>
                <a:lnTo>
                  <a:pt x="874" y="6061"/>
                </a:lnTo>
                <a:lnTo>
                  <a:pt x="876" y="6071"/>
                </a:lnTo>
                <a:lnTo>
                  <a:pt x="873" y="6074"/>
                </a:lnTo>
                <a:lnTo>
                  <a:pt x="870" y="6076"/>
                </a:lnTo>
                <a:lnTo>
                  <a:pt x="863" y="6075"/>
                </a:lnTo>
                <a:lnTo>
                  <a:pt x="848" y="6066"/>
                </a:lnTo>
                <a:lnTo>
                  <a:pt x="839" y="6056"/>
                </a:lnTo>
                <a:lnTo>
                  <a:pt x="829" y="6044"/>
                </a:lnTo>
                <a:lnTo>
                  <a:pt x="811" y="6031"/>
                </a:lnTo>
                <a:lnTo>
                  <a:pt x="806" y="6032"/>
                </a:lnTo>
                <a:lnTo>
                  <a:pt x="804" y="6033"/>
                </a:lnTo>
                <a:lnTo>
                  <a:pt x="794" y="6023"/>
                </a:lnTo>
                <a:lnTo>
                  <a:pt x="774" y="5987"/>
                </a:lnTo>
                <a:lnTo>
                  <a:pt x="759" y="5950"/>
                </a:lnTo>
                <a:lnTo>
                  <a:pt x="743" y="5914"/>
                </a:lnTo>
                <a:lnTo>
                  <a:pt x="717" y="5875"/>
                </a:lnTo>
                <a:lnTo>
                  <a:pt x="702" y="5861"/>
                </a:lnTo>
                <a:lnTo>
                  <a:pt x="696" y="5860"/>
                </a:lnTo>
                <a:lnTo>
                  <a:pt x="684" y="5859"/>
                </a:lnTo>
                <a:lnTo>
                  <a:pt x="663" y="5843"/>
                </a:lnTo>
                <a:lnTo>
                  <a:pt x="658" y="5831"/>
                </a:lnTo>
                <a:lnTo>
                  <a:pt x="654" y="5817"/>
                </a:lnTo>
                <a:lnTo>
                  <a:pt x="661" y="5808"/>
                </a:lnTo>
                <a:lnTo>
                  <a:pt x="674" y="5813"/>
                </a:lnTo>
                <a:lnTo>
                  <a:pt x="685" y="5815"/>
                </a:lnTo>
                <a:lnTo>
                  <a:pt x="699" y="5808"/>
                </a:lnTo>
                <a:lnTo>
                  <a:pt x="702" y="5797"/>
                </a:lnTo>
                <a:lnTo>
                  <a:pt x="702" y="5786"/>
                </a:lnTo>
                <a:lnTo>
                  <a:pt x="708" y="5774"/>
                </a:lnTo>
                <a:lnTo>
                  <a:pt x="719" y="5770"/>
                </a:lnTo>
                <a:lnTo>
                  <a:pt x="736" y="5776"/>
                </a:lnTo>
                <a:lnTo>
                  <a:pt x="746" y="5784"/>
                </a:lnTo>
                <a:close/>
                <a:moveTo>
                  <a:pt x="525" y="5860"/>
                </a:moveTo>
                <a:lnTo>
                  <a:pt x="519" y="5896"/>
                </a:lnTo>
                <a:lnTo>
                  <a:pt x="510" y="5907"/>
                </a:lnTo>
                <a:lnTo>
                  <a:pt x="504" y="5893"/>
                </a:lnTo>
                <a:lnTo>
                  <a:pt x="498" y="5880"/>
                </a:lnTo>
                <a:lnTo>
                  <a:pt x="493" y="5860"/>
                </a:lnTo>
                <a:lnTo>
                  <a:pt x="495" y="5824"/>
                </a:lnTo>
                <a:lnTo>
                  <a:pt x="504" y="5811"/>
                </a:lnTo>
                <a:lnTo>
                  <a:pt x="514" y="5800"/>
                </a:lnTo>
                <a:lnTo>
                  <a:pt x="525" y="5793"/>
                </a:lnTo>
                <a:lnTo>
                  <a:pt x="530" y="5795"/>
                </a:lnTo>
                <a:lnTo>
                  <a:pt x="533" y="5805"/>
                </a:lnTo>
                <a:lnTo>
                  <a:pt x="530" y="5836"/>
                </a:lnTo>
                <a:lnTo>
                  <a:pt x="525" y="5860"/>
                </a:lnTo>
                <a:close/>
                <a:moveTo>
                  <a:pt x="3734" y="5855"/>
                </a:moveTo>
                <a:lnTo>
                  <a:pt x="3740" y="5887"/>
                </a:lnTo>
                <a:lnTo>
                  <a:pt x="3735" y="5915"/>
                </a:lnTo>
                <a:lnTo>
                  <a:pt x="3728" y="5918"/>
                </a:lnTo>
                <a:lnTo>
                  <a:pt x="3721" y="5912"/>
                </a:lnTo>
                <a:lnTo>
                  <a:pt x="3716" y="5903"/>
                </a:lnTo>
                <a:lnTo>
                  <a:pt x="3706" y="5870"/>
                </a:lnTo>
                <a:lnTo>
                  <a:pt x="3702" y="5834"/>
                </a:lnTo>
                <a:lnTo>
                  <a:pt x="3704" y="5808"/>
                </a:lnTo>
                <a:lnTo>
                  <a:pt x="3709" y="5806"/>
                </a:lnTo>
                <a:lnTo>
                  <a:pt x="3716" y="5808"/>
                </a:lnTo>
                <a:lnTo>
                  <a:pt x="3730" y="5835"/>
                </a:lnTo>
                <a:lnTo>
                  <a:pt x="3734" y="5855"/>
                </a:lnTo>
                <a:close/>
                <a:moveTo>
                  <a:pt x="3892" y="5824"/>
                </a:moveTo>
                <a:lnTo>
                  <a:pt x="3890" y="5837"/>
                </a:lnTo>
                <a:lnTo>
                  <a:pt x="3884" y="5842"/>
                </a:lnTo>
                <a:lnTo>
                  <a:pt x="3875" y="5837"/>
                </a:lnTo>
                <a:lnTo>
                  <a:pt x="3865" y="5824"/>
                </a:lnTo>
                <a:lnTo>
                  <a:pt x="3861" y="5817"/>
                </a:lnTo>
                <a:lnTo>
                  <a:pt x="3866" y="5807"/>
                </a:lnTo>
                <a:lnTo>
                  <a:pt x="3872" y="5806"/>
                </a:lnTo>
                <a:lnTo>
                  <a:pt x="3880" y="5807"/>
                </a:lnTo>
                <a:lnTo>
                  <a:pt x="3891" y="5817"/>
                </a:lnTo>
                <a:lnTo>
                  <a:pt x="3892" y="5824"/>
                </a:lnTo>
                <a:close/>
                <a:moveTo>
                  <a:pt x="4394" y="5846"/>
                </a:moveTo>
                <a:lnTo>
                  <a:pt x="4390" y="5853"/>
                </a:lnTo>
                <a:lnTo>
                  <a:pt x="4384" y="5848"/>
                </a:lnTo>
                <a:lnTo>
                  <a:pt x="4384" y="5835"/>
                </a:lnTo>
                <a:lnTo>
                  <a:pt x="4382" y="5821"/>
                </a:lnTo>
                <a:lnTo>
                  <a:pt x="4387" y="5810"/>
                </a:lnTo>
                <a:lnTo>
                  <a:pt x="4390" y="5809"/>
                </a:lnTo>
                <a:lnTo>
                  <a:pt x="4392" y="5811"/>
                </a:lnTo>
                <a:lnTo>
                  <a:pt x="4396" y="5817"/>
                </a:lnTo>
                <a:lnTo>
                  <a:pt x="4398" y="5835"/>
                </a:lnTo>
                <a:lnTo>
                  <a:pt x="4394" y="5846"/>
                </a:lnTo>
                <a:close/>
                <a:moveTo>
                  <a:pt x="601" y="5878"/>
                </a:moveTo>
                <a:lnTo>
                  <a:pt x="599" y="5887"/>
                </a:lnTo>
                <a:lnTo>
                  <a:pt x="599" y="5908"/>
                </a:lnTo>
                <a:lnTo>
                  <a:pt x="607" y="5942"/>
                </a:lnTo>
                <a:lnTo>
                  <a:pt x="620" y="5963"/>
                </a:lnTo>
                <a:lnTo>
                  <a:pt x="635" y="5988"/>
                </a:lnTo>
                <a:lnTo>
                  <a:pt x="641" y="6010"/>
                </a:lnTo>
                <a:lnTo>
                  <a:pt x="634" y="6020"/>
                </a:lnTo>
                <a:lnTo>
                  <a:pt x="626" y="6025"/>
                </a:lnTo>
                <a:lnTo>
                  <a:pt x="620" y="6030"/>
                </a:lnTo>
                <a:lnTo>
                  <a:pt x="612" y="6039"/>
                </a:lnTo>
                <a:lnTo>
                  <a:pt x="616" y="6052"/>
                </a:lnTo>
                <a:lnTo>
                  <a:pt x="631" y="6064"/>
                </a:lnTo>
                <a:lnTo>
                  <a:pt x="643" y="6074"/>
                </a:lnTo>
                <a:lnTo>
                  <a:pt x="663" y="6101"/>
                </a:lnTo>
                <a:lnTo>
                  <a:pt x="670" y="6113"/>
                </a:lnTo>
                <a:lnTo>
                  <a:pt x="675" y="6127"/>
                </a:lnTo>
                <a:lnTo>
                  <a:pt x="681" y="6124"/>
                </a:lnTo>
                <a:lnTo>
                  <a:pt x="681" y="6108"/>
                </a:lnTo>
                <a:lnTo>
                  <a:pt x="682" y="6098"/>
                </a:lnTo>
                <a:lnTo>
                  <a:pt x="687" y="6084"/>
                </a:lnTo>
                <a:lnTo>
                  <a:pt x="694" y="6078"/>
                </a:lnTo>
                <a:lnTo>
                  <a:pt x="703" y="6081"/>
                </a:lnTo>
                <a:lnTo>
                  <a:pt x="717" y="6095"/>
                </a:lnTo>
                <a:lnTo>
                  <a:pt x="734" y="6134"/>
                </a:lnTo>
                <a:lnTo>
                  <a:pt x="740" y="6159"/>
                </a:lnTo>
                <a:lnTo>
                  <a:pt x="742" y="6178"/>
                </a:lnTo>
                <a:lnTo>
                  <a:pt x="743" y="6211"/>
                </a:lnTo>
                <a:lnTo>
                  <a:pt x="737" y="6238"/>
                </a:lnTo>
                <a:lnTo>
                  <a:pt x="724" y="6265"/>
                </a:lnTo>
                <a:lnTo>
                  <a:pt x="713" y="6281"/>
                </a:lnTo>
                <a:lnTo>
                  <a:pt x="702" y="6297"/>
                </a:lnTo>
                <a:lnTo>
                  <a:pt x="688" y="6320"/>
                </a:lnTo>
                <a:lnTo>
                  <a:pt x="687" y="6338"/>
                </a:lnTo>
                <a:lnTo>
                  <a:pt x="698" y="6359"/>
                </a:lnTo>
                <a:lnTo>
                  <a:pt x="708" y="6374"/>
                </a:lnTo>
                <a:lnTo>
                  <a:pt x="720" y="6391"/>
                </a:lnTo>
                <a:lnTo>
                  <a:pt x="731" y="6413"/>
                </a:lnTo>
                <a:lnTo>
                  <a:pt x="728" y="6420"/>
                </a:lnTo>
                <a:lnTo>
                  <a:pt x="709" y="6416"/>
                </a:lnTo>
                <a:lnTo>
                  <a:pt x="694" y="6411"/>
                </a:lnTo>
                <a:lnTo>
                  <a:pt x="682" y="6406"/>
                </a:lnTo>
                <a:lnTo>
                  <a:pt x="667" y="6386"/>
                </a:lnTo>
                <a:lnTo>
                  <a:pt x="665" y="6374"/>
                </a:lnTo>
                <a:lnTo>
                  <a:pt x="663" y="6364"/>
                </a:lnTo>
                <a:lnTo>
                  <a:pt x="653" y="6350"/>
                </a:lnTo>
                <a:lnTo>
                  <a:pt x="645" y="6349"/>
                </a:lnTo>
                <a:lnTo>
                  <a:pt x="642" y="6348"/>
                </a:lnTo>
                <a:lnTo>
                  <a:pt x="642" y="6339"/>
                </a:lnTo>
                <a:lnTo>
                  <a:pt x="654" y="6312"/>
                </a:lnTo>
                <a:lnTo>
                  <a:pt x="672" y="6287"/>
                </a:lnTo>
                <a:lnTo>
                  <a:pt x="692" y="6262"/>
                </a:lnTo>
                <a:lnTo>
                  <a:pt x="713" y="6230"/>
                </a:lnTo>
                <a:lnTo>
                  <a:pt x="717" y="6216"/>
                </a:lnTo>
                <a:lnTo>
                  <a:pt x="713" y="6212"/>
                </a:lnTo>
                <a:lnTo>
                  <a:pt x="703" y="6210"/>
                </a:lnTo>
                <a:lnTo>
                  <a:pt x="688" y="6211"/>
                </a:lnTo>
                <a:lnTo>
                  <a:pt x="681" y="6211"/>
                </a:lnTo>
                <a:lnTo>
                  <a:pt x="668" y="6207"/>
                </a:lnTo>
                <a:lnTo>
                  <a:pt x="658" y="6196"/>
                </a:lnTo>
                <a:lnTo>
                  <a:pt x="653" y="6182"/>
                </a:lnTo>
                <a:lnTo>
                  <a:pt x="650" y="6172"/>
                </a:lnTo>
                <a:lnTo>
                  <a:pt x="647" y="6156"/>
                </a:lnTo>
                <a:lnTo>
                  <a:pt x="638" y="6137"/>
                </a:lnTo>
                <a:lnTo>
                  <a:pt x="625" y="6133"/>
                </a:lnTo>
                <a:lnTo>
                  <a:pt x="608" y="6143"/>
                </a:lnTo>
                <a:lnTo>
                  <a:pt x="596" y="6153"/>
                </a:lnTo>
                <a:lnTo>
                  <a:pt x="584" y="6164"/>
                </a:lnTo>
                <a:lnTo>
                  <a:pt x="572" y="6168"/>
                </a:lnTo>
                <a:lnTo>
                  <a:pt x="567" y="6164"/>
                </a:lnTo>
                <a:lnTo>
                  <a:pt x="564" y="6149"/>
                </a:lnTo>
                <a:lnTo>
                  <a:pt x="571" y="6111"/>
                </a:lnTo>
                <a:lnTo>
                  <a:pt x="580" y="6085"/>
                </a:lnTo>
                <a:lnTo>
                  <a:pt x="591" y="6053"/>
                </a:lnTo>
                <a:lnTo>
                  <a:pt x="596" y="6010"/>
                </a:lnTo>
                <a:lnTo>
                  <a:pt x="594" y="5986"/>
                </a:lnTo>
                <a:lnTo>
                  <a:pt x="591" y="5977"/>
                </a:lnTo>
                <a:lnTo>
                  <a:pt x="584" y="5957"/>
                </a:lnTo>
                <a:lnTo>
                  <a:pt x="576" y="5911"/>
                </a:lnTo>
                <a:lnTo>
                  <a:pt x="578" y="5870"/>
                </a:lnTo>
                <a:lnTo>
                  <a:pt x="583" y="5849"/>
                </a:lnTo>
                <a:lnTo>
                  <a:pt x="589" y="5843"/>
                </a:lnTo>
                <a:lnTo>
                  <a:pt x="594" y="5842"/>
                </a:lnTo>
                <a:lnTo>
                  <a:pt x="598" y="5843"/>
                </a:lnTo>
                <a:lnTo>
                  <a:pt x="604" y="5848"/>
                </a:lnTo>
                <a:lnTo>
                  <a:pt x="606" y="5863"/>
                </a:lnTo>
                <a:lnTo>
                  <a:pt x="601" y="5878"/>
                </a:lnTo>
                <a:close/>
                <a:moveTo>
                  <a:pt x="1300" y="5887"/>
                </a:moveTo>
                <a:lnTo>
                  <a:pt x="1311" y="5901"/>
                </a:lnTo>
                <a:lnTo>
                  <a:pt x="1311" y="5911"/>
                </a:lnTo>
                <a:lnTo>
                  <a:pt x="1301" y="5914"/>
                </a:lnTo>
                <a:lnTo>
                  <a:pt x="1292" y="5914"/>
                </a:lnTo>
                <a:lnTo>
                  <a:pt x="1280" y="5913"/>
                </a:lnTo>
                <a:lnTo>
                  <a:pt x="1265" y="5898"/>
                </a:lnTo>
                <a:lnTo>
                  <a:pt x="1263" y="5887"/>
                </a:lnTo>
                <a:lnTo>
                  <a:pt x="1264" y="5876"/>
                </a:lnTo>
                <a:lnTo>
                  <a:pt x="1267" y="5861"/>
                </a:lnTo>
                <a:lnTo>
                  <a:pt x="1270" y="5860"/>
                </a:lnTo>
                <a:lnTo>
                  <a:pt x="1280" y="5867"/>
                </a:lnTo>
                <a:lnTo>
                  <a:pt x="1300" y="5887"/>
                </a:lnTo>
                <a:close/>
                <a:moveTo>
                  <a:pt x="3910" y="5906"/>
                </a:moveTo>
                <a:lnTo>
                  <a:pt x="3909" y="5924"/>
                </a:lnTo>
                <a:lnTo>
                  <a:pt x="3905" y="5948"/>
                </a:lnTo>
                <a:lnTo>
                  <a:pt x="3903" y="5950"/>
                </a:lnTo>
                <a:lnTo>
                  <a:pt x="3900" y="5948"/>
                </a:lnTo>
                <a:lnTo>
                  <a:pt x="3892" y="5924"/>
                </a:lnTo>
                <a:lnTo>
                  <a:pt x="3889" y="5906"/>
                </a:lnTo>
                <a:lnTo>
                  <a:pt x="3885" y="5887"/>
                </a:lnTo>
                <a:lnTo>
                  <a:pt x="3889" y="5862"/>
                </a:lnTo>
                <a:lnTo>
                  <a:pt x="3894" y="5860"/>
                </a:lnTo>
                <a:lnTo>
                  <a:pt x="3901" y="5862"/>
                </a:lnTo>
                <a:lnTo>
                  <a:pt x="3909" y="5887"/>
                </a:lnTo>
                <a:lnTo>
                  <a:pt x="3910" y="5906"/>
                </a:lnTo>
                <a:close/>
                <a:moveTo>
                  <a:pt x="3563" y="5927"/>
                </a:moveTo>
                <a:lnTo>
                  <a:pt x="3565" y="5930"/>
                </a:lnTo>
                <a:lnTo>
                  <a:pt x="3548" y="5932"/>
                </a:lnTo>
                <a:lnTo>
                  <a:pt x="3533" y="5933"/>
                </a:lnTo>
                <a:lnTo>
                  <a:pt x="3516" y="5931"/>
                </a:lnTo>
                <a:lnTo>
                  <a:pt x="3499" y="5921"/>
                </a:lnTo>
                <a:lnTo>
                  <a:pt x="3494" y="5910"/>
                </a:lnTo>
                <a:lnTo>
                  <a:pt x="3493" y="5903"/>
                </a:lnTo>
                <a:lnTo>
                  <a:pt x="3493" y="5895"/>
                </a:lnTo>
                <a:lnTo>
                  <a:pt x="3496" y="5885"/>
                </a:lnTo>
                <a:lnTo>
                  <a:pt x="3508" y="5885"/>
                </a:lnTo>
                <a:lnTo>
                  <a:pt x="3525" y="5898"/>
                </a:lnTo>
                <a:lnTo>
                  <a:pt x="3551" y="5918"/>
                </a:lnTo>
                <a:lnTo>
                  <a:pt x="3563" y="5927"/>
                </a:lnTo>
                <a:close/>
                <a:moveTo>
                  <a:pt x="3666" y="6021"/>
                </a:moveTo>
                <a:lnTo>
                  <a:pt x="3668" y="6062"/>
                </a:lnTo>
                <a:lnTo>
                  <a:pt x="3667" y="6112"/>
                </a:lnTo>
                <a:lnTo>
                  <a:pt x="3661" y="6127"/>
                </a:lnTo>
                <a:lnTo>
                  <a:pt x="3655" y="6127"/>
                </a:lnTo>
                <a:lnTo>
                  <a:pt x="3640" y="6116"/>
                </a:lnTo>
                <a:lnTo>
                  <a:pt x="3625" y="6099"/>
                </a:lnTo>
                <a:lnTo>
                  <a:pt x="3609" y="6081"/>
                </a:lnTo>
                <a:lnTo>
                  <a:pt x="3604" y="6083"/>
                </a:lnTo>
                <a:lnTo>
                  <a:pt x="3611" y="6105"/>
                </a:lnTo>
                <a:lnTo>
                  <a:pt x="3615" y="6118"/>
                </a:lnTo>
                <a:lnTo>
                  <a:pt x="3613" y="6127"/>
                </a:lnTo>
                <a:lnTo>
                  <a:pt x="3610" y="6127"/>
                </a:lnTo>
                <a:lnTo>
                  <a:pt x="3607" y="6124"/>
                </a:lnTo>
                <a:lnTo>
                  <a:pt x="3603" y="6120"/>
                </a:lnTo>
                <a:lnTo>
                  <a:pt x="3596" y="6103"/>
                </a:lnTo>
                <a:lnTo>
                  <a:pt x="3592" y="6071"/>
                </a:lnTo>
                <a:lnTo>
                  <a:pt x="3596" y="6023"/>
                </a:lnTo>
                <a:lnTo>
                  <a:pt x="3605" y="5997"/>
                </a:lnTo>
                <a:lnTo>
                  <a:pt x="3613" y="5987"/>
                </a:lnTo>
                <a:lnTo>
                  <a:pt x="3618" y="5987"/>
                </a:lnTo>
                <a:lnTo>
                  <a:pt x="3624" y="5986"/>
                </a:lnTo>
                <a:lnTo>
                  <a:pt x="3632" y="5980"/>
                </a:lnTo>
                <a:lnTo>
                  <a:pt x="3637" y="5958"/>
                </a:lnTo>
                <a:lnTo>
                  <a:pt x="3634" y="5933"/>
                </a:lnTo>
                <a:lnTo>
                  <a:pt x="3632" y="5908"/>
                </a:lnTo>
                <a:lnTo>
                  <a:pt x="3634" y="5892"/>
                </a:lnTo>
                <a:lnTo>
                  <a:pt x="3640" y="5892"/>
                </a:lnTo>
                <a:lnTo>
                  <a:pt x="3644" y="5895"/>
                </a:lnTo>
                <a:lnTo>
                  <a:pt x="3650" y="5908"/>
                </a:lnTo>
                <a:lnTo>
                  <a:pt x="3662" y="5976"/>
                </a:lnTo>
                <a:lnTo>
                  <a:pt x="3666" y="6021"/>
                </a:lnTo>
                <a:close/>
                <a:moveTo>
                  <a:pt x="1173" y="5934"/>
                </a:moveTo>
                <a:lnTo>
                  <a:pt x="1171" y="5942"/>
                </a:lnTo>
                <a:lnTo>
                  <a:pt x="1162" y="5945"/>
                </a:lnTo>
                <a:lnTo>
                  <a:pt x="1154" y="5942"/>
                </a:lnTo>
                <a:lnTo>
                  <a:pt x="1148" y="5936"/>
                </a:lnTo>
                <a:lnTo>
                  <a:pt x="1138" y="5920"/>
                </a:lnTo>
                <a:lnTo>
                  <a:pt x="1137" y="5912"/>
                </a:lnTo>
                <a:lnTo>
                  <a:pt x="1138" y="5906"/>
                </a:lnTo>
                <a:lnTo>
                  <a:pt x="1148" y="5902"/>
                </a:lnTo>
                <a:lnTo>
                  <a:pt x="1154" y="5906"/>
                </a:lnTo>
                <a:lnTo>
                  <a:pt x="1162" y="5910"/>
                </a:lnTo>
                <a:lnTo>
                  <a:pt x="1171" y="5926"/>
                </a:lnTo>
                <a:lnTo>
                  <a:pt x="1173" y="5934"/>
                </a:lnTo>
                <a:close/>
                <a:moveTo>
                  <a:pt x="3802" y="5914"/>
                </a:moveTo>
                <a:lnTo>
                  <a:pt x="3801" y="5921"/>
                </a:lnTo>
                <a:lnTo>
                  <a:pt x="3790" y="5932"/>
                </a:lnTo>
                <a:lnTo>
                  <a:pt x="3781" y="5933"/>
                </a:lnTo>
                <a:lnTo>
                  <a:pt x="3776" y="5932"/>
                </a:lnTo>
                <a:lnTo>
                  <a:pt x="3771" y="5921"/>
                </a:lnTo>
                <a:lnTo>
                  <a:pt x="3774" y="5914"/>
                </a:lnTo>
                <a:lnTo>
                  <a:pt x="3779" y="5907"/>
                </a:lnTo>
                <a:lnTo>
                  <a:pt x="3790" y="5897"/>
                </a:lnTo>
                <a:lnTo>
                  <a:pt x="3794" y="5896"/>
                </a:lnTo>
                <a:lnTo>
                  <a:pt x="3796" y="5897"/>
                </a:lnTo>
                <a:lnTo>
                  <a:pt x="3801" y="5907"/>
                </a:lnTo>
                <a:lnTo>
                  <a:pt x="3802" y="5914"/>
                </a:lnTo>
                <a:close/>
                <a:moveTo>
                  <a:pt x="4425" y="5944"/>
                </a:moveTo>
                <a:lnTo>
                  <a:pt x="4428" y="5953"/>
                </a:lnTo>
                <a:lnTo>
                  <a:pt x="4425" y="5962"/>
                </a:lnTo>
                <a:lnTo>
                  <a:pt x="4417" y="5960"/>
                </a:lnTo>
                <a:lnTo>
                  <a:pt x="4410" y="5955"/>
                </a:lnTo>
                <a:lnTo>
                  <a:pt x="4400" y="5939"/>
                </a:lnTo>
                <a:lnTo>
                  <a:pt x="4400" y="5931"/>
                </a:lnTo>
                <a:lnTo>
                  <a:pt x="4400" y="5922"/>
                </a:lnTo>
                <a:lnTo>
                  <a:pt x="4404" y="5914"/>
                </a:lnTo>
                <a:lnTo>
                  <a:pt x="4415" y="5922"/>
                </a:lnTo>
                <a:lnTo>
                  <a:pt x="4425" y="5944"/>
                </a:lnTo>
                <a:close/>
                <a:moveTo>
                  <a:pt x="718" y="5985"/>
                </a:moveTo>
                <a:lnTo>
                  <a:pt x="708" y="5987"/>
                </a:lnTo>
                <a:lnTo>
                  <a:pt x="694" y="5985"/>
                </a:lnTo>
                <a:lnTo>
                  <a:pt x="686" y="5974"/>
                </a:lnTo>
                <a:lnTo>
                  <a:pt x="687" y="5959"/>
                </a:lnTo>
                <a:lnTo>
                  <a:pt x="692" y="5950"/>
                </a:lnTo>
                <a:lnTo>
                  <a:pt x="699" y="5940"/>
                </a:lnTo>
                <a:lnTo>
                  <a:pt x="713" y="5942"/>
                </a:lnTo>
                <a:lnTo>
                  <a:pt x="721" y="5952"/>
                </a:lnTo>
                <a:lnTo>
                  <a:pt x="727" y="5963"/>
                </a:lnTo>
                <a:lnTo>
                  <a:pt x="724" y="5980"/>
                </a:lnTo>
                <a:lnTo>
                  <a:pt x="718" y="5985"/>
                </a:lnTo>
                <a:close/>
                <a:moveTo>
                  <a:pt x="4373" y="5950"/>
                </a:moveTo>
                <a:lnTo>
                  <a:pt x="4375" y="5958"/>
                </a:lnTo>
                <a:lnTo>
                  <a:pt x="4372" y="5968"/>
                </a:lnTo>
                <a:lnTo>
                  <a:pt x="4365" y="5969"/>
                </a:lnTo>
                <a:lnTo>
                  <a:pt x="4357" y="5968"/>
                </a:lnTo>
                <a:lnTo>
                  <a:pt x="4347" y="5958"/>
                </a:lnTo>
                <a:lnTo>
                  <a:pt x="4346" y="5950"/>
                </a:lnTo>
                <a:lnTo>
                  <a:pt x="4346" y="5943"/>
                </a:lnTo>
                <a:lnTo>
                  <a:pt x="4350" y="5933"/>
                </a:lnTo>
                <a:lnTo>
                  <a:pt x="4352" y="5933"/>
                </a:lnTo>
                <a:lnTo>
                  <a:pt x="4356" y="5933"/>
                </a:lnTo>
                <a:lnTo>
                  <a:pt x="4367" y="5943"/>
                </a:lnTo>
                <a:lnTo>
                  <a:pt x="4373" y="5950"/>
                </a:lnTo>
                <a:close/>
                <a:moveTo>
                  <a:pt x="529" y="5969"/>
                </a:moveTo>
                <a:lnTo>
                  <a:pt x="532" y="5975"/>
                </a:lnTo>
                <a:lnTo>
                  <a:pt x="527" y="5986"/>
                </a:lnTo>
                <a:lnTo>
                  <a:pt x="522" y="5987"/>
                </a:lnTo>
                <a:lnTo>
                  <a:pt x="513" y="5986"/>
                </a:lnTo>
                <a:lnTo>
                  <a:pt x="502" y="5975"/>
                </a:lnTo>
                <a:lnTo>
                  <a:pt x="501" y="5969"/>
                </a:lnTo>
                <a:lnTo>
                  <a:pt x="502" y="5961"/>
                </a:lnTo>
                <a:lnTo>
                  <a:pt x="506" y="5951"/>
                </a:lnTo>
                <a:lnTo>
                  <a:pt x="509" y="5950"/>
                </a:lnTo>
                <a:lnTo>
                  <a:pt x="513" y="5951"/>
                </a:lnTo>
                <a:lnTo>
                  <a:pt x="524" y="5961"/>
                </a:lnTo>
                <a:lnTo>
                  <a:pt x="529" y="5969"/>
                </a:lnTo>
                <a:close/>
                <a:moveTo>
                  <a:pt x="3555" y="5996"/>
                </a:moveTo>
                <a:lnTo>
                  <a:pt x="3558" y="6007"/>
                </a:lnTo>
                <a:lnTo>
                  <a:pt x="3554" y="6022"/>
                </a:lnTo>
                <a:lnTo>
                  <a:pt x="3547" y="6023"/>
                </a:lnTo>
                <a:lnTo>
                  <a:pt x="3539" y="6022"/>
                </a:lnTo>
                <a:lnTo>
                  <a:pt x="3530" y="6007"/>
                </a:lnTo>
                <a:lnTo>
                  <a:pt x="3530" y="5996"/>
                </a:lnTo>
                <a:lnTo>
                  <a:pt x="3530" y="5985"/>
                </a:lnTo>
                <a:lnTo>
                  <a:pt x="3534" y="5970"/>
                </a:lnTo>
                <a:lnTo>
                  <a:pt x="3536" y="5969"/>
                </a:lnTo>
                <a:lnTo>
                  <a:pt x="3544" y="5975"/>
                </a:lnTo>
                <a:lnTo>
                  <a:pt x="3555" y="5996"/>
                </a:lnTo>
                <a:close/>
                <a:moveTo>
                  <a:pt x="1245" y="6005"/>
                </a:moveTo>
                <a:lnTo>
                  <a:pt x="1244" y="6012"/>
                </a:lnTo>
                <a:lnTo>
                  <a:pt x="1233" y="6022"/>
                </a:lnTo>
                <a:lnTo>
                  <a:pt x="1227" y="6023"/>
                </a:lnTo>
                <a:lnTo>
                  <a:pt x="1223" y="6023"/>
                </a:lnTo>
                <a:lnTo>
                  <a:pt x="1218" y="6028"/>
                </a:lnTo>
                <a:lnTo>
                  <a:pt x="1219" y="6045"/>
                </a:lnTo>
                <a:lnTo>
                  <a:pt x="1227" y="6063"/>
                </a:lnTo>
                <a:lnTo>
                  <a:pt x="1238" y="6087"/>
                </a:lnTo>
                <a:lnTo>
                  <a:pt x="1231" y="6085"/>
                </a:lnTo>
                <a:lnTo>
                  <a:pt x="1211" y="6059"/>
                </a:lnTo>
                <a:lnTo>
                  <a:pt x="1194" y="6037"/>
                </a:lnTo>
                <a:lnTo>
                  <a:pt x="1188" y="6014"/>
                </a:lnTo>
                <a:lnTo>
                  <a:pt x="1191" y="6005"/>
                </a:lnTo>
                <a:lnTo>
                  <a:pt x="1196" y="6001"/>
                </a:lnTo>
                <a:lnTo>
                  <a:pt x="1207" y="5995"/>
                </a:lnTo>
                <a:lnTo>
                  <a:pt x="1226" y="5987"/>
                </a:lnTo>
                <a:lnTo>
                  <a:pt x="1238" y="5988"/>
                </a:lnTo>
                <a:lnTo>
                  <a:pt x="1244" y="5997"/>
                </a:lnTo>
                <a:lnTo>
                  <a:pt x="1245" y="6005"/>
                </a:lnTo>
                <a:close/>
                <a:moveTo>
                  <a:pt x="3783" y="6043"/>
                </a:moveTo>
                <a:lnTo>
                  <a:pt x="3782" y="6050"/>
                </a:lnTo>
                <a:lnTo>
                  <a:pt x="3772" y="6053"/>
                </a:lnTo>
                <a:lnTo>
                  <a:pt x="3765" y="6050"/>
                </a:lnTo>
                <a:lnTo>
                  <a:pt x="3758" y="6045"/>
                </a:lnTo>
                <a:lnTo>
                  <a:pt x="3748" y="6028"/>
                </a:lnTo>
                <a:lnTo>
                  <a:pt x="3747" y="6021"/>
                </a:lnTo>
                <a:lnTo>
                  <a:pt x="3748" y="6014"/>
                </a:lnTo>
                <a:lnTo>
                  <a:pt x="3758" y="6011"/>
                </a:lnTo>
                <a:lnTo>
                  <a:pt x="3765" y="6014"/>
                </a:lnTo>
                <a:lnTo>
                  <a:pt x="3772" y="6019"/>
                </a:lnTo>
                <a:lnTo>
                  <a:pt x="3782" y="6035"/>
                </a:lnTo>
                <a:lnTo>
                  <a:pt x="3783" y="6043"/>
                </a:lnTo>
                <a:close/>
                <a:moveTo>
                  <a:pt x="4091" y="6059"/>
                </a:moveTo>
                <a:lnTo>
                  <a:pt x="4090" y="6066"/>
                </a:lnTo>
                <a:lnTo>
                  <a:pt x="4081" y="6076"/>
                </a:lnTo>
                <a:lnTo>
                  <a:pt x="4074" y="6077"/>
                </a:lnTo>
                <a:lnTo>
                  <a:pt x="4066" y="6076"/>
                </a:lnTo>
                <a:lnTo>
                  <a:pt x="4056" y="6066"/>
                </a:lnTo>
                <a:lnTo>
                  <a:pt x="4055" y="6059"/>
                </a:lnTo>
                <a:lnTo>
                  <a:pt x="4056" y="6051"/>
                </a:lnTo>
                <a:lnTo>
                  <a:pt x="4066" y="6041"/>
                </a:lnTo>
                <a:lnTo>
                  <a:pt x="4074" y="6041"/>
                </a:lnTo>
                <a:lnTo>
                  <a:pt x="4081" y="6041"/>
                </a:lnTo>
                <a:lnTo>
                  <a:pt x="4090" y="6051"/>
                </a:lnTo>
                <a:lnTo>
                  <a:pt x="4091" y="6059"/>
                </a:lnTo>
                <a:close/>
                <a:moveTo>
                  <a:pt x="3759" y="6096"/>
                </a:moveTo>
                <a:lnTo>
                  <a:pt x="3770" y="6109"/>
                </a:lnTo>
                <a:lnTo>
                  <a:pt x="3781" y="6140"/>
                </a:lnTo>
                <a:lnTo>
                  <a:pt x="3782" y="6168"/>
                </a:lnTo>
                <a:lnTo>
                  <a:pt x="3776" y="6177"/>
                </a:lnTo>
                <a:lnTo>
                  <a:pt x="3768" y="6178"/>
                </a:lnTo>
                <a:lnTo>
                  <a:pt x="3764" y="6175"/>
                </a:lnTo>
                <a:lnTo>
                  <a:pt x="3758" y="6173"/>
                </a:lnTo>
                <a:lnTo>
                  <a:pt x="3752" y="6175"/>
                </a:lnTo>
                <a:lnTo>
                  <a:pt x="3747" y="6194"/>
                </a:lnTo>
                <a:lnTo>
                  <a:pt x="3751" y="6221"/>
                </a:lnTo>
                <a:lnTo>
                  <a:pt x="3754" y="6247"/>
                </a:lnTo>
                <a:lnTo>
                  <a:pt x="3749" y="6270"/>
                </a:lnTo>
                <a:lnTo>
                  <a:pt x="3741" y="6276"/>
                </a:lnTo>
                <a:lnTo>
                  <a:pt x="3734" y="6276"/>
                </a:lnTo>
                <a:lnTo>
                  <a:pt x="3724" y="6275"/>
                </a:lnTo>
                <a:lnTo>
                  <a:pt x="3714" y="6262"/>
                </a:lnTo>
                <a:lnTo>
                  <a:pt x="3715" y="6253"/>
                </a:lnTo>
                <a:lnTo>
                  <a:pt x="3715" y="6243"/>
                </a:lnTo>
                <a:lnTo>
                  <a:pt x="3705" y="6209"/>
                </a:lnTo>
                <a:lnTo>
                  <a:pt x="3696" y="6191"/>
                </a:lnTo>
                <a:lnTo>
                  <a:pt x="3687" y="6175"/>
                </a:lnTo>
                <a:lnTo>
                  <a:pt x="3685" y="6155"/>
                </a:lnTo>
                <a:lnTo>
                  <a:pt x="3687" y="6145"/>
                </a:lnTo>
                <a:lnTo>
                  <a:pt x="3691" y="6143"/>
                </a:lnTo>
                <a:lnTo>
                  <a:pt x="3697" y="6136"/>
                </a:lnTo>
                <a:lnTo>
                  <a:pt x="3700" y="6111"/>
                </a:lnTo>
                <a:lnTo>
                  <a:pt x="3698" y="6096"/>
                </a:lnTo>
                <a:lnTo>
                  <a:pt x="3695" y="6081"/>
                </a:lnTo>
                <a:lnTo>
                  <a:pt x="3703" y="6064"/>
                </a:lnTo>
                <a:lnTo>
                  <a:pt x="3722" y="6064"/>
                </a:lnTo>
                <a:lnTo>
                  <a:pt x="3746" y="6081"/>
                </a:lnTo>
                <a:lnTo>
                  <a:pt x="3759" y="6096"/>
                </a:lnTo>
                <a:close/>
                <a:moveTo>
                  <a:pt x="4417" y="6066"/>
                </a:moveTo>
                <a:lnTo>
                  <a:pt x="4416" y="6071"/>
                </a:lnTo>
                <a:lnTo>
                  <a:pt x="4408" y="6082"/>
                </a:lnTo>
                <a:lnTo>
                  <a:pt x="4400" y="6086"/>
                </a:lnTo>
                <a:lnTo>
                  <a:pt x="4392" y="6089"/>
                </a:lnTo>
                <a:lnTo>
                  <a:pt x="4382" y="6085"/>
                </a:lnTo>
                <a:lnTo>
                  <a:pt x="4381" y="6080"/>
                </a:lnTo>
                <a:lnTo>
                  <a:pt x="4382" y="6071"/>
                </a:lnTo>
                <a:lnTo>
                  <a:pt x="4392" y="6060"/>
                </a:lnTo>
                <a:lnTo>
                  <a:pt x="4400" y="6059"/>
                </a:lnTo>
                <a:lnTo>
                  <a:pt x="4408" y="6060"/>
                </a:lnTo>
                <a:lnTo>
                  <a:pt x="4416" y="6063"/>
                </a:lnTo>
                <a:lnTo>
                  <a:pt x="4417" y="6066"/>
                </a:lnTo>
                <a:close/>
                <a:moveTo>
                  <a:pt x="4026" y="6108"/>
                </a:moveTo>
                <a:lnTo>
                  <a:pt x="4019" y="6126"/>
                </a:lnTo>
                <a:lnTo>
                  <a:pt x="4013" y="6190"/>
                </a:lnTo>
                <a:lnTo>
                  <a:pt x="4012" y="6226"/>
                </a:lnTo>
                <a:lnTo>
                  <a:pt x="4013" y="6261"/>
                </a:lnTo>
                <a:lnTo>
                  <a:pt x="4010" y="6308"/>
                </a:lnTo>
                <a:lnTo>
                  <a:pt x="4008" y="6313"/>
                </a:lnTo>
                <a:lnTo>
                  <a:pt x="4002" y="6310"/>
                </a:lnTo>
                <a:lnTo>
                  <a:pt x="3988" y="6286"/>
                </a:lnTo>
                <a:lnTo>
                  <a:pt x="3964" y="6223"/>
                </a:lnTo>
                <a:lnTo>
                  <a:pt x="3954" y="6175"/>
                </a:lnTo>
                <a:lnTo>
                  <a:pt x="3948" y="6136"/>
                </a:lnTo>
                <a:lnTo>
                  <a:pt x="3952" y="6118"/>
                </a:lnTo>
                <a:lnTo>
                  <a:pt x="3963" y="6123"/>
                </a:lnTo>
                <a:lnTo>
                  <a:pt x="3971" y="6130"/>
                </a:lnTo>
                <a:lnTo>
                  <a:pt x="3980" y="6137"/>
                </a:lnTo>
                <a:lnTo>
                  <a:pt x="3992" y="6145"/>
                </a:lnTo>
                <a:lnTo>
                  <a:pt x="4001" y="6137"/>
                </a:lnTo>
                <a:lnTo>
                  <a:pt x="4001" y="6115"/>
                </a:lnTo>
                <a:lnTo>
                  <a:pt x="4002" y="6100"/>
                </a:lnTo>
                <a:lnTo>
                  <a:pt x="4013" y="6080"/>
                </a:lnTo>
                <a:lnTo>
                  <a:pt x="4020" y="6077"/>
                </a:lnTo>
                <a:lnTo>
                  <a:pt x="4025" y="6077"/>
                </a:lnTo>
                <a:lnTo>
                  <a:pt x="4030" y="6082"/>
                </a:lnTo>
                <a:lnTo>
                  <a:pt x="4031" y="6095"/>
                </a:lnTo>
                <a:lnTo>
                  <a:pt x="4026" y="6108"/>
                </a:lnTo>
                <a:close/>
                <a:moveTo>
                  <a:pt x="832" y="6159"/>
                </a:moveTo>
                <a:lnTo>
                  <a:pt x="827" y="6168"/>
                </a:lnTo>
                <a:lnTo>
                  <a:pt x="819" y="6193"/>
                </a:lnTo>
                <a:lnTo>
                  <a:pt x="817" y="6205"/>
                </a:lnTo>
                <a:lnTo>
                  <a:pt x="815" y="6234"/>
                </a:lnTo>
                <a:lnTo>
                  <a:pt x="811" y="6273"/>
                </a:lnTo>
                <a:lnTo>
                  <a:pt x="810" y="6289"/>
                </a:lnTo>
                <a:lnTo>
                  <a:pt x="803" y="6302"/>
                </a:lnTo>
                <a:lnTo>
                  <a:pt x="796" y="6306"/>
                </a:lnTo>
                <a:lnTo>
                  <a:pt x="792" y="6303"/>
                </a:lnTo>
                <a:lnTo>
                  <a:pt x="785" y="6300"/>
                </a:lnTo>
                <a:lnTo>
                  <a:pt x="774" y="6299"/>
                </a:lnTo>
                <a:lnTo>
                  <a:pt x="773" y="6302"/>
                </a:lnTo>
                <a:lnTo>
                  <a:pt x="771" y="6313"/>
                </a:lnTo>
                <a:lnTo>
                  <a:pt x="762" y="6336"/>
                </a:lnTo>
                <a:lnTo>
                  <a:pt x="761" y="6343"/>
                </a:lnTo>
                <a:lnTo>
                  <a:pt x="764" y="6353"/>
                </a:lnTo>
                <a:lnTo>
                  <a:pt x="775" y="6366"/>
                </a:lnTo>
                <a:lnTo>
                  <a:pt x="790" y="6373"/>
                </a:lnTo>
                <a:lnTo>
                  <a:pt x="804" y="6377"/>
                </a:lnTo>
                <a:lnTo>
                  <a:pt x="822" y="6395"/>
                </a:lnTo>
                <a:lnTo>
                  <a:pt x="828" y="6418"/>
                </a:lnTo>
                <a:lnTo>
                  <a:pt x="821" y="6439"/>
                </a:lnTo>
                <a:lnTo>
                  <a:pt x="811" y="6447"/>
                </a:lnTo>
                <a:lnTo>
                  <a:pt x="808" y="6449"/>
                </a:lnTo>
                <a:lnTo>
                  <a:pt x="804" y="6448"/>
                </a:lnTo>
                <a:lnTo>
                  <a:pt x="802" y="6436"/>
                </a:lnTo>
                <a:lnTo>
                  <a:pt x="805" y="6422"/>
                </a:lnTo>
                <a:lnTo>
                  <a:pt x="807" y="6412"/>
                </a:lnTo>
                <a:lnTo>
                  <a:pt x="807" y="6399"/>
                </a:lnTo>
                <a:lnTo>
                  <a:pt x="802" y="6390"/>
                </a:lnTo>
                <a:lnTo>
                  <a:pt x="791" y="6386"/>
                </a:lnTo>
                <a:lnTo>
                  <a:pt x="783" y="6385"/>
                </a:lnTo>
                <a:lnTo>
                  <a:pt x="769" y="6384"/>
                </a:lnTo>
                <a:lnTo>
                  <a:pt x="739" y="6368"/>
                </a:lnTo>
                <a:lnTo>
                  <a:pt x="724" y="6357"/>
                </a:lnTo>
                <a:lnTo>
                  <a:pt x="716" y="6347"/>
                </a:lnTo>
                <a:lnTo>
                  <a:pt x="708" y="6333"/>
                </a:lnTo>
                <a:lnTo>
                  <a:pt x="711" y="6316"/>
                </a:lnTo>
                <a:lnTo>
                  <a:pt x="728" y="6296"/>
                </a:lnTo>
                <a:lnTo>
                  <a:pt x="741" y="6281"/>
                </a:lnTo>
                <a:lnTo>
                  <a:pt x="758" y="6258"/>
                </a:lnTo>
                <a:lnTo>
                  <a:pt x="784" y="6203"/>
                </a:lnTo>
                <a:lnTo>
                  <a:pt x="789" y="6181"/>
                </a:lnTo>
                <a:lnTo>
                  <a:pt x="790" y="6156"/>
                </a:lnTo>
                <a:lnTo>
                  <a:pt x="797" y="6121"/>
                </a:lnTo>
                <a:lnTo>
                  <a:pt x="809" y="6103"/>
                </a:lnTo>
                <a:lnTo>
                  <a:pt x="822" y="6106"/>
                </a:lnTo>
                <a:lnTo>
                  <a:pt x="830" y="6115"/>
                </a:lnTo>
                <a:lnTo>
                  <a:pt x="834" y="6126"/>
                </a:lnTo>
                <a:lnTo>
                  <a:pt x="836" y="6149"/>
                </a:lnTo>
                <a:lnTo>
                  <a:pt x="832" y="6159"/>
                </a:lnTo>
                <a:close/>
                <a:moveTo>
                  <a:pt x="4194" y="6140"/>
                </a:moveTo>
                <a:lnTo>
                  <a:pt x="4182" y="6150"/>
                </a:lnTo>
                <a:lnTo>
                  <a:pt x="4166" y="6157"/>
                </a:lnTo>
                <a:lnTo>
                  <a:pt x="4157" y="6155"/>
                </a:lnTo>
                <a:lnTo>
                  <a:pt x="4155" y="6151"/>
                </a:lnTo>
                <a:lnTo>
                  <a:pt x="4153" y="6143"/>
                </a:lnTo>
                <a:lnTo>
                  <a:pt x="4165" y="6124"/>
                </a:lnTo>
                <a:lnTo>
                  <a:pt x="4177" y="6115"/>
                </a:lnTo>
                <a:lnTo>
                  <a:pt x="4192" y="6108"/>
                </a:lnTo>
                <a:lnTo>
                  <a:pt x="4211" y="6103"/>
                </a:lnTo>
                <a:lnTo>
                  <a:pt x="4216" y="6110"/>
                </a:lnTo>
                <a:lnTo>
                  <a:pt x="4206" y="6128"/>
                </a:lnTo>
                <a:lnTo>
                  <a:pt x="4194" y="6140"/>
                </a:lnTo>
                <a:close/>
                <a:moveTo>
                  <a:pt x="4454" y="6181"/>
                </a:moveTo>
                <a:lnTo>
                  <a:pt x="4453" y="6193"/>
                </a:lnTo>
                <a:lnTo>
                  <a:pt x="4445" y="6199"/>
                </a:lnTo>
                <a:lnTo>
                  <a:pt x="4431" y="6189"/>
                </a:lnTo>
                <a:lnTo>
                  <a:pt x="4417" y="6166"/>
                </a:lnTo>
                <a:lnTo>
                  <a:pt x="4412" y="6150"/>
                </a:lnTo>
                <a:lnTo>
                  <a:pt x="4408" y="6131"/>
                </a:lnTo>
                <a:lnTo>
                  <a:pt x="4415" y="6123"/>
                </a:lnTo>
                <a:lnTo>
                  <a:pt x="4428" y="6134"/>
                </a:lnTo>
                <a:lnTo>
                  <a:pt x="4439" y="6143"/>
                </a:lnTo>
                <a:lnTo>
                  <a:pt x="4452" y="6169"/>
                </a:lnTo>
                <a:lnTo>
                  <a:pt x="4454" y="6181"/>
                </a:lnTo>
                <a:close/>
                <a:moveTo>
                  <a:pt x="4354" y="6148"/>
                </a:moveTo>
                <a:lnTo>
                  <a:pt x="4357" y="6156"/>
                </a:lnTo>
                <a:lnTo>
                  <a:pt x="4352" y="6171"/>
                </a:lnTo>
                <a:lnTo>
                  <a:pt x="4346" y="6177"/>
                </a:lnTo>
                <a:lnTo>
                  <a:pt x="4338" y="6180"/>
                </a:lnTo>
                <a:lnTo>
                  <a:pt x="4328" y="6171"/>
                </a:lnTo>
                <a:lnTo>
                  <a:pt x="4327" y="6161"/>
                </a:lnTo>
                <a:lnTo>
                  <a:pt x="4327" y="6149"/>
                </a:lnTo>
                <a:lnTo>
                  <a:pt x="4331" y="6135"/>
                </a:lnTo>
                <a:lnTo>
                  <a:pt x="4338" y="6132"/>
                </a:lnTo>
                <a:lnTo>
                  <a:pt x="4349" y="6139"/>
                </a:lnTo>
                <a:lnTo>
                  <a:pt x="4354" y="6148"/>
                </a:lnTo>
                <a:close/>
                <a:moveTo>
                  <a:pt x="3638" y="6177"/>
                </a:moveTo>
                <a:lnTo>
                  <a:pt x="3640" y="6187"/>
                </a:lnTo>
                <a:lnTo>
                  <a:pt x="3649" y="6202"/>
                </a:lnTo>
                <a:lnTo>
                  <a:pt x="3656" y="6205"/>
                </a:lnTo>
                <a:lnTo>
                  <a:pt x="3660" y="6205"/>
                </a:lnTo>
                <a:lnTo>
                  <a:pt x="3667" y="6211"/>
                </a:lnTo>
                <a:lnTo>
                  <a:pt x="3673" y="6228"/>
                </a:lnTo>
                <a:lnTo>
                  <a:pt x="3674" y="6244"/>
                </a:lnTo>
                <a:lnTo>
                  <a:pt x="3674" y="6257"/>
                </a:lnTo>
                <a:lnTo>
                  <a:pt x="3672" y="6269"/>
                </a:lnTo>
                <a:lnTo>
                  <a:pt x="3659" y="6259"/>
                </a:lnTo>
                <a:lnTo>
                  <a:pt x="3638" y="6226"/>
                </a:lnTo>
                <a:lnTo>
                  <a:pt x="3611" y="6183"/>
                </a:lnTo>
                <a:lnTo>
                  <a:pt x="3603" y="6156"/>
                </a:lnTo>
                <a:lnTo>
                  <a:pt x="3611" y="6150"/>
                </a:lnTo>
                <a:lnTo>
                  <a:pt x="3620" y="6150"/>
                </a:lnTo>
                <a:lnTo>
                  <a:pt x="3628" y="6151"/>
                </a:lnTo>
                <a:lnTo>
                  <a:pt x="3637" y="6166"/>
                </a:lnTo>
                <a:lnTo>
                  <a:pt x="3638" y="6177"/>
                </a:lnTo>
                <a:close/>
                <a:moveTo>
                  <a:pt x="881" y="6206"/>
                </a:moveTo>
                <a:lnTo>
                  <a:pt x="888" y="6227"/>
                </a:lnTo>
                <a:lnTo>
                  <a:pt x="892" y="6268"/>
                </a:lnTo>
                <a:lnTo>
                  <a:pt x="886" y="6300"/>
                </a:lnTo>
                <a:lnTo>
                  <a:pt x="871" y="6320"/>
                </a:lnTo>
                <a:lnTo>
                  <a:pt x="860" y="6324"/>
                </a:lnTo>
                <a:lnTo>
                  <a:pt x="853" y="6324"/>
                </a:lnTo>
                <a:lnTo>
                  <a:pt x="843" y="6321"/>
                </a:lnTo>
                <a:lnTo>
                  <a:pt x="840" y="6303"/>
                </a:lnTo>
                <a:lnTo>
                  <a:pt x="846" y="6278"/>
                </a:lnTo>
                <a:lnTo>
                  <a:pt x="851" y="6257"/>
                </a:lnTo>
                <a:lnTo>
                  <a:pt x="848" y="6213"/>
                </a:lnTo>
                <a:lnTo>
                  <a:pt x="843" y="6199"/>
                </a:lnTo>
                <a:lnTo>
                  <a:pt x="836" y="6185"/>
                </a:lnTo>
                <a:lnTo>
                  <a:pt x="836" y="6172"/>
                </a:lnTo>
                <a:lnTo>
                  <a:pt x="842" y="6169"/>
                </a:lnTo>
                <a:lnTo>
                  <a:pt x="846" y="6168"/>
                </a:lnTo>
                <a:lnTo>
                  <a:pt x="855" y="6170"/>
                </a:lnTo>
                <a:lnTo>
                  <a:pt x="873" y="6191"/>
                </a:lnTo>
                <a:lnTo>
                  <a:pt x="881" y="6206"/>
                </a:lnTo>
                <a:close/>
                <a:moveTo>
                  <a:pt x="4061" y="6243"/>
                </a:moveTo>
                <a:lnTo>
                  <a:pt x="4056" y="6246"/>
                </a:lnTo>
                <a:lnTo>
                  <a:pt x="4047" y="6248"/>
                </a:lnTo>
                <a:lnTo>
                  <a:pt x="4038" y="6236"/>
                </a:lnTo>
                <a:lnTo>
                  <a:pt x="4033" y="6213"/>
                </a:lnTo>
                <a:lnTo>
                  <a:pt x="4028" y="6185"/>
                </a:lnTo>
                <a:lnTo>
                  <a:pt x="4036" y="6177"/>
                </a:lnTo>
                <a:lnTo>
                  <a:pt x="4052" y="6194"/>
                </a:lnTo>
                <a:lnTo>
                  <a:pt x="4065" y="6208"/>
                </a:lnTo>
                <a:lnTo>
                  <a:pt x="4070" y="6225"/>
                </a:lnTo>
                <a:lnTo>
                  <a:pt x="4066" y="6237"/>
                </a:lnTo>
                <a:lnTo>
                  <a:pt x="4061" y="6243"/>
                </a:lnTo>
                <a:close/>
                <a:moveTo>
                  <a:pt x="982" y="6278"/>
                </a:moveTo>
                <a:lnTo>
                  <a:pt x="993" y="6299"/>
                </a:lnTo>
                <a:lnTo>
                  <a:pt x="998" y="6322"/>
                </a:lnTo>
                <a:lnTo>
                  <a:pt x="996" y="6331"/>
                </a:lnTo>
                <a:lnTo>
                  <a:pt x="993" y="6331"/>
                </a:lnTo>
                <a:lnTo>
                  <a:pt x="985" y="6328"/>
                </a:lnTo>
                <a:lnTo>
                  <a:pt x="969" y="6309"/>
                </a:lnTo>
                <a:lnTo>
                  <a:pt x="964" y="6295"/>
                </a:lnTo>
                <a:lnTo>
                  <a:pt x="959" y="6281"/>
                </a:lnTo>
                <a:lnTo>
                  <a:pt x="943" y="6261"/>
                </a:lnTo>
                <a:lnTo>
                  <a:pt x="935" y="6259"/>
                </a:lnTo>
                <a:lnTo>
                  <a:pt x="929" y="6257"/>
                </a:lnTo>
                <a:lnTo>
                  <a:pt x="919" y="6241"/>
                </a:lnTo>
                <a:lnTo>
                  <a:pt x="919" y="6230"/>
                </a:lnTo>
                <a:lnTo>
                  <a:pt x="920" y="6218"/>
                </a:lnTo>
                <a:lnTo>
                  <a:pt x="930" y="6211"/>
                </a:lnTo>
                <a:lnTo>
                  <a:pt x="947" y="6224"/>
                </a:lnTo>
                <a:lnTo>
                  <a:pt x="970" y="6256"/>
                </a:lnTo>
                <a:lnTo>
                  <a:pt x="982" y="6278"/>
                </a:lnTo>
                <a:close/>
                <a:moveTo>
                  <a:pt x="4120" y="6232"/>
                </a:moveTo>
                <a:lnTo>
                  <a:pt x="4118" y="6244"/>
                </a:lnTo>
                <a:lnTo>
                  <a:pt x="4127" y="6271"/>
                </a:lnTo>
                <a:lnTo>
                  <a:pt x="4137" y="6282"/>
                </a:lnTo>
                <a:lnTo>
                  <a:pt x="4149" y="6297"/>
                </a:lnTo>
                <a:lnTo>
                  <a:pt x="4164" y="6333"/>
                </a:lnTo>
                <a:lnTo>
                  <a:pt x="4167" y="6368"/>
                </a:lnTo>
                <a:lnTo>
                  <a:pt x="4161" y="6388"/>
                </a:lnTo>
                <a:lnTo>
                  <a:pt x="4153" y="6397"/>
                </a:lnTo>
                <a:lnTo>
                  <a:pt x="4148" y="6400"/>
                </a:lnTo>
                <a:lnTo>
                  <a:pt x="4136" y="6402"/>
                </a:lnTo>
                <a:lnTo>
                  <a:pt x="4129" y="6393"/>
                </a:lnTo>
                <a:lnTo>
                  <a:pt x="4133" y="6378"/>
                </a:lnTo>
                <a:lnTo>
                  <a:pt x="4137" y="6362"/>
                </a:lnTo>
                <a:lnTo>
                  <a:pt x="4128" y="6318"/>
                </a:lnTo>
                <a:lnTo>
                  <a:pt x="4118" y="6295"/>
                </a:lnTo>
                <a:lnTo>
                  <a:pt x="4107" y="6273"/>
                </a:lnTo>
                <a:lnTo>
                  <a:pt x="4094" y="6238"/>
                </a:lnTo>
                <a:lnTo>
                  <a:pt x="4092" y="6216"/>
                </a:lnTo>
                <a:lnTo>
                  <a:pt x="4102" y="6205"/>
                </a:lnTo>
                <a:lnTo>
                  <a:pt x="4112" y="6205"/>
                </a:lnTo>
                <a:lnTo>
                  <a:pt x="4119" y="6206"/>
                </a:lnTo>
                <a:lnTo>
                  <a:pt x="4125" y="6221"/>
                </a:lnTo>
                <a:lnTo>
                  <a:pt x="4120" y="6232"/>
                </a:lnTo>
                <a:close/>
                <a:moveTo>
                  <a:pt x="4281" y="6224"/>
                </a:moveTo>
                <a:lnTo>
                  <a:pt x="4287" y="6234"/>
                </a:lnTo>
                <a:lnTo>
                  <a:pt x="4288" y="6249"/>
                </a:lnTo>
                <a:lnTo>
                  <a:pt x="4278" y="6256"/>
                </a:lnTo>
                <a:lnTo>
                  <a:pt x="4262" y="6253"/>
                </a:lnTo>
                <a:lnTo>
                  <a:pt x="4251" y="6248"/>
                </a:lnTo>
                <a:lnTo>
                  <a:pt x="4240" y="6241"/>
                </a:lnTo>
                <a:lnTo>
                  <a:pt x="4208" y="6237"/>
                </a:lnTo>
                <a:lnTo>
                  <a:pt x="4193" y="6238"/>
                </a:lnTo>
                <a:lnTo>
                  <a:pt x="4179" y="6239"/>
                </a:lnTo>
                <a:lnTo>
                  <a:pt x="4169" y="6234"/>
                </a:lnTo>
                <a:lnTo>
                  <a:pt x="4169" y="6228"/>
                </a:lnTo>
                <a:lnTo>
                  <a:pt x="4171" y="6224"/>
                </a:lnTo>
                <a:lnTo>
                  <a:pt x="4179" y="6215"/>
                </a:lnTo>
                <a:lnTo>
                  <a:pt x="4210" y="6206"/>
                </a:lnTo>
                <a:lnTo>
                  <a:pt x="4245" y="6206"/>
                </a:lnTo>
                <a:lnTo>
                  <a:pt x="4274" y="6215"/>
                </a:lnTo>
                <a:lnTo>
                  <a:pt x="4281" y="6224"/>
                </a:lnTo>
                <a:close/>
                <a:moveTo>
                  <a:pt x="4381" y="6259"/>
                </a:moveTo>
                <a:lnTo>
                  <a:pt x="4380" y="6273"/>
                </a:lnTo>
                <a:lnTo>
                  <a:pt x="4371" y="6293"/>
                </a:lnTo>
                <a:lnTo>
                  <a:pt x="4363" y="6295"/>
                </a:lnTo>
                <a:lnTo>
                  <a:pt x="4356" y="6293"/>
                </a:lnTo>
                <a:lnTo>
                  <a:pt x="4347" y="6273"/>
                </a:lnTo>
                <a:lnTo>
                  <a:pt x="4346" y="6259"/>
                </a:lnTo>
                <a:lnTo>
                  <a:pt x="4347" y="6244"/>
                </a:lnTo>
                <a:lnTo>
                  <a:pt x="4356" y="6224"/>
                </a:lnTo>
                <a:lnTo>
                  <a:pt x="4363" y="6222"/>
                </a:lnTo>
                <a:lnTo>
                  <a:pt x="4371" y="6224"/>
                </a:lnTo>
                <a:lnTo>
                  <a:pt x="4380" y="6244"/>
                </a:lnTo>
                <a:lnTo>
                  <a:pt x="4381" y="6259"/>
                </a:lnTo>
                <a:close/>
                <a:moveTo>
                  <a:pt x="576" y="6300"/>
                </a:moveTo>
                <a:lnTo>
                  <a:pt x="567" y="6308"/>
                </a:lnTo>
                <a:lnTo>
                  <a:pt x="548" y="6309"/>
                </a:lnTo>
                <a:lnTo>
                  <a:pt x="534" y="6298"/>
                </a:lnTo>
                <a:lnTo>
                  <a:pt x="530" y="6278"/>
                </a:lnTo>
                <a:lnTo>
                  <a:pt x="533" y="6265"/>
                </a:lnTo>
                <a:lnTo>
                  <a:pt x="535" y="6259"/>
                </a:lnTo>
                <a:lnTo>
                  <a:pt x="542" y="6250"/>
                </a:lnTo>
                <a:lnTo>
                  <a:pt x="555" y="6250"/>
                </a:lnTo>
                <a:lnTo>
                  <a:pt x="569" y="6260"/>
                </a:lnTo>
                <a:lnTo>
                  <a:pt x="580" y="6271"/>
                </a:lnTo>
                <a:lnTo>
                  <a:pt x="583" y="6291"/>
                </a:lnTo>
                <a:lnTo>
                  <a:pt x="576" y="6300"/>
                </a:lnTo>
                <a:close/>
                <a:moveTo>
                  <a:pt x="3943" y="6341"/>
                </a:moveTo>
                <a:lnTo>
                  <a:pt x="3939" y="6357"/>
                </a:lnTo>
                <a:lnTo>
                  <a:pt x="3931" y="6350"/>
                </a:lnTo>
                <a:lnTo>
                  <a:pt x="3925" y="6325"/>
                </a:lnTo>
                <a:lnTo>
                  <a:pt x="3921" y="6302"/>
                </a:lnTo>
                <a:lnTo>
                  <a:pt x="3923" y="6288"/>
                </a:lnTo>
                <a:lnTo>
                  <a:pt x="3928" y="6288"/>
                </a:lnTo>
                <a:lnTo>
                  <a:pt x="3932" y="6291"/>
                </a:lnTo>
                <a:lnTo>
                  <a:pt x="3939" y="6300"/>
                </a:lnTo>
                <a:lnTo>
                  <a:pt x="3944" y="6327"/>
                </a:lnTo>
                <a:lnTo>
                  <a:pt x="3943" y="6341"/>
                </a:lnTo>
                <a:close/>
                <a:moveTo>
                  <a:pt x="4245" y="6291"/>
                </a:moveTo>
                <a:lnTo>
                  <a:pt x="4253" y="6299"/>
                </a:lnTo>
                <a:lnTo>
                  <a:pt x="4265" y="6333"/>
                </a:lnTo>
                <a:lnTo>
                  <a:pt x="4267" y="6355"/>
                </a:lnTo>
                <a:lnTo>
                  <a:pt x="4269" y="6375"/>
                </a:lnTo>
                <a:lnTo>
                  <a:pt x="4281" y="6413"/>
                </a:lnTo>
                <a:lnTo>
                  <a:pt x="4300" y="6440"/>
                </a:lnTo>
                <a:lnTo>
                  <a:pt x="4315" y="6449"/>
                </a:lnTo>
                <a:lnTo>
                  <a:pt x="4325" y="6449"/>
                </a:lnTo>
                <a:lnTo>
                  <a:pt x="4329" y="6447"/>
                </a:lnTo>
                <a:lnTo>
                  <a:pt x="4336" y="6444"/>
                </a:lnTo>
                <a:lnTo>
                  <a:pt x="4344" y="6449"/>
                </a:lnTo>
                <a:lnTo>
                  <a:pt x="4346" y="6456"/>
                </a:lnTo>
                <a:lnTo>
                  <a:pt x="4343" y="6463"/>
                </a:lnTo>
                <a:lnTo>
                  <a:pt x="4324" y="6478"/>
                </a:lnTo>
                <a:lnTo>
                  <a:pt x="4295" y="6489"/>
                </a:lnTo>
                <a:lnTo>
                  <a:pt x="4267" y="6491"/>
                </a:lnTo>
                <a:lnTo>
                  <a:pt x="4258" y="6487"/>
                </a:lnTo>
                <a:lnTo>
                  <a:pt x="4252" y="6480"/>
                </a:lnTo>
                <a:lnTo>
                  <a:pt x="4242" y="6437"/>
                </a:lnTo>
                <a:lnTo>
                  <a:pt x="4240" y="6409"/>
                </a:lnTo>
                <a:lnTo>
                  <a:pt x="4236" y="6381"/>
                </a:lnTo>
                <a:lnTo>
                  <a:pt x="4225" y="6343"/>
                </a:lnTo>
                <a:lnTo>
                  <a:pt x="4215" y="6325"/>
                </a:lnTo>
                <a:lnTo>
                  <a:pt x="4210" y="6320"/>
                </a:lnTo>
                <a:lnTo>
                  <a:pt x="4199" y="6311"/>
                </a:lnTo>
                <a:lnTo>
                  <a:pt x="4183" y="6294"/>
                </a:lnTo>
                <a:lnTo>
                  <a:pt x="4182" y="6287"/>
                </a:lnTo>
                <a:lnTo>
                  <a:pt x="4183" y="6283"/>
                </a:lnTo>
                <a:lnTo>
                  <a:pt x="4196" y="6277"/>
                </a:lnTo>
                <a:lnTo>
                  <a:pt x="4216" y="6278"/>
                </a:lnTo>
                <a:lnTo>
                  <a:pt x="4237" y="6285"/>
                </a:lnTo>
                <a:lnTo>
                  <a:pt x="4245" y="6291"/>
                </a:lnTo>
                <a:close/>
                <a:moveTo>
                  <a:pt x="4445" y="6295"/>
                </a:moveTo>
                <a:lnTo>
                  <a:pt x="4448" y="6301"/>
                </a:lnTo>
                <a:lnTo>
                  <a:pt x="4443" y="6312"/>
                </a:lnTo>
                <a:lnTo>
                  <a:pt x="4438" y="6313"/>
                </a:lnTo>
                <a:lnTo>
                  <a:pt x="4429" y="6312"/>
                </a:lnTo>
                <a:lnTo>
                  <a:pt x="4418" y="6301"/>
                </a:lnTo>
                <a:lnTo>
                  <a:pt x="4417" y="6295"/>
                </a:lnTo>
                <a:lnTo>
                  <a:pt x="4418" y="6287"/>
                </a:lnTo>
                <a:lnTo>
                  <a:pt x="4422" y="6277"/>
                </a:lnTo>
                <a:lnTo>
                  <a:pt x="4425" y="6276"/>
                </a:lnTo>
                <a:lnTo>
                  <a:pt x="4429" y="6277"/>
                </a:lnTo>
                <a:lnTo>
                  <a:pt x="4440" y="6287"/>
                </a:lnTo>
                <a:lnTo>
                  <a:pt x="4445" y="6295"/>
                </a:lnTo>
                <a:close/>
                <a:moveTo>
                  <a:pt x="4472" y="6349"/>
                </a:moveTo>
                <a:lnTo>
                  <a:pt x="4471" y="6356"/>
                </a:lnTo>
                <a:lnTo>
                  <a:pt x="4460" y="6366"/>
                </a:lnTo>
                <a:lnTo>
                  <a:pt x="4452" y="6368"/>
                </a:lnTo>
                <a:lnTo>
                  <a:pt x="4446" y="6366"/>
                </a:lnTo>
                <a:lnTo>
                  <a:pt x="4442" y="6356"/>
                </a:lnTo>
                <a:lnTo>
                  <a:pt x="4445" y="6349"/>
                </a:lnTo>
                <a:lnTo>
                  <a:pt x="4449" y="6341"/>
                </a:lnTo>
                <a:lnTo>
                  <a:pt x="4460" y="6332"/>
                </a:lnTo>
                <a:lnTo>
                  <a:pt x="4465" y="6331"/>
                </a:lnTo>
                <a:lnTo>
                  <a:pt x="4467" y="6332"/>
                </a:lnTo>
                <a:lnTo>
                  <a:pt x="4472" y="6341"/>
                </a:lnTo>
                <a:lnTo>
                  <a:pt x="4472" y="6349"/>
                </a:lnTo>
                <a:close/>
                <a:moveTo>
                  <a:pt x="926" y="6378"/>
                </a:moveTo>
                <a:lnTo>
                  <a:pt x="930" y="6390"/>
                </a:lnTo>
                <a:lnTo>
                  <a:pt x="923" y="6401"/>
                </a:lnTo>
                <a:lnTo>
                  <a:pt x="915" y="6400"/>
                </a:lnTo>
                <a:lnTo>
                  <a:pt x="905" y="6396"/>
                </a:lnTo>
                <a:lnTo>
                  <a:pt x="891" y="6380"/>
                </a:lnTo>
                <a:lnTo>
                  <a:pt x="884" y="6362"/>
                </a:lnTo>
                <a:lnTo>
                  <a:pt x="890" y="6350"/>
                </a:lnTo>
                <a:lnTo>
                  <a:pt x="897" y="6349"/>
                </a:lnTo>
                <a:lnTo>
                  <a:pt x="905" y="6350"/>
                </a:lnTo>
                <a:lnTo>
                  <a:pt x="921" y="6366"/>
                </a:lnTo>
                <a:lnTo>
                  <a:pt x="926" y="6378"/>
                </a:lnTo>
                <a:close/>
                <a:moveTo>
                  <a:pt x="1028" y="6396"/>
                </a:moveTo>
                <a:lnTo>
                  <a:pt x="1027" y="6406"/>
                </a:lnTo>
                <a:lnTo>
                  <a:pt x="1016" y="6415"/>
                </a:lnTo>
                <a:lnTo>
                  <a:pt x="1009" y="6412"/>
                </a:lnTo>
                <a:lnTo>
                  <a:pt x="1002" y="6407"/>
                </a:lnTo>
                <a:lnTo>
                  <a:pt x="997" y="6390"/>
                </a:lnTo>
                <a:lnTo>
                  <a:pt x="1001" y="6384"/>
                </a:lnTo>
                <a:lnTo>
                  <a:pt x="1006" y="6375"/>
                </a:lnTo>
                <a:lnTo>
                  <a:pt x="1016" y="6368"/>
                </a:lnTo>
                <a:lnTo>
                  <a:pt x="1023" y="6371"/>
                </a:lnTo>
                <a:lnTo>
                  <a:pt x="1027" y="6385"/>
                </a:lnTo>
                <a:lnTo>
                  <a:pt x="1028" y="6396"/>
                </a:lnTo>
                <a:close/>
                <a:moveTo>
                  <a:pt x="980" y="6412"/>
                </a:moveTo>
                <a:lnTo>
                  <a:pt x="983" y="6423"/>
                </a:lnTo>
                <a:lnTo>
                  <a:pt x="979" y="6438"/>
                </a:lnTo>
                <a:lnTo>
                  <a:pt x="973" y="6439"/>
                </a:lnTo>
                <a:lnTo>
                  <a:pt x="966" y="6438"/>
                </a:lnTo>
                <a:lnTo>
                  <a:pt x="956" y="6423"/>
                </a:lnTo>
                <a:lnTo>
                  <a:pt x="955" y="6412"/>
                </a:lnTo>
                <a:lnTo>
                  <a:pt x="955" y="6402"/>
                </a:lnTo>
                <a:lnTo>
                  <a:pt x="959" y="6387"/>
                </a:lnTo>
                <a:lnTo>
                  <a:pt x="963" y="6385"/>
                </a:lnTo>
                <a:lnTo>
                  <a:pt x="969" y="6391"/>
                </a:lnTo>
                <a:lnTo>
                  <a:pt x="980" y="6412"/>
                </a:lnTo>
                <a:close/>
                <a:moveTo>
                  <a:pt x="919" y="6434"/>
                </a:moveTo>
                <a:lnTo>
                  <a:pt x="921" y="6456"/>
                </a:lnTo>
                <a:lnTo>
                  <a:pt x="931" y="6494"/>
                </a:lnTo>
                <a:lnTo>
                  <a:pt x="938" y="6520"/>
                </a:lnTo>
                <a:lnTo>
                  <a:pt x="930" y="6528"/>
                </a:lnTo>
                <a:lnTo>
                  <a:pt x="911" y="6514"/>
                </a:lnTo>
                <a:lnTo>
                  <a:pt x="898" y="6501"/>
                </a:lnTo>
                <a:lnTo>
                  <a:pt x="871" y="6469"/>
                </a:lnTo>
                <a:lnTo>
                  <a:pt x="863" y="6455"/>
                </a:lnTo>
                <a:lnTo>
                  <a:pt x="858" y="6445"/>
                </a:lnTo>
                <a:lnTo>
                  <a:pt x="854" y="6432"/>
                </a:lnTo>
                <a:lnTo>
                  <a:pt x="858" y="6424"/>
                </a:lnTo>
                <a:lnTo>
                  <a:pt x="871" y="6422"/>
                </a:lnTo>
                <a:lnTo>
                  <a:pt x="882" y="6422"/>
                </a:lnTo>
                <a:lnTo>
                  <a:pt x="897" y="6422"/>
                </a:lnTo>
                <a:lnTo>
                  <a:pt x="917" y="6430"/>
                </a:lnTo>
                <a:lnTo>
                  <a:pt x="919" y="6434"/>
                </a:lnTo>
                <a:close/>
                <a:moveTo>
                  <a:pt x="757" y="6488"/>
                </a:moveTo>
                <a:lnTo>
                  <a:pt x="748" y="6506"/>
                </a:lnTo>
                <a:lnTo>
                  <a:pt x="739" y="6507"/>
                </a:lnTo>
                <a:lnTo>
                  <a:pt x="737" y="6493"/>
                </a:lnTo>
                <a:lnTo>
                  <a:pt x="739" y="6481"/>
                </a:lnTo>
                <a:lnTo>
                  <a:pt x="744" y="6461"/>
                </a:lnTo>
                <a:lnTo>
                  <a:pt x="754" y="6447"/>
                </a:lnTo>
                <a:lnTo>
                  <a:pt x="765" y="6444"/>
                </a:lnTo>
                <a:lnTo>
                  <a:pt x="770" y="6447"/>
                </a:lnTo>
                <a:lnTo>
                  <a:pt x="771" y="6452"/>
                </a:lnTo>
                <a:lnTo>
                  <a:pt x="765" y="6475"/>
                </a:lnTo>
                <a:lnTo>
                  <a:pt x="757" y="6488"/>
                </a:lnTo>
                <a:close/>
                <a:moveTo>
                  <a:pt x="3965" y="6485"/>
                </a:moveTo>
                <a:lnTo>
                  <a:pt x="3964" y="6496"/>
                </a:lnTo>
                <a:lnTo>
                  <a:pt x="3959" y="6511"/>
                </a:lnTo>
                <a:lnTo>
                  <a:pt x="3957" y="6512"/>
                </a:lnTo>
                <a:lnTo>
                  <a:pt x="3950" y="6506"/>
                </a:lnTo>
                <a:lnTo>
                  <a:pt x="3939" y="6485"/>
                </a:lnTo>
                <a:lnTo>
                  <a:pt x="3937" y="6474"/>
                </a:lnTo>
                <a:lnTo>
                  <a:pt x="3940" y="6459"/>
                </a:lnTo>
                <a:lnTo>
                  <a:pt x="3946" y="6458"/>
                </a:lnTo>
                <a:lnTo>
                  <a:pt x="3954" y="6459"/>
                </a:lnTo>
                <a:lnTo>
                  <a:pt x="3964" y="6474"/>
                </a:lnTo>
                <a:lnTo>
                  <a:pt x="3965" y="6485"/>
                </a:lnTo>
                <a:close/>
                <a:moveTo>
                  <a:pt x="3723" y="6515"/>
                </a:moveTo>
                <a:lnTo>
                  <a:pt x="3719" y="6524"/>
                </a:lnTo>
                <a:lnTo>
                  <a:pt x="3714" y="6518"/>
                </a:lnTo>
                <a:lnTo>
                  <a:pt x="3712" y="6504"/>
                </a:lnTo>
                <a:lnTo>
                  <a:pt x="3712" y="6491"/>
                </a:lnTo>
                <a:lnTo>
                  <a:pt x="3716" y="6481"/>
                </a:lnTo>
                <a:lnTo>
                  <a:pt x="3719" y="6480"/>
                </a:lnTo>
                <a:lnTo>
                  <a:pt x="3721" y="6482"/>
                </a:lnTo>
                <a:lnTo>
                  <a:pt x="3725" y="6487"/>
                </a:lnTo>
                <a:lnTo>
                  <a:pt x="3727" y="6506"/>
                </a:lnTo>
                <a:lnTo>
                  <a:pt x="3723" y="6515"/>
                </a:lnTo>
                <a:close/>
                <a:moveTo>
                  <a:pt x="708" y="6521"/>
                </a:moveTo>
                <a:lnTo>
                  <a:pt x="697" y="6541"/>
                </a:lnTo>
                <a:lnTo>
                  <a:pt x="691" y="6548"/>
                </a:lnTo>
                <a:lnTo>
                  <a:pt x="687" y="6547"/>
                </a:lnTo>
                <a:lnTo>
                  <a:pt x="683" y="6532"/>
                </a:lnTo>
                <a:lnTo>
                  <a:pt x="683" y="6521"/>
                </a:lnTo>
                <a:lnTo>
                  <a:pt x="684" y="6511"/>
                </a:lnTo>
                <a:lnTo>
                  <a:pt x="694" y="6496"/>
                </a:lnTo>
                <a:lnTo>
                  <a:pt x="702" y="6494"/>
                </a:lnTo>
                <a:lnTo>
                  <a:pt x="707" y="6496"/>
                </a:lnTo>
                <a:lnTo>
                  <a:pt x="711" y="6511"/>
                </a:lnTo>
                <a:lnTo>
                  <a:pt x="708" y="6521"/>
                </a:lnTo>
                <a:close/>
                <a:moveTo>
                  <a:pt x="3808" y="6539"/>
                </a:moveTo>
                <a:lnTo>
                  <a:pt x="3803" y="6549"/>
                </a:lnTo>
                <a:lnTo>
                  <a:pt x="3790" y="6563"/>
                </a:lnTo>
                <a:lnTo>
                  <a:pt x="3776" y="6566"/>
                </a:lnTo>
                <a:lnTo>
                  <a:pt x="3766" y="6559"/>
                </a:lnTo>
                <a:lnTo>
                  <a:pt x="3765" y="6550"/>
                </a:lnTo>
                <a:lnTo>
                  <a:pt x="3766" y="6545"/>
                </a:lnTo>
                <a:lnTo>
                  <a:pt x="3771" y="6536"/>
                </a:lnTo>
                <a:lnTo>
                  <a:pt x="3790" y="6523"/>
                </a:lnTo>
                <a:lnTo>
                  <a:pt x="3814" y="6514"/>
                </a:lnTo>
                <a:lnTo>
                  <a:pt x="3815" y="6519"/>
                </a:lnTo>
                <a:lnTo>
                  <a:pt x="3808" y="6539"/>
                </a:lnTo>
                <a:close/>
                <a:moveTo>
                  <a:pt x="901" y="6575"/>
                </a:moveTo>
                <a:lnTo>
                  <a:pt x="899" y="6586"/>
                </a:lnTo>
                <a:lnTo>
                  <a:pt x="890" y="6601"/>
                </a:lnTo>
                <a:lnTo>
                  <a:pt x="882" y="6602"/>
                </a:lnTo>
                <a:lnTo>
                  <a:pt x="876" y="6601"/>
                </a:lnTo>
                <a:lnTo>
                  <a:pt x="866" y="6586"/>
                </a:lnTo>
                <a:lnTo>
                  <a:pt x="865" y="6575"/>
                </a:lnTo>
                <a:lnTo>
                  <a:pt x="866" y="6565"/>
                </a:lnTo>
                <a:lnTo>
                  <a:pt x="876" y="6550"/>
                </a:lnTo>
                <a:lnTo>
                  <a:pt x="882" y="6548"/>
                </a:lnTo>
                <a:lnTo>
                  <a:pt x="890" y="6550"/>
                </a:lnTo>
                <a:lnTo>
                  <a:pt x="899" y="6565"/>
                </a:lnTo>
                <a:lnTo>
                  <a:pt x="901" y="6575"/>
                </a:lnTo>
                <a:close/>
                <a:moveTo>
                  <a:pt x="819" y="6621"/>
                </a:moveTo>
                <a:lnTo>
                  <a:pt x="830" y="6623"/>
                </a:lnTo>
                <a:lnTo>
                  <a:pt x="845" y="6641"/>
                </a:lnTo>
                <a:lnTo>
                  <a:pt x="854" y="6670"/>
                </a:lnTo>
                <a:lnTo>
                  <a:pt x="852" y="6700"/>
                </a:lnTo>
                <a:lnTo>
                  <a:pt x="846" y="6713"/>
                </a:lnTo>
                <a:lnTo>
                  <a:pt x="842" y="6718"/>
                </a:lnTo>
                <a:lnTo>
                  <a:pt x="836" y="6721"/>
                </a:lnTo>
                <a:lnTo>
                  <a:pt x="829" y="6711"/>
                </a:lnTo>
                <a:lnTo>
                  <a:pt x="824" y="6691"/>
                </a:lnTo>
                <a:lnTo>
                  <a:pt x="822" y="6674"/>
                </a:lnTo>
                <a:lnTo>
                  <a:pt x="812" y="6657"/>
                </a:lnTo>
                <a:lnTo>
                  <a:pt x="805" y="6651"/>
                </a:lnTo>
                <a:lnTo>
                  <a:pt x="801" y="6651"/>
                </a:lnTo>
                <a:lnTo>
                  <a:pt x="793" y="6656"/>
                </a:lnTo>
                <a:lnTo>
                  <a:pt x="784" y="6670"/>
                </a:lnTo>
                <a:lnTo>
                  <a:pt x="782" y="6691"/>
                </a:lnTo>
                <a:lnTo>
                  <a:pt x="789" y="6719"/>
                </a:lnTo>
                <a:lnTo>
                  <a:pt x="795" y="6733"/>
                </a:lnTo>
                <a:lnTo>
                  <a:pt x="801" y="6746"/>
                </a:lnTo>
                <a:lnTo>
                  <a:pt x="797" y="6762"/>
                </a:lnTo>
                <a:lnTo>
                  <a:pt x="791" y="6769"/>
                </a:lnTo>
                <a:lnTo>
                  <a:pt x="784" y="6771"/>
                </a:lnTo>
                <a:lnTo>
                  <a:pt x="778" y="6773"/>
                </a:lnTo>
                <a:lnTo>
                  <a:pt x="768" y="6768"/>
                </a:lnTo>
                <a:lnTo>
                  <a:pt x="755" y="6738"/>
                </a:lnTo>
                <a:lnTo>
                  <a:pt x="748" y="6699"/>
                </a:lnTo>
                <a:lnTo>
                  <a:pt x="742" y="6653"/>
                </a:lnTo>
                <a:lnTo>
                  <a:pt x="736" y="6598"/>
                </a:lnTo>
                <a:lnTo>
                  <a:pt x="739" y="6579"/>
                </a:lnTo>
                <a:lnTo>
                  <a:pt x="743" y="6575"/>
                </a:lnTo>
                <a:lnTo>
                  <a:pt x="755" y="6581"/>
                </a:lnTo>
                <a:lnTo>
                  <a:pt x="767" y="6591"/>
                </a:lnTo>
                <a:lnTo>
                  <a:pt x="779" y="6603"/>
                </a:lnTo>
                <a:lnTo>
                  <a:pt x="807" y="6620"/>
                </a:lnTo>
                <a:lnTo>
                  <a:pt x="819" y="6621"/>
                </a:lnTo>
                <a:close/>
                <a:moveTo>
                  <a:pt x="3873" y="6596"/>
                </a:moveTo>
                <a:lnTo>
                  <a:pt x="3872" y="6606"/>
                </a:lnTo>
                <a:lnTo>
                  <a:pt x="3863" y="6614"/>
                </a:lnTo>
                <a:lnTo>
                  <a:pt x="3856" y="6612"/>
                </a:lnTo>
                <a:lnTo>
                  <a:pt x="3848" y="6606"/>
                </a:lnTo>
                <a:lnTo>
                  <a:pt x="3844" y="6590"/>
                </a:lnTo>
                <a:lnTo>
                  <a:pt x="3846" y="6583"/>
                </a:lnTo>
                <a:lnTo>
                  <a:pt x="3853" y="6574"/>
                </a:lnTo>
                <a:lnTo>
                  <a:pt x="3863" y="6566"/>
                </a:lnTo>
                <a:lnTo>
                  <a:pt x="3870" y="6570"/>
                </a:lnTo>
                <a:lnTo>
                  <a:pt x="3873" y="6584"/>
                </a:lnTo>
                <a:lnTo>
                  <a:pt x="3873" y="6596"/>
                </a:lnTo>
                <a:close/>
                <a:moveTo>
                  <a:pt x="3530" y="6670"/>
                </a:moveTo>
                <a:lnTo>
                  <a:pt x="3529" y="6694"/>
                </a:lnTo>
                <a:lnTo>
                  <a:pt x="3522" y="6706"/>
                </a:lnTo>
                <a:lnTo>
                  <a:pt x="3514" y="6703"/>
                </a:lnTo>
                <a:lnTo>
                  <a:pt x="3509" y="6699"/>
                </a:lnTo>
                <a:lnTo>
                  <a:pt x="3501" y="6688"/>
                </a:lnTo>
                <a:lnTo>
                  <a:pt x="3496" y="6661"/>
                </a:lnTo>
                <a:lnTo>
                  <a:pt x="3498" y="6650"/>
                </a:lnTo>
                <a:lnTo>
                  <a:pt x="3505" y="6635"/>
                </a:lnTo>
                <a:lnTo>
                  <a:pt x="3517" y="6622"/>
                </a:lnTo>
                <a:lnTo>
                  <a:pt x="3524" y="6627"/>
                </a:lnTo>
                <a:lnTo>
                  <a:pt x="3529" y="6651"/>
                </a:lnTo>
                <a:lnTo>
                  <a:pt x="3530" y="6670"/>
                </a:lnTo>
                <a:close/>
                <a:moveTo>
                  <a:pt x="950" y="6694"/>
                </a:moveTo>
                <a:lnTo>
                  <a:pt x="951" y="6708"/>
                </a:lnTo>
                <a:lnTo>
                  <a:pt x="943" y="6727"/>
                </a:lnTo>
                <a:lnTo>
                  <a:pt x="936" y="6729"/>
                </a:lnTo>
                <a:lnTo>
                  <a:pt x="930" y="6727"/>
                </a:lnTo>
                <a:lnTo>
                  <a:pt x="922" y="6702"/>
                </a:lnTo>
                <a:lnTo>
                  <a:pt x="922" y="6684"/>
                </a:lnTo>
                <a:lnTo>
                  <a:pt x="925" y="6668"/>
                </a:lnTo>
                <a:lnTo>
                  <a:pt x="931" y="6650"/>
                </a:lnTo>
                <a:lnTo>
                  <a:pt x="939" y="6652"/>
                </a:lnTo>
                <a:lnTo>
                  <a:pt x="946" y="6674"/>
                </a:lnTo>
                <a:lnTo>
                  <a:pt x="950" y="6694"/>
                </a:lnTo>
                <a:close/>
                <a:moveTo>
                  <a:pt x="3955" y="6711"/>
                </a:moveTo>
                <a:lnTo>
                  <a:pt x="3958" y="6719"/>
                </a:lnTo>
                <a:lnTo>
                  <a:pt x="3955" y="6728"/>
                </a:lnTo>
                <a:lnTo>
                  <a:pt x="3948" y="6729"/>
                </a:lnTo>
                <a:lnTo>
                  <a:pt x="3941" y="6728"/>
                </a:lnTo>
                <a:lnTo>
                  <a:pt x="3925" y="6719"/>
                </a:lnTo>
                <a:lnTo>
                  <a:pt x="3919" y="6711"/>
                </a:lnTo>
                <a:lnTo>
                  <a:pt x="3916" y="6703"/>
                </a:lnTo>
                <a:lnTo>
                  <a:pt x="3919" y="6694"/>
                </a:lnTo>
                <a:lnTo>
                  <a:pt x="3927" y="6694"/>
                </a:lnTo>
                <a:lnTo>
                  <a:pt x="3934" y="6694"/>
                </a:lnTo>
                <a:lnTo>
                  <a:pt x="3951" y="6703"/>
                </a:lnTo>
                <a:lnTo>
                  <a:pt x="3955" y="6711"/>
                </a:lnTo>
                <a:close/>
                <a:moveTo>
                  <a:pt x="1861" y="7336"/>
                </a:moveTo>
                <a:lnTo>
                  <a:pt x="1861" y="7347"/>
                </a:lnTo>
                <a:lnTo>
                  <a:pt x="1857" y="7362"/>
                </a:lnTo>
                <a:lnTo>
                  <a:pt x="1855" y="7363"/>
                </a:lnTo>
                <a:lnTo>
                  <a:pt x="1847" y="7357"/>
                </a:lnTo>
                <a:lnTo>
                  <a:pt x="1836" y="7336"/>
                </a:lnTo>
                <a:lnTo>
                  <a:pt x="1833" y="7326"/>
                </a:lnTo>
                <a:lnTo>
                  <a:pt x="1837" y="7311"/>
                </a:lnTo>
                <a:lnTo>
                  <a:pt x="1844" y="7309"/>
                </a:lnTo>
                <a:lnTo>
                  <a:pt x="1851" y="7311"/>
                </a:lnTo>
                <a:lnTo>
                  <a:pt x="1860" y="7326"/>
                </a:lnTo>
                <a:lnTo>
                  <a:pt x="1861" y="7336"/>
                </a:lnTo>
                <a:close/>
                <a:moveTo>
                  <a:pt x="2111" y="7547"/>
                </a:moveTo>
                <a:lnTo>
                  <a:pt x="2117" y="7558"/>
                </a:lnTo>
                <a:lnTo>
                  <a:pt x="2132" y="7578"/>
                </a:lnTo>
                <a:lnTo>
                  <a:pt x="2141" y="7585"/>
                </a:lnTo>
                <a:lnTo>
                  <a:pt x="2149" y="7591"/>
                </a:lnTo>
                <a:lnTo>
                  <a:pt x="2148" y="7599"/>
                </a:lnTo>
                <a:lnTo>
                  <a:pt x="2138" y="7599"/>
                </a:lnTo>
                <a:lnTo>
                  <a:pt x="2130" y="7598"/>
                </a:lnTo>
                <a:lnTo>
                  <a:pt x="2111" y="7588"/>
                </a:lnTo>
                <a:lnTo>
                  <a:pt x="2106" y="7580"/>
                </a:lnTo>
                <a:lnTo>
                  <a:pt x="2100" y="7574"/>
                </a:lnTo>
                <a:lnTo>
                  <a:pt x="2086" y="7569"/>
                </a:lnTo>
                <a:lnTo>
                  <a:pt x="2079" y="7572"/>
                </a:lnTo>
                <a:lnTo>
                  <a:pt x="2071" y="7574"/>
                </a:lnTo>
                <a:lnTo>
                  <a:pt x="2054" y="7561"/>
                </a:lnTo>
                <a:lnTo>
                  <a:pt x="2045" y="7548"/>
                </a:lnTo>
                <a:lnTo>
                  <a:pt x="2039" y="7538"/>
                </a:lnTo>
                <a:lnTo>
                  <a:pt x="2036" y="7525"/>
                </a:lnTo>
                <a:lnTo>
                  <a:pt x="2041" y="7519"/>
                </a:lnTo>
                <a:lnTo>
                  <a:pt x="2054" y="7517"/>
                </a:lnTo>
                <a:lnTo>
                  <a:pt x="2064" y="7517"/>
                </a:lnTo>
                <a:lnTo>
                  <a:pt x="2081" y="7520"/>
                </a:lnTo>
                <a:lnTo>
                  <a:pt x="2107" y="7536"/>
                </a:lnTo>
                <a:lnTo>
                  <a:pt x="2111" y="7547"/>
                </a:lnTo>
                <a:close/>
                <a:moveTo>
                  <a:pt x="2059" y="7699"/>
                </a:moveTo>
                <a:lnTo>
                  <a:pt x="2075" y="7737"/>
                </a:lnTo>
                <a:lnTo>
                  <a:pt x="2095" y="7784"/>
                </a:lnTo>
                <a:lnTo>
                  <a:pt x="2104" y="7808"/>
                </a:lnTo>
                <a:lnTo>
                  <a:pt x="2104" y="7855"/>
                </a:lnTo>
                <a:lnTo>
                  <a:pt x="2097" y="7878"/>
                </a:lnTo>
                <a:lnTo>
                  <a:pt x="2092" y="7896"/>
                </a:lnTo>
                <a:lnTo>
                  <a:pt x="2088" y="7924"/>
                </a:lnTo>
                <a:lnTo>
                  <a:pt x="2092" y="7930"/>
                </a:lnTo>
                <a:lnTo>
                  <a:pt x="2096" y="7938"/>
                </a:lnTo>
                <a:lnTo>
                  <a:pt x="2106" y="7982"/>
                </a:lnTo>
                <a:lnTo>
                  <a:pt x="2110" y="8010"/>
                </a:lnTo>
                <a:lnTo>
                  <a:pt x="2117" y="8068"/>
                </a:lnTo>
                <a:lnTo>
                  <a:pt x="2124" y="8101"/>
                </a:lnTo>
                <a:lnTo>
                  <a:pt x="2128" y="8110"/>
                </a:lnTo>
                <a:lnTo>
                  <a:pt x="2123" y="8123"/>
                </a:lnTo>
                <a:lnTo>
                  <a:pt x="2117" y="8124"/>
                </a:lnTo>
                <a:lnTo>
                  <a:pt x="2112" y="8124"/>
                </a:lnTo>
                <a:lnTo>
                  <a:pt x="2104" y="8115"/>
                </a:lnTo>
                <a:lnTo>
                  <a:pt x="2088" y="8090"/>
                </a:lnTo>
                <a:lnTo>
                  <a:pt x="2070" y="8041"/>
                </a:lnTo>
                <a:lnTo>
                  <a:pt x="2057" y="7988"/>
                </a:lnTo>
                <a:lnTo>
                  <a:pt x="2056" y="7965"/>
                </a:lnTo>
                <a:lnTo>
                  <a:pt x="2055" y="7947"/>
                </a:lnTo>
                <a:lnTo>
                  <a:pt x="2053" y="7934"/>
                </a:lnTo>
                <a:lnTo>
                  <a:pt x="2049" y="7935"/>
                </a:lnTo>
                <a:lnTo>
                  <a:pt x="2048" y="7938"/>
                </a:lnTo>
                <a:lnTo>
                  <a:pt x="2043" y="7948"/>
                </a:lnTo>
                <a:lnTo>
                  <a:pt x="2019" y="7959"/>
                </a:lnTo>
                <a:lnTo>
                  <a:pt x="1992" y="7960"/>
                </a:lnTo>
                <a:lnTo>
                  <a:pt x="1976" y="7953"/>
                </a:lnTo>
                <a:lnTo>
                  <a:pt x="1971" y="7946"/>
                </a:lnTo>
                <a:lnTo>
                  <a:pt x="1970" y="7941"/>
                </a:lnTo>
                <a:lnTo>
                  <a:pt x="1972" y="7934"/>
                </a:lnTo>
                <a:lnTo>
                  <a:pt x="1985" y="7927"/>
                </a:lnTo>
                <a:lnTo>
                  <a:pt x="1996" y="7930"/>
                </a:lnTo>
                <a:lnTo>
                  <a:pt x="2001" y="7932"/>
                </a:lnTo>
                <a:lnTo>
                  <a:pt x="2016" y="7930"/>
                </a:lnTo>
                <a:lnTo>
                  <a:pt x="2039" y="7918"/>
                </a:lnTo>
                <a:lnTo>
                  <a:pt x="2054" y="7905"/>
                </a:lnTo>
                <a:lnTo>
                  <a:pt x="2064" y="7891"/>
                </a:lnTo>
                <a:lnTo>
                  <a:pt x="2072" y="7876"/>
                </a:lnTo>
                <a:lnTo>
                  <a:pt x="2071" y="7871"/>
                </a:lnTo>
                <a:lnTo>
                  <a:pt x="2068" y="7871"/>
                </a:lnTo>
                <a:lnTo>
                  <a:pt x="2066" y="7871"/>
                </a:lnTo>
                <a:lnTo>
                  <a:pt x="2063" y="7867"/>
                </a:lnTo>
                <a:lnTo>
                  <a:pt x="2069" y="7860"/>
                </a:lnTo>
                <a:lnTo>
                  <a:pt x="2079" y="7852"/>
                </a:lnTo>
                <a:lnTo>
                  <a:pt x="2086" y="7847"/>
                </a:lnTo>
                <a:lnTo>
                  <a:pt x="2094" y="7836"/>
                </a:lnTo>
                <a:lnTo>
                  <a:pt x="2086" y="7812"/>
                </a:lnTo>
                <a:lnTo>
                  <a:pt x="2064" y="7782"/>
                </a:lnTo>
                <a:lnTo>
                  <a:pt x="2048" y="7755"/>
                </a:lnTo>
                <a:lnTo>
                  <a:pt x="2031" y="7711"/>
                </a:lnTo>
                <a:lnTo>
                  <a:pt x="2026" y="7682"/>
                </a:lnTo>
                <a:lnTo>
                  <a:pt x="2026" y="7667"/>
                </a:lnTo>
                <a:lnTo>
                  <a:pt x="2027" y="7646"/>
                </a:lnTo>
                <a:lnTo>
                  <a:pt x="2032" y="7630"/>
                </a:lnTo>
                <a:lnTo>
                  <a:pt x="2035" y="7630"/>
                </a:lnTo>
                <a:lnTo>
                  <a:pt x="2037" y="7635"/>
                </a:lnTo>
                <a:lnTo>
                  <a:pt x="2046" y="7664"/>
                </a:lnTo>
                <a:lnTo>
                  <a:pt x="2059" y="7699"/>
                </a:lnTo>
                <a:close/>
                <a:moveTo>
                  <a:pt x="2171" y="7711"/>
                </a:moveTo>
                <a:lnTo>
                  <a:pt x="2179" y="7725"/>
                </a:lnTo>
                <a:lnTo>
                  <a:pt x="2180" y="7739"/>
                </a:lnTo>
                <a:lnTo>
                  <a:pt x="2175" y="7744"/>
                </a:lnTo>
                <a:lnTo>
                  <a:pt x="2171" y="7744"/>
                </a:lnTo>
                <a:lnTo>
                  <a:pt x="2163" y="7740"/>
                </a:lnTo>
                <a:lnTo>
                  <a:pt x="2138" y="7710"/>
                </a:lnTo>
                <a:lnTo>
                  <a:pt x="2126" y="7688"/>
                </a:lnTo>
                <a:lnTo>
                  <a:pt x="2110" y="7655"/>
                </a:lnTo>
                <a:lnTo>
                  <a:pt x="2108" y="7642"/>
                </a:lnTo>
                <a:lnTo>
                  <a:pt x="2118" y="7648"/>
                </a:lnTo>
                <a:lnTo>
                  <a:pt x="2126" y="7655"/>
                </a:lnTo>
                <a:lnTo>
                  <a:pt x="2137" y="7666"/>
                </a:lnTo>
                <a:lnTo>
                  <a:pt x="2163" y="7697"/>
                </a:lnTo>
                <a:lnTo>
                  <a:pt x="2171" y="7711"/>
                </a:lnTo>
                <a:close/>
                <a:moveTo>
                  <a:pt x="2061" y="7829"/>
                </a:moveTo>
                <a:lnTo>
                  <a:pt x="2057" y="7832"/>
                </a:lnTo>
                <a:lnTo>
                  <a:pt x="2043" y="7825"/>
                </a:lnTo>
                <a:lnTo>
                  <a:pt x="2038" y="7824"/>
                </a:lnTo>
                <a:lnTo>
                  <a:pt x="2032" y="7826"/>
                </a:lnTo>
                <a:lnTo>
                  <a:pt x="2025" y="7840"/>
                </a:lnTo>
                <a:lnTo>
                  <a:pt x="2023" y="7857"/>
                </a:lnTo>
                <a:lnTo>
                  <a:pt x="2023" y="7867"/>
                </a:lnTo>
                <a:lnTo>
                  <a:pt x="2020" y="7879"/>
                </a:lnTo>
                <a:lnTo>
                  <a:pt x="2010" y="7867"/>
                </a:lnTo>
                <a:lnTo>
                  <a:pt x="1997" y="7835"/>
                </a:lnTo>
                <a:lnTo>
                  <a:pt x="1984" y="7799"/>
                </a:lnTo>
                <a:lnTo>
                  <a:pt x="1972" y="7753"/>
                </a:lnTo>
                <a:lnTo>
                  <a:pt x="1974" y="7739"/>
                </a:lnTo>
                <a:lnTo>
                  <a:pt x="1981" y="7738"/>
                </a:lnTo>
                <a:lnTo>
                  <a:pt x="1998" y="7750"/>
                </a:lnTo>
                <a:lnTo>
                  <a:pt x="2016" y="7770"/>
                </a:lnTo>
                <a:lnTo>
                  <a:pt x="2050" y="7812"/>
                </a:lnTo>
                <a:lnTo>
                  <a:pt x="2061" y="7829"/>
                </a:lnTo>
                <a:close/>
                <a:moveTo>
                  <a:pt x="2659" y="7889"/>
                </a:moveTo>
                <a:lnTo>
                  <a:pt x="2657" y="7902"/>
                </a:lnTo>
                <a:lnTo>
                  <a:pt x="2652" y="7907"/>
                </a:lnTo>
                <a:lnTo>
                  <a:pt x="2642" y="7902"/>
                </a:lnTo>
                <a:lnTo>
                  <a:pt x="2632" y="7889"/>
                </a:lnTo>
                <a:lnTo>
                  <a:pt x="2629" y="7882"/>
                </a:lnTo>
                <a:lnTo>
                  <a:pt x="2633" y="7872"/>
                </a:lnTo>
                <a:lnTo>
                  <a:pt x="2639" y="7871"/>
                </a:lnTo>
                <a:lnTo>
                  <a:pt x="2648" y="7872"/>
                </a:lnTo>
                <a:lnTo>
                  <a:pt x="2658" y="7882"/>
                </a:lnTo>
                <a:lnTo>
                  <a:pt x="2659" y="7889"/>
                </a:lnTo>
                <a:close/>
                <a:moveTo>
                  <a:pt x="2032" y="8007"/>
                </a:moveTo>
                <a:lnTo>
                  <a:pt x="2035" y="8017"/>
                </a:lnTo>
                <a:lnTo>
                  <a:pt x="2031" y="8033"/>
                </a:lnTo>
                <a:lnTo>
                  <a:pt x="2024" y="8034"/>
                </a:lnTo>
                <a:lnTo>
                  <a:pt x="2017" y="8033"/>
                </a:lnTo>
                <a:lnTo>
                  <a:pt x="2007" y="8017"/>
                </a:lnTo>
                <a:lnTo>
                  <a:pt x="2007" y="8007"/>
                </a:lnTo>
                <a:lnTo>
                  <a:pt x="2007" y="7996"/>
                </a:lnTo>
                <a:lnTo>
                  <a:pt x="2011" y="7980"/>
                </a:lnTo>
                <a:lnTo>
                  <a:pt x="2013" y="7979"/>
                </a:lnTo>
                <a:lnTo>
                  <a:pt x="2021" y="7986"/>
                </a:lnTo>
                <a:lnTo>
                  <a:pt x="2032" y="8007"/>
                </a:lnTo>
                <a:close/>
                <a:moveTo>
                  <a:pt x="2252" y="8052"/>
                </a:moveTo>
                <a:lnTo>
                  <a:pt x="2254" y="8059"/>
                </a:lnTo>
                <a:lnTo>
                  <a:pt x="2250" y="8068"/>
                </a:lnTo>
                <a:lnTo>
                  <a:pt x="2244" y="8070"/>
                </a:lnTo>
                <a:lnTo>
                  <a:pt x="2236" y="8068"/>
                </a:lnTo>
                <a:lnTo>
                  <a:pt x="2225" y="8059"/>
                </a:lnTo>
                <a:lnTo>
                  <a:pt x="2224" y="8052"/>
                </a:lnTo>
                <a:lnTo>
                  <a:pt x="2224" y="8045"/>
                </a:lnTo>
                <a:lnTo>
                  <a:pt x="2229" y="8035"/>
                </a:lnTo>
                <a:lnTo>
                  <a:pt x="2231" y="8034"/>
                </a:lnTo>
                <a:lnTo>
                  <a:pt x="2235" y="8035"/>
                </a:lnTo>
                <a:lnTo>
                  <a:pt x="2246" y="8045"/>
                </a:lnTo>
                <a:lnTo>
                  <a:pt x="2252" y="8052"/>
                </a:lnTo>
                <a:close/>
                <a:moveTo>
                  <a:pt x="2840" y="8097"/>
                </a:moveTo>
                <a:lnTo>
                  <a:pt x="2852" y="8111"/>
                </a:lnTo>
                <a:lnTo>
                  <a:pt x="2852" y="8122"/>
                </a:lnTo>
                <a:lnTo>
                  <a:pt x="2843" y="8124"/>
                </a:lnTo>
                <a:lnTo>
                  <a:pt x="2835" y="8124"/>
                </a:lnTo>
                <a:lnTo>
                  <a:pt x="2823" y="8123"/>
                </a:lnTo>
                <a:lnTo>
                  <a:pt x="2802" y="8114"/>
                </a:lnTo>
                <a:lnTo>
                  <a:pt x="2795" y="8107"/>
                </a:lnTo>
                <a:lnTo>
                  <a:pt x="2789" y="8100"/>
                </a:lnTo>
                <a:lnTo>
                  <a:pt x="2767" y="8098"/>
                </a:lnTo>
                <a:lnTo>
                  <a:pt x="2755" y="8101"/>
                </a:lnTo>
                <a:lnTo>
                  <a:pt x="2742" y="8105"/>
                </a:lnTo>
                <a:lnTo>
                  <a:pt x="2733" y="8101"/>
                </a:lnTo>
                <a:lnTo>
                  <a:pt x="2739" y="8091"/>
                </a:lnTo>
                <a:lnTo>
                  <a:pt x="2747" y="8082"/>
                </a:lnTo>
                <a:lnTo>
                  <a:pt x="2772" y="8071"/>
                </a:lnTo>
                <a:lnTo>
                  <a:pt x="2801" y="8073"/>
                </a:lnTo>
                <a:lnTo>
                  <a:pt x="2829" y="8086"/>
                </a:lnTo>
                <a:lnTo>
                  <a:pt x="2840" y="8097"/>
                </a:lnTo>
                <a:close/>
                <a:moveTo>
                  <a:pt x="2785" y="8146"/>
                </a:moveTo>
                <a:lnTo>
                  <a:pt x="2778" y="8182"/>
                </a:lnTo>
                <a:lnTo>
                  <a:pt x="2762" y="8229"/>
                </a:lnTo>
                <a:lnTo>
                  <a:pt x="2755" y="8239"/>
                </a:lnTo>
                <a:lnTo>
                  <a:pt x="2752" y="8237"/>
                </a:lnTo>
                <a:lnTo>
                  <a:pt x="2752" y="8233"/>
                </a:lnTo>
                <a:lnTo>
                  <a:pt x="2747" y="8203"/>
                </a:lnTo>
                <a:lnTo>
                  <a:pt x="2739" y="8164"/>
                </a:lnTo>
                <a:lnTo>
                  <a:pt x="2733" y="8145"/>
                </a:lnTo>
                <a:lnTo>
                  <a:pt x="2739" y="8129"/>
                </a:lnTo>
                <a:lnTo>
                  <a:pt x="2750" y="8125"/>
                </a:lnTo>
                <a:lnTo>
                  <a:pt x="2757" y="8124"/>
                </a:lnTo>
                <a:lnTo>
                  <a:pt x="2768" y="8126"/>
                </a:lnTo>
                <a:lnTo>
                  <a:pt x="2783" y="8138"/>
                </a:lnTo>
                <a:lnTo>
                  <a:pt x="2785" y="8146"/>
                </a:lnTo>
                <a:close/>
                <a:moveTo>
                  <a:pt x="2126" y="8210"/>
                </a:moveTo>
                <a:lnTo>
                  <a:pt x="2119" y="8215"/>
                </a:lnTo>
                <a:lnTo>
                  <a:pt x="2108" y="8214"/>
                </a:lnTo>
                <a:lnTo>
                  <a:pt x="2101" y="8202"/>
                </a:lnTo>
                <a:lnTo>
                  <a:pt x="2103" y="8186"/>
                </a:lnTo>
                <a:lnTo>
                  <a:pt x="2108" y="8177"/>
                </a:lnTo>
                <a:lnTo>
                  <a:pt x="2116" y="8164"/>
                </a:lnTo>
                <a:lnTo>
                  <a:pt x="2124" y="8164"/>
                </a:lnTo>
                <a:lnTo>
                  <a:pt x="2130" y="8177"/>
                </a:lnTo>
                <a:lnTo>
                  <a:pt x="2132" y="8187"/>
                </a:lnTo>
                <a:lnTo>
                  <a:pt x="2130" y="8204"/>
                </a:lnTo>
                <a:lnTo>
                  <a:pt x="2126" y="8210"/>
                </a:lnTo>
                <a:close/>
                <a:moveTo>
                  <a:pt x="2861" y="8222"/>
                </a:moveTo>
                <a:lnTo>
                  <a:pt x="2867" y="8220"/>
                </a:lnTo>
                <a:lnTo>
                  <a:pt x="2875" y="8228"/>
                </a:lnTo>
                <a:lnTo>
                  <a:pt x="2877" y="8247"/>
                </a:lnTo>
                <a:lnTo>
                  <a:pt x="2872" y="8267"/>
                </a:lnTo>
                <a:lnTo>
                  <a:pt x="2866" y="8275"/>
                </a:lnTo>
                <a:lnTo>
                  <a:pt x="2862" y="8277"/>
                </a:lnTo>
                <a:lnTo>
                  <a:pt x="2854" y="8278"/>
                </a:lnTo>
                <a:lnTo>
                  <a:pt x="2840" y="8272"/>
                </a:lnTo>
                <a:lnTo>
                  <a:pt x="2824" y="8252"/>
                </a:lnTo>
                <a:lnTo>
                  <a:pt x="2816" y="8227"/>
                </a:lnTo>
                <a:lnTo>
                  <a:pt x="2818" y="8216"/>
                </a:lnTo>
                <a:lnTo>
                  <a:pt x="2824" y="8204"/>
                </a:lnTo>
                <a:lnTo>
                  <a:pt x="2832" y="8202"/>
                </a:lnTo>
                <a:lnTo>
                  <a:pt x="2837" y="8211"/>
                </a:lnTo>
                <a:lnTo>
                  <a:pt x="2840" y="8220"/>
                </a:lnTo>
                <a:lnTo>
                  <a:pt x="2853" y="8226"/>
                </a:lnTo>
                <a:lnTo>
                  <a:pt x="2861" y="8222"/>
                </a:lnTo>
                <a:close/>
                <a:moveTo>
                  <a:pt x="3067" y="8396"/>
                </a:moveTo>
                <a:lnTo>
                  <a:pt x="3070" y="8403"/>
                </a:lnTo>
                <a:lnTo>
                  <a:pt x="3066" y="8413"/>
                </a:lnTo>
                <a:lnTo>
                  <a:pt x="3060" y="8414"/>
                </a:lnTo>
                <a:lnTo>
                  <a:pt x="3052" y="8413"/>
                </a:lnTo>
                <a:lnTo>
                  <a:pt x="3041" y="8403"/>
                </a:lnTo>
                <a:lnTo>
                  <a:pt x="3040" y="8396"/>
                </a:lnTo>
                <a:lnTo>
                  <a:pt x="3040" y="8388"/>
                </a:lnTo>
                <a:lnTo>
                  <a:pt x="3045" y="8378"/>
                </a:lnTo>
                <a:lnTo>
                  <a:pt x="3047" y="8378"/>
                </a:lnTo>
                <a:lnTo>
                  <a:pt x="3051" y="8378"/>
                </a:lnTo>
                <a:lnTo>
                  <a:pt x="3062" y="8388"/>
                </a:lnTo>
                <a:lnTo>
                  <a:pt x="3067" y="8396"/>
                </a:lnTo>
                <a:close/>
                <a:moveTo>
                  <a:pt x="3553" y="8409"/>
                </a:moveTo>
                <a:lnTo>
                  <a:pt x="3543" y="8411"/>
                </a:lnTo>
                <a:lnTo>
                  <a:pt x="3517" y="8411"/>
                </a:lnTo>
                <a:lnTo>
                  <a:pt x="3508" y="8409"/>
                </a:lnTo>
                <a:lnTo>
                  <a:pt x="3504" y="8406"/>
                </a:lnTo>
                <a:lnTo>
                  <a:pt x="3501" y="8403"/>
                </a:lnTo>
                <a:lnTo>
                  <a:pt x="3512" y="8400"/>
                </a:lnTo>
                <a:lnTo>
                  <a:pt x="3530" y="8400"/>
                </a:lnTo>
                <a:lnTo>
                  <a:pt x="3546" y="8400"/>
                </a:lnTo>
                <a:lnTo>
                  <a:pt x="3557" y="8403"/>
                </a:lnTo>
                <a:lnTo>
                  <a:pt x="3557" y="8406"/>
                </a:lnTo>
                <a:lnTo>
                  <a:pt x="3553" y="8409"/>
                </a:lnTo>
                <a:close/>
                <a:moveTo>
                  <a:pt x="2323" y="8433"/>
                </a:moveTo>
                <a:lnTo>
                  <a:pt x="2327" y="8439"/>
                </a:lnTo>
                <a:lnTo>
                  <a:pt x="2323" y="8449"/>
                </a:lnTo>
                <a:lnTo>
                  <a:pt x="2317" y="8450"/>
                </a:lnTo>
                <a:lnTo>
                  <a:pt x="2309" y="8449"/>
                </a:lnTo>
                <a:lnTo>
                  <a:pt x="2293" y="8439"/>
                </a:lnTo>
                <a:lnTo>
                  <a:pt x="2287" y="8433"/>
                </a:lnTo>
                <a:lnTo>
                  <a:pt x="2284" y="8425"/>
                </a:lnTo>
                <a:lnTo>
                  <a:pt x="2287" y="8415"/>
                </a:lnTo>
                <a:lnTo>
                  <a:pt x="2295" y="8414"/>
                </a:lnTo>
                <a:lnTo>
                  <a:pt x="2303" y="8415"/>
                </a:lnTo>
                <a:lnTo>
                  <a:pt x="2319" y="8425"/>
                </a:lnTo>
                <a:lnTo>
                  <a:pt x="2323" y="8433"/>
                </a:lnTo>
                <a:close/>
                <a:moveTo>
                  <a:pt x="2170" y="8498"/>
                </a:moveTo>
                <a:lnTo>
                  <a:pt x="2171" y="8508"/>
                </a:lnTo>
                <a:lnTo>
                  <a:pt x="2181" y="8522"/>
                </a:lnTo>
                <a:lnTo>
                  <a:pt x="2187" y="8523"/>
                </a:lnTo>
                <a:lnTo>
                  <a:pt x="2195" y="8522"/>
                </a:lnTo>
                <a:lnTo>
                  <a:pt x="2205" y="8511"/>
                </a:lnTo>
                <a:lnTo>
                  <a:pt x="2206" y="8503"/>
                </a:lnTo>
                <a:lnTo>
                  <a:pt x="2207" y="8497"/>
                </a:lnTo>
                <a:lnTo>
                  <a:pt x="2217" y="8492"/>
                </a:lnTo>
                <a:lnTo>
                  <a:pt x="2224" y="8496"/>
                </a:lnTo>
                <a:lnTo>
                  <a:pt x="2228" y="8499"/>
                </a:lnTo>
                <a:lnTo>
                  <a:pt x="2231" y="8505"/>
                </a:lnTo>
                <a:lnTo>
                  <a:pt x="2228" y="8520"/>
                </a:lnTo>
                <a:lnTo>
                  <a:pt x="2219" y="8531"/>
                </a:lnTo>
                <a:lnTo>
                  <a:pt x="2208" y="8541"/>
                </a:lnTo>
                <a:lnTo>
                  <a:pt x="2186" y="8546"/>
                </a:lnTo>
                <a:lnTo>
                  <a:pt x="2177" y="8539"/>
                </a:lnTo>
                <a:lnTo>
                  <a:pt x="2168" y="8529"/>
                </a:lnTo>
                <a:lnTo>
                  <a:pt x="2152" y="8501"/>
                </a:lnTo>
                <a:lnTo>
                  <a:pt x="2143" y="8473"/>
                </a:lnTo>
                <a:lnTo>
                  <a:pt x="2144" y="8461"/>
                </a:lnTo>
                <a:lnTo>
                  <a:pt x="2149" y="8459"/>
                </a:lnTo>
                <a:lnTo>
                  <a:pt x="2154" y="8461"/>
                </a:lnTo>
                <a:lnTo>
                  <a:pt x="2160" y="8466"/>
                </a:lnTo>
                <a:lnTo>
                  <a:pt x="2169" y="8486"/>
                </a:lnTo>
                <a:lnTo>
                  <a:pt x="2170" y="8498"/>
                </a:lnTo>
                <a:close/>
                <a:moveTo>
                  <a:pt x="2962" y="8606"/>
                </a:moveTo>
                <a:lnTo>
                  <a:pt x="2956" y="8610"/>
                </a:lnTo>
                <a:lnTo>
                  <a:pt x="2937" y="8611"/>
                </a:lnTo>
                <a:lnTo>
                  <a:pt x="2927" y="8608"/>
                </a:lnTo>
                <a:lnTo>
                  <a:pt x="2919" y="8604"/>
                </a:lnTo>
                <a:lnTo>
                  <a:pt x="2925" y="8598"/>
                </a:lnTo>
                <a:lnTo>
                  <a:pt x="2938" y="8597"/>
                </a:lnTo>
                <a:lnTo>
                  <a:pt x="2952" y="8597"/>
                </a:lnTo>
                <a:lnTo>
                  <a:pt x="2963" y="8600"/>
                </a:lnTo>
                <a:lnTo>
                  <a:pt x="2964" y="8604"/>
                </a:lnTo>
                <a:lnTo>
                  <a:pt x="2962" y="8606"/>
                </a:lnTo>
                <a:close/>
                <a:moveTo>
                  <a:pt x="2206" y="8631"/>
                </a:moveTo>
                <a:lnTo>
                  <a:pt x="2204" y="8645"/>
                </a:lnTo>
                <a:lnTo>
                  <a:pt x="2198" y="8650"/>
                </a:lnTo>
                <a:lnTo>
                  <a:pt x="2188" y="8645"/>
                </a:lnTo>
                <a:lnTo>
                  <a:pt x="2179" y="8631"/>
                </a:lnTo>
                <a:lnTo>
                  <a:pt x="2175" y="8624"/>
                </a:lnTo>
                <a:lnTo>
                  <a:pt x="2180" y="8614"/>
                </a:lnTo>
                <a:lnTo>
                  <a:pt x="2186" y="8613"/>
                </a:lnTo>
                <a:lnTo>
                  <a:pt x="2194" y="8614"/>
                </a:lnTo>
                <a:lnTo>
                  <a:pt x="2205" y="8624"/>
                </a:lnTo>
                <a:lnTo>
                  <a:pt x="2206" y="8631"/>
                </a:lnTo>
                <a:close/>
                <a:moveTo>
                  <a:pt x="2224" y="8693"/>
                </a:moveTo>
                <a:lnTo>
                  <a:pt x="2223" y="8698"/>
                </a:lnTo>
                <a:lnTo>
                  <a:pt x="2214" y="8709"/>
                </a:lnTo>
                <a:lnTo>
                  <a:pt x="2206" y="8713"/>
                </a:lnTo>
                <a:lnTo>
                  <a:pt x="2199" y="8716"/>
                </a:lnTo>
                <a:lnTo>
                  <a:pt x="2188" y="8712"/>
                </a:lnTo>
                <a:lnTo>
                  <a:pt x="2187" y="8705"/>
                </a:lnTo>
                <a:lnTo>
                  <a:pt x="2188" y="8698"/>
                </a:lnTo>
                <a:lnTo>
                  <a:pt x="2199" y="8687"/>
                </a:lnTo>
                <a:lnTo>
                  <a:pt x="2206" y="8686"/>
                </a:lnTo>
                <a:lnTo>
                  <a:pt x="2214" y="8686"/>
                </a:lnTo>
                <a:lnTo>
                  <a:pt x="2223" y="8690"/>
                </a:lnTo>
                <a:lnTo>
                  <a:pt x="2224" y="869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89" name="Freeform 781">
            <a:extLst>
              <a:ext uri="{FF2B5EF4-FFF2-40B4-BE49-F238E27FC236}">
                <a16:creationId xmlns:a16="http://schemas.microsoft.com/office/drawing/2014/main" id="{CA1BA771-E4C0-4DAB-81B5-8D1F2D9A3219}"/>
              </a:ext>
            </a:extLst>
          </p:cNvPr>
          <p:cNvSpPr>
            <a:spLocks noEditPoints="1"/>
          </p:cNvSpPr>
          <p:nvPr/>
        </p:nvSpPr>
        <p:spPr bwMode="auto">
          <a:xfrm>
            <a:off x="9693162" y="529453"/>
            <a:ext cx="2091470" cy="1208739"/>
          </a:xfrm>
          <a:custGeom>
            <a:avLst/>
            <a:gdLst>
              <a:gd name="T0" fmla="*/ 5059 w 8342"/>
              <a:gd name="T1" fmla="*/ 512 h 4816"/>
              <a:gd name="T2" fmla="*/ 4817 w 8342"/>
              <a:gd name="T3" fmla="*/ 702 h 4816"/>
              <a:gd name="T4" fmla="*/ 4340 w 8342"/>
              <a:gd name="T5" fmla="*/ 853 h 4816"/>
              <a:gd name="T6" fmla="*/ 3856 w 8342"/>
              <a:gd name="T7" fmla="*/ 1018 h 4816"/>
              <a:gd name="T8" fmla="*/ 3268 w 8342"/>
              <a:gd name="T9" fmla="*/ 1273 h 4816"/>
              <a:gd name="T10" fmla="*/ 2855 w 8342"/>
              <a:gd name="T11" fmla="*/ 1414 h 4816"/>
              <a:gd name="T12" fmla="*/ 1649 w 8342"/>
              <a:gd name="T13" fmla="*/ 1553 h 4816"/>
              <a:gd name="T14" fmla="*/ 1226 w 8342"/>
              <a:gd name="T15" fmla="*/ 2151 h 4816"/>
              <a:gd name="T16" fmla="*/ 1196 w 8342"/>
              <a:gd name="T17" fmla="*/ 3022 h 4816"/>
              <a:gd name="T18" fmla="*/ 443 w 8342"/>
              <a:gd name="T19" fmla="*/ 3886 h 4816"/>
              <a:gd name="T20" fmla="*/ 146 w 8342"/>
              <a:gd name="T21" fmla="*/ 4078 h 4816"/>
              <a:gd name="T22" fmla="*/ 412 w 8342"/>
              <a:gd name="T23" fmla="*/ 4348 h 4816"/>
              <a:gd name="T24" fmla="*/ 857 w 8342"/>
              <a:gd name="T25" fmla="*/ 4564 h 4816"/>
              <a:gd name="T26" fmla="*/ 1302 w 8342"/>
              <a:gd name="T27" fmla="*/ 4718 h 4816"/>
              <a:gd name="T28" fmla="*/ 2604 w 8342"/>
              <a:gd name="T29" fmla="*/ 4147 h 4816"/>
              <a:gd name="T30" fmla="*/ 3173 w 8342"/>
              <a:gd name="T31" fmla="*/ 4055 h 4816"/>
              <a:gd name="T32" fmla="*/ 3463 w 8342"/>
              <a:gd name="T33" fmla="*/ 3893 h 4816"/>
              <a:gd name="T34" fmla="*/ 3579 w 8342"/>
              <a:gd name="T35" fmla="*/ 3725 h 4816"/>
              <a:gd name="T36" fmla="*/ 4214 w 8342"/>
              <a:gd name="T37" fmla="*/ 3733 h 4816"/>
              <a:gd name="T38" fmla="*/ 4904 w 8342"/>
              <a:gd name="T39" fmla="*/ 3511 h 4816"/>
              <a:gd name="T40" fmla="*/ 5546 w 8342"/>
              <a:gd name="T41" fmla="*/ 3309 h 4816"/>
              <a:gd name="T42" fmla="*/ 5890 w 8342"/>
              <a:gd name="T43" fmla="*/ 3220 h 4816"/>
              <a:gd name="T44" fmla="*/ 6069 w 8342"/>
              <a:gd name="T45" fmla="*/ 2834 h 4816"/>
              <a:gd name="T46" fmla="*/ 6324 w 8342"/>
              <a:gd name="T47" fmla="*/ 2884 h 4816"/>
              <a:gd name="T48" fmla="*/ 6504 w 8342"/>
              <a:gd name="T49" fmla="*/ 2806 h 4816"/>
              <a:gd name="T50" fmla="*/ 6825 w 8342"/>
              <a:gd name="T51" fmla="*/ 2672 h 4816"/>
              <a:gd name="T52" fmla="*/ 7265 w 8342"/>
              <a:gd name="T53" fmla="*/ 2642 h 4816"/>
              <a:gd name="T54" fmla="*/ 7952 w 8342"/>
              <a:gd name="T55" fmla="*/ 2269 h 4816"/>
              <a:gd name="T56" fmla="*/ 8101 w 8342"/>
              <a:gd name="T57" fmla="*/ 1656 h 4816"/>
              <a:gd name="T58" fmla="*/ 7700 w 8342"/>
              <a:gd name="T59" fmla="*/ 1307 h 4816"/>
              <a:gd name="T60" fmla="*/ 7452 w 8342"/>
              <a:gd name="T61" fmla="*/ 1167 h 4816"/>
              <a:gd name="T62" fmla="*/ 7228 w 8342"/>
              <a:gd name="T63" fmla="*/ 855 h 4816"/>
              <a:gd name="T64" fmla="*/ 6859 w 8342"/>
              <a:gd name="T65" fmla="*/ 403 h 4816"/>
              <a:gd name="T66" fmla="*/ 5959 w 8342"/>
              <a:gd name="T67" fmla="*/ 191 h 4816"/>
              <a:gd name="T68" fmla="*/ 5349 w 8342"/>
              <a:gd name="T69" fmla="*/ 395 h 4816"/>
              <a:gd name="T70" fmla="*/ 5260 w 8342"/>
              <a:gd name="T71" fmla="*/ 343 h 4816"/>
              <a:gd name="T72" fmla="*/ 4828 w 8342"/>
              <a:gd name="T73" fmla="*/ 561 h 4816"/>
              <a:gd name="T74" fmla="*/ 7288 w 8342"/>
              <a:gd name="T75" fmla="*/ 1030 h 4816"/>
              <a:gd name="T76" fmla="*/ 7419 w 8342"/>
              <a:gd name="T77" fmla="*/ 1392 h 4816"/>
              <a:gd name="T78" fmla="*/ 7130 w 8342"/>
              <a:gd name="T79" fmla="*/ 1455 h 4816"/>
              <a:gd name="T80" fmla="*/ 7061 w 8342"/>
              <a:gd name="T81" fmla="*/ 1447 h 4816"/>
              <a:gd name="T82" fmla="*/ 7969 w 8342"/>
              <a:gd name="T83" fmla="*/ 1613 h 4816"/>
              <a:gd name="T84" fmla="*/ 8150 w 8342"/>
              <a:gd name="T85" fmla="*/ 1767 h 4816"/>
              <a:gd name="T86" fmla="*/ 7541 w 8342"/>
              <a:gd name="T87" fmla="*/ 1830 h 4816"/>
              <a:gd name="T88" fmla="*/ 7443 w 8342"/>
              <a:gd name="T89" fmla="*/ 1755 h 4816"/>
              <a:gd name="T90" fmla="*/ 6959 w 8342"/>
              <a:gd name="T91" fmla="*/ 1925 h 4816"/>
              <a:gd name="T92" fmla="*/ 7256 w 8342"/>
              <a:gd name="T93" fmla="*/ 1999 h 4816"/>
              <a:gd name="T94" fmla="*/ 7028 w 8342"/>
              <a:gd name="T95" fmla="*/ 2116 h 4816"/>
              <a:gd name="T96" fmla="*/ 6977 w 8342"/>
              <a:gd name="T97" fmla="*/ 2264 h 4816"/>
              <a:gd name="T98" fmla="*/ 6832 w 8342"/>
              <a:gd name="T99" fmla="*/ 2298 h 4816"/>
              <a:gd name="T100" fmla="*/ 6671 w 8342"/>
              <a:gd name="T101" fmla="*/ 2407 h 4816"/>
              <a:gd name="T102" fmla="*/ 6545 w 8342"/>
              <a:gd name="T103" fmla="*/ 2524 h 4816"/>
              <a:gd name="T104" fmla="*/ 6475 w 8342"/>
              <a:gd name="T105" fmla="*/ 2520 h 4816"/>
              <a:gd name="T106" fmla="*/ 6984 w 8342"/>
              <a:gd name="T107" fmla="*/ 2580 h 4816"/>
              <a:gd name="T108" fmla="*/ 6915 w 8342"/>
              <a:gd name="T109" fmla="*/ 2624 h 4816"/>
              <a:gd name="T110" fmla="*/ 6775 w 8342"/>
              <a:gd name="T111" fmla="*/ 2749 h 4816"/>
              <a:gd name="T112" fmla="*/ 5770 w 8342"/>
              <a:gd name="T113" fmla="*/ 2920 h 4816"/>
              <a:gd name="T114" fmla="*/ 5388 w 8342"/>
              <a:gd name="T115" fmla="*/ 3219 h 4816"/>
              <a:gd name="T116" fmla="*/ 4058 w 8342"/>
              <a:gd name="T117" fmla="*/ 3536 h 4816"/>
              <a:gd name="T118" fmla="*/ 4058 w 8342"/>
              <a:gd name="T119" fmla="*/ 3723 h 4816"/>
              <a:gd name="T120" fmla="*/ 516 w 8342"/>
              <a:gd name="T121" fmla="*/ 4178 h 4816"/>
              <a:gd name="T122" fmla="*/ 1335 w 8342"/>
              <a:gd name="T123" fmla="*/ 4267 h 4816"/>
              <a:gd name="T124" fmla="*/ 851 w 8342"/>
              <a:gd name="T125" fmla="*/ 4386 h 4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342" h="4816">
                <a:moveTo>
                  <a:pt x="5419" y="69"/>
                </a:moveTo>
                <a:lnTo>
                  <a:pt x="5410" y="98"/>
                </a:lnTo>
                <a:lnTo>
                  <a:pt x="5394" y="125"/>
                </a:lnTo>
                <a:lnTo>
                  <a:pt x="5386" y="132"/>
                </a:lnTo>
                <a:lnTo>
                  <a:pt x="5384" y="131"/>
                </a:lnTo>
                <a:lnTo>
                  <a:pt x="5377" y="129"/>
                </a:lnTo>
                <a:lnTo>
                  <a:pt x="5367" y="139"/>
                </a:lnTo>
                <a:lnTo>
                  <a:pt x="5367" y="150"/>
                </a:lnTo>
                <a:lnTo>
                  <a:pt x="5365" y="169"/>
                </a:lnTo>
                <a:lnTo>
                  <a:pt x="5347" y="224"/>
                </a:lnTo>
                <a:lnTo>
                  <a:pt x="5320" y="280"/>
                </a:lnTo>
                <a:lnTo>
                  <a:pt x="5301" y="308"/>
                </a:lnTo>
                <a:lnTo>
                  <a:pt x="5291" y="318"/>
                </a:lnTo>
                <a:lnTo>
                  <a:pt x="5287" y="318"/>
                </a:lnTo>
                <a:lnTo>
                  <a:pt x="5277" y="314"/>
                </a:lnTo>
                <a:lnTo>
                  <a:pt x="5265" y="299"/>
                </a:lnTo>
                <a:lnTo>
                  <a:pt x="5263" y="279"/>
                </a:lnTo>
                <a:lnTo>
                  <a:pt x="5272" y="258"/>
                </a:lnTo>
                <a:lnTo>
                  <a:pt x="5280" y="249"/>
                </a:lnTo>
                <a:lnTo>
                  <a:pt x="5298" y="229"/>
                </a:lnTo>
                <a:lnTo>
                  <a:pt x="5339" y="166"/>
                </a:lnTo>
                <a:lnTo>
                  <a:pt x="5376" y="98"/>
                </a:lnTo>
                <a:lnTo>
                  <a:pt x="5392" y="57"/>
                </a:lnTo>
                <a:lnTo>
                  <a:pt x="5396" y="41"/>
                </a:lnTo>
                <a:lnTo>
                  <a:pt x="5394" y="37"/>
                </a:lnTo>
                <a:lnTo>
                  <a:pt x="5389" y="33"/>
                </a:lnTo>
                <a:lnTo>
                  <a:pt x="5376" y="37"/>
                </a:lnTo>
                <a:lnTo>
                  <a:pt x="5371" y="42"/>
                </a:lnTo>
                <a:lnTo>
                  <a:pt x="5364" y="50"/>
                </a:lnTo>
                <a:lnTo>
                  <a:pt x="5342" y="59"/>
                </a:lnTo>
                <a:lnTo>
                  <a:pt x="5330" y="61"/>
                </a:lnTo>
                <a:lnTo>
                  <a:pt x="5325" y="61"/>
                </a:lnTo>
                <a:lnTo>
                  <a:pt x="5315" y="67"/>
                </a:lnTo>
                <a:lnTo>
                  <a:pt x="5305" y="82"/>
                </a:lnTo>
                <a:lnTo>
                  <a:pt x="5303" y="96"/>
                </a:lnTo>
                <a:lnTo>
                  <a:pt x="5302" y="111"/>
                </a:lnTo>
                <a:lnTo>
                  <a:pt x="5287" y="143"/>
                </a:lnTo>
                <a:lnTo>
                  <a:pt x="5264" y="174"/>
                </a:lnTo>
                <a:lnTo>
                  <a:pt x="5239" y="194"/>
                </a:lnTo>
                <a:lnTo>
                  <a:pt x="5229" y="196"/>
                </a:lnTo>
                <a:lnTo>
                  <a:pt x="5221" y="197"/>
                </a:lnTo>
                <a:lnTo>
                  <a:pt x="5202" y="214"/>
                </a:lnTo>
                <a:lnTo>
                  <a:pt x="5182" y="237"/>
                </a:lnTo>
                <a:lnTo>
                  <a:pt x="5169" y="261"/>
                </a:lnTo>
                <a:lnTo>
                  <a:pt x="5167" y="270"/>
                </a:lnTo>
                <a:lnTo>
                  <a:pt x="5168" y="276"/>
                </a:lnTo>
                <a:lnTo>
                  <a:pt x="5170" y="281"/>
                </a:lnTo>
                <a:lnTo>
                  <a:pt x="5181" y="279"/>
                </a:lnTo>
                <a:lnTo>
                  <a:pt x="5194" y="269"/>
                </a:lnTo>
                <a:lnTo>
                  <a:pt x="5208" y="258"/>
                </a:lnTo>
                <a:lnTo>
                  <a:pt x="5223" y="253"/>
                </a:lnTo>
                <a:lnTo>
                  <a:pt x="5229" y="254"/>
                </a:lnTo>
                <a:lnTo>
                  <a:pt x="5233" y="265"/>
                </a:lnTo>
                <a:lnTo>
                  <a:pt x="5228" y="297"/>
                </a:lnTo>
                <a:lnTo>
                  <a:pt x="5221" y="321"/>
                </a:lnTo>
                <a:lnTo>
                  <a:pt x="5216" y="346"/>
                </a:lnTo>
                <a:lnTo>
                  <a:pt x="5213" y="393"/>
                </a:lnTo>
                <a:lnTo>
                  <a:pt x="5216" y="408"/>
                </a:lnTo>
                <a:lnTo>
                  <a:pt x="5219" y="416"/>
                </a:lnTo>
                <a:lnTo>
                  <a:pt x="5219" y="426"/>
                </a:lnTo>
                <a:lnTo>
                  <a:pt x="5208" y="429"/>
                </a:lnTo>
                <a:lnTo>
                  <a:pt x="5189" y="422"/>
                </a:lnTo>
                <a:lnTo>
                  <a:pt x="5171" y="419"/>
                </a:lnTo>
                <a:lnTo>
                  <a:pt x="5155" y="421"/>
                </a:lnTo>
                <a:lnTo>
                  <a:pt x="5150" y="428"/>
                </a:lnTo>
                <a:lnTo>
                  <a:pt x="5150" y="432"/>
                </a:lnTo>
                <a:lnTo>
                  <a:pt x="5149" y="439"/>
                </a:lnTo>
                <a:lnTo>
                  <a:pt x="5139" y="444"/>
                </a:lnTo>
                <a:lnTo>
                  <a:pt x="5131" y="441"/>
                </a:lnTo>
                <a:lnTo>
                  <a:pt x="5126" y="439"/>
                </a:lnTo>
                <a:lnTo>
                  <a:pt x="5117" y="441"/>
                </a:lnTo>
                <a:lnTo>
                  <a:pt x="5109" y="461"/>
                </a:lnTo>
                <a:lnTo>
                  <a:pt x="5109" y="487"/>
                </a:lnTo>
                <a:lnTo>
                  <a:pt x="5108" y="491"/>
                </a:lnTo>
                <a:lnTo>
                  <a:pt x="5094" y="509"/>
                </a:lnTo>
                <a:lnTo>
                  <a:pt x="5084" y="519"/>
                </a:lnTo>
                <a:lnTo>
                  <a:pt x="5077" y="526"/>
                </a:lnTo>
                <a:lnTo>
                  <a:pt x="5066" y="529"/>
                </a:lnTo>
                <a:lnTo>
                  <a:pt x="5059" y="512"/>
                </a:lnTo>
                <a:lnTo>
                  <a:pt x="5058" y="476"/>
                </a:lnTo>
                <a:lnTo>
                  <a:pt x="5059" y="443"/>
                </a:lnTo>
                <a:lnTo>
                  <a:pt x="5068" y="420"/>
                </a:lnTo>
                <a:lnTo>
                  <a:pt x="5078" y="417"/>
                </a:lnTo>
                <a:lnTo>
                  <a:pt x="5084" y="419"/>
                </a:lnTo>
                <a:lnTo>
                  <a:pt x="5096" y="421"/>
                </a:lnTo>
                <a:lnTo>
                  <a:pt x="5128" y="415"/>
                </a:lnTo>
                <a:lnTo>
                  <a:pt x="5142" y="405"/>
                </a:lnTo>
                <a:lnTo>
                  <a:pt x="5152" y="399"/>
                </a:lnTo>
                <a:lnTo>
                  <a:pt x="5163" y="386"/>
                </a:lnTo>
                <a:lnTo>
                  <a:pt x="5165" y="370"/>
                </a:lnTo>
                <a:lnTo>
                  <a:pt x="5161" y="352"/>
                </a:lnTo>
                <a:lnTo>
                  <a:pt x="5155" y="340"/>
                </a:lnTo>
                <a:lnTo>
                  <a:pt x="5134" y="296"/>
                </a:lnTo>
                <a:lnTo>
                  <a:pt x="5115" y="345"/>
                </a:lnTo>
                <a:lnTo>
                  <a:pt x="5106" y="365"/>
                </a:lnTo>
                <a:lnTo>
                  <a:pt x="5090" y="389"/>
                </a:lnTo>
                <a:lnTo>
                  <a:pt x="5072" y="394"/>
                </a:lnTo>
                <a:lnTo>
                  <a:pt x="5058" y="381"/>
                </a:lnTo>
                <a:lnTo>
                  <a:pt x="5052" y="367"/>
                </a:lnTo>
                <a:lnTo>
                  <a:pt x="5049" y="356"/>
                </a:lnTo>
                <a:lnTo>
                  <a:pt x="5052" y="347"/>
                </a:lnTo>
                <a:lnTo>
                  <a:pt x="5058" y="351"/>
                </a:lnTo>
                <a:lnTo>
                  <a:pt x="5068" y="355"/>
                </a:lnTo>
                <a:lnTo>
                  <a:pt x="5077" y="351"/>
                </a:lnTo>
                <a:lnTo>
                  <a:pt x="5074" y="336"/>
                </a:lnTo>
                <a:lnTo>
                  <a:pt x="5062" y="316"/>
                </a:lnTo>
                <a:lnTo>
                  <a:pt x="5052" y="307"/>
                </a:lnTo>
                <a:lnTo>
                  <a:pt x="5039" y="296"/>
                </a:lnTo>
                <a:lnTo>
                  <a:pt x="5025" y="294"/>
                </a:lnTo>
                <a:lnTo>
                  <a:pt x="5017" y="300"/>
                </a:lnTo>
                <a:lnTo>
                  <a:pt x="5014" y="305"/>
                </a:lnTo>
                <a:lnTo>
                  <a:pt x="5007" y="313"/>
                </a:lnTo>
                <a:lnTo>
                  <a:pt x="4987" y="318"/>
                </a:lnTo>
                <a:lnTo>
                  <a:pt x="4977" y="316"/>
                </a:lnTo>
                <a:lnTo>
                  <a:pt x="4970" y="314"/>
                </a:lnTo>
                <a:lnTo>
                  <a:pt x="4963" y="317"/>
                </a:lnTo>
                <a:lnTo>
                  <a:pt x="4958" y="340"/>
                </a:lnTo>
                <a:lnTo>
                  <a:pt x="4963" y="372"/>
                </a:lnTo>
                <a:lnTo>
                  <a:pt x="4968" y="407"/>
                </a:lnTo>
                <a:lnTo>
                  <a:pt x="4963" y="429"/>
                </a:lnTo>
                <a:lnTo>
                  <a:pt x="4951" y="431"/>
                </a:lnTo>
                <a:lnTo>
                  <a:pt x="4941" y="430"/>
                </a:lnTo>
                <a:lnTo>
                  <a:pt x="4927" y="426"/>
                </a:lnTo>
                <a:lnTo>
                  <a:pt x="4905" y="408"/>
                </a:lnTo>
                <a:lnTo>
                  <a:pt x="4900" y="397"/>
                </a:lnTo>
                <a:lnTo>
                  <a:pt x="4896" y="388"/>
                </a:lnTo>
                <a:lnTo>
                  <a:pt x="4903" y="381"/>
                </a:lnTo>
                <a:lnTo>
                  <a:pt x="4911" y="384"/>
                </a:lnTo>
                <a:lnTo>
                  <a:pt x="4920" y="389"/>
                </a:lnTo>
                <a:lnTo>
                  <a:pt x="4931" y="386"/>
                </a:lnTo>
                <a:lnTo>
                  <a:pt x="4932" y="379"/>
                </a:lnTo>
                <a:lnTo>
                  <a:pt x="4931" y="375"/>
                </a:lnTo>
                <a:lnTo>
                  <a:pt x="4922" y="366"/>
                </a:lnTo>
                <a:lnTo>
                  <a:pt x="4898" y="361"/>
                </a:lnTo>
                <a:lnTo>
                  <a:pt x="4856" y="363"/>
                </a:lnTo>
                <a:lnTo>
                  <a:pt x="4818" y="375"/>
                </a:lnTo>
                <a:lnTo>
                  <a:pt x="4807" y="384"/>
                </a:lnTo>
                <a:lnTo>
                  <a:pt x="4797" y="397"/>
                </a:lnTo>
                <a:lnTo>
                  <a:pt x="4795" y="412"/>
                </a:lnTo>
                <a:lnTo>
                  <a:pt x="4799" y="419"/>
                </a:lnTo>
                <a:lnTo>
                  <a:pt x="4805" y="422"/>
                </a:lnTo>
                <a:lnTo>
                  <a:pt x="4811" y="428"/>
                </a:lnTo>
                <a:lnTo>
                  <a:pt x="4822" y="445"/>
                </a:lnTo>
                <a:lnTo>
                  <a:pt x="4823" y="454"/>
                </a:lnTo>
                <a:lnTo>
                  <a:pt x="4822" y="457"/>
                </a:lnTo>
                <a:lnTo>
                  <a:pt x="4818" y="461"/>
                </a:lnTo>
                <a:lnTo>
                  <a:pt x="4806" y="457"/>
                </a:lnTo>
                <a:lnTo>
                  <a:pt x="4794" y="449"/>
                </a:lnTo>
                <a:lnTo>
                  <a:pt x="4777" y="434"/>
                </a:lnTo>
                <a:lnTo>
                  <a:pt x="4769" y="442"/>
                </a:lnTo>
                <a:lnTo>
                  <a:pt x="4775" y="465"/>
                </a:lnTo>
                <a:lnTo>
                  <a:pt x="4787" y="511"/>
                </a:lnTo>
                <a:lnTo>
                  <a:pt x="4796" y="574"/>
                </a:lnTo>
                <a:lnTo>
                  <a:pt x="4798" y="602"/>
                </a:lnTo>
                <a:lnTo>
                  <a:pt x="4808" y="658"/>
                </a:lnTo>
                <a:lnTo>
                  <a:pt x="4814" y="677"/>
                </a:lnTo>
                <a:lnTo>
                  <a:pt x="4820" y="695"/>
                </a:lnTo>
                <a:lnTo>
                  <a:pt x="4817" y="702"/>
                </a:lnTo>
                <a:lnTo>
                  <a:pt x="4805" y="691"/>
                </a:lnTo>
                <a:lnTo>
                  <a:pt x="4794" y="683"/>
                </a:lnTo>
                <a:lnTo>
                  <a:pt x="4768" y="677"/>
                </a:lnTo>
                <a:lnTo>
                  <a:pt x="4756" y="680"/>
                </a:lnTo>
                <a:lnTo>
                  <a:pt x="4744" y="682"/>
                </a:lnTo>
                <a:lnTo>
                  <a:pt x="4720" y="676"/>
                </a:lnTo>
                <a:lnTo>
                  <a:pt x="4712" y="666"/>
                </a:lnTo>
                <a:lnTo>
                  <a:pt x="4704" y="653"/>
                </a:lnTo>
                <a:lnTo>
                  <a:pt x="4696" y="655"/>
                </a:lnTo>
                <a:lnTo>
                  <a:pt x="4696" y="671"/>
                </a:lnTo>
                <a:lnTo>
                  <a:pt x="4695" y="684"/>
                </a:lnTo>
                <a:lnTo>
                  <a:pt x="4688" y="700"/>
                </a:lnTo>
                <a:lnTo>
                  <a:pt x="4675" y="703"/>
                </a:lnTo>
                <a:lnTo>
                  <a:pt x="4657" y="692"/>
                </a:lnTo>
                <a:lnTo>
                  <a:pt x="4645" y="682"/>
                </a:lnTo>
                <a:lnTo>
                  <a:pt x="4635" y="672"/>
                </a:lnTo>
                <a:lnTo>
                  <a:pt x="4624" y="671"/>
                </a:lnTo>
                <a:lnTo>
                  <a:pt x="4626" y="688"/>
                </a:lnTo>
                <a:lnTo>
                  <a:pt x="4640" y="714"/>
                </a:lnTo>
                <a:lnTo>
                  <a:pt x="4650" y="729"/>
                </a:lnTo>
                <a:lnTo>
                  <a:pt x="4661" y="741"/>
                </a:lnTo>
                <a:lnTo>
                  <a:pt x="4679" y="751"/>
                </a:lnTo>
                <a:lnTo>
                  <a:pt x="4690" y="751"/>
                </a:lnTo>
                <a:lnTo>
                  <a:pt x="4694" y="749"/>
                </a:lnTo>
                <a:lnTo>
                  <a:pt x="4704" y="745"/>
                </a:lnTo>
                <a:lnTo>
                  <a:pt x="4730" y="749"/>
                </a:lnTo>
                <a:lnTo>
                  <a:pt x="4742" y="754"/>
                </a:lnTo>
                <a:lnTo>
                  <a:pt x="4749" y="759"/>
                </a:lnTo>
                <a:lnTo>
                  <a:pt x="4756" y="767"/>
                </a:lnTo>
                <a:lnTo>
                  <a:pt x="4746" y="780"/>
                </a:lnTo>
                <a:lnTo>
                  <a:pt x="4720" y="792"/>
                </a:lnTo>
                <a:lnTo>
                  <a:pt x="4696" y="803"/>
                </a:lnTo>
                <a:lnTo>
                  <a:pt x="4673" y="805"/>
                </a:lnTo>
                <a:lnTo>
                  <a:pt x="4666" y="801"/>
                </a:lnTo>
                <a:lnTo>
                  <a:pt x="4663" y="796"/>
                </a:lnTo>
                <a:lnTo>
                  <a:pt x="4659" y="788"/>
                </a:lnTo>
                <a:lnTo>
                  <a:pt x="4634" y="778"/>
                </a:lnTo>
                <a:lnTo>
                  <a:pt x="4618" y="778"/>
                </a:lnTo>
                <a:lnTo>
                  <a:pt x="4593" y="778"/>
                </a:lnTo>
                <a:lnTo>
                  <a:pt x="4594" y="784"/>
                </a:lnTo>
                <a:lnTo>
                  <a:pt x="4620" y="794"/>
                </a:lnTo>
                <a:lnTo>
                  <a:pt x="4636" y="802"/>
                </a:lnTo>
                <a:lnTo>
                  <a:pt x="4658" y="821"/>
                </a:lnTo>
                <a:lnTo>
                  <a:pt x="4660" y="830"/>
                </a:lnTo>
                <a:lnTo>
                  <a:pt x="4659" y="839"/>
                </a:lnTo>
                <a:lnTo>
                  <a:pt x="4655" y="847"/>
                </a:lnTo>
                <a:lnTo>
                  <a:pt x="4634" y="844"/>
                </a:lnTo>
                <a:lnTo>
                  <a:pt x="4606" y="827"/>
                </a:lnTo>
                <a:lnTo>
                  <a:pt x="4587" y="816"/>
                </a:lnTo>
                <a:lnTo>
                  <a:pt x="4567" y="814"/>
                </a:lnTo>
                <a:lnTo>
                  <a:pt x="4556" y="819"/>
                </a:lnTo>
                <a:lnTo>
                  <a:pt x="4549" y="825"/>
                </a:lnTo>
                <a:lnTo>
                  <a:pt x="4544" y="831"/>
                </a:lnTo>
                <a:lnTo>
                  <a:pt x="4542" y="841"/>
                </a:lnTo>
                <a:lnTo>
                  <a:pt x="4559" y="855"/>
                </a:lnTo>
                <a:lnTo>
                  <a:pt x="4589" y="865"/>
                </a:lnTo>
                <a:lnTo>
                  <a:pt x="4625" y="877"/>
                </a:lnTo>
                <a:lnTo>
                  <a:pt x="4617" y="881"/>
                </a:lnTo>
                <a:lnTo>
                  <a:pt x="4566" y="876"/>
                </a:lnTo>
                <a:lnTo>
                  <a:pt x="4536" y="874"/>
                </a:lnTo>
                <a:lnTo>
                  <a:pt x="4493" y="878"/>
                </a:lnTo>
                <a:lnTo>
                  <a:pt x="4479" y="885"/>
                </a:lnTo>
                <a:lnTo>
                  <a:pt x="4477" y="891"/>
                </a:lnTo>
                <a:lnTo>
                  <a:pt x="4489" y="902"/>
                </a:lnTo>
                <a:lnTo>
                  <a:pt x="4511" y="908"/>
                </a:lnTo>
                <a:lnTo>
                  <a:pt x="4525" y="913"/>
                </a:lnTo>
                <a:lnTo>
                  <a:pt x="4522" y="918"/>
                </a:lnTo>
                <a:lnTo>
                  <a:pt x="4502" y="919"/>
                </a:lnTo>
                <a:lnTo>
                  <a:pt x="4485" y="918"/>
                </a:lnTo>
                <a:lnTo>
                  <a:pt x="4458" y="909"/>
                </a:lnTo>
                <a:lnTo>
                  <a:pt x="4451" y="903"/>
                </a:lnTo>
                <a:lnTo>
                  <a:pt x="4445" y="895"/>
                </a:lnTo>
                <a:lnTo>
                  <a:pt x="4430" y="892"/>
                </a:lnTo>
                <a:lnTo>
                  <a:pt x="4422" y="895"/>
                </a:lnTo>
                <a:lnTo>
                  <a:pt x="4412" y="897"/>
                </a:lnTo>
                <a:lnTo>
                  <a:pt x="4383" y="887"/>
                </a:lnTo>
                <a:lnTo>
                  <a:pt x="4368" y="874"/>
                </a:lnTo>
                <a:lnTo>
                  <a:pt x="4357" y="864"/>
                </a:lnTo>
                <a:lnTo>
                  <a:pt x="4340" y="853"/>
                </a:lnTo>
                <a:lnTo>
                  <a:pt x="4330" y="852"/>
                </a:lnTo>
                <a:lnTo>
                  <a:pt x="4320" y="859"/>
                </a:lnTo>
                <a:lnTo>
                  <a:pt x="4315" y="867"/>
                </a:lnTo>
                <a:lnTo>
                  <a:pt x="4307" y="881"/>
                </a:lnTo>
                <a:lnTo>
                  <a:pt x="4298" y="903"/>
                </a:lnTo>
                <a:lnTo>
                  <a:pt x="4300" y="916"/>
                </a:lnTo>
                <a:lnTo>
                  <a:pt x="4312" y="919"/>
                </a:lnTo>
                <a:lnTo>
                  <a:pt x="4323" y="916"/>
                </a:lnTo>
                <a:lnTo>
                  <a:pt x="4328" y="914"/>
                </a:lnTo>
                <a:lnTo>
                  <a:pt x="4337" y="914"/>
                </a:lnTo>
                <a:lnTo>
                  <a:pt x="4341" y="925"/>
                </a:lnTo>
                <a:lnTo>
                  <a:pt x="4337" y="943"/>
                </a:lnTo>
                <a:lnTo>
                  <a:pt x="4333" y="957"/>
                </a:lnTo>
                <a:lnTo>
                  <a:pt x="4321" y="977"/>
                </a:lnTo>
                <a:lnTo>
                  <a:pt x="4293" y="988"/>
                </a:lnTo>
                <a:lnTo>
                  <a:pt x="4236" y="995"/>
                </a:lnTo>
                <a:lnTo>
                  <a:pt x="4192" y="999"/>
                </a:lnTo>
                <a:lnTo>
                  <a:pt x="4159" y="1002"/>
                </a:lnTo>
                <a:lnTo>
                  <a:pt x="4118" y="1002"/>
                </a:lnTo>
                <a:lnTo>
                  <a:pt x="4101" y="995"/>
                </a:lnTo>
                <a:lnTo>
                  <a:pt x="4100" y="976"/>
                </a:lnTo>
                <a:lnTo>
                  <a:pt x="4103" y="959"/>
                </a:lnTo>
                <a:lnTo>
                  <a:pt x="4109" y="932"/>
                </a:lnTo>
                <a:lnTo>
                  <a:pt x="4102" y="927"/>
                </a:lnTo>
                <a:lnTo>
                  <a:pt x="4089" y="944"/>
                </a:lnTo>
                <a:lnTo>
                  <a:pt x="4078" y="958"/>
                </a:lnTo>
                <a:lnTo>
                  <a:pt x="4058" y="974"/>
                </a:lnTo>
                <a:lnTo>
                  <a:pt x="4037" y="972"/>
                </a:lnTo>
                <a:lnTo>
                  <a:pt x="4015" y="957"/>
                </a:lnTo>
                <a:lnTo>
                  <a:pt x="4003" y="943"/>
                </a:lnTo>
                <a:lnTo>
                  <a:pt x="3988" y="922"/>
                </a:lnTo>
                <a:lnTo>
                  <a:pt x="3956" y="893"/>
                </a:lnTo>
                <a:lnTo>
                  <a:pt x="3925" y="876"/>
                </a:lnTo>
                <a:lnTo>
                  <a:pt x="3894" y="872"/>
                </a:lnTo>
                <a:lnTo>
                  <a:pt x="3880" y="876"/>
                </a:lnTo>
                <a:lnTo>
                  <a:pt x="3867" y="881"/>
                </a:lnTo>
                <a:lnTo>
                  <a:pt x="3854" y="895"/>
                </a:lnTo>
                <a:lnTo>
                  <a:pt x="3857" y="910"/>
                </a:lnTo>
                <a:lnTo>
                  <a:pt x="3876" y="920"/>
                </a:lnTo>
                <a:lnTo>
                  <a:pt x="3891" y="921"/>
                </a:lnTo>
                <a:lnTo>
                  <a:pt x="3906" y="925"/>
                </a:lnTo>
                <a:lnTo>
                  <a:pt x="3967" y="959"/>
                </a:lnTo>
                <a:lnTo>
                  <a:pt x="4002" y="984"/>
                </a:lnTo>
                <a:lnTo>
                  <a:pt x="4034" y="1009"/>
                </a:lnTo>
                <a:lnTo>
                  <a:pt x="4059" y="1038"/>
                </a:lnTo>
                <a:lnTo>
                  <a:pt x="4062" y="1046"/>
                </a:lnTo>
                <a:lnTo>
                  <a:pt x="4058" y="1047"/>
                </a:lnTo>
                <a:lnTo>
                  <a:pt x="4045" y="1046"/>
                </a:lnTo>
                <a:lnTo>
                  <a:pt x="4017" y="1031"/>
                </a:lnTo>
                <a:lnTo>
                  <a:pt x="4008" y="1020"/>
                </a:lnTo>
                <a:lnTo>
                  <a:pt x="3999" y="1012"/>
                </a:lnTo>
                <a:lnTo>
                  <a:pt x="3980" y="1000"/>
                </a:lnTo>
                <a:lnTo>
                  <a:pt x="3963" y="995"/>
                </a:lnTo>
                <a:lnTo>
                  <a:pt x="3948" y="999"/>
                </a:lnTo>
                <a:lnTo>
                  <a:pt x="3935" y="1008"/>
                </a:lnTo>
                <a:lnTo>
                  <a:pt x="3926" y="1022"/>
                </a:lnTo>
                <a:lnTo>
                  <a:pt x="3923" y="1042"/>
                </a:lnTo>
                <a:lnTo>
                  <a:pt x="3925" y="1065"/>
                </a:lnTo>
                <a:lnTo>
                  <a:pt x="3929" y="1077"/>
                </a:lnTo>
                <a:lnTo>
                  <a:pt x="3934" y="1091"/>
                </a:lnTo>
                <a:lnTo>
                  <a:pt x="3926" y="1101"/>
                </a:lnTo>
                <a:lnTo>
                  <a:pt x="3915" y="1098"/>
                </a:lnTo>
                <a:lnTo>
                  <a:pt x="3904" y="1093"/>
                </a:lnTo>
                <a:lnTo>
                  <a:pt x="3888" y="1067"/>
                </a:lnTo>
                <a:lnTo>
                  <a:pt x="3881" y="1037"/>
                </a:lnTo>
                <a:lnTo>
                  <a:pt x="3884" y="1018"/>
                </a:lnTo>
                <a:lnTo>
                  <a:pt x="3890" y="1013"/>
                </a:lnTo>
                <a:lnTo>
                  <a:pt x="3894" y="1012"/>
                </a:lnTo>
                <a:lnTo>
                  <a:pt x="3903" y="1010"/>
                </a:lnTo>
                <a:lnTo>
                  <a:pt x="3917" y="995"/>
                </a:lnTo>
                <a:lnTo>
                  <a:pt x="3922" y="987"/>
                </a:lnTo>
                <a:lnTo>
                  <a:pt x="3925" y="979"/>
                </a:lnTo>
                <a:lnTo>
                  <a:pt x="3925" y="969"/>
                </a:lnTo>
                <a:lnTo>
                  <a:pt x="3913" y="967"/>
                </a:lnTo>
                <a:lnTo>
                  <a:pt x="3893" y="974"/>
                </a:lnTo>
                <a:lnTo>
                  <a:pt x="3884" y="978"/>
                </a:lnTo>
                <a:lnTo>
                  <a:pt x="3869" y="989"/>
                </a:lnTo>
                <a:lnTo>
                  <a:pt x="3861" y="1002"/>
                </a:lnTo>
                <a:lnTo>
                  <a:pt x="3856" y="1018"/>
                </a:lnTo>
                <a:lnTo>
                  <a:pt x="3856" y="1028"/>
                </a:lnTo>
                <a:lnTo>
                  <a:pt x="3859" y="1043"/>
                </a:lnTo>
                <a:lnTo>
                  <a:pt x="3851" y="1064"/>
                </a:lnTo>
                <a:lnTo>
                  <a:pt x="3844" y="1066"/>
                </a:lnTo>
                <a:lnTo>
                  <a:pt x="3837" y="1065"/>
                </a:lnTo>
                <a:lnTo>
                  <a:pt x="3827" y="1049"/>
                </a:lnTo>
                <a:lnTo>
                  <a:pt x="3826" y="1037"/>
                </a:lnTo>
                <a:lnTo>
                  <a:pt x="3825" y="1027"/>
                </a:lnTo>
                <a:lnTo>
                  <a:pt x="3815" y="1018"/>
                </a:lnTo>
                <a:lnTo>
                  <a:pt x="3807" y="1020"/>
                </a:lnTo>
                <a:lnTo>
                  <a:pt x="3801" y="1027"/>
                </a:lnTo>
                <a:lnTo>
                  <a:pt x="3791" y="1047"/>
                </a:lnTo>
                <a:lnTo>
                  <a:pt x="3790" y="1058"/>
                </a:lnTo>
                <a:lnTo>
                  <a:pt x="3790" y="1069"/>
                </a:lnTo>
                <a:lnTo>
                  <a:pt x="3800" y="1079"/>
                </a:lnTo>
                <a:lnTo>
                  <a:pt x="3806" y="1077"/>
                </a:lnTo>
                <a:lnTo>
                  <a:pt x="3810" y="1076"/>
                </a:lnTo>
                <a:lnTo>
                  <a:pt x="3819" y="1078"/>
                </a:lnTo>
                <a:lnTo>
                  <a:pt x="3839" y="1093"/>
                </a:lnTo>
                <a:lnTo>
                  <a:pt x="3851" y="1112"/>
                </a:lnTo>
                <a:lnTo>
                  <a:pt x="3863" y="1129"/>
                </a:lnTo>
                <a:lnTo>
                  <a:pt x="3874" y="1150"/>
                </a:lnTo>
                <a:lnTo>
                  <a:pt x="3867" y="1155"/>
                </a:lnTo>
                <a:lnTo>
                  <a:pt x="3842" y="1146"/>
                </a:lnTo>
                <a:lnTo>
                  <a:pt x="3820" y="1137"/>
                </a:lnTo>
                <a:lnTo>
                  <a:pt x="3808" y="1131"/>
                </a:lnTo>
                <a:lnTo>
                  <a:pt x="3787" y="1126"/>
                </a:lnTo>
                <a:lnTo>
                  <a:pt x="3766" y="1128"/>
                </a:lnTo>
                <a:lnTo>
                  <a:pt x="3745" y="1138"/>
                </a:lnTo>
                <a:lnTo>
                  <a:pt x="3733" y="1145"/>
                </a:lnTo>
                <a:lnTo>
                  <a:pt x="3723" y="1152"/>
                </a:lnTo>
                <a:lnTo>
                  <a:pt x="3694" y="1162"/>
                </a:lnTo>
                <a:lnTo>
                  <a:pt x="3643" y="1169"/>
                </a:lnTo>
                <a:lnTo>
                  <a:pt x="3603" y="1167"/>
                </a:lnTo>
                <a:lnTo>
                  <a:pt x="3567" y="1167"/>
                </a:lnTo>
                <a:lnTo>
                  <a:pt x="3508" y="1176"/>
                </a:lnTo>
                <a:lnTo>
                  <a:pt x="3479" y="1189"/>
                </a:lnTo>
                <a:lnTo>
                  <a:pt x="3469" y="1198"/>
                </a:lnTo>
                <a:lnTo>
                  <a:pt x="3466" y="1209"/>
                </a:lnTo>
                <a:lnTo>
                  <a:pt x="3473" y="1221"/>
                </a:lnTo>
                <a:lnTo>
                  <a:pt x="3481" y="1227"/>
                </a:lnTo>
                <a:lnTo>
                  <a:pt x="3491" y="1235"/>
                </a:lnTo>
                <a:lnTo>
                  <a:pt x="3497" y="1250"/>
                </a:lnTo>
                <a:lnTo>
                  <a:pt x="3495" y="1257"/>
                </a:lnTo>
                <a:lnTo>
                  <a:pt x="3492" y="1259"/>
                </a:lnTo>
                <a:lnTo>
                  <a:pt x="3489" y="1262"/>
                </a:lnTo>
                <a:lnTo>
                  <a:pt x="3479" y="1260"/>
                </a:lnTo>
                <a:lnTo>
                  <a:pt x="3460" y="1246"/>
                </a:lnTo>
                <a:lnTo>
                  <a:pt x="3447" y="1229"/>
                </a:lnTo>
                <a:lnTo>
                  <a:pt x="3431" y="1205"/>
                </a:lnTo>
                <a:lnTo>
                  <a:pt x="3399" y="1166"/>
                </a:lnTo>
                <a:lnTo>
                  <a:pt x="3369" y="1137"/>
                </a:lnTo>
                <a:lnTo>
                  <a:pt x="3343" y="1121"/>
                </a:lnTo>
                <a:lnTo>
                  <a:pt x="3333" y="1120"/>
                </a:lnTo>
                <a:lnTo>
                  <a:pt x="3322" y="1121"/>
                </a:lnTo>
                <a:lnTo>
                  <a:pt x="3324" y="1131"/>
                </a:lnTo>
                <a:lnTo>
                  <a:pt x="3336" y="1139"/>
                </a:lnTo>
                <a:lnTo>
                  <a:pt x="3346" y="1145"/>
                </a:lnTo>
                <a:lnTo>
                  <a:pt x="3352" y="1153"/>
                </a:lnTo>
                <a:lnTo>
                  <a:pt x="3351" y="1156"/>
                </a:lnTo>
                <a:lnTo>
                  <a:pt x="3347" y="1156"/>
                </a:lnTo>
                <a:lnTo>
                  <a:pt x="3344" y="1157"/>
                </a:lnTo>
                <a:lnTo>
                  <a:pt x="3342" y="1162"/>
                </a:lnTo>
                <a:lnTo>
                  <a:pt x="3346" y="1173"/>
                </a:lnTo>
                <a:lnTo>
                  <a:pt x="3355" y="1183"/>
                </a:lnTo>
                <a:lnTo>
                  <a:pt x="3365" y="1194"/>
                </a:lnTo>
                <a:lnTo>
                  <a:pt x="3384" y="1204"/>
                </a:lnTo>
                <a:lnTo>
                  <a:pt x="3391" y="1202"/>
                </a:lnTo>
                <a:lnTo>
                  <a:pt x="3394" y="1201"/>
                </a:lnTo>
                <a:lnTo>
                  <a:pt x="3399" y="1203"/>
                </a:lnTo>
                <a:lnTo>
                  <a:pt x="3409" y="1215"/>
                </a:lnTo>
                <a:lnTo>
                  <a:pt x="3415" y="1229"/>
                </a:lnTo>
                <a:lnTo>
                  <a:pt x="3418" y="1243"/>
                </a:lnTo>
                <a:lnTo>
                  <a:pt x="3416" y="1264"/>
                </a:lnTo>
                <a:lnTo>
                  <a:pt x="3413" y="1267"/>
                </a:lnTo>
                <a:lnTo>
                  <a:pt x="3388" y="1269"/>
                </a:lnTo>
                <a:lnTo>
                  <a:pt x="3333" y="1275"/>
                </a:lnTo>
                <a:lnTo>
                  <a:pt x="3305" y="1277"/>
                </a:lnTo>
                <a:lnTo>
                  <a:pt x="3268" y="1273"/>
                </a:lnTo>
                <a:lnTo>
                  <a:pt x="3255" y="1264"/>
                </a:lnTo>
                <a:lnTo>
                  <a:pt x="3254" y="1255"/>
                </a:lnTo>
                <a:lnTo>
                  <a:pt x="3260" y="1238"/>
                </a:lnTo>
                <a:lnTo>
                  <a:pt x="3273" y="1223"/>
                </a:lnTo>
                <a:lnTo>
                  <a:pt x="3285" y="1210"/>
                </a:lnTo>
                <a:lnTo>
                  <a:pt x="3297" y="1192"/>
                </a:lnTo>
                <a:lnTo>
                  <a:pt x="3297" y="1180"/>
                </a:lnTo>
                <a:lnTo>
                  <a:pt x="3285" y="1175"/>
                </a:lnTo>
                <a:lnTo>
                  <a:pt x="3273" y="1175"/>
                </a:lnTo>
                <a:lnTo>
                  <a:pt x="3262" y="1176"/>
                </a:lnTo>
                <a:lnTo>
                  <a:pt x="3247" y="1191"/>
                </a:lnTo>
                <a:lnTo>
                  <a:pt x="3246" y="1202"/>
                </a:lnTo>
                <a:lnTo>
                  <a:pt x="3245" y="1213"/>
                </a:lnTo>
                <a:lnTo>
                  <a:pt x="3237" y="1226"/>
                </a:lnTo>
                <a:lnTo>
                  <a:pt x="3224" y="1227"/>
                </a:lnTo>
                <a:lnTo>
                  <a:pt x="3206" y="1217"/>
                </a:lnTo>
                <a:lnTo>
                  <a:pt x="3195" y="1207"/>
                </a:lnTo>
                <a:lnTo>
                  <a:pt x="3184" y="1197"/>
                </a:lnTo>
                <a:lnTo>
                  <a:pt x="3174" y="1197"/>
                </a:lnTo>
                <a:lnTo>
                  <a:pt x="3173" y="1207"/>
                </a:lnTo>
                <a:lnTo>
                  <a:pt x="3172" y="1216"/>
                </a:lnTo>
                <a:lnTo>
                  <a:pt x="3156" y="1228"/>
                </a:lnTo>
                <a:lnTo>
                  <a:pt x="3144" y="1229"/>
                </a:lnTo>
                <a:lnTo>
                  <a:pt x="3133" y="1230"/>
                </a:lnTo>
                <a:lnTo>
                  <a:pt x="3121" y="1246"/>
                </a:lnTo>
                <a:lnTo>
                  <a:pt x="3122" y="1259"/>
                </a:lnTo>
                <a:lnTo>
                  <a:pt x="3126" y="1273"/>
                </a:lnTo>
                <a:lnTo>
                  <a:pt x="3142" y="1292"/>
                </a:lnTo>
                <a:lnTo>
                  <a:pt x="3159" y="1297"/>
                </a:lnTo>
                <a:lnTo>
                  <a:pt x="3172" y="1288"/>
                </a:lnTo>
                <a:lnTo>
                  <a:pt x="3173" y="1276"/>
                </a:lnTo>
                <a:lnTo>
                  <a:pt x="3174" y="1266"/>
                </a:lnTo>
                <a:lnTo>
                  <a:pt x="3181" y="1252"/>
                </a:lnTo>
                <a:lnTo>
                  <a:pt x="3193" y="1246"/>
                </a:lnTo>
                <a:lnTo>
                  <a:pt x="3207" y="1252"/>
                </a:lnTo>
                <a:lnTo>
                  <a:pt x="3215" y="1258"/>
                </a:lnTo>
                <a:lnTo>
                  <a:pt x="3220" y="1266"/>
                </a:lnTo>
                <a:lnTo>
                  <a:pt x="3215" y="1291"/>
                </a:lnTo>
                <a:lnTo>
                  <a:pt x="3197" y="1318"/>
                </a:lnTo>
                <a:lnTo>
                  <a:pt x="3174" y="1335"/>
                </a:lnTo>
                <a:lnTo>
                  <a:pt x="3162" y="1338"/>
                </a:lnTo>
                <a:lnTo>
                  <a:pt x="3153" y="1339"/>
                </a:lnTo>
                <a:lnTo>
                  <a:pt x="3142" y="1347"/>
                </a:lnTo>
                <a:lnTo>
                  <a:pt x="3144" y="1354"/>
                </a:lnTo>
                <a:lnTo>
                  <a:pt x="3147" y="1360"/>
                </a:lnTo>
                <a:lnTo>
                  <a:pt x="3137" y="1376"/>
                </a:lnTo>
                <a:lnTo>
                  <a:pt x="3128" y="1381"/>
                </a:lnTo>
                <a:lnTo>
                  <a:pt x="3117" y="1383"/>
                </a:lnTo>
                <a:lnTo>
                  <a:pt x="3093" y="1371"/>
                </a:lnTo>
                <a:lnTo>
                  <a:pt x="3084" y="1359"/>
                </a:lnTo>
                <a:lnTo>
                  <a:pt x="3073" y="1341"/>
                </a:lnTo>
                <a:lnTo>
                  <a:pt x="3066" y="1343"/>
                </a:lnTo>
                <a:lnTo>
                  <a:pt x="3064" y="1363"/>
                </a:lnTo>
                <a:lnTo>
                  <a:pt x="3063" y="1378"/>
                </a:lnTo>
                <a:lnTo>
                  <a:pt x="3054" y="1387"/>
                </a:lnTo>
                <a:lnTo>
                  <a:pt x="3043" y="1387"/>
                </a:lnTo>
                <a:lnTo>
                  <a:pt x="3035" y="1384"/>
                </a:lnTo>
                <a:lnTo>
                  <a:pt x="3010" y="1377"/>
                </a:lnTo>
                <a:lnTo>
                  <a:pt x="2992" y="1373"/>
                </a:lnTo>
                <a:lnTo>
                  <a:pt x="2985" y="1370"/>
                </a:lnTo>
                <a:lnTo>
                  <a:pt x="2971" y="1341"/>
                </a:lnTo>
                <a:lnTo>
                  <a:pt x="2964" y="1319"/>
                </a:lnTo>
                <a:lnTo>
                  <a:pt x="2959" y="1298"/>
                </a:lnTo>
                <a:lnTo>
                  <a:pt x="2947" y="1279"/>
                </a:lnTo>
                <a:lnTo>
                  <a:pt x="2938" y="1275"/>
                </a:lnTo>
                <a:lnTo>
                  <a:pt x="2934" y="1276"/>
                </a:lnTo>
                <a:lnTo>
                  <a:pt x="2927" y="1282"/>
                </a:lnTo>
                <a:lnTo>
                  <a:pt x="2924" y="1312"/>
                </a:lnTo>
                <a:lnTo>
                  <a:pt x="2926" y="1329"/>
                </a:lnTo>
                <a:lnTo>
                  <a:pt x="2930" y="1347"/>
                </a:lnTo>
                <a:lnTo>
                  <a:pt x="2930" y="1387"/>
                </a:lnTo>
                <a:lnTo>
                  <a:pt x="2926" y="1401"/>
                </a:lnTo>
                <a:lnTo>
                  <a:pt x="2923" y="1409"/>
                </a:lnTo>
                <a:lnTo>
                  <a:pt x="2915" y="1419"/>
                </a:lnTo>
                <a:lnTo>
                  <a:pt x="2900" y="1416"/>
                </a:lnTo>
                <a:lnTo>
                  <a:pt x="2877" y="1397"/>
                </a:lnTo>
                <a:lnTo>
                  <a:pt x="2855" y="1377"/>
                </a:lnTo>
                <a:lnTo>
                  <a:pt x="2846" y="1384"/>
                </a:lnTo>
                <a:lnTo>
                  <a:pt x="2855" y="1414"/>
                </a:lnTo>
                <a:lnTo>
                  <a:pt x="2859" y="1439"/>
                </a:lnTo>
                <a:lnTo>
                  <a:pt x="2856" y="1455"/>
                </a:lnTo>
                <a:lnTo>
                  <a:pt x="2847" y="1456"/>
                </a:lnTo>
                <a:lnTo>
                  <a:pt x="2839" y="1454"/>
                </a:lnTo>
                <a:lnTo>
                  <a:pt x="2828" y="1447"/>
                </a:lnTo>
                <a:lnTo>
                  <a:pt x="2810" y="1426"/>
                </a:lnTo>
                <a:lnTo>
                  <a:pt x="2806" y="1412"/>
                </a:lnTo>
                <a:lnTo>
                  <a:pt x="2803" y="1403"/>
                </a:lnTo>
                <a:lnTo>
                  <a:pt x="2795" y="1391"/>
                </a:lnTo>
                <a:lnTo>
                  <a:pt x="2778" y="1387"/>
                </a:lnTo>
                <a:lnTo>
                  <a:pt x="2753" y="1388"/>
                </a:lnTo>
                <a:lnTo>
                  <a:pt x="2736" y="1390"/>
                </a:lnTo>
                <a:lnTo>
                  <a:pt x="2702" y="1396"/>
                </a:lnTo>
                <a:lnTo>
                  <a:pt x="2696" y="1403"/>
                </a:lnTo>
                <a:lnTo>
                  <a:pt x="2720" y="1406"/>
                </a:lnTo>
                <a:lnTo>
                  <a:pt x="2735" y="1409"/>
                </a:lnTo>
                <a:lnTo>
                  <a:pt x="2761" y="1420"/>
                </a:lnTo>
                <a:lnTo>
                  <a:pt x="2781" y="1437"/>
                </a:lnTo>
                <a:lnTo>
                  <a:pt x="2791" y="1455"/>
                </a:lnTo>
                <a:lnTo>
                  <a:pt x="2793" y="1466"/>
                </a:lnTo>
                <a:lnTo>
                  <a:pt x="2790" y="1470"/>
                </a:lnTo>
                <a:lnTo>
                  <a:pt x="2769" y="1475"/>
                </a:lnTo>
                <a:lnTo>
                  <a:pt x="2752" y="1476"/>
                </a:lnTo>
                <a:lnTo>
                  <a:pt x="2738" y="1473"/>
                </a:lnTo>
                <a:lnTo>
                  <a:pt x="2709" y="1465"/>
                </a:lnTo>
                <a:lnTo>
                  <a:pt x="2660" y="1432"/>
                </a:lnTo>
                <a:lnTo>
                  <a:pt x="2616" y="1392"/>
                </a:lnTo>
                <a:lnTo>
                  <a:pt x="2601" y="1379"/>
                </a:lnTo>
                <a:lnTo>
                  <a:pt x="2593" y="1384"/>
                </a:lnTo>
                <a:lnTo>
                  <a:pt x="2600" y="1406"/>
                </a:lnTo>
                <a:lnTo>
                  <a:pt x="2604" y="1419"/>
                </a:lnTo>
                <a:lnTo>
                  <a:pt x="2607" y="1435"/>
                </a:lnTo>
                <a:lnTo>
                  <a:pt x="2599" y="1442"/>
                </a:lnTo>
                <a:lnTo>
                  <a:pt x="2577" y="1440"/>
                </a:lnTo>
                <a:lnTo>
                  <a:pt x="2561" y="1438"/>
                </a:lnTo>
                <a:lnTo>
                  <a:pt x="2536" y="1434"/>
                </a:lnTo>
                <a:lnTo>
                  <a:pt x="2505" y="1440"/>
                </a:lnTo>
                <a:lnTo>
                  <a:pt x="2490" y="1448"/>
                </a:lnTo>
                <a:lnTo>
                  <a:pt x="2485" y="1455"/>
                </a:lnTo>
                <a:lnTo>
                  <a:pt x="2474" y="1465"/>
                </a:lnTo>
                <a:lnTo>
                  <a:pt x="2454" y="1475"/>
                </a:lnTo>
                <a:lnTo>
                  <a:pt x="2447" y="1471"/>
                </a:lnTo>
                <a:lnTo>
                  <a:pt x="2440" y="1469"/>
                </a:lnTo>
                <a:lnTo>
                  <a:pt x="2430" y="1478"/>
                </a:lnTo>
                <a:lnTo>
                  <a:pt x="2430" y="1488"/>
                </a:lnTo>
                <a:lnTo>
                  <a:pt x="2428" y="1500"/>
                </a:lnTo>
                <a:lnTo>
                  <a:pt x="2411" y="1519"/>
                </a:lnTo>
                <a:lnTo>
                  <a:pt x="2399" y="1525"/>
                </a:lnTo>
                <a:lnTo>
                  <a:pt x="2367" y="1533"/>
                </a:lnTo>
                <a:lnTo>
                  <a:pt x="2338" y="1544"/>
                </a:lnTo>
                <a:lnTo>
                  <a:pt x="2331" y="1546"/>
                </a:lnTo>
                <a:lnTo>
                  <a:pt x="2314" y="1544"/>
                </a:lnTo>
                <a:lnTo>
                  <a:pt x="2282" y="1529"/>
                </a:lnTo>
                <a:lnTo>
                  <a:pt x="2257" y="1508"/>
                </a:lnTo>
                <a:lnTo>
                  <a:pt x="2243" y="1494"/>
                </a:lnTo>
                <a:lnTo>
                  <a:pt x="2218" y="1477"/>
                </a:lnTo>
                <a:lnTo>
                  <a:pt x="2194" y="1469"/>
                </a:lnTo>
                <a:lnTo>
                  <a:pt x="2167" y="1470"/>
                </a:lnTo>
                <a:lnTo>
                  <a:pt x="2151" y="1473"/>
                </a:lnTo>
                <a:lnTo>
                  <a:pt x="2082" y="1482"/>
                </a:lnTo>
                <a:lnTo>
                  <a:pt x="1980" y="1488"/>
                </a:lnTo>
                <a:lnTo>
                  <a:pt x="1933" y="1491"/>
                </a:lnTo>
                <a:lnTo>
                  <a:pt x="1880" y="1501"/>
                </a:lnTo>
                <a:lnTo>
                  <a:pt x="1858" y="1508"/>
                </a:lnTo>
                <a:lnTo>
                  <a:pt x="1854" y="1514"/>
                </a:lnTo>
                <a:lnTo>
                  <a:pt x="1849" y="1518"/>
                </a:lnTo>
                <a:lnTo>
                  <a:pt x="1830" y="1526"/>
                </a:lnTo>
                <a:lnTo>
                  <a:pt x="1781" y="1532"/>
                </a:lnTo>
                <a:lnTo>
                  <a:pt x="1734" y="1531"/>
                </a:lnTo>
                <a:lnTo>
                  <a:pt x="1680" y="1530"/>
                </a:lnTo>
                <a:lnTo>
                  <a:pt x="1636" y="1538"/>
                </a:lnTo>
                <a:lnTo>
                  <a:pt x="1622" y="1547"/>
                </a:lnTo>
                <a:lnTo>
                  <a:pt x="1620" y="1555"/>
                </a:lnTo>
                <a:lnTo>
                  <a:pt x="1616" y="1568"/>
                </a:lnTo>
                <a:lnTo>
                  <a:pt x="1619" y="1570"/>
                </a:lnTo>
                <a:lnTo>
                  <a:pt x="1629" y="1558"/>
                </a:lnTo>
                <a:lnTo>
                  <a:pt x="1633" y="1552"/>
                </a:lnTo>
                <a:lnTo>
                  <a:pt x="1641" y="1546"/>
                </a:lnTo>
                <a:lnTo>
                  <a:pt x="1649" y="1553"/>
                </a:lnTo>
                <a:lnTo>
                  <a:pt x="1656" y="1571"/>
                </a:lnTo>
                <a:lnTo>
                  <a:pt x="1658" y="1586"/>
                </a:lnTo>
                <a:lnTo>
                  <a:pt x="1649" y="1618"/>
                </a:lnTo>
                <a:lnTo>
                  <a:pt x="1639" y="1629"/>
                </a:lnTo>
                <a:lnTo>
                  <a:pt x="1629" y="1636"/>
                </a:lnTo>
                <a:lnTo>
                  <a:pt x="1618" y="1640"/>
                </a:lnTo>
                <a:lnTo>
                  <a:pt x="1614" y="1638"/>
                </a:lnTo>
                <a:lnTo>
                  <a:pt x="1614" y="1634"/>
                </a:lnTo>
                <a:lnTo>
                  <a:pt x="1613" y="1632"/>
                </a:lnTo>
                <a:lnTo>
                  <a:pt x="1609" y="1636"/>
                </a:lnTo>
                <a:lnTo>
                  <a:pt x="1598" y="1660"/>
                </a:lnTo>
                <a:lnTo>
                  <a:pt x="1588" y="1688"/>
                </a:lnTo>
                <a:lnTo>
                  <a:pt x="1580" y="1715"/>
                </a:lnTo>
                <a:lnTo>
                  <a:pt x="1572" y="1764"/>
                </a:lnTo>
                <a:lnTo>
                  <a:pt x="1576" y="1803"/>
                </a:lnTo>
                <a:lnTo>
                  <a:pt x="1586" y="1820"/>
                </a:lnTo>
                <a:lnTo>
                  <a:pt x="1597" y="1827"/>
                </a:lnTo>
                <a:lnTo>
                  <a:pt x="1604" y="1827"/>
                </a:lnTo>
                <a:lnTo>
                  <a:pt x="1607" y="1827"/>
                </a:lnTo>
                <a:lnTo>
                  <a:pt x="1609" y="1830"/>
                </a:lnTo>
                <a:lnTo>
                  <a:pt x="1603" y="1839"/>
                </a:lnTo>
                <a:lnTo>
                  <a:pt x="1591" y="1846"/>
                </a:lnTo>
                <a:lnTo>
                  <a:pt x="1575" y="1854"/>
                </a:lnTo>
                <a:lnTo>
                  <a:pt x="1543" y="1858"/>
                </a:lnTo>
                <a:lnTo>
                  <a:pt x="1531" y="1856"/>
                </a:lnTo>
                <a:lnTo>
                  <a:pt x="1525" y="1854"/>
                </a:lnTo>
                <a:lnTo>
                  <a:pt x="1518" y="1856"/>
                </a:lnTo>
                <a:lnTo>
                  <a:pt x="1508" y="1868"/>
                </a:lnTo>
                <a:lnTo>
                  <a:pt x="1505" y="1893"/>
                </a:lnTo>
                <a:lnTo>
                  <a:pt x="1512" y="1917"/>
                </a:lnTo>
                <a:lnTo>
                  <a:pt x="1522" y="1925"/>
                </a:lnTo>
                <a:lnTo>
                  <a:pt x="1527" y="1931"/>
                </a:lnTo>
                <a:lnTo>
                  <a:pt x="1541" y="1955"/>
                </a:lnTo>
                <a:lnTo>
                  <a:pt x="1550" y="1984"/>
                </a:lnTo>
                <a:lnTo>
                  <a:pt x="1552" y="2006"/>
                </a:lnTo>
                <a:lnTo>
                  <a:pt x="1549" y="2008"/>
                </a:lnTo>
                <a:lnTo>
                  <a:pt x="1533" y="1992"/>
                </a:lnTo>
                <a:lnTo>
                  <a:pt x="1496" y="1933"/>
                </a:lnTo>
                <a:lnTo>
                  <a:pt x="1475" y="1898"/>
                </a:lnTo>
                <a:lnTo>
                  <a:pt x="1462" y="1861"/>
                </a:lnTo>
                <a:lnTo>
                  <a:pt x="1463" y="1844"/>
                </a:lnTo>
                <a:lnTo>
                  <a:pt x="1468" y="1838"/>
                </a:lnTo>
                <a:lnTo>
                  <a:pt x="1473" y="1828"/>
                </a:lnTo>
                <a:lnTo>
                  <a:pt x="1475" y="1803"/>
                </a:lnTo>
                <a:lnTo>
                  <a:pt x="1471" y="1792"/>
                </a:lnTo>
                <a:lnTo>
                  <a:pt x="1467" y="1786"/>
                </a:lnTo>
                <a:lnTo>
                  <a:pt x="1457" y="1783"/>
                </a:lnTo>
                <a:lnTo>
                  <a:pt x="1438" y="1794"/>
                </a:lnTo>
                <a:lnTo>
                  <a:pt x="1419" y="1816"/>
                </a:lnTo>
                <a:lnTo>
                  <a:pt x="1401" y="1835"/>
                </a:lnTo>
                <a:lnTo>
                  <a:pt x="1352" y="1867"/>
                </a:lnTo>
                <a:lnTo>
                  <a:pt x="1329" y="1873"/>
                </a:lnTo>
                <a:lnTo>
                  <a:pt x="1316" y="1877"/>
                </a:lnTo>
                <a:lnTo>
                  <a:pt x="1296" y="1885"/>
                </a:lnTo>
                <a:lnTo>
                  <a:pt x="1283" y="1898"/>
                </a:lnTo>
                <a:lnTo>
                  <a:pt x="1275" y="1917"/>
                </a:lnTo>
                <a:lnTo>
                  <a:pt x="1273" y="1928"/>
                </a:lnTo>
                <a:lnTo>
                  <a:pt x="1273" y="1945"/>
                </a:lnTo>
                <a:lnTo>
                  <a:pt x="1279" y="1965"/>
                </a:lnTo>
                <a:lnTo>
                  <a:pt x="1286" y="1971"/>
                </a:lnTo>
                <a:lnTo>
                  <a:pt x="1289" y="1971"/>
                </a:lnTo>
                <a:lnTo>
                  <a:pt x="1301" y="1975"/>
                </a:lnTo>
                <a:lnTo>
                  <a:pt x="1335" y="2003"/>
                </a:lnTo>
                <a:lnTo>
                  <a:pt x="1369" y="2044"/>
                </a:lnTo>
                <a:lnTo>
                  <a:pt x="1393" y="2084"/>
                </a:lnTo>
                <a:lnTo>
                  <a:pt x="1395" y="2098"/>
                </a:lnTo>
                <a:lnTo>
                  <a:pt x="1394" y="2104"/>
                </a:lnTo>
                <a:lnTo>
                  <a:pt x="1385" y="2103"/>
                </a:lnTo>
                <a:lnTo>
                  <a:pt x="1359" y="2083"/>
                </a:lnTo>
                <a:lnTo>
                  <a:pt x="1333" y="2055"/>
                </a:lnTo>
                <a:lnTo>
                  <a:pt x="1272" y="1984"/>
                </a:lnTo>
                <a:lnTo>
                  <a:pt x="1253" y="2033"/>
                </a:lnTo>
                <a:lnTo>
                  <a:pt x="1246" y="2053"/>
                </a:lnTo>
                <a:lnTo>
                  <a:pt x="1241" y="2093"/>
                </a:lnTo>
                <a:lnTo>
                  <a:pt x="1245" y="2106"/>
                </a:lnTo>
                <a:lnTo>
                  <a:pt x="1247" y="2117"/>
                </a:lnTo>
                <a:lnTo>
                  <a:pt x="1241" y="2138"/>
                </a:lnTo>
                <a:lnTo>
                  <a:pt x="1235" y="2144"/>
                </a:lnTo>
                <a:lnTo>
                  <a:pt x="1226" y="2151"/>
                </a:lnTo>
                <a:lnTo>
                  <a:pt x="1222" y="2165"/>
                </a:lnTo>
                <a:lnTo>
                  <a:pt x="1230" y="2177"/>
                </a:lnTo>
                <a:lnTo>
                  <a:pt x="1248" y="2181"/>
                </a:lnTo>
                <a:lnTo>
                  <a:pt x="1259" y="2178"/>
                </a:lnTo>
                <a:lnTo>
                  <a:pt x="1270" y="2176"/>
                </a:lnTo>
                <a:lnTo>
                  <a:pt x="1289" y="2179"/>
                </a:lnTo>
                <a:lnTo>
                  <a:pt x="1295" y="2185"/>
                </a:lnTo>
                <a:lnTo>
                  <a:pt x="1298" y="2194"/>
                </a:lnTo>
                <a:lnTo>
                  <a:pt x="1288" y="2209"/>
                </a:lnTo>
                <a:lnTo>
                  <a:pt x="1277" y="2215"/>
                </a:lnTo>
                <a:lnTo>
                  <a:pt x="1266" y="2219"/>
                </a:lnTo>
                <a:lnTo>
                  <a:pt x="1253" y="2238"/>
                </a:lnTo>
                <a:lnTo>
                  <a:pt x="1253" y="2247"/>
                </a:lnTo>
                <a:lnTo>
                  <a:pt x="1256" y="2268"/>
                </a:lnTo>
                <a:lnTo>
                  <a:pt x="1253" y="2302"/>
                </a:lnTo>
                <a:lnTo>
                  <a:pt x="1242" y="2326"/>
                </a:lnTo>
                <a:lnTo>
                  <a:pt x="1222" y="2340"/>
                </a:lnTo>
                <a:lnTo>
                  <a:pt x="1208" y="2345"/>
                </a:lnTo>
                <a:lnTo>
                  <a:pt x="1191" y="2349"/>
                </a:lnTo>
                <a:lnTo>
                  <a:pt x="1168" y="2367"/>
                </a:lnTo>
                <a:lnTo>
                  <a:pt x="1166" y="2376"/>
                </a:lnTo>
                <a:lnTo>
                  <a:pt x="1166" y="2402"/>
                </a:lnTo>
                <a:lnTo>
                  <a:pt x="1163" y="2436"/>
                </a:lnTo>
                <a:lnTo>
                  <a:pt x="1151" y="2454"/>
                </a:lnTo>
                <a:lnTo>
                  <a:pt x="1129" y="2456"/>
                </a:lnTo>
                <a:lnTo>
                  <a:pt x="1112" y="2454"/>
                </a:lnTo>
                <a:lnTo>
                  <a:pt x="1068" y="2447"/>
                </a:lnTo>
                <a:lnTo>
                  <a:pt x="1044" y="2444"/>
                </a:lnTo>
                <a:lnTo>
                  <a:pt x="1042" y="2443"/>
                </a:lnTo>
                <a:lnTo>
                  <a:pt x="1041" y="2438"/>
                </a:lnTo>
                <a:lnTo>
                  <a:pt x="1049" y="2421"/>
                </a:lnTo>
                <a:lnTo>
                  <a:pt x="1061" y="2406"/>
                </a:lnTo>
                <a:lnTo>
                  <a:pt x="1073" y="2392"/>
                </a:lnTo>
                <a:lnTo>
                  <a:pt x="1077" y="2378"/>
                </a:lnTo>
                <a:lnTo>
                  <a:pt x="1075" y="2371"/>
                </a:lnTo>
                <a:lnTo>
                  <a:pt x="1065" y="2369"/>
                </a:lnTo>
                <a:lnTo>
                  <a:pt x="1041" y="2379"/>
                </a:lnTo>
                <a:lnTo>
                  <a:pt x="1027" y="2392"/>
                </a:lnTo>
                <a:lnTo>
                  <a:pt x="1019" y="2399"/>
                </a:lnTo>
                <a:lnTo>
                  <a:pt x="1014" y="2414"/>
                </a:lnTo>
                <a:lnTo>
                  <a:pt x="1022" y="2444"/>
                </a:lnTo>
                <a:lnTo>
                  <a:pt x="1043" y="2479"/>
                </a:lnTo>
                <a:lnTo>
                  <a:pt x="1076" y="2535"/>
                </a:lnTo>
                <a:lnTo>
                  <a:pt x="1104" y="2598"/>
                </a:lnTo>
                <a:lnTo>
                  <a:pt x="1115" y="2636"/>
                </a:lnTo>
                <a:lnTo>
                  <a:pt x="1117" y="2656"/>
                </a:lnTo>
                <a:lnTo>
                  <a:pt x="1121" y="2677"/>
                </a:lnTo>
                <a:lnTo>
                  <a:pt x="1135" y="2710"/>
                </a:lnTo>
                <a:lnTo>
                  <a:pt x="1153" y="2733"/>
                </a:lnTo>
                <a:lnTo>
                  <a:pt x="1174" y="2742"/>
                </a:lnTo>
                <a:lnTo>
                  <a:pt x="1185" y="2740"/>
                </a:lnTo>
                <a:lnTo>
                  <a:pt x="1189" y="2740"/>
                </a:lnTo>
                <a:lnTo>
                  <a:pt x="1201" y="2746"/>
                </a:lnTo>
                <a:lnTo>
                  <a:pt x="1224" y="2768"/>
                </a:lnTo>
                <a:lnTo>
                  <a:pt x="1256" y="2811"/>
                </a:lnTo>
                <a:lnTo>
                  <a:pt x="1271" y="2843"/>
                </a:lnTo>
                <a:lnTo>
                  <a:pt x="1274" y="2859"/>
                </a:lnTo>
                <a:lnTo>
                  <a:pt x="1273" y="2865"/>
                </a:lnTo>
                <a:lnTo>
                  <a:pt x="1273" y="2872"/>
                </a:lnTo>
                <a:lnTo>
                  <a:pt x="1283" y="2903"/>
                </a:lnTo>
                <a:lnTo>
                  <a:pt x="1291" y="2919"/>
                </a:lnTo>
                <a:lnTo>
                  <a:pt x="1303" y="2943"/>
                </a:lnTo>
                <a:lnTo>
                  <a:pt x="1298" y="2947"/>
                </a:lnTo>
                <a:lnTo>
                  <a:pt x="1278" y="2932"/>
                </a:lnTo>
                <a:lnTo>
                  <a:pt x="1259" y="2916"/>
                </a:lnTo>
                <a:lnTo>
                  <a:pt x="1250" y="2919"/>
                </a:lnTo>
                <a:lnTo>
                  <a:pt x="1257" y="2937"/>
                </a:lnTo>
                <a:lnTo>
                  <a:pt x="1261" y="2946"/>
                </a:lnTo>
                <a:lnTo>
                  <a:pt x="1262" y="2958"/>
                </a:lnTo>
                <a:lnTo>
                  <a:pt x="1250" y="2964"/>
                </a:lnTo>
                <a:lnTo>
                  <a:pt x="1228" y="2959"/>
                </a:lnTo>
                <a:lnTo>
                  <a:pt x="1207" y="2953"/>
                </a:lnTo>
                <a:lnTo>
                  <a:pt x="1200" y="2957"/>
                </a:lnTo>
                <a:lnTo>
                  <a:pt x="1212" y="2970"/>
                </a:lnTo>
                <a:lnTo>
                  <a:pt x="1223" y="2982"/>
                </a:lnTo>
                <a:lnTo>
                  <a:pt x="1233" y="3002"/>
                </a:lnTo>
                <a:lnTo>
                  <a:pt x="1228" y="3015"/>
                </a:lnTo>
                <a:lnTo>
                  <a:pt x="1211" y="3021"/>
                </a:lnTo>
                <a:lnTo>
                  <a:pt x="1196" y="3022"/>
                </a:lnTo>
                <a:lnTo>
                  <a:pt x="1178" y="3020"/>
                </a:lnTo>
                <a:lnTo>
                  <a:pt x="1143" y="3004"/>
                </a:lnTo>
                <a:lnTo>
                  <a:pt x="1132" y="2992"/>
                </a:lnTo>
                <a:lnTo>
                  <a:pt x="1122" y="2979"/>
                </a:lnTo>
                <a:lnTo>
                  <a:pt x="1106" y="2971"/>
                </a:lnTo>
                <a:lnTo>
                  <a:pt x="1099" y="2971"/>
                </a:lnTo>
                <a:lnTo>
                  <a:pt x="1096" y="2973"/>
                </a:lnTo>
                <a:lnTo>
                  <a:pt x="1092" y="2977"/>
                </a:lnTo>
                <a:lnTo>
                  <a:pt x="1091" y="2984"/>
                </a:lnTo>
                <a:lnTo>
                  <a:pt x="1097" y="2997"/>
                </a:lnTo>
                <a:lnTo>
                  <a:pt x="1106" y="3006"/>
                </a:lnTo>
                <a:lnTo>
                  <a:pt x="1118" y="3014"/>
                </a:lnTo>
                <a:lnTo>
                  <a:pt x="1122" y="3029"/>
                </a:lnTo>
                <a:lnTo>
                  <a:pt x="1115" y="3035"/>
                </a:lnTo>
                <a:lnTo>
                  <a:pt x="1081" y="3060"/>
                </a:lnTo>
                <a:lnTo>
                  <a:pt x="1011" y="3109"/>
                </a:lnTo>
                <a:lnTo>
                  <a:pt x="979" y="3131"/>
                </a:lnTo>
                <a:lnTo>
                  <a:pt x="939" y="3171"/>
                </a:lnTo>
                <a:lnTo>
                  <a:pt x="927" y="3195"/>
                </a:lnTo>
                <a:lnTo>
                  <a:pt x="927" y="3208"/>
                </a:lnTo>
                <a:lnTo>
                  <a:pt x="934" y="3217"/>
                </a:lnTo>
                <a:lnTo>
                  <a:pt x="948" y="3221"/>
                </a:lnTo>
                <a:lnTo>
                  <a:pt x="957" y="3221"/>
                </a:lnTo>
                <a:lnTo>
                  <a:pt x="965" y="3222"/>
                </a:lnTo>
                <a:lnTo>
                  <a:pt x="971" y="3227"/>
                </a:lnTo>
                <a:lnTo>
                  <a:pt x="959" y="3241"/>
                </a:lnTo>
                <a:lnTo>
                  <a:pt x="935" y="3258"/>
                </a:lnTo>
                <a:lnTo>
                  <a:pt x="914" y="3272"/>
                </a:lnTo>
                <a:lnTo>
                  <a:pt x="900" y="3287"/>
                </a:lnTo>
                <a:lnTo>
                  <a:pt x="900" y="3294"/>
                </a:lnTo>
                <a:lnTo>
                  <a:pt x="903" y="3294"/>
                </a:lnTo>
                <a:lnTo>
                  <a:pt x="910" y="3294"/>
                </a:lnTo>
                <a:lnTo>
                  <a:pt x="916" y="3298"/>
                </a:lnTo>
                <a:lnTo>
                  <a:pt x="916" y="3311"/>
                </a:lnTo>
                <a:lnTo>
                  <a:pt x="909" y="3329"/>
                </a:lnTo>
                <a:lnTo>
                  <a:pt x="904" y="3336"/>
                </a:lnTo>
                <a:lnTo>
                  <a:pt x="891" y="3347"/>
                </a:lnTo>
                <a:lnTo>
                  <a:pt x="876" y="3354"/>
                </a:lnTo>
                <a:lnTo>
                  <a:pt x="857" y="3355"/>
                </a:lnTo>
                <a:lnTo>
                  <a:pt x="848" y="3354"/>
                </a:lnTo>
                <a:lnTo>
                  <a:pt x="837" y="3353"/>
                </a:lnTo>
                <a:lnTo>
                  <a:pt x="815" y="3355"/>
                </a:lnTo>
                <a:lnTo>
                  <a:pt x="790" y="3366"/>
                </a:lnTo>
                <a:lnTo>
                  <a:pt x="764" y="3383"/>
                </a:lnTo>
                <a:lnTo>
                  <a:pt x="750" y="3395"/>
                </a:lnTo>
                <a:lnTo>
                  <a:pt x="732" y="3410"/>
                </a:lnTo>
                <a:lnTo>
                  <a:pt x="711" y="3433"/>
                </a:lnTo>
                <a:lnTo>
                  <a:pt x="703" y="3452"/>
                </a:lnTo>
                <a:lnTo>
                  <a:pt x="706" y="3470"/>
                </a:lnTo>
                <a:lnTo>
                  <a:pt x="712" y="3481"/>
                </a:lnTo>
                <a:lnTo>
                  <a:pt x="717" y="3495"/>
                </a:lnTo>
                <a:lnTo>
                  <a:pt x="715" y="3521"/>
                </a:lnTo>
                <a:lnTo>
                  <a:pt x="700" y="3538"/>
                </a:lnTo>
                <a:lnTo>
                  <a:pt x="674" y="3543"/>
                </a:lnTo>
                <a:lnTo>
                  <a:pt x="658" y="3538"/>
                </a:lnTo>
                <a:lnTo>
                  <a:pt x="650" y="3537"/>
                </a:lnTo>
                <a:lnTo>
                  <a:pt x="637" y="3546"/>
                </a:lnTo>
                <a:lnTo>
                  <a:pt x="635" y="3557"/>
                </a:lnTo>
                <a:lnTo>
                  <a:pt x="633" y="3567"/>
                </a:lnTo>
                <a:lnTo>
                  <a:pt x="616" y="3582"/>
                </a:lnTo>
                <a:lnTo>
                  <a:pt x="603" y="3584"/>
                </a:lnTo>
                <a:lnTo>
                  <a:pt x="590" y="3587"/>
                </a:lnTo>
                <a:lnTo>
                  <a:pt x="547" y="3617"/>
                </a:lnTo>
                <a:lnTo>
                  <a:pt x="501" y="3659"/>
                </a:lnTo>
                <a:lnTo>
                  <a:pt x="468" y="3699"/>
                </a:lnTo>
                <a:lnTo>
                  <a:pt x="463" y="3712"/>
                </a:lnTo>
                <a:lnTo>
                  <a:pt x="461" y="3718"/>
                </a:lnTo>
                <a:lnTo>
                  <a:pt x="443" y="3742"/>
                </a:lnTo>
                <a:lnTo>
                  <a:pt x="430" y="3756"/>
                </a:lnTo>
                <a:lnTo>
                  <a:pt x="419" y="3767"/>
                </a:lnTo>
                <a:lnTo>
                  <a:pt x="407" y="3782"/>
                </a:lnTo>
                <a:lnTo>
                  <a:pt x="408" y="3793"/>
                </a:lnTo>
                <a:lnTo>
                  <a:pt x="421" y="3803"/>
                </a:lnTo>
                <a:lnTo>
                  <a:pt x="434" y="3808"/>
                </a:lnTo>
                <a:lnTo>
                  <a:pt x="446" y="3816"/>
                </a:lnTo>
                <a:lnTo>
                  <a:pt x="459" y="3828"/>
                </a:lnTo>
                <a:lnTo>
                  <a:pt x="460" y="3843"/>
                </a:lnTo>
                <a:lnTo>
                  <a:pt x="452" y="3868"/>
                </a:lnTo>
                <a:lnTo>
                  <a:pt x="443" y="3886"/>
                </a:lnTo>
                <a:lnTo>
                  <a:pt x="428" y="3916"/>
                </a:lnTo>
                <a:lnTo>
                  <a:pt x="395" y="3960"/>
                </a:lnTo>
                <a:lnTo>
                  <a:pt x="364" y="3987"/>
                </a:lnTo>
                <a:lnTo>
                  <a:pt x="342" y="3993"/>
                </a:lnTo>
                <a:lnTo>
                  <a:pt x="329" y="3990"/>
                </a:lnTo>
                <a:lnTo>
                  <a:pt x="323" y="3986"/>
                </a:lnTo>
                <a:lnTo>
                  <a:pt x="317" y="3981"/>
                </a:lnTo>
                <a:lnTo>
                  <a:pt x="308" y="3983"/>
                </a:lnTo>
                <a:lnTo>
                  <a:pt x="299" y="4010"/>
                </a:lnTo>
                <a:lnTo>
                  <a:pt x="296" y="4057"/>
                </a:lnTo>
                <a:lnTo>
                  <a:pt x="293" y="4093"/>
                </a:lnTo>
                <a:lnTo>
                  <a:pt x="277" y="4168"/>
                </a:lnTo>
                <a:lnTo>
                  <a:pt x="253" y="4231"/>
                </a:lnTo>
                <a:lnTo>
                  <a:pt x="234" y="4258"/>
                </a:lnTo>
                <a:lnTo>
                  <a:pt x="223" y="4265"/>
                </a:lnTo>
                <a:lnTo>
                  <a:pt x="218" y="4263"/>
                </a:lnTo>
                <a:lnTo>
                  <a:pt x="216" y="4261"/>
                </a:lnTo>
                <a:lnTo>
                  <a:pt x="209" y="4265"/>
                </a:lnTo>
                <a:lnTo>
                  <a:pt x="199" y="4279"/>
                </a:lnTo>
                <a:lnTo>
                  <a:pt x="195" y="4296"/>
                </a:lnTo>
                <a:lnTo>
                  <a:pt x="185" y="4334"/>
                </a:lnTo>
                <a:lnTo>
                  <a:pt x="173" y="4367"/>
                </a:lnTo>
                <a:lnTo>
                  <a:pt x="168" y="4381"/>
                </a:lnTo>
                <a:lnTo>
                  <a:pt x="171" y="4395"/>
                </a:lnTo>
                <a:lnTo>
                  <a:pt x="178" y="4398"/>
                </a:lnTo>
                <a:lnTo>
                  <a:pt x="184" y="4399"/>
                </a:lnTo>
                <a:lnTo>
                  <a:pt x="190" y="4399"/>
                </a:lnTo>
                <a:lnTo>
                  <a:pt x="199" y="4406"/>
                </a:lnTo>
                <a:lnTo>
                  <a:pt x="209" y="4425"/>
                </a:lnTo>
                <a:lnTo>
                  <a:pt x="211" y="4444"/>
                </a:lnTo>
                <a:lnTo>
                  <a:pt x="212" y="4458"/>
                </a:lnTo>
                <a:lnTo>
                  <a:pt x="210" y="4474"/>
                </a:lnTo>
                <a:lnTo>
                  <a:pt x="204" y="4480"/>
                </a:lnTo>
                <a:lnTo>
                  <a:pt x="190" y="4475"/>
                </a:lnTo>
                <a:lnTo>
                  <a:pt x="179" y="4470"/>
                </a:lnTo>
                <a:lnTo>
                  <a:pt x="168" y="4463"/>
                </a:lnTo>
                <a:lnTo>
                  <a:pt x="154" y="4449"/>
                </a:lnTo>
                <a:lnTo>
                  <a:pt x="148" y="4429"/>
                </a:lnTo>
                <a:lnTo>
                  <a:pt x="150" y="4397"/>
                </a:lnTo>
                <a:lnTo>
                  <a:pt x="153" y="4375"/>
                </a:lnTo>
                <a:lnTo>
                  <a:pt x="166" y="4286"/>
                </a:lnTo>
                <a:lnTo>
                  <a:pt x="184" y="4208"/>
                </a:lnTo>
                <a:lnTo>
                  <a:pt x="197" y="4183"/>
                </a:lnTo>
                <a:lnTo>
                  <a:pt x="204" y="4182"/>
                </a:lnTo>
                <a:lnTo>
                  <a:pt x="209" y="4182"/>
                </a:lnTo>
                <a:lnTo>
                  <a:pt x="212" y="4192"/>
                </a:lnTo>
                <a:lnTo>
                  <a:pt x="209" y="4199"/>
                </a:lnTo>
                <a:lnTo>
                  <a:pt x="206" y="4207"/>
                </a:lnTo>
                <a:lnTo>
                  <a:pt x="211" y="4217"/>
                </a:lnTo>
                <a:lnTo>
                  <a:pt x="218" y="4218"/>
                </a:lnTo>
                <a:lnTo>
                  <a:pt x="226" y="4217"/>
                </a:lnTo>
                <a:lnTo>
                  <a:pt x="233" y="4203"/>
                </a:lnTo>
                <a:lnTo>
                  <a:pt x="231" y="4193"/>
                </a:lnTo>
                <a:lnTo>
                  <a:pt x="228" y="4182"/>
                </a:lnTo>
                <a:lnTo>
                  <a:pt x="234" y="4156"/>
                </a:lnTo>
                <a:lnTo>
                  <a:pt x="242" y="4145"/>
                </a:lnTo>
                <a:lnTo>
                  <a:pt x="253" y="4134"/>
                </a:lnTo>
                <a:lnTo>
                  <a:pt x="244" y="4133"/>
                </a:lnTo>
                <a:lnTo>
                  <a:pt x="223" y="4144"/>
                </a:lnTo>
                <a:lnTo>
                  <a:pt x="206" y="4153"/>
                </a:lnTo>
                <a:lnTo>
                  <a:pt x="182" y="4161"/>
                </a:lnTo>
                <a:lnTo>
                  <a:pt x="169" y="4160"/>
                </a:lnTo>
                <a:lnTo>
                  <a:pt x="164" y="4147"/>
                </a:lnTo>
                <a:lnTo>
                  <a:pt x="163" y="4136"/>
                </a:lnTo>
                <a:lnTo>
                  <a:pt x="164" y="4125"/>
                </a:lnTo>
                <a:lnTo>
                  <a:pt x="175" y="4113"/>
                </a:lnTo>
                <a:lnTo>
                  <a:pt x="184" y="4115"/>
                </a:lnTo>
                <a:lnTo>
                  <a:pt x="193" y="4115"/>
                </a:lnTo>
                <a:lnTo>
                  <a:pt x="209" y="4101"/>
                </a:lnTo>
                <a:lnTo>
                  <a:pt x="215" y="4091"/>
                </a:lnTo>
                <a:lnTo>
                  <a:pt x="217" y="4081"/>
                </a:lnTo>
                <a:lnTo>
                  <a:pt x="213" y="4073"/>
                </a:lnTo>
                <a:lnTo>
                  <a:pt x="209" y="4076"/>
                </a:lnTo>
                <a:lnTo>
                  <a:pt x="201" y="4081"/>
                </a:lnTo>
                <a:lnTo>
                  <a:pt x="182" y="4079"/>
                </a:lnTo>
                <a:lnTo>
                  <a:pt x="173" y="4073"/>
                </a:lnTo>
                <a:lnTo>
                  <a:pt x="167" y="4068"/>
                </a:lnTo>
                <a:lnTo>
                  <a:pt x="157" y="4066"/>
                </a:lnTo>
                <a:lnTo>
                  <a:pt x="146" y="4078"/>
                </a:lnTo>
                <a:lnTo>
                  <a:pt x="142" y="4100"/>
                </a:lnTo>
                <a:lnTo>
                  <a:pt x="139" y="4119"/>
                </a:lnTo>
                <a:lnTo>
                  <a:pt x="143" y="4149"/>
                </a:lnTo>
                <a:lnTo>
                  <a:pt x="147" y="4156"/>
                </a:lnTo>
                <a:lnTo>
                  <a:pt x="156" y="4162"/>
                </a:lnTo>
                <a:lnTo>
                  <a:pt x="163" y="4176"/>
                </a:lnTo>
                <a:lnTo>
                  <a:pt x="160" y="4190"/>
                </a:lnTo>
                <a:lnTo>
                  <a:pt x="147" y="4198"/>
                </a:lnTo>
                <a:lnTo>
                  <a:pt x="136" y="4199"/>
                </a:lnTo>
                <a:lnTo>
                  <a:pt x="127" y="4200"/>
                </a:lnTo>
                <a:lnTo>
                  <a:pt x="114" y="4208"/>
                </a:lnTo>
                <a:lnTo>
                  <a:pt x="107" y="4223"/>
                </a:lnTo>
                <a:lnTo>
                  <a:pt x="106" y="4246"/>
                </a:lnTo>
                <a:lnTo>
                  <a:pt x="108" y="4259"/>
                </a:lnTo>
                <a:lnTo>
                  <a:pt x="107" y="4266"/>
                </a:lnTo>
                <a:lnTo>
                  <a:pt x="93" y="4279"/>
                </a:lnTo>
                <a:lnTo>
                  <a:pt x="82" y="4283"/>
                </a:lnTo>
                <a:lnTo>
                  <a:pt x="72" y="4290"/>
                </a:lnTo>
                <a:lnTo>
                  <a:pt x="57" y="4314"/>
                </a:lnTo>
                <a:lnTo>
                  <a:pt x="55" y="4329"/>
                </a:lnTo>
                <a:lnTo>
                  <a:pt x="54" y="4342"/>
                </a:lnTo>
                <a:lnTo>
                  <a:pt x="38" y="4360"/>
                </a:lnTo>
                <a:lnTo>
                  <a:pt x="27" y="4362"/>
                </a:lnTo>
                <a:lnTo>
                  <a:pt x="18" y="4363"/>
                </a:lnTo>
                <a:lnTo>
                  <a:pt x="2" y="4373"/>
                </a:lnTo>
                <a:lnTo>
                  <a:pt x="0" y="4381"/>
                </a:lnTo>
                <a:lnTo>
                  <a:pt x="2" y="4391"/>
                </a:lnTo>
                <a:lnTo>
                  <a:pt x="17" y="4399"/>
                </a:lnTo>
                <a:lnTo>
                  <a:pt x="37" y="4396"/>
                </a:lnTo>
                <a:lnTo>
                  <a:pt x="57" y="4383"/>
                </a:lnTo>
                <a:lnTo>
                  <a:pt x="62" y="4372"/>
                </a:lnTo>
                <a:lnTo>
                  <a:pt x="70" y="4356"/>
                </a:lnTo>
                <a:lnTo>
                  <a:pt x="85" y="4344"/>
                </a:lnTo>
                <a:lnTo>
                  <a:pt x="99" y="4353"/>
                </a:lnTo>
                <a:lnTo>
                  <a:pt x="108" y="4379"/>
                </a:lnTo>
                <a:lnTo>
                  <a:pt x="109" y="4399"/>
                </a:lnTo>
                <a:lnTo>
                  <a:pt x="111" y="4423"/>
                </a:lnTo>
                <a:lnTo>
                  <a:pt x="121" y="4450"/>
                </a:lnTo>
                <a:lnTo>
                  <a:pt x="132" y="4462"/>
                </a:lnTo>
                <a:lnTo>
                  <a:pt x="138" y="4466"/>
                </a:lnTo>
                <a:lnTo>
                  <a:pt x="145" y="4469"/>
                </a:lnTo>
                <a:lnTo>
                  <a:pt x="155" y="4479"/>
                </a:lnTo>
                <a:lnTo>
                  <a:pt x="159" y="4501"/>
                </a:lnTo>
                <a:lnTo>
                  <a:pt x="155" y="4525"/>
                </a:lnTo>
                <a:lnTo>
                  <a:pt x="151" y="4546"/>
                </a:lnTo>
                <a:lnTo>
                  <a:pt x="153" y="4574"/>
                </a:lnTo>
                <a:lnTo>
                  <a:pt x="164" y="4588"/>
                </a:lnTo>
                <a:lnTo>
                  <a:pt x="186" y="4587"/>
                </a:lnTo>
                <a:lnTo>
                  <a:pt x="200" y="4580"/>
                </a:lnTo>
                <a:lnTo>
                  <a:pt x="207" y="4575"/>
                </a:lnTo>
                <a:lnTo>
                  <a:pt x="215" y="4567"/>
                </a:lnTo>
                <a:lnTo>
                  <a:pt x="213" y="4553"/>
                </a:lnTo>
                <a:lnTo>
                  <a:pt x="200" y="4536"/>
                </a:lnTo>
                <a:lnTo>
                  <a:pt x="187" y="4520"/>
                </a:lnTo>
                <a:lnTo>
                  <a:pt x="192" y="4512"/>
                </a:lnTo>
                <a:lnTo>
                  <a:pt x="207" y="4519"/>
                </a:lnTo>
                <a:lnTo>
                  <a:pt x="219" y="4523"/>
                </a:lnTo>
                <a:lnTo>
                  <a:pt x="235" y="4538"/>
                </a:lnTo>
                <a:lnTo>
                  <a:pt x="236" y="4546"/>
                </a:lnTo>
                <a:lnTo>
                  <a:pt x="237" y="4553"/>
                </a:lnTo>
                <a:lnTo>
                  <a:pt x="248" y="4561"/>
                </a:lnTo>
                <a:lnTo>
                  <a:pt x="256" y="4562"/>
                </a:lnTo>
                <a:lnTo>
                  <a:pt x="262" y="4561"/>
                </a:lnTo>
                <a:lnTo>
                  <a:pt x="267" y="4550"/>
                </a:lnTo>
                <a:lnTo>
                  <a:pt x="263" y="4544"/>
                </a:lnTo>
                <a:lnTo>
                  <a:pt x="262" y="4539"/>
                </a:lnTo>
                <a:lnTo>
                  <a:pt x="263" y="4533"/>
                </a:lnTo>
                <a:lnTo>
                  <a:pt x="274" y="4526"/>
                </a:lnTo>
                <a:lnTo>
                  <a:pt x="287" y="4525"/>
                </a:lnTo>
                <a:lnTo>
                  <a:pt x="300" y="4524"/>
                </a:lnTo>
                <a:lnTo>
                  <a:pt x="322" y="4512"/>
                </a:lnTo>
                <a:lnTo>
                  <a:pt x="337" y="4488"/>
                </a:lnTo>
                <a:lnTo>
                  <a:pt x="344" y="4454"/>
                </a:lnTo>
                <a:lnTo>
                  <a:pt x="345" y="4432"/>
                </a:lnTo>
                <a:lnTo>
                  <a:pt x="347" y="4414"/>
                </a:lnTo>
                <a:lnTo>
                  <a:pt x="365" y="4381"/>
                </a:lnTo>
                <a:lnTo>
                  <a:pt x="378" y="4370"/>
                </a:lnTo>
                <a:lnTo>
                  <a:pt x="392" y="4359"/>
                </a:lnTo>
                <a:lnTo>
                  <a:pt x="412" y="4348"/>
                </a:lnTo>
                <a:lnTo>
                  <a:pt x="428" y="4348"/>
                </a:lnTo>
                <a:lnTo>
                  <a:pt x="439" y="4361"/>
                </a:lnTo>
                <a:lnTo>
                  <a:pt x="443" y="4373"/>
                </a:lnTo>
                <a:lnTo>
                  <a:pt x="446" y="4383"/>
                </a:lnTo>
                <a:lnTo>
                  <a:pt x="443" y="4393"/>
                </a:lnTo>
                <a:lnTo>
                  <a:pt x="435" y="4389"/>
                </a:lnTo>
                <a:lnTo>
                  <a:pt x="432" y="4388"/>
                </a:lnTo>
                <a:lnTo>
                  <a:pt x="423" y="4389"/>
                </a:lnTo>
                <a:lnTo>
                  <a:pt x="409" y="4401"/>
                </a:lnTo>
                <a:lnTo>
                  <a:pt x="402" y="4416"/>
                </a:lnTo>
                <a:lnTo>
                  <a:pt x="385" y="4446"/>
                </a:lnTo>
                <a:lnTo>
                  <a:pt x="383" y="4467"/>
                </a:lnTo>
                <a:lnTo>
                  <a:pt x="392" y="4467"/>
                </a:lnTo>
                <a:lnTo>
                  <a:pt x="399" y="4462"/>
                </a:lnTo>
                <a:lnTo>
                  <a:pt x="407" y="4459"/>
                </a:lnTo>
                <a:lnTo>
                  <a:pt x="417" y="4467"/>
                </a:lnTo>
                <a:lnTo>
                  <a:pt x="418" y="4475"/>
                </a:lnTo>
                <a:lnTo>
                  <a:pt x="418" y="4479"/>
                </a:lnTo>
                <a:lnTo>
                  <a:pt x="422" y="4481"/>
                </a:lnTo>
                <a:lnTo>
                  <a:pt x="432" y="4472"/>
                </a:lnTo>
                <a:lnTo>
                  <a:pt x="441" y="4457"/>
                </a:lnTo>
                <a:lnTo>
                  <a:pt x="451" y="4442"/>
                </a:lnTo>
                <a:lnTo>
                  <a:pt x="466" y="4429"/>
                </a:lnTo>
                <a:lnTo>
                  <a:pt x="474" y="4428"/>
                </a:lnTo>
                <a:lnTo>
                  <a:pt x="478" y="4430"/>
                </a:lnTo>
                <a:lnTo>
                  <a:pt x="480" y="4432"/>
                </a:lnTo>
                <a:lnTo>
                  <a:pt x="486" y="4431"/>
                </a:lnTo>
                <a:lnTo>
                  <a:pt x="497" y="4418"/>
                </a:lnTo>
                <a:lnTo>
                  <a:pt x="503" y="4403"/>
                </a:lnTo>
                <a:lnTo>
                  <a:pt x="508" y="4384"/>
                </a:lnTo>
                <a:lnTo>
                  <a:pt x="521" y="4366"/>
                </a:lnTo>
                <a:lnTo>
                  <a:pt x="535" y="4366"/>
                </a:lnTo>
                <a:lnTo>
                  <a:pt x="545" y="4385"/>
                </a:lnTo>
                <a:lnTo>
                  <a:pt x="546" y="4403"/>
                </a:lnTo>
                <a:lnTo>
                  <a:pt x="547" y="4418"/>
                </a:lnTo>
                <a:lnTo>
                  <a:pt x="552" y="4426"/>
                </a:lnTo>
                <a:lnTo>
                  <a:pt x="555" y="4424"/>
                </a:lnTo>
                <a:lnTo>
                  <a:pt x="557" y="4421"/>
                </a:lnTo>
                <a:lnTo>
                  <a:pt x="564" y="4408"/>
                </a:lnTo>
                <a:lnTo>
                  <a:pt x="583" y="4397"/>
                </a:lnTo>
                <a:lnTo>
                  <a:pt x="602" y="4403"/>
                </a:lnTo>
                <a:lnTo>
                  <a:pt x="610" y="4421"/>
                </a:lnTo>
                <a:lnTo>
                  <a:pt x="608" y="4435"/>
                </a:lnTo>
                <a:lnTo>
                  <a:pt x="604" y="4449"/>
                </a:lnTo>
                <a:lnTo>
                  <a:pt x="606" y="4466"/>
                </a:lnTo>
                <a:lnTo>
                  <a:pt x="612" y="4471"/>
                </a:lnTo>
                <a:lnTo>
                  <a:pt x="615" y="4471"/>
                </a:lnTo>
                <a:lnTo>
                  <a:pt x="624" y="4470"/>
                </a:lnTo>
                <a:lnTo>
                  <a:pt x="634" y="4457"/>
                </a:lnTo>
                <a:lnTo>
                  <a:pt x="635" y="4448"/>
                </a:lnTo>
                <a:lnTo>
                  <a:pt x="635" y="4442"/>
                </a:lnTo>
                <a:lnTo>
                  <a:pt x="642" y="4433"/>
                </a:lnTo>
                <a:lnTo>
                  <a:pt x="662" y="4426"/>
                </a:lnTo>
                <a:lnTo>
                  <a:pt x="697" y="4429"/>
                </a:lnTo>
                <a:lnTo>
                  <a:pt x="734" y="4444"/>
                </a:lnTo>
                <a:lnTo>
                  <a:pt x="750" y="4457"/>
                </a:lnTo>
                <a:lnTo>
                  <a:pt x="762" y="4470"/>
                </a:lnTo>
                <a:lnTo>
                  <a:pt x="778" y="4503"/>
                </a:lnTo>
                <a:lnTo>
                  <a:pt x="780" y="4517"/>
                </a:lnTo>
                <a:lnTo>
                  <a:pt x="781" y="4529"/>
                </a:lnTo>
                <a:lnTo>
                  <a:pt x="793" y="4537"/>
                </a:lnTo>
                <a:lnTo>
                  <a:pt x="802" y="4533"/>
                </a:lnTo>
                <a:lnTo>
                  <a:pt x="813" y="4528"/>
                </a:lnTo>
                <a:lnTo>
                  <a:pt x="840" y="4523"/>
                </a:lnTo>
                <a:lnTo>
                  <a:pt x="892" y="4526"/>
                </a:lnTo>
                <a:lnTo>
                  <a:pt x="963" y="4549"/>
                </a:lnTo>
                <a:lnTo>
                  <a:pt x="1001" y="4573"/>
                </a:lnTo>
                <a:lnTo>
                  <a:pt x="1014" y="4592"/>
                </a:lnTo>
                <a:lnTo>
                  <a:pt x="1016" y="4600"/>
                </a:lnTo>
                <a:lnTo>
                  <a:pt x="1014" y="4609"/>
                </a:lnTo>
                <a:lnTo>
                  <a:pt x="999" y="4617"/>
                </a:lnTo>
                <a:lnTo>
                  <a:pt x="972" y="4611"/>
                </a:lnTo>
                <a:lnTo>
                  <a:pt x="938" y="4594"/>
                </a:lnTo>
                <a:lnTo>
                  <a:pt x="919" y="4580"/>
                </a:lnTo>
                <a:lnTo>
                  <a:pt x="901" y="4567"/>
                </a:lnTo>
                <a:lnTo>
                  <a:pt x="877" y="4557"/>
                </a:lnTo>
                <a:lnTo>
                  <a:pt x="866" y="4556"/>
                </a:lnTo>
                <a:lnTo>
                  <a:pt x="864" y="4558"/>
                </a:lnTo>
                <a:lnTo>
                  <a:pt x="857" y="4564"/>
                </a:lnTo>
                <a:lnTo>
                  <a:pt x="826" y="4569"/>
                </a:lnTo>
                <a:lnTo>
                  <a:pt x="807" y="4566"/>
                </a:lnTo>
                <a:lnTo>
                  <a:pt x="786" y="4562"/>
                </a:lnTo>
                <a:lnTo>
                  <a:pt x="767" y="4569"/>
                </a:lnTo>
                <a:lnTo>
                  <a:pt x="763" y="4579"/>
                </a:lnTo>
                <a:lnTo>
                  <a:pt x="762" y="4585"/>
                </a:lnTo>
                <a:lnTo>
                  <a:pt x="763" y="4600"/>
                </a:lnTo>
                <a:lnTo>
                  <a:pt x="777" y="4623"/>
                </a:lnTo>
                <a:lnTo>
                  <a:pt x="800" y="4636"/>
                </a:lnTo>
                <a:lnTo>
                  <a:pt x="828" y="4638"/>
                </a:lnTo>
                <a:lnTo>
                  <a:pt x="843" y="4633"/>
                </a:lnTo>
                <a:lnTo>
                  <a:pt x="877" y="4622"/>
                </a:lnTo>
                <a:lnTo>
                  <a:pt x="903" y="4618"/>
                </a:lnTo>
                <a:lnTo>
                  <a:pt x="915" y="4619"/>
                </a:lnTo>
                <a:lnTo>
                  <a:pt x="925" y="4626"/>
                </a:lnTo>
                <a:lnTo>
                  <a:pt x="922" y="4641"/>
                </a:lnTo>
                <a:lnTo>
                  <a:pt x="904" y="4654"/>
                </a:lnTo>
                <a:lnTo>
                  <a:pt x="891" y="4658"/>
                </a:lnTo>
                <a:lnTo>
                  <a:pt x="881" y="4660"/>
                </a:lnTo>
                <a:lnTo>
                  <a:pt x="869" y="4669"/>
                </a:lnTo>
                <a:lnTo>
                  <a:pt x="864" y="4682"/>
                </a:lnTo>
                <a:lnTo>
                  <a:pt x="864" y="4701"/>
                </a:lnTo>
                <a:lnTo>
                  <a:pt x="865" y="4714"/>
                </a:lnTo>
                <a:lnTo>
                  <a:pt x="870" y="4738"/>
                </a:lnTo>
                <a:lnTo>
                  <a:pt x="882" y="4750"/>
                </a:lnTo>
                <a:lnTo>
                  <a:pt x="892" y="4747"/>
                </a:lnTo>
                <a:lnTo>
                  <a:pt x="900" y="4742"/>
                </a:lnTo>
                <a:lnTo>
                  <a:pt x="913" y="4731"/>
                </a:lnTo>
                <a:lnTo>
                  <a:pt x="925" y="4735"/>
                </a:lnTo>
                <a:lnTo>
                  <a:pt x="925" y="4750"/>
                </a:lnTo>
                <a:lnTo>
                  <a:pt x="927" y="4762"/>
                </a:lnTo>
                <a:lnTo>
                  <a:pt x="940" y="4776"/>
                </a:lnTo>
                <a:lnTo>
                  <a:pt x="961" y="4779"/>
                </a:lnTo>
                <a:lnTo>
                  <a:pt x="979" y="4768"/>
                </a:lnTo>
                <a:lnTo>
                  <a:pt x="985" y="4756"/>
                </a:lnTo>
                <a:lnTo>
                  <a:pt x="987" y="4746"/>
                </a:lnTo>
                <a:lnTo>
                  <a:pt x="981" y="4713"/>
                </a:lnTo>
                <a:lnTo>
                  <a:pt x="974" y="4698"/>
                </a:lnTo>
                <a:lnTo>
                  <a:pt x="964" y="4678"/>
                </a:lnTo>
                <a:lnTo>
                  <a:pt x="968" y="4672"/>
                </a:lnTo>
                <a:lnTo>
                  <a:pt x="985" y="4687"/>
                </a:lnTo>
                <a:lnTo>
                  <a:pt x="998" y="4696"/>
                </a:lnTo>
                <a:lnTo>
                  <a:pt x="1011" y="4700"/>
                </a:lnTo>
                <a:lnTo>
                  <a:pt x="1015" y="4699"/>
                </a:lnTo>
                <a:lnTo>
                  <a:pt x="1016" y="4696"/>
                </a:lnTo>
                <a:lnTo>
                  <a:pt x="1016" y="4694"/>
                </a:lnTo>
                <a:lnTo>
                  <a:pt x="1021" y="4694"/>
                </a:lnTo>
                <a:lnTo>
                  <a:pt x="1033" y="4704"/>
                </a:lnTo>
                <a:lnTo>
                  <a:pt x="1043" y="4718"/>
                </a:lnTo>
                <a:lnTo>
                  <a:pt x="1056" y="4734"/>
                </a:lnTo>
                <a:lnTo>
                  <a:pt x="1067" y="4739"/>
                </a:lnTo>
                <a:lnTo>
                  <a:pt x="1070" y="4732"/>
                </a:lnTo>
                <a:lnTo>
                  <a:pt x="1071" y="4725"/>
                </a:lnTo>
                <a:lnTo>
                  <a:pt x="1071" y="4719"/>
                </a:lnTo>
                <a:lnTo>
                  <a:pt x="1075" y="4713"/>
                </a:lnTo>
                <a:lnTo>
                  <a:pt x="1089" y="4721"/>
                </a:lnTo>
                <a:lnTo>
                  <a:pt x="1106" y="4742"/>
                </a:lnTo>
                <a:lnTo>
                  <a:pt x="1121" y="4758"/>
                </a:lnTo>
                <a:lnTo>
                  <a:pt x="1134" y="4791"/>
                </a:lnTo>
                <a:lnTo>
                  <a:pt x="1132" y="4799"/>
                </a:lnTo>
                <a:lnTo>
                  <a:pt x="1129" y="4806"/>
                </a:lnTo>
                <a:lnTo>
                  <a:pt x="1134" y="4814"/>
                </a:lnTo>
                <a:lnTo>
                  <a:pt x="1141" y="4816"/>
                </a:lnTo>
                <a:lnTo>
                  <a:pt x="1149" y="4814"/>
                </a:lnTo>
                <a:lnTo>
                  <a:pt x="1165" y="4805"/>
                </a:lnTo>
                <a:lnTo>
                  <a:pt x="1170" y="4797"/>
                </a:lnTo>
                <a:lnTo>
                  <a:pt x="1176" y="4789"/>
                </a:lnTo>
                <a:lnTo>
                  <a:pt x="1207" y="4780"/>
                </a:lnTo>
                <a:lnTo>
                  <a:pt x="1226" y="4780"/>
                </a:lnTo>
                <a:lnTo>
                  <a:pt x="1238" y="4779"/>
                </a:lnTo>
                <a:lnTo>
                  <a:pt x="1254" y="4775"/>
                </a:lnTo>
                <a:lnTo>
                  <a:pt x="1264" y="4767"/>
                </a:lnTo>
                <a:lnTo>
                  <a:pt x="1270" y="4751"/>
                </a:lnTo>
                <a:lnTo>
                  <a:pt x="1270" y="4742"/>
                </a:lnTo>
                <a:lnTo>
                  <a:pt x="1270" y="4731"/>
                </a:lnTo>
                <a:lnTo>
                  <a:pt x="1273" y="4717"/>
                </a:lnTo>
                <a:lnTo>
                  <a:pt x="1281" y="4712"/>
                </a:lnTo>
                <a:lnTo>
                  <a:pt x="1294" y="4714"/>
                </a:lnTo>
                <a:lnTo>
                  <a:pt x="1302" y="4718"/>
                </a:lnTo>
                <a:lnTo>
                  <a:pt x="1323" y="4726"/>
                </a:lnTo>
                <a:lnTo>
                  <a:pt x="1375" y="4732"/>
                </a:lnTo>
                <a:lnTo>
                  <a:pt x="1426" y="4728"/>
                </a:lnTo>
                <a:lnTo>
                  <a:pt x="1467" y="4712"/>
                </a:lnTo>
                <a:lnTo>
                  <a:pt x="1478" y="4701"/>
                </a:lnTo>
                <a:lnTo>
                  <a:pt x="1490" y="4688"/>
                </a:lnTo>
                <a:lnTo>
                  <a:pt x="1533" y="4666"/>
                </a:lnTo>
                <a:lnTo>
                  <a:pt x="1558" y="4660"/>
                </a:lnTo>
                <a:lnTo>
                  <a:pt x="1581" y="4654"/>
                </a:lnTo>
                <a:lnTo>
                  <a:pt x="1611" y="4641"/>
                </a:lnTo>
                <a:lnTo>
                  <a:pt x="1614" y="4634"/>
                </a:lnTo>
                <a:lnTo>
                  <a:pt x="1618" y="4629"/>
                </a:lnTo>
                <a:lnTo>
                  <a:pt x="1650" y="4614"/>
                </a:lnTo>
                <a:lnTo>
                  <a:pt x="1675" y="4609"/>
                </a:lnTo>
                <a:lnTo>
                  <a:pt x="1701" y="4603"/>
                </a:lnTo>
                <a:lnTo>
                  <a:pt x="1741" y="4585"/>
                </a:lnTo>
                <a:lnTo>
                  <a:pt x="1765" y="4562"/>
                </a:lnTo>
                <a:lnTo>
                  <a:pt x="1771" y="4535"/>
                </a:lnTo>
                <a:lnTo>
                  <a:pt x="1767" y="4520"/>
                </a:lnTo>
                <a:lnTo>
                  <a:pt x="1763" y="4511"/>
                </a:lnTo>
                <a:lnTo>
                  <a:pt x="1763" y="4501"/>
                </a:lnTo>
                <a:lnTo>
                  <a:pt x="1781" y="4501"/>
                </a:lnTo>
                <a:lnTo>
                  <a:pt x="1814" y="4513"/>
                </a:lnTo>
                <a:lnTo>
                  <a:pt x="1831" y="4520"/>
                </a:lnTo>
                <a:lnTo>
                  <a:pt x="1856" y="4526"/>
                </a:lnTo>
                <a:lnTo>
                  <a:pt x="1873" y="4523"/>
                </a:lnTo>
                <a:lnTo>
                  <a:pt x="1887" y="4511"/>
                </a:lnTo>
                <a:lnTo>
                  <a:pt x="1895" y="4500"/>
                </a:lnTo>
                <a:lnTo>
                  <a:pt x="1917" y="4470"/>
                </a:lnTo>
                <a:lnTo>
                  <a:pt x="1926" y="4449"/>
                </a:lnTo>
                <a:lnTo>
                  <a:pt x="1931" y="4443"/>
                </a:lnTo>
                <a:lnTo>
                  <a:pt x="1955" y="4432"/>
                </a:lnTo>
                <a:lnTo>
                  <a:pt x="1971" y="4430"/>
                </a:lnTo>
                <a:lnTo>
                  <a:pt x="1980" y="4429"/>
                </a:lnTo>
                <a:lnTo>
                  <a:pt x="1996" y="4422"/>
                </a:lnTo>
                <a:lnTo>
                  <a:pt x="2020" y="4401"/>
                </a:lnTo>
                <a:lnTo>
                  <a:pt x="2031" y="4384"/>
                </a:lnTo>
                <a:lnTo>
                  <a:pt x="2035" y="4373"/>
                </a:lnTo>
                <a:lnTo>
                  <a:pt x="2047" y="4358"/>
                </a:lnTo>
                <a:lnTo>
                  <a:pt x="2060" y="4349"/>
                </a:lnTo>
                <a:lnTo>
                  <a:pt x="2075" y="4348"/>
                </a:lnTo>
                <a:lnTo>
                  <a:pt x="2083" y="4350"/>
                </a:lnTo>
                <a:lnTo>
                  <a:pt x="2092" y="4351"/>
                </a:lnTo>
                <a:lnTo>
                  <a:pt x="2110" y="4349"/>
                </a:lnTo>
                <a:lnTo>
                  <a:pt x="2139" y="4333"/>
                </a:lnTo>
                <a:lnTo>
                  <a:pt x="2158" y="4313"/>
                </a:lnTo>
                <a:lnTo>
                  <a:pt x="2178" y="4293"/>
                </a:lnTo>
                <a:lnTo>
                  <a:pt x="2200" y="4281"/>
                </a:lnTo>
                <a:lnTo>
                  <a:pt x="2213" y="4284"/>
                </a:lnTo>
                <a:lnTo>
                  <a:pt x="2219" y="4288"/>
                </a:lnTo>
                <a:lnTo>
                  <a:pt x="2226" y="4294"/>
                </a:lnTo>
                <a:lnTo>
                  <a:pt x="2234" y="4297"/>
                </a:lnTo>
                <a:lnTo>
                  <a:pt x="2238" y="4286"/>
                </a:lnTo>
                <a:lnTo>
                  <a:pt x="2234" y="4263"/>
                </a:lnTo>
                <a:lnTo>
                  <a:pt x="2232" y="4244"/>
                </a:lnTo>
                <a:lnTo>
                  <a:pt x="2237" y="4224"/>
                </a:lnTo>
                <a:lnTo>
                  <a:pt x="2242" y="4219"/>
                </a:lnTo>
                <a:lnTo>
                  <a:pt x="2246" y="4218"/>
                </a:lnTo>
                <a:lnTo>
                  <a:pt x="2255" y="4219"/>
                </a:lnTo>
                <a:lnTo>
                  <a:pt x="2266" y="4234"/>
                </a:lnTo>
                <a:lnTo>
                  <a:pt x="2267" y="4245"/>
                </a:lnTo>
                <a:lnTo>
                  <a:pt x="2268" y="4256"/>
                </a:lnTo>
                <a:lnTo>
                  <a:pt x="2277" y="4270"/>
                </a:lnTo>
                <a:lnTo>
                  <a:pt x="2290" y="4271"/>
                </a:lnTo>
                <a:lnTo>
                  <a:pt x="2304" y="4260"/>
                </a:lnTo>
                <a:lnTo>
                  <a:pt x="2308" y="4248"/>
                </a:lnTo>
                <a:lnTo>
                  <a:pt x="2314" y="4237"/>
                </a:lnTo>
                <a:lnTo>
                  <a:pt x="2328" y="4237"/>
                </a:lnTo>
                <a:lnTo>
                  <a:pt x="2341" y="4248"/>
                </a:lnTo>
                <a:lnTo>
                  <a:pt x="2353" y="4260"/>
                </a:lnTo>
                <a:lnTo>
                  <a:pt x="2375" y="4270"/>
                </a:lnTo>
                <a:lnTo>
                  <a:pt x="2401" y="4260"/>
                </a:lnTo>
                <a:lnTo>
                  <a:pt x="2440" y="4228"/>
                </a:lnTo>
                <a:lnTo>
                  <a:pt x="2468" y="4199"/>
                </a:lnTo>
                <a:lnTo>
                  <a:pt x="2496" y="4173"/>
                </a:lnTo>
                <a:lnTo>
                  <a:pt x="2539" y="4140"/>
                </a:lnTo>
                <a:lnTo>
                  <a:pt x="2571" y="4128"/>
                </a:lnTo>
                <a:lnTo>
                  <a:pt x="2595" y="4135"/>
                </a:lnTo>
                <a:lnTo>
                  <a:pt x="2604" y="4147"/>
                </a:lnTo>
                <a:lnTo>
                  <a:pt x="2610" y="4155"/>
                </a:lnTo>
                <a:lnTo>
                  <a:pt x="2622" y="4157"/>
                </a:lnTo>
                <a:lnTo>
                  <a:pt x="2627" y="4149"/>
                </a:lnTo>
                <a:lnTo>
                  <a:pt x="2634" y="4142"/>
                </a:lnTo>
                <a:lnTo>
                  <a:pt x="2660" y="4128"/>
                </a:lnTo>
                <a:lnTo>
                  <a:pt x="2675" y="4123"/>
                </a:lnTo>
                <a:lnTo>
                  <a:pt x="2689" y="4121"/>
                </a:lnTo>
                <a:lnTo>
                  <a:pt x="2714" y="4111"/>
                </a:lnTo>
                <a:lnTo>
                  <a:pt x="2720" y="4106"/>
                </a:lnTo>
                <a:lnTo>
                  <a:pt x="2727" y="4100"/>
                </a:lnTo>
                <a:lnTo>
                  <a:pt x="2754" y="4099"/>
                </a:lnTo>
                <a:lnTo>
                  <a:pt x="2785" y="4107"/>
                </a:lnTo>
                <a:lnTo>
                  <a:pt x="2799" y="4117"/>
                </a:lnTo>
                <a:lnTo>
                  <a:pt x="2803" y="4124"/>
                </a:lnTo>
                <a:lnTo>
                  <a:pt x="2801" y="4128"/>
                </a:lnTo>
                <a:lnTo>
                  <a:pt x="2799" y="4134"/>
                </a:lnTo>
                <a:lnTo>
                  <a:pt x="2802" y="4148"/>
                </a:lnTo>
                <a:lnTo>
                  <a:pt x="2809" y="4153"/>
                </a:lnTo>
                <a:lnTo>
                  <a:pt x="2816" y="4155"/>
                </a:lnTo>
                <a:lnTo>
                  <a:pt x="2831" y="4146"/>
                </a:lnTo>
                <a:lnTo>
                  <a:pt x="2836" y="4134"/>
                </a:lnTo>
                <a:lnTo>
                  <a:pt x="2839" y="4128"/>
                </a:lnTo>
                <a:lnTo>
                  <a:pt x="2848" y="4118"/>
                </a:lnTo>
                <a:lnTo>
                  <a:pt x="2869" y="4112"/>
                </a:lnTo>
                <a:lnTo>
                  <a:pt x="2890" y="4117"/>
                </a:lnTo>
                <a:lnTo>
                  <a:pt x="2909" y="4119"/>
                </a:lnTo>
                <a:lnTo>
                  <a:pt x="2940" y="4115"/>
                </a:lnTo>
                <a:lnTo>
                  <a:pt x="2948" y="4107"/>
                </a:lnTo>
                <a:lnTo>
                  <a:pt x="2952" y="4098"/>
                </a:lnTo>
                <a:lnTo>
                  <a:pt x="2946" y="4092"/>
                </a:lnTo>
                <a:lnTo>
                  <a:pt x="2936" y="4095"/>
                </a:lnTo>
                <a:lnTo>
                  <a:pt x="2926" y="4095"/>
                </a:lnTo>
                <a:lnTo>
                  <a:pt x="2903" y="4078"/>
                </a:lnTo>
                <a:lnTo>
                  <a:pt x="2882" y="4048"/>
                </a:lnTo>
                <a:lnTo>
                  <a:pt x="2866" y="4013"/>
                </a:lnTo>
                <a:lnTo>
                  <a:pt x="2865" y="3998"/>
                </a:lnTo>
                <a:lnTo>
                  <a:pt x="2865" y="3993"/>
                </a:lnTo>
                <a:lnTo>
                  <a:pt x="2870" y="3984"/>
                </a:lnTo>
                <a:lnTo>
                  <a:pt x="2882" y="3980"/>
                </a:lnTo>
                <a:lnTo>
                  <a:pt x="2905" y="3991"/>
                </a:lnTo>
                <a:lnTo>
                  <a:pt x="2927" y="4013"/>
                </a:lnTo>
                <a:lnTo>
                  <a:pt x="2936" y="4030"/>
                </a:lnTo>
                <a:lnTo>
                  <a:pt x="2942" y="4043"/>
                </a:lnTo>
                <a:lnTo>
                  <a:pt x="2952" y="4059"/>
                </a:lnTo>
                <a:lnTo>
                  <a:pt x="2962" y="4066"/>
                </a:lnTo>
                <a:lnTo>
                  <a:pt x="2975" y="4061"/>
                </a:lnTo>
                <a:lnTo>
                  <a:pt x="2983" y="4055"/>
                </a:lnTo>
                <a:lnTo>
                  <a:pt x="2996" y="4045"/>
                </a:lnTo>
                <a:lnTo>
                  <a:pt x="3007" y="4043"/>
                </a:lnTo>
                <a:lnTo>
                  <a:pt x="3010" y="4048"/>
                </a:lnTo>
                <a:lnTo>
                  <a:pt x="3010" y="4053"/>
                </a:lnTo>
                <a:lnTo>
                  <a:pt x="3009" y="4061"/>
                </a:lnTo>
                <a:lnTo>
                  <a:pt x="2999" y="4072"/>
                </a:lnTo>
                <a:lnTo>
                  <a:pt x="2992" y="4073"/>
                </a:lnTo>
                <a:lnTo>
                  <a:pt x="2985" y="4073"/>
                </a:lnTo>
                <a:lnTo>
                  <a:pt x="2975" y="4083"/>
                </a:lnTo>
                <a:lnTo>
                  <a:pt x="2974" y="4091"/>
                </a:lnTo>
                <a:lnTo>
                  <a:pt x="2974" y="4097"/>
                </a:lnTo>
                <a:lnTo>
                  <a:pt x="2979" y="4107"/>
                </a:lnTo>
                <a:lnTo>
                  <a:pt x="2990" y="4111"/>
                </a:lnTo>
                <a:lnTo>
                  <a:pt x="3011" y="4103"/>
                </a:lnTo>
                <a:lnTo>
                  <a:pt x="3027" y="4082"/>
                </a:lnTo>
                <a:lnTo>
                  <a:pt x="3030" y="4068"/>
                </a:lnTo>
                <a:lnTo>
                  <a:pt x="3031" y="4053"/>
                </a:lnTo>
                <a:lnTo>
                  <a:pt x="3035" y="4044"/>
                </a:lnTo>
                <a:lnTo>
                  <a:pt x="3038" y="4046"/>
                </a:lnTo>
                <a:lnTo>
                  <a:pt x="3041" y="4049"/>
                </a:lnTo>
                <a:lnTo>
                  <a:pt x="3046" y="4059"/>
                </a:lnTo>
                <a:lnTo>
                  <a:pt x="3064" y="4071"/>
                </a:lnTo>
                <a:lnTo>
                  <a:pt x="3085" y="4072"/>
                </a:lnTo>
                <a:lnTo>
                  <a:pt x="3099" y="4063"/>
                </a:lnTo>
                <a:lnTo>
                  <a:pt x="3100" y="4055"/>
                </a:lnTo>
                <a:lnTo>
                  <a:pt x="3101" y="4050"/>
                </a:lnTo>
                <a:lnTo>
                  <a:pt x="3106" y="4046"/>
                </a:lnTo>
                <a:lnTo>
                  <a:pt x="3120" y="4047"/>
                </a:lnTo>
                <a:lnTo>
                  <a:pt x="3137" y="4055"/>
                </a:lnTo>
                <a:lnTo>
                  <a:pt x="3156" y="4063"/>
                </a:lnTo>
                <a:lnTo>
                  <a:pt x="3170" y="4063"/>
                </a:lnTo>
                <a:lnTo>
                  <a:pt x="3173" y="4055"/>
                </a:lnTo>
                <a:lnTo>
                  <a:pt x="3173" y="4047"/>
                </a:lnTo>
                <a:lnTo>
                  <a:pt x="3172" y="4042"/>
                </a:lnTo>
                <a:lnTo>
                  <a:pt x="3165" y="4030"/>
                </a:lnTo>
                <a:lnTo>
                  <a:pt x="3141" y="4012"/>
                </a:lnTo>
                <a:lnTo>
                  <a:pt x="3119" y="4004"/>
                </a:lnTo>
                <a:lnTo>
                  <a:pt x="3106" y="3999"/>
                </a:lnTo>
                <a:lnTo>
                  <a:pt x="3085" y="3985"/>
                </a:lnTo>
                <a:lnTo>
                  <a:pt x="3068" y="3969"/>
                </a:lnTo>
                <a:lnTo>
                  <a:pt x="3057" y="3948"/>
                </a:lnTo>
                <a:lnTo>
                  <a:pt x="3054" y="3937"/>
                </a:lnTo>
                <a:lnTo>
                  <a:pt x="3049" y="3916"/>
                </a:lnTo>
                <a:lnTo>
                  <a:pt x="3051" y="3885"/>
                </a:lnTo>
                <a:lnTo>
                  <a:pt x="3070" y="3865"/>
                </a:lnTo>
                <a:lnTo>
                  <a:pt x="3107" y="3855"/>
                </a:lnTo>
                <a:lnTo>
                  <a:pt x="3133" y="3851"/>
                </a:lnTo>
                <a:lnTo>
                  <a:pt x="3159" y="3849"/>
                </a:lnTo>
                <a:lnTo>
                  <a:pt x="3196" y="3840"/>
                </a:lnTo>
                <a:lnTo>
                  <a:pt x="3203" y="3834"/>
                </a:lnTo>
                <a:lnTo>
                  <a:pt x="3207" y="3828"/>
                </a:lnTo>
                <a:lnTo>
                  <a:pt x="3222" y="3825"/>
                </a:lnTo>
                <a:lnTo>
                  <a:pt x="3230" y="3829"/>
                </a:lnTo>
                <a:lnTo>
                  <a:pt x="3236" y="3832"/>
                </a:lnTo>
                <a:lnTo>
                  <a:pt x="3245" y="3828"/>
                </a:lnTo>
                <a:lnTo>
                  <a:pt x="3246" y="3821"/>
                </a:lnTo>
                <a:lnTo>
                  <a:pt x="3247" y="3813"/>
                </a:lnTo>
                <a:lnTo>
                  <a:pt x="3260" y="3803"/>
                </a:lnTo>
                <a:lnTo>
                  <a:pt x="3271" y="3802"/>
                </a:lnTo>
                <a:lnTo>
                  <a:pt x="3282" y="3799"/>
                </a:lnTo>
                <a:lnTo>
                  <a:pt x="3304" y="3779"/>
                </a:lnTo>
                <a:lnTo>
                  <a:pt x="3309" y="3763"/>
                </a:lnTo>
                <a:lnTo>
                  <a:pt x="3314" y="3752"/>
                </a:lnTo>
                <a:lnTo>
                  <a:pt x="3321" y="3738"/>
                </a:lnTo>
                <a:lnTo>
                  <a:pt x="3332" y="3736"/>
                </a:lnTo>
                <a:lnTo>
                  <a:pt x="3352" y="3746"/>
                </a:lnTo>
                <a:lnTo>
                  <a:pt x="3367" y="3756"/>
                </a:lnTo>
                <a:lnTo>
                  <a:pt x="3386" y="3767"/>
                </a:lnTo>
                <a:lnTo>
                  <a:pt x="3425" y="3778"/>
                </a:lnTo>
                <a:lnTo>
                  <a:pt x="3436" y="3775"/>
                </a:lnTo>
                <a:lnTo>
                  <a:pt x="3444" y="3773"/>
                </a:lnTo>
                <a:lnTo>
                  <a:pt x="3464" y="3778"/>
                </a:lnTo>
                <a:lnTo>
                  <a:pt x="3509" y="3807"/>
                </a:lnTo>
                <a:lnTo>
                  <a:pt x="3567" y="3856"/>
                </a:lnTo>
                <a:lnTo>
                  <a:pt x="3580" y="3866"/>
                </a:lnTo>
                <a:lnTo>
                  <a:pt x="3607" y="3874"/>
                </a:lnTo>
                <a:lnTo>
                  <a:pt x="3627" y="3870"/>
                </a:lnTo>
                <a:lnTo>
                  <a:pt x="3634" y="3856"/>
                </a:lnTo>
                <a:lnTo>
                  <a:pt x="3632" y="3845"/>
                </a:lnTo>
                <a:lnTo>
                  <a:pt x="3629" y="3836"/>
                </a:lnTo>
                <a:lnTo>
                  <a:pt x="3628" y="3825"/>
                </a:lnTo>
                <a:lnTo>
                  <a:pt x="3638" y="3824"/>
                </a:lnTo>
                <a:lnTo>
                  <a:pt x="3659" y="3835"/>
                </a:lnTo>
                <a:lnTo>
                  <a:pt x="3676" y="3845"/>
                </a:lnTo>
                <a:lnTo>
                  <a:pt x="3701" y="3866"/>
                </a:lnTo>
                <a:lnTo>
                  <a:pt x="3714" y="3884"/>
                </a:lnTo>
                <a:lnTo>
                  <a:pt x="3709" y="3891"/>
                </a:lnTo>
                <a:lnTo>
                  <a:pt x="3699" y="3888"/>
                </a:lnTo>
                <a:lnTo>
                  <a:pt x="3687" y="3887"/>
                </a:lnTo>
                <a:lnTo>
                  <a:pt x="3657" y="3899"/>
                </a:lnTo>
                <a:lnTo>
                  <a:pt x="3643" y="3911"/>
                </a:lnTo>
                <a:lnTo>
                  <a:pt x="3636" y="3919"/>
                </a:lnTo>
                <a:lnTo>
                  <a:pt x="3617" y="3929"/>
                </a:lnTo>
                <a:lnTo>
                  <a:pt x="3588" y="3936"/>
                </a:lnTo>
                <a:lnTo>
                  <a:pt x="3565" y="3933"/>
                </a:lnTo>
                <a:lnTo>
                  <a:pt x="3545" y="3929"/>
                </a:lnTo>
                <a:lnTo>
                  <a:pt x="3516" y="3915"/>
                </a:lnTo>
                <a:lnTo>
                  <a:pt x="3503" y="3898"/>
                </a:lnTo>
                <a:lnTo>
                  <a:pt x="3507" y="3881"/>
                </a:lnTo>
                <a:lnTo>
                  <a:pt x="3518" y="3873"/>
                </a:lnTo>
                <a:lnTo>
                  <a:pt x="3522" y="3870"/>
                </a:lnTo>
                <a:lnTo>
                  <a:pt x="3527" y="3863"/>
                </a:lnTo>
                <a:lnTo>
                  <a:pt x="3521" y="3855"/>
                </a:lnTo>
                <a:lnTo>
                  <a:pt x="3507" y="3848"/>
                </a:lnTo>
                <a:lnTo>
                  <a:pt x="3492" y="3845"/>
                </a:lnTo>
                <a:lnTo>
                  <a:pt x="3460" y="3854"/>
                </a:lnTo>
                <a:lnTo>
                  <a:pt x="3447" y="3865"/>
                </a:lnTo>
                <a:lnTo>
                  <a:pt x="3431" y="3880"/>
                </a:lnTo>
                <a:lnTo>
                  <a:pt x="3432" y="3892"/>
                </a:lnTo>
                <a:lnTo>
                  <a:pt x="3451" y="3892"/>
                </a:lnTo>
                <a:lnTo>
                  <a:pt x="3463" y="3893"/>
                </a:lnTo>
                <a:lnTo>
                  <a:pt x="3480" y="3906"/>
                </a:lnTo>
                <a:lnTo>
                  <a:pt x="3481" y="3916"/>
                </a:lnTo>
                <a:lnTo>
                  <a:pt x="3483" y="3921"/>
                </a:lnTo>
                <a:lnTo>
                  <a:pt x="3498" y="3937"/>
                </a:lnTo>
                <a:lnTo>
                  <a:pt x="3544" y="3967"/>
                </a:lnTo>
                <a:lnTo>
                  <a:pt x="3587" y="3987"/>
                </a:lnTo>
                <a:lnTo>
                  <a:pt x="3613" y="3999"/>
                </a:lnTo>
                <a:lnTo>
                  <a:pt x="3654" y="4022"/>
                </a:lnTo>
                <a:lnTo>
                  <a:pt x="3686" y="4046"/>
                </a:lnTo>
                <a:lnTo>
                  <a:pt x="3707" y="4070"/>
                </a:lnTo>
                <a:lnTo>
                  <a:pt x="3714" y="4082"/>
                </a:lnTo>
                <a:lnTo>
                  <a:pt x="3724" y="4099"/>
                </a:lnTo>
                <a:lnTo>
                  <a:pt x="3740" y="4116"/>
                </a:lnTo>
                <a:lnTo>
                  <a:pt x="3750" y="4120"/>
                </a:lnTo>
                <a:lnTo>
                  <a:pt x="3753" y="4118"/>
                </a:lnTo>
                <a:lnTo>
                  <a:pt x="3763" y="4115"/>
                </a:lnTo>
                <a:lnTo>
                  <a:pt x="3785" y="4118"/>
                </a:lnTo>
                <a:lnTo>
                  <a:pt x="3795" y="4125"/>
                </a:lnTo>
                <a:lnTo>
                  <a:pt x="3801" y="4130"/>
                </a:lnTo>
                <a:lnTo>
                  <a:pt x="3810" y="4133"/>
                </a:lnTo>
                <a:lnTo>
                  <a:pt x="3817" y="4124"/>
                </a:lnTo>
                <a:lnTo>
                  <a:pt x="3818" y="4107"/>
                </a:lnTo>
                <a:lnTo>
                  <a:pt x="3818" y="4098"/>
                </a:lnTo>
                <a:lnTo>
                  <a:pt x="3815" y="4086"/>
                </a:lnTo>
                <a:lnTo>
                  <a:pt x="3807" y="4081"/>
                </a:lnTo>
                <a:lnTo>
                  <a:pt x="3794" y="4082"/>
                </a:lnTo>
                <a:lnTo>
                  <a:pt x="3786" y="4084"/>
                </a:lnTo>
                <a:lnTo>
                  <a:pt x="3777" y="4086"/>
                </a:lnTo>
                <a:lnTo>
                  <a:pt x="3761" y="4083"/>
                </a:lnTo>
                <a:lnTo>
                  <a:pt x="3748" y="4070"/>
                </a:lnTo>
                <a:lnTo>
                  <a:pt x="3733" y="4046"/>
                </a:lnTo>
                <a:lnTo>
                  <a:pt x="3726" y="4030"/>
                </a:lnTo>
                <a:lnTo>
                  <a:pt x="3716" y="4007"/>
                </a:lnTo>
                <a:lnTo>
                  <a:pt x="3694" y="3975"/>
                </a:lnTo>
                <a:lnTo>
                  <a:pt x="3680" y="3965"/>
                </a:lnTo>
                <a:lnTo>
                  <a:pt x="3671" y="3963"/>
                </a:lnTo>
                <a:lnTo>
                  <a:pt x="3664" y="3971"/>
                </a:lnTo>
                <a:lnTo>
                  <a:pt x="3663" y="3986"/>
                </a:lnTo>
                <a:lnTo>
                  <a:pt x="3662" y="3996"/>
                </a:lnTo>
                <a:lnTo>
                  <a:pt x="3653" y="3997"/>
                </a:lnTo>
                <a:lnTo>
                  <a:pt x="3643" y="3987"/>
                </a:lnTo>
                <a:lnTo>
                  <a:pt x="3636" y="3979"/>
                </a:lnTo>
                <a:lnTo>
                  <a:pt x="3631" y="3958"/>
                </a:lnTo>
                <a:lnTo>
                  <a:pt x="3640" y="3941"/>
                </a:lnTo>
                <a:lnTo>
                  <a:pt x="3657" y="3929"/>
                </a:lnTo>
                <a:lnTo>
                  <a:pt x="3670" y="3928"/>
                </a:lnTo>
                <a:lnTo>
                  <a:pt x="3681" y="3930"/>
                </a:lnTo>
                <a:lnTo>
                  <a:pt x="3706" y="3945"/>
                </a:lnTo>
                <a:lnTo>
                  <a:pt x="3717" y="3955"/>
                </a:lnTo>
                <a:lnTo>
                  <a:pt x="3727" y="3965"/>
                </a:lnTo>
                <a:lnTo>
                  <a:pt x="3749" y="3974"/>
                </a:lnTo>
                <a:lnTo>
                  <a:pt x="3757" y="3971"/>
                </a:lnTo>
                <a:lnTo>
                  <a:pt x="3763" y="3966"/>
                </a:lnTo>
                <a:lnTo>
                  <a:pt x="3760" y="3946"/>
                </a:lnTo>
                <a:lnTo>
                  <a:pt x="3750" y="3933"/>
                </a:lnTo>
                <a:lnTo>
                  <a:pt x="3741" y="3920"/>
                </a:lnTo>
                <a:lnTo>
                  <a:pt x="3729" y="3881"/>
                </a:lnTo>
                <a:lnTo>
                  <a:pt x="3726" y="3861"/>
                </a:lnTo>
                <a:lnTo>
                  <a:pt x="3726" y="3847"/>
                </a:lnTo>
                <a:lnTo>
                  <a:pt x="3719" y="3827"/>
                </a:lnTo>
                <a:lnTo>
                  <a:pt x="3704" y="3810"/>
                </a:lnTo>
                <a:lnTo>
                  <a:pt x="3678" y="3797"/>
                </a:lnTo>
                <a:lnTo>
                  <a:pt x="3659" y="3791"/>
                </a:lnTo>
                <a:lnTo>
                  <a:pt x="3622" y="3778"/>
                </a:lnTo>
                <a:lnTo>
                  <a:pt x="3602" y="3778"/>
                </a:lnTo>
                <a:lnTo>
                  <a:pt x="3600" y="3786"/>
                </a:lnTo>
                <a:lnTo>
                  <a:pt x="3603" y="3794"/>
                </a:lnTo>
                <a:lnTo>
                  <a:pt x="3605" y="3805"/>
                </a:lnTo>
                <a:lnTo>
                  <a:pt x="3599" y="3818"/>
                </a:lnTo>
                <a:lnTo>
                  <a:pt x="3590" y="3819"/>
                </a:lnTo>
                <a:lnTo>
                  <a:pt x="3576" y="3818"/>
                </a:lnTo>
                <a:lnTo>
                  <a:pt x="3544" y="3807"/>
                </a:lnTo>
                <a:lnTo>
                  <a:pt x="3518" y="3787"/>
                </a:lnTo>
                <a:lnTo>
                  <a:pt x="3502" y="3766"/>
                </a:lnTo>
                <a:lnTo>
                  <a:pt x="3500" y="3754"/>
                </a:lnTo>
                <a:lnTo>
                  <a:pt x="3501" y="3740"/>
                </a:lnTo>
                <a:lnTo>
                  <a:pt x="3517" y="3721"/>
                </a:lnTo>
                <a:lnTo>
                  <a:pt x="3544" y="3716"/>
                </a:lnTo>
                <a:lnTo>
                  <a:pt x="3579" y="3725"/>
                </a:lnTo>
                <a:lnTo>
                  <a:pt x="3597" y="3736"/>
                </a:lnTo>
                <a:lnTo>
                  <a:pt x="3619" y="3747"/>
                </a:lnTo>
                <a:lnTo>
                  <a:pt x="3674" y="3768"/>
                </a:lnTo>
                <a:lnTo>
                  <a:pt x="3699" y="3774"/>
                </a:lnTo>
                <a:lnTo>
                  <a:pt x="3730" y="3779"/>
                </a:lnTo>
                <a:lnTo>
                  <a:pt x="3749" y="3774"/>
                </a:lnTo>
                <a:lnTo>
                  <a:pt x="3749" y="3762"/>
                </a:lnTo>
                <a:lnTo>
                  <a:pt x="3746" y="3754"/>
                </a:lnTo>
                <a:lnTo>
                  <a:pt x="3740" y="3737"/>
                </a:lnTo>
                <a:lnTo>
                  <a:pt x="3748" y="3735"/>
                </a:lnTo>
                <a:lnTo>
                  <a:pt x="3764" y="3748"/>
                </a:lnTo>
                <a:lnTo>
                  <a:pt x="3777" y="3760"/>
                </a:lnTo>
                <a:lnTo>
                  <a:pt x="3781" y="3772"/>
                </a:lnTo>
                <a:lnTo>
                  <a:pt x="3778" y="3778"/>
                </a:lnTo>
                <a:lnTo>
                  <a:pt x="3774" y="3780"/>
                </a:lnTo>
                <a:lnTo>
                  <a:pt x="3768" y="3782"/>
                </a:lnTo>
                <a:lnTo>
                  <a:pt x="3762" y="3787"/>
                </a:lnTo>
                <a:lnTo>
                  <a:pt x="3763" y="3799"/>
                </a:lnTo>
                <a:lnTo>
                  <a:pt x="3771" y="3810"/>
                </a:lnTo>
                <a:lnTo>
                  <a:pt x="3779" y="3821"/>
                </a:lnTo>
                <a:lnTo>
                  <a:pt x="3780" y="3838"/>
                </a:lnTo>
                <a:lnTo>
                  <a:pt x="3774" y="3845"/>
                </a:lnTo>
                <a:lnTo>
                  <a:pt x="3766" y="3851"/>
                </a:lnTo>
                <a:lnTo>
                  <a:pt x="3763" y="3878"/>
                </a:lnTo>
                <a:lnTo>
                  <a:pt x="3771" y="3906"/>
                </a:lnTo>
                <a:lnTo>
                  <a:pt x="3788" y="3925"/>
                </a:lnTo>
                <a:lnTo>
                  <a:pt x="3799" y="3928"/>
                </a:lnTo>
                <a:lnTo>
                  <a:pt x="3808" y="3925"/>
                </a:lnTo>
                <a:lnTo>
                  <a:pt x="3826" y="3906"/>
                </a:lnTo>
                <a:lnTo>
                  <a:pt x="3831" y="3892"/>
                </a:lnTo>
                <a:lnTo>
                  <a:pt x="3833" y="3876"/>
                </a:lnTo>
                <a:lnTo>
                  <a:pt x="3829" y="3861"/>
                </a:lnTo>
                <a:lnTo>
                  <a:pt x="3822" y="3856"/>
                </a:lnTo>
                <a:lnTo>
                  <a:pt x="3817" y="3856"/>
                </a:lnTo>
                <a:lnTo>
                  <a:pt x="3812" y="3855"/>
                </a:lnTo>
                <a:lnTo>
                  <a:pt x="3804" y="3850"/>
                </a:lnTo>
                <a:lnTo>
                  <a:pt x="3800" y="3836"/>
                </a:lnTo>
                <a:lnTo>
                  <a:pt x="3802" y="3821"/>
                </a:lnTo>
                <a:lnTo>
                  <a:pt x="3805" y="3811"/>
                </a:lnTo>
                <a:lnTo>
                  <a:pt x="3814" y="3799"/>
                </a:lnTo>
                <a:lnTo>
                  <a:pt x="3828" y="3795"/>
                </a:lnTo>
                <a:lnTo>
                  <a:pt x="3853" y="3797"/>
                </a:lnTo>
                <a:lnTo>
                  <a:pt x="3872" y="3802"/>
                </a:lnTo>
                <a:lnTo>
                  <a:pt x="3901" y="3808"/>
                </a:lnTo>
                <a:lnTo>
                  <a:pt x="3942" y="3822"/>
                </a:lnTo>
                <a:lnTo>
                  <a:pt x="3962" y="3836"/>
                </a:lnTo>
                <a:lnTo>
                  <a:pt x="3960" y="3851"/>
                </a:lnTo>
                <a:lnTo>
                  <a:pt x="3951" y="3859"/>
                </a:lnTo>
                <a:lnTo>
                  <a:pt x="3946" y="3863"/>
                </a:lnTo>
                <a:lnTo>
                  <a:pt x="3941" y="3869"/>
                </a:lnTo>
                <a:lnTo>
                  <a:pt x="3953" y="3870"/>
                </a:lnTo>
                <a:lnTo>
                  <a:pt x="3976" y="3865"/>
                </a:lnTo>
                <a:lnTo>
                  <a:pt x="3998" y="3861"/>
                </a:lnTo>
                <a:lnTo>
                  <a:pt x="4015" y="3862"/>
                </a:lnTo>
                <a:lnTo>
                  <a:pt x="4020" y="3867"/>
                </a:lnTo>
                <a:lnTo>
                  <a:pt x="4018" y="3870"/>
                </a:lnTo>
                <a:lnTo>
                  <a:pt x="4016" y="3874"/>
                </a:lnTo>
                <a:lnTo>
                  <a:pt x="4020" y="3882"/>
                </a:lnTo>
                <a:lnTo>
                  <a:pt x="4035" y="3892"/>
                </a:lnTo>
                <a:lnTo>
                  <a:pt x="4070" y="3898"/>
                </a:lnTo>
                <a:lnTo>
                  <a:pt x="4107" y="3896"/>
                </a:lnTo>
                <a:lnTo>
                  <a:pt x="4120" y="3890"/>
                </a:lnTo>
                <a:lnTo>
                  <a:pt x="4130" y="3882"/>
                </a:lnTo>
                <a:lnTo>
                  <a:pt x="4128" y="3871"/>
                </a:lnTo>
                <a:lnTo>
                  <a:pt x="4116" y="3867"/>
                </a:lnTo>
                <a:lnTo>
                  <a:pt x="4090" y="3858"/>
                </a:lnTo>
                <a:lnTo>
                  <a:pt x="4062" y="3847"/>
                </a:lnTo>
                <a:lnTo>
                  <a:pt x="4074" y="3841"/>
                </a:lnTo>
                <a:lnTo>
                  <a:pt x="4128" y="3841"/>
                </a:lnTo>
                <a:lnTo>
                  <a:pt x="4167" y="3842"/>
                </a:lnTo>
                <a:lnTo>
                  <a:pt x="4217" y="3837"/>
                </a:lnTo>
                <a:lnTo>
                  <a:pt x="4235" y="3830"/>
                </a:lnTo>
                <a:lnTo>
                  <a:pt x="4237" y="3821"/>
                </a:lnTo>
                <a:lnTo>
                  <a:pt x="4231" y="3805"/>
                </a:lnTo>
                <a:lnTo>
                  <a:pt x="4215" y="3791"/>
                </a:lnTo>
                <a:lnTo>
                  <a:pt x="4206" y="3780"/>
                </a:lnTo>
                <a:lnTo>
                  <a:pt x="4196" y="3766"/>
                </a:lnTo>
                <a:lnTo>
                  <a:pt x="4199" y="3752"/>
                </a:lnTo>
                <a:lnTo>
                  <a:pt x="4214" y="3733"/>
                </a:lnTo>
                <a:lnTo>
                  <a:pt x="4228" y="3720"/>
                </a:lnTo>
                <a:lnTo>
                  <a:pt x="4247" y="3706"/>
                </a:lnTo>
                <a:lnTo>
                  <a:pt x="4300" y="3685"/>
                </a:lnTo>
                <a:lnTo>
                  <a:pt x="4352" y="3675"/>
                </a:lnTo>
                <a:lnTo>
                  <a:pt x="4377" y="3680"/>
                </a:lnTo>
                <a:lnTo>
                  <a:pt x="4382" y="3688"/>
                </a:lnTo>
                <a:lnTo>
                  <a:pt x="4378" y="3694"/>
                </a:lnTo>
                <a:lnTo>
                  <a:pt x="4376" y="3697"/>
                </a:lnTo>
                <a:lnTo>
                  <a:pt x="4378" y="3704"/>
                </a:lnTo>
                <a:lnTo>
                  <a:pt x="4390" y="3709"/>
                </a:lnTo>
                <a:lnTo>
                  <a:pt x="4406" y="3710"/>
                </a:lnTo>
                <a:lnTo>
                  <a:pt x="4422" y="3711"/>
                </a:lnTo>
                <a:lnTo>
                  <a:pt x="4434" y="3719"/>
                </a:lnTo>
                <a:lnTo>
                  <a:pt x="4434" y="3728"/>
                </a:lnTo>
                <a:lnTo>
                  <a:pt x="4432" y="3732"/>
                </a:lnTo>
                <a:lnTo>
                  <a:pt x="4427" y="3741"/>
                </a:lnTo>
                <a:lnTo>
                  <a:pt x="4431" y="3744"/>
                </a:lnTo>
                <a:lnTo>
                  <a:pt x="4438" y="3740"/>
                </a:lnTo>
                <a:lnTo>
                  <a:pt x="4448" y="3731"/>
                </a:lnTo>
                <a:lnTo>
                  <a:pt x="4476" y="3691"/>
                </a:lnTo>
                <a:lnTo>
                  <a:pt x="4489" y="3666"/>
                </a:lnTo>
                <a:lnTo>
                  <a:pt x="4497" y="3648"/>
                </a:lnTo>
                <a:lnTo>
                  <a:pt x="4513" y="3624"/>
                </a:lnTo>
                <a:lnTo>
                  <a:pt x="4531" y="3609"/>
                </a:lnTo>
                <a:lnTo>
                  <a:pt x="4550" y="3603"/>
                </a:lnTo>
                <a:lnTo>
                  <a:pt x="4562" y="3602"/>
                </a:lnTo>
                <a:lnTo>
                  <a:pt x="4579" y="3603"/>
                </a:lnTo>
                <a:lnTo>
                  <a:pt x="4598" y="3610"/>
                </a:lnTo>
                <a:lnTo>
                  <a:pt x="4605" y="3618"/>
                </a:lnTo>
                <a:lnTo>
                  <a:pt x="4606" y="3622"/>
                </a:lnTo>
                <a:lnTo>
                  <a:pt x="4605" y="3625"/>
                </a:lnTo>
                <a:lnTo>
                  <a:pt x="4599" y="3631"/>
                </a:lnTo>
                <a:lnTo>
                  <a:pt x="4583" y="3633"/>
                </a:lnTo>
                <a:lnTo>
                  <a:pt x="4568" y="3629"/>
                </a:lnTo>
                <a:lnTo>
                  <a:pt x="4549" y="3623"/>
                </a:lnTo>
                <a:lnTo>
                  <a:pt x="4538" y="3625"/>
                </a:lnTo>
                <a:lnTo>
                  <a:pt x="4538" y="3631"/>
                </a:lnTo>
                <a:lnTo>
                  <a:pt x="4541" y="3636"/>
                </a:lnTo>
                <a:lnTo>
                  <a:pt x="4548" y="3646"/>
                </a:lnTo>
                <a:lnTo>
                  <a:pt x="4573" y="3656"/>
                </a:lnTo>
                <a:lnTo>
                  <a:pt x="4603" y="3654"/>
                </a:lnTo>
                <a:lnTo>
                  <a:pt x="4631" y="3641"/>
                </a:lnTo>
                <a:lnTo>
                  <a:pt x="4642" y="3629"/>
                </a:lnTo>
                <a:lnTo>
                  <a:pt x="4653" y="3619"/>
                </a:lnTo>
                <a:lnTo>
                  <a:pt x="4681" y="3603"/>
                </a:lnTo>
                <a:lnTo>
                  <a:pt x="4694" y="3600"/>
                </a:lnTo>
                <a:lnTo>
                  <a:pt x="4706" y="3599"/>
                </a:lnTo>
                <a:lnTo>
                  <a:pt x="4709" y="3594"/>
                </a:lnTo>
                <a:lnTo>
                  <a:pt x="4702" y="3590"/>
                </a:lnTo>
                <a:lnTo>
                  <a:pt x="4690" y="3584"/>
                </a:lnTo>
                <a:lnTo>
                  <a:pt x="4679" y="3572"/>
                </a:lnTo>
                <a:lnTo>
                  <a:pt x="4681" y="3560"/>
                </a:lnTo>
                <a:lnTo>
                  <a:pt x="4697" y="3555"/>
                </a:lnTo>
                <a:lnTo>
                  <a:pt x="4710" y="3555"/>
                </a:lnTo>
                <a:lnTo>
                  <a:pt x="4722" y="3554"/>
                </a:lnTo>
                <a:lnTo>
                  <a:pt x="4734" y="3546"/>
                </a:lnTo>
                <a:lnTo>
                  <a:pt x="4736" y="3537"/>
                </a:lnTo>
                <a:lnTo>
                  <a:pt x="4736" y="3533"/>
                </a:lnTo>
                <a:lnTo>
                  <a:pt x="4735" y="3523"/>
                </a:lnTo>
                <a:lnTo>
                  <a:pt x="4746" y="3513"/>
                </a:lnTo>
                <a:lnTo>
                  <a:pt x="4767" y="3512"/>
                </a:lnTo>
                <a:lnTo>
                  <a:pt x="4790" y="3523"/>
                </a:lnTo>
                <a:lnTo>
                  <a:pt x="4802" y="3533"/>
                </a:lnTo>
                <a:lnTo>
                  <a:pt x="4812" y="3543"/>
                </a:lnTo>
                <a:lnTo>
                  <a:pt x="4822" y="3544"/>
                </a:lnTo>
                <a:lnTo>
                  <a:pt x="4823" y="3535"/>
                </a:lnTo>
                <a:lnTo>
                  <a:pt x="4822" y="3525"/>
                </a:lnTo>
                <a:lnTo>
                  <a:pt x="4812" y="3507"/>
                </a:lnTo>
                <a:lnTo>
                  <a:pt x="4805" y="3503"/>
                </a:lnTo>
                <a:lnTo>
                  <a:pt x="4794" y="3494"/>
                </a:lnTo>
                <a:lnTo>
                  <a:pt x="4785" y="3481"/>
                </a:lnTo>
                <a:lnTo>
                  <a:pt x="4794" y="3471"/>
                </a:lnTo>
                <a:lnTo>
                  <a:pt x="4816" y="3469"/>
                </a:lnTo>
                <a:lnTo>
                  <a:pt x="4832" y="3471"/>
                </a:lnTo>
                <a:lnTo>
                  <a:pt x="4851" y="3475"/>
                </a:lnTo>
                <a:lnTo>
                  <a:pt x="4874" y="3487"/>
                </a:lnTo>
                <a:lnTo>
                  <a:pt x="4878" y="3493"/>
                </a:lnTo>
                <a:lnTo>
                  <a:pt x="4880" y="3499"/>
                </a:lnTo>
                <a:lnTo>
                  <a:pt x="4904" y="3511"/>
                </a:lnTo>
                <a:lnTo>
                  <a:pt x="4922" y="3515"/>
                </a:lnTo>
                <a:lnTo>
                  <a:pt x="4941" y="3518"/>
                </a:lnTo>
                <a:lnTo>
                  <a:pt x="4966" y="3515"/>
                </a:lnTo>
                <a:lnTo>
                  <a:pt x="4968" y="3509"/>
                </a:lnTo>
                <a:lnTo>
                  <a:pt x="4967" y="3503"/>
                </a:lnTo>
                <a:lnTo>
                  <a:pt x="4957" y="3494"/>
                </a:lnTo>
                <a:lnTo>
                  <a:pt x="4950" y="3493"/>
                </a:lnTo>
                <a:lnTo>
                  <a:pt x="4943" y="3492"/>
                </a:lnTo>
                <a:lnTo>
                  <a:pt x="4933" y="3477"/>
                </a:lnTo>
                <a:lnTo>
                  <a:pt x="4932" y="3466"/>
                </a:lnTo>
                <a:lnTo>
                  <a:pt x="4930" y="3456"/>
                </a:lnTo>
                <a:lnTo>
                  <a:pt x="4917" y="3447"/>
                </a:lnTo>
                <a:lnTo>
                  <a:pt x="4906" y="3449"/>
                </a:lnTo>
                <a:lnTo>
                  <a:pt x="4895" y="3453"/>
                </a:lnTo>
                <a:lnTo>
                  <a:pt x="4874" y="3448"/>
                </a:lnTo>
                <a:lnTo>
                  <a:pt x="4868" y="3441"/>
                </a:lnTo>
                <a:lnTo>
                  <a:pt x="4866" y="3436"/>
                </a:lnTo>
                <a:lnTo>
                  <a:pt x="4867" y="3429"/>
                </a:lnTo>
                <a:lnTo>
                  <a:pt x="4876" y="3422"/>
                </a:lnTo>
                <a:lnTo>
                  <a:pt x="4901" y="3422"/>
                </a:lnTo>
                <a:lnTo>
                  <a:pt x="4934" y="3431"/>
                </a:lnTo>
                <a:lnTo>
                  <a:pt x="4952" y="3438"/>
                </a:lnTo>
                <a:lnTo>
                  <a:pt x="4967" y="3447"/>
                </a:lnTo>
                <a:lnTo>
                  <a:pt x="4981" y="3448"/>
                </a:lnTo>
                <a:lnTo>
                  <a:pt x="4985" y="3444"/>
                </a:lnTo>
                <a:lnTo>
                  <a:pt x="4987" y="3441"/>
                </a:lnTo>
                <a:lnTo>
                  <a:pt x="4989" y="3434"/>
                </a:lnTo>
                <a:lnTo>
                  <a:pt x="5009" y="3429"/>
                </a:lnTo>
                <a:lnTo>
                  <a:pt x="5042" y="3430"/>
                </a:lnTo>
                <a:lnTo>
                  <a:pt x="5076" y="3437"/>
                </a:lnTo>
                <a:lnTo>
                  <a:pt x="5090" y="3444"/>
                </a:lnTo>
                <a:lnTo>
                  <a:pt x="5097" y="3448"/>
                </a:lnTo>
                <a:lnTo>
                  <a:pt x="5114" y="3448"/>
                </a:lnTo>
                <a:lnTo>
                  <a:pt x="5120" y="3444"/>
                </a:lnTo>
                <a:lnTo>
                  <a:pt x="5122" y="3440"/>
                </a:lnTo>
                <a:lnTo>
                  <a:pt x="5112" y="3422"/>
                </a:lnTo>
                <a:lnTo>
                  <a:pt x="5090" y="3404"/>
                </a:lnTo>
                <a:lnTo>
                  <a:pt x="5064" y="3390"/>
                </a:lnTo>
                <a:lnTo>
                  <a:pt x="5053" y="3388"/>
                </a:lnTo>
                <a:lnTo>
                  <a:pt x="5046" y="3386"/>
                </a:lnTo>
                <a:lnTo>
                  <a:pt x="5025" y="3371"/>
                </a:lnTo>
                <a:lnTo>
                  <a:pt x="5003" y="3349"/>
                </a:lnTo>
                <a:lnTo>
                  <a:pt x="4988" y="3330"/>
                </a:lnTo>
                <a:lnTo>
                  <a:pt x="4987" y="3323"/>
                </a:lnTo>
                <a:lnTo>
                  <a:pt x="4991" y="3320"/>
                </a:lnTo>
                <a:lnTo>
                  <a:pt x="5034" y="3318"/>
                </a:lnTo>
                <a:lnTo>
                  <a:pt x="5066" y="3319"/>
                </a:lnTo>
                <a:lnTo>
                  <a:pt x="5087" y="3321"/>
                </a:lnTo>
                <a:lnTo>
                  <a:pt x="5119" y="3320"/>
                </a:lnTo>
                <a:lnTo>
                  <a:pt x="5144" y="3314"/>
                </a:lnTo>
                <a:lnTo>
                  <a:pt x="5161" y="3303"/>
                </a:lnTo>
                <a:lnTo>
                  <a:pt x="5167" y="3294"/>
                </a:lnTo>
                <a:lnTo>
                  <a:pt x="5173" y="3287"/>
                </a:lnTo>
                <a:lnTo>
                  <a:pt x="5188" y="3277"/>
                </a:lnTo>
                <a:lnTo>
                  <a:pt x="5217" y="3269"/>
                </a:lnTo>
                <a:lnTo>
                  <a:pt x="5267" y="3273"/>
                </a:lnTo>
                <a:lnTo>
                  <a:pt x="5320" y="3292"/>
                </a:lnTo>
                <a:lnTo>
                  <a:pt x="5347" y="3307"/>
                </a:lnTo>
                <a:lnTo>
                  <a:pt x="5369" y="3320"/>
                </a:lnTo>
                <a:lnTo>
                  <a:pt x="5390" y="3324"/>
                </a:lnTo>
                <a:lnTo>
                  <a:pt x="5399" y="3317"/>
                </a:lnTo>
                <a:lnTo>
                  <a:pt x="5403" y="3310"/>
                </a:lnTo>
                <a:lnTo>
                  <a:pt x="5407" y="3304"/>
                </a:lnTo>
                <a:lnTo>
                  <a:pt x="5416" y="3297"/>
                </a:lnTo>
                <a:lnTo>
                  <a:pt x="5431" y="3298"/>
                </a:lnTo>
                <a:lnTo>
                  <a:pt x="5444" y="3308"/>
                </a:lnTo>
                <a:lnTo>
                  <a:pt x="5455" y="3317"/>
                </a:lnTo>
                <a:lnTo>
                  <a:pt x="5476" y="3321"/>
                </a:lnTo>
                <a:lnTo>
                  <a:pt x="5483" y="3318"/>
                </a:lnTo>
                <a:lnTo>
                  <a:pt x="5487" y="3314"/>
                </a:lnTo>
                <a:lnTo>
                  <a:pt x="5488" y="3322"/>
                </a:lnTo>
                <a:lnTo>
                  <a:pt x="5485" y="3334"/>
                </a:lnTo>
                <a:lnTo>
                  <a:pt x="5481" y="3342"/>
                </a:lnTo>
                <a:lnTo>
                  <a:pt x="5480" y="3353"/>
                </a:lnTo>
                <a:lnTo>
                  <a:pt x="5491" y="3358"/>
                </a:lnTo>
                <a:lnTo>
                  <a:pt x="5510" y="3354"/>
                </a:lnTo>
                <a:lnTo>
                  <a:pt x="5527" y="3348"/>
                </a:lnTo>
                <a:lnTo>
                  <a:pt x="5546" y="3330"/>
                </a:lnTo>
                <a:lnTo>
                  <a:pt x="5546" y="3309"/>
                </a:lnTo>
                <a:lnTo>
                  <a:pt x="5526" y="3295"/>
                </a:lnTo>
                <a:lnTo>
                  <a:pt x="5509" y="3294"/>
                </a:lnTo>
                <a:lnTo>
                  <a:pt x="5487" y="3294"/>
                </a:lnTo>
                <a:lnTo>
                  <a:pt x="5480" y="3284"/>
                </a:lnTo>
                <a:lnTo>
                  <a:pt x="5493" y="3274"/>
                </a:lnTo>
                <a:lnTo>
                  <a:pt x="5508" y="3265"/>
                </a:lnTo>
                <a:lnTo>
                  <a:pt x="5504" y="3258"/>
                </a:lnTo>
                <a:lnTo>
                  <a:pt x="5485" y="3259"/>
                </a:lnTo>
                <a:lnTo>
                  <a:pt x="5444" y="3261"/>
                </a:lnTo>
                <a:lnTo>
                  <a:pt x="5413" y="3256"/>
                </a:lnTo>
                <a:lnTo>
                  <a:pt x="5404" y="3246"/>
                </a:lnTo>
                <a:lnTo>
                  <a:pt x="5403" y="3240"/>
                </a:lnTo>
                <a:lnTo>
                  <a:pt x="5404" y="3235"/>
                </a:lnTo>
                <a:lnTo>
                  <a:pt x="5411" y="3229"/>
                </a:lnTo>
                <a:lnTo>
                  <a:pt x="5430" y="3222"/>
                </a:lnTo>
                <a:lnTo>
                  <a:pt x="5449" y="3221"/>
                </a:lnTo>
                <a:lnTo>
                  <a:pt x="5465" y="3220"/>
                </a:lnTo>
                <a:lnTo>
                  <a:pt x="5488" y="3209"/>
                </a:lnTo>
                <a:lnTo>
                  <a:pt x="5495" y="3191"/>
                </a:lnTo>
                <a:lnTo>
                  <a:pt x="5484" y="3166"/>
                </a:lnTo>
                <a:lnTo>
                  <a:pt x="5472" y="3153"/>
                </a:lnTo>
                <a:lnTo>
                  <a:pt x="5467" y="3147"/>
                </a:lnTo>
                <a:lnTo>
                  <a:pt x="5468" y="3142"/>
                </a:lnTo>
                <a:lnTo>
                  <a:pt x="5497" y="3145"/>
                </a:lnTo>
                <a:lnTo>
                  <a:pt x="5539" y="3156"/>
                </a:lnTo>
                <a:lnTo>
                  <a:pt x="5573" y="3167"/>
                </a:lnTo>
                <a:lnTo>
                  <a:pt x="5616" y="3177"/>
                </a:lnTo>
                <a:lnTo>
                  <a:pt x="5633" y="3173"/>
                </a:lnTo>
                <a:lnTo>
                  <a:pt x="5639" y="3167"/>
                </a:lnTo>
                <a:lnTo>
                  <a:pt x="5645" y="3148"/>
                </a:lnTo>
                <a:lnTo>
                  <a:pt x="5646" y="3129"/>
                </a:lnTo>
                <a:lnTo>
                  <a:pt x="5648" y="3105"/>
                </a:lnTo>
                <a:lnTo>
                  <a:pt x="5657" y="3086"/>
                </a:lnTo>
                <a:lnTo>
                  <a:pt x="5663" y="3083"/>
                </a:lnTo>
                <a:lnTo>
                  <a:pt x="5673" y="3089"/>
                </a:lnTo>
                <a:lnTo>
                  <a:pt x="5683" y="3120"/>
                </a:lnTo>
                <a:lnTo>
                  <a:pt x="5684" y="3145"/>
                </a:lnTo>
                <a:lnTo>
                  <a:pt x="5684" y="3169"/>
                </a:lnTo>
                <a:lnTo>
                  <a:pt x="5682" y="3198"/>
                </a:lnTo>
                <a:lnTo>
                  <a:pt x="5669" y="3210"/>
                </a:lnTo>
                <a:lnTo>
                  <a:pt x="5641" y="3211"/>
                </a:lnTo>
                <a:lnTo>
                  <a:pt x="5619" y="3210"/>
                </a:lnTo>
                <a:lnTo>
                  <a:pt x="5591" y="3209"/>
                </a:lnTo>
                <a:lnTo>
                  <a:pt x="5546" y="3202"/>
                </a:lnTo>
                <a:lnTo>
                  <a:pt x="5534" y="3196"/>
                </a:lnTo>
                <a:lnTo>
                  <a:pt x="5526" y="3194"/>
                </a:lnTo>
                <a:lnTo>
                  <a:pt x="5518" y="3204"/>
                </a:lnTo>
                <a:lnTo>
                  <a:pt x="5520" y="3216"/>
                </a:lnTo>
                <a:lnTo>
                  <a:pt x="5524" y="3229"/>
                </a:lnTo>
                <a:lnTo>
                  <a:pt x="5545" y="3253"/>
                </a:lnTo>
                <a:lnTo>
                  <a:pt x="5559" y="3259"/>
                </a:lnTo>
                <a:lnTo>
                  <a:pt x="5591" y="3272"/>
                </a:lnTo>
                <a:lnTo>
                  <a:pt x="5614" y="3272"/>
                </a:lnTo>
                <a:lnTo>
                  <a:pt x="5615" y="3265"/>
                </a:lnTo>
                <a:lnTo>
                  <a:pt x="5612" y="3258"/>
                </a:lnTo>
                <a:lnTo>
                  <a:pt x="5607" y="3249"/>
                </a:lnTo>
                <a:lnTo>
                  <a:pt x="5610" y="3241"/>
                </a:lnTo>
                <a:lnTo>
                  <a:pt x="5624" y="3242"/>
                </a:lnTo>
                <a:lnTo>
                  <a:pt x="5645" y="3253"/>
                </a:lnTo>
                <a:lnTo>
                  <a:pt x="5655" y="3261"/>
                </a:lnTo>
                <a:lnTo>
                  <a:pt x="5667" y="3272"/>
                </a:lnTo>
                <a:lnTo>
                  <a:pt x="5679" y="3275"/>
                </a:lnTo>
                <a:lnTo>
                  <a:pt x="5686" y="3270"/>
                </a:lnTo>
                <a:lnTo>
                  <a:pt x="5688" y="3265"/>
                </a:lnTo>
                <a:lnTo>
                  <a:pt x="5689" y="3260"/>
                </a:lnTo>
                <a:lnTo>
                  <a:pt x="5698" y="3255"/>
                </a:lnTo>
                <a:lnTo>
                  <a:pt x="5717" y="3252"/>
                </a:lnTo>
                <a:lnTo>
                  <a:pt x="5733" y="3254"/>
                </a:lnTo>
                <a:lnTo>
                  <a:pt x="5743" y="3256"/>
                </a:lnTo>
                <a:lnTo>
                  <a:pt x="5760" y="3254"/>
                </a:lnTo>
                <a:lnTo>
                  <a:pt x="5777" y="3246"/>
                </a:lnTo>
                <a:lnTo>
                  <a:pt x="5795" y="3231"/>
                </a:lnTo>
                <a:lnTo>
                  <a:pt x="5803" y="3220"/>
                </a:lnTo>
                <a:lnTo>
                  <a:pt x="5821" y="3197"/>
                </a:lnTo>
                <a:lnTo>
                  <a:pt x="5839" y="3187"/>
                </a:lnTo>
                <a:lnTo>
                  <a:pt x="5851" y="3192"/>
                </a:lnTo>
                <a:lnTo>
                  <a:pt x="5858" y="3198"/>
                </a:lnTo>
                <a:lnTo>
                  <a:pt x="5870" y="3209"/>
                </a:lnTo>
                <a:lnTo>
                  <a:pt x="5890" y="3220"/>
                </a:lnTo>
                <a:lnTo>
                  <a:pt x="5902" y="3219"/>
                </a:lnTo>
                <a:lnTo>
                  <a:pt x="5901" y="3206"/>
                </a:lnTo>
                <a:lnTo>
                  <a:pt x="5893" y="3194"/>
                </a:lnTo>
                <a:lnTo>
                  <a:pt x="5885" y="3184"/>
                </a:lnTo>
                <a:lnTo>
                  <a:pt x="5882" y="3171"/>
                </a:lnTo>
                <a:lnTo>
                  <a:pt x="5893" y="3164"/>
                </a:lnTo>
                <a:lnTo>
                  <a:pt x="5919" y="3164"/>
                </a:lnTo>
                <a:lnTo>
                  <a:pt x="5938" y="3166"/>
                </a:lnTo>
                <a:lnTo>
                  <a:pt x="5942" y="3165"/>
                </a:lnTo>
                <a:lnTo>
                  <a:pt x="5948" y="3156"/>
                </a:lnTo>
                <a:lnTo>
                  <a:pt x="5955" y="3131"/>
                </a:lnTo>
                <a:lnTo>
                  <a:pt x="5956" y="3107"/>
                </a:lnTo>
                <a:lnTo>
                  <a:pt x="5955" y="3084"/>
                </a:lnTo>
                <a:lnTo>
                  <a:pt x="5948" y="3059"/>
                </a:lnTo>
                <a:lnTo>
                  <a:pt x="5942" y="3050"/>
                </a:lnTo>
                <a:lnTo>
                  <a:pt x="5938" y="3049"/>
                </a:lnTo>
                <a:lnTo>
                  <a:pt x="5932" y="3052"/>
                </a:lnTo>
                <a:lnTo>
                  <a:pt x="5923" y="3071"/>
                </a:lnTo>
                <a:lnTo>
                  <a:pt x="5923" y="3085"/>
                </a:lnTo>
                <a:lnTo>
                  <a:pt x="5924" y="3098"/>
                </a:lnTo>
                <a:lnTo>
                  <a:pt x="5921" y="3106"/>
                </a:lnTo>
                <a:lnTo>
                  <a:pt x="5918" y="3098"/>
                </a:lnTo>
                <a:lnTo>
                  <a:pt x="5913" y="3090"/>
                </a:lnTo>
                <a:lnTo>
                  <a:pt x="5895" y="3078"/>
                </a:lnTo>
                <a:lnTo>
                  <a:pt x="5885" y="3077"/>
                </a:lnTo>
                <a:lnTo>
                  <a:pt x="5881" y="3075"/>
                </a:lnTo>
                <a:lnTo>
                  <a:pt x="5873" y="3070"/>
                </a:lnTo>
                <a:lnTo>
                  <a:pt x="5864" y="3053"/>
                </a:lnTo>
                <a:lnTo>
                  <a:pt x="5863" y="3036"/>
                </a:lnTo>
                <a:lnTo>
                  <a:pt x="5864" y="3027"/>
                </a:lnTo>
                <a:lnTo>
                  <a:pt x="5860" y="3010"/>
                </a:lnTo>
                <a:lnTo>
                  <a:pt x="5851" y="2998"/>
                </a:lnTo>
                <a:lnTo>
                  <a:pt x="5837" y="2992"/>
                </a:lnTo>
                <a:lnTo>
                  <a:pt x="5830" y="2990"/>
                </a:lnTo>
                <a:lnTo>
                  <a:pt x="5807" y="2984"/>
                </a:lnTo>
                <a:lnTo>
                  <a:pt x="5780" y="2971"/>
                </a:lnTo>
                <a:lnTo>
                  <a:pt x="5775" y="2961"/>
                </a:lnTo>
                <a:lnTo>
                  <a:pt x="5778" y="2956"/>
                </a:lnTo>
                <a:lnTo>
                  <a:pt x="5796" y="2950"/>
                </a:lnTo>
                <a:lnTo>
                  <a:pt x="5816" y="2949"/>
                </a:lnTo>
                <a:lnTo>
                  <a:pt x="5840" y="2952"/>
                </a:lnTo>
                <a:lnTo>
                  <a:pt x="5871" y="2962"/>
                </a:lnTo>
                <a:lnTo>
                  <a:pt x="5885" y="2972"/>
                </a:lnTo>
                <a:lnTo>
                  <a:pt x="5889" y="2979"/>
                </a:lnTo>
                <a:lnTo>
                  <a:pt x="5893" y="2984"/>
                </a:lnTo>
                <a:lnTo>
                  <a:pt x="5905" y="2994"/>
                </a:lnTo>
                <a:lnTo>
                  <a:pt x="5929" y="3002"/>
                </a:lnTo>
                <a:lnTo>
                  <a:pt x="5949" y="3000"/>
                </a:lnTo>
                <a:lnTo>
                  <a:pt x="5961" y="2998"/>
                </a:lnTo>
                <a:lnTo>
                  <a:pt x="5979" y="2992"/>
                </a:lnTo>
                <a:lnTo>
                  <a:pt x="5988" y="2977"/>
                </a:lnTo>
                <a:lnTo>
                  <a:pt x="5992" y="2952"/>
                </a:lnTo>
                <a:lnTo>
                  <a:pt x="5993" y="2933"/>
                </a:lnTo>
                <a:lnTo>
                  <a:pt x="5992" y="2907"/>
                </a:lnTo>
                <a:lnTo>
                  <a:pt x="5983" y="2880"/>
                </a:lnTo>
                <a:lnTo>
                  <a:pt x="5974" y="2869"/>
                </a:lnTo>
                <a:lnTo>
                  <a:pt x="5969" y="2867"/>
                </a:lnTo>
                <a:lnTo>
                  <a:pt x="5960" y="2866"/>
                </a:lnTo>
                <a:lnTo>
                  <a:pt x="5959" y="2868"/>
                </a:lnTo>
                <a:lnTo>
                  <a:pt x="5966" y="2872"/>
                </a:lnTo>
                <a:lnTo>
                  <a:pt x="5972" y="2877"/>
                </a:lnTo>
                <a:lnTo>
                  <a:pt x="5981" y="2895"/>
                </a:lnTo>
                <a:lnTo>
                  <a:pt x="5983" y="2916"/>
                </a:lnTo>
                <a:lnTo>
                  <a:pt x="5979" y="2930"/>
                </a:lnTo>
                <a:lnTo>
                  <a:pt x="5972" y="2932"/>
                </a:lnTo>
                <a:lnTo>
                  <a:pt x="5959" y="2927"/>
                </a:lnTo>
                <a:lnTo>
                  <a:pt x="5936" y="2906"/>
                </a:lnTo>
                <a:lnTo>
                  <a:pt x="5925" y="2893"/>
                </a:lnTo>
                <a:lnTo>
                  <a:pt x="5919" y="2865"/>
                </a:lnTo>
                <a:lnTo>
                  <a:pt x="5929" y="2841"/>
                </a:lnTo>
                <a:lnTo>
                  <a:pt x="5943" y="2830"/>
                </a:lnTo>
                <a:lnTo>
                  <a:pt x="5956" y="2829"/>
                </a:lnTo>
                <a:lnTo>
                  <a:pt x="5963" y="2830"/>
                </a:lnTo>
                <a:lnTo>
                  <a:pt x="5996" y="2840"/>
                </a:lnTo>
                <a:lnTo>
                  <a:pt x="6036" y="2851"/>
                </a:lnTo>
                <a:lnTo>
                  <a:pt x="6059" y="2856"/>
                </a:lnTo>
                <a:lnTo>
                  <a:pt x="6072" y="2853"/>
                </a:lnTo>
                <a:lnTo>
                  <a:pt x="6071" y="2842"/>
                </a:lnTo>
                <a:lnTo>
                  <a:pt x="6069" y="2834"/>
                </a:lnTo>
                <a:lnTo>
                  <a:pt x="6066" y="2826"/>
                </a:lnTo>
                <a:lnTo>
                  <a:pt x="6066" y="2815"/>
                </a:lnTo>
                <a:lnTo>
                  <a:pt x="6078" y="2806"/>
                </a:lnTo>
                <a:lnTo>
                  <a:pt x="6097" y="2807"/>
                </a:lnTo>
                <a:lnTo>
                  <a:pt x="6144" y="2809"/>
                </a:lnTo>
                <a:lnTo>
                  <a:pt x="6186" y="2804"/>
                </a:lnTo>
                <a:lnTo>
                  <a:pt x="6199" y="2794"/>
                </a:lnTo>
                <a:lnTo>
                  <a:pt x="6200" y="2786"/>
                </a:lnTo>
                <a:lnTo>
                  <a:pt x="6198" y="2779"/>
                </a:lnTo>
                <a:lnTo>
                  <a:pt x="6179" y="2769"/>
                </a:lnTo>
                <a:lnTo>
                  <a:pt x="6165" y="2769"/>
                </a:lnTo>
                <a:lnTo>
                  <a:pt x="6150" y="2767"/>
                </a:lnTo>
                <a:lnTo>
                  <a:pt x="6134" y="2757"/>
                </a:lnTo>
                <a:lnTo>
                  <a:pt x="6129" y="2747"/>
                </a:lnTo>
                <a:lnTo>
                  <a:pt x="6129" y="2742"/>
                </a:lnTo>
                <a:lnTo>
                  <a:pt x="6129" y="2729"/>
                </a:lnTo>
                <a:lnTo>
                  <a:pt x="6137" y="2716"/>
                </a:lnTo>
                <a:lnTo>
                  <a:pt x="6153" y="2718"/>
                </a:lnTo>
                <a:lnTo>
                  <a:pt x="6175" y="2733"/>
                </a:lnTo>
                <a:lnTo>
                  <a:pt x="6188" y="2747"/>
                </a:lnTo>
                <a:lnTo>
                  <a:pt x="6204" y="2765"/>
                </a:lnTo>
                <a:lnTo>
                  <a:pt x="6215" y="2787"/>
                </a:lnTo>
                <a:lnTo>
                  <a:pt x="6217" y="2801"/>
                </a:lnTo>
                <a:lnTo>
                  <a:pt x="6210" y="2819"/>
                </a:lnTo>
                <a:lnTo>
                  <a:pt x="6180" y="2841"/>
                </a:lnTo>
                <a:lnTo>
                  <a:pt x="6156" y="2852"/>
                </a:lnTo>
                <a:lnTo>
                  <a:pt x="6134" y="2861"/>
                </a:lnTo>
                <a:lnTo>
                  <a:pt x="6101" y="2881"/>
                </a:lnTo>
                <a:lnTo>
                  <a:pt x="6091" y="2891"/>
                </a:lnTo>
                <a:lnTo>
                  <a:pt x="6090" y="2895"/>
                </a:lnTo>
                <a:lnTo>
                  <a:pt x="6100" y="2895"/>
                </a:lnTo>
                <a:lnTo>
                  <a:pt x="6119" y="2889"/>
                </a:lnTo>
                <a:lnTo>
                  <a:pt x="6132" y="2884"/>
                </a:lnTo>
                <a:lnTo>
                  <a:pt x="6144" y="2887"/>
                </a:lnTo>
                <a:lnTo>
                  <a:pt x="6143" y="2905"/>
                </a:lnTo>
                <a:lnTo>
                  <a:pt x="6125" y="2939"/>
                </a:lnTo>
                <a:lnTo>
                  <a:pt x="6110" y="2962"/>
                </a:lnTo>
                <a:lnTo>
                  <a:pt x="6088" y="2998"/>
                </a:lnTo>
                <a:lnTo>
                  <a:pt x="6085" y="3019"/>
                </a:lnTo>
                <a:lnTo>
                  <a:pt x="6097" y="3022"/>
                </a:lnTo>
                <a:lnTo>
                  <a:pt x="6108" y="3022"/>
                </a:lnTo>
                <a:lnTo>
                  <a:pt x="6116" y="3023"/>
                </a:lnTo>
                <a:lnTo>
                  <a:pt x="6131" y="3030"/>
                </a:lnTo>
                <a:lnTo>
                  <a:pt x="6154" y="3052"/>
                </a:lnTo>
                <a:lnTo>
                  <a:pt x="6165" y="3071"/>
                </a:lnTo>
                <a:lnTo>
                  <a:pt x="6177" y="3096"/>
                </a:lnTo>
                <a:lnTo>
                  <a:pt x="6188" y="3106"/>
                </a:lnTo>
                <a:lnTo>
                  <a:pt x="6193" y="3099"/>
                </a:lnTo>
                <a:lnTo>
                  <a:pt x="6195" y="3091"/>
                </a:lnTo>
                <a:lnTo>
                  <a:pt x="6200" y="3078"/>
                </a:lnTo>
                <a:lnTo>
                  <a:pt x="6214" y="3069"/>
                </a:lnTo>
                <a:lnTo>
                  <a:pt x="6225" y="3069"/>
                </a:lnTo>
                <a:lnTo>
                  <a:pt x="6232" y="3071"/>
                </a:lnTo>
                <a:lnTo>
                  <a:pt x="6240" y="3074"/>
                </a:lnTo>
                <a:lnTo>
                  <a:pt x="6249" y="3074"/>
                </a:lnTo>
                <a:lnTo>
                  <a:pt x="6253" y="3061"/>
                </a:lnTo>
                <a:lnTo>
                  <a:pt x="6246" y="3039"/>
                </a:lnTo>
                <a:lnTo>
                  <a:pt x="6239" y="3017"/>
                </a:lnTo>
                <a:lnTo>
                  <a:pt x="6228" y="2992"/>
                </a:lnTo>
                <a:lnTo>
                  <a:pt x="6216" y="2986"/>
                </a:lnTo>
                <a:lnTo>
                  <a:pt x="6200" y="2998"/>
                </a:lnTo>
                <a:lnTo>
                  <a:pt x="6190" y="3011"/>
                </a:lnTo>
                <a:lnTo>
                  <a:pt x="6175" y="3032"/>
                </a:lnTo>
                <a:lnTo>
                  <a:pt x="6163" y="3035"/>
                </a:lnTo>
                <a:lnTo>
                  <a:pt x="6157" y="3023"/>
                </a:lnTo>
                <a:lnTo>
                  <a:pt x="6154" y="3014"/>
                </a:lnTo>
                <a:lnTo>
                  <a:pt x="6150" y="3005"/>
                </a:lnTo>
                <a:lnTo>
                  <a:pt x="6150" y="2991"/>
                </a:lnTo>
                <a:lnTo>
                  <a:pt x="6156" y="2979"/>
                </a:lnTo>
                <a:lnTo>
                  <a:pt x="6167" y="2967"/>
                </a:lnTo>
                <a:lnTo>
                  <a:pt x="6175" y="2962"/>
                </a:lnTo>
                <a:lnTo>
                  <a:pt x="6210" y="2939"/>
                </a:lnTo>
                <a:lnTo>
                  <a:pt x="6248" y="2906"/>
                </a:lnTo>
                <a:lnTo>
                  <a:pt x="6265" y="2891"/>
                </a:lnTo>
                <a:lnTo>
                  <a:pt x="6304" y="2868"/>
                </a:lnTo>
                <a:lnTo>
                  <a:pt x="6320" y="2865"/>
                </a:lnTo>
                <a:lnTo>
                  <a:pt x="6341" y="2864"/>
                </a:lnTo>
                <a:lnTo>
                  <a:pt x="6342" y="2871"/>
                </a:lnTo>
                <a:lnTo>
                  <a:pt x="6324" y="2884"/>
                </a:lnTo>
                <a:lnTo>
                  <a:pt x="6313" y="2894"/>
                </a:lnTo>
                <a:lnTo>
                  <a:pt x="6303" y="2910"/>
                </a:lnTo>
                <a:lnTo>
                  <a:pt x="6308" y="2923"/>
                </a:lnTo>
                <a:lnTo>
                  <a:pt x="6330" y="2931"/>
                </a:lnTo>
                <a:lnTo>
                  <a:pt x="6346" y="2932"/>
                </a:lnTo>
                <a:lnTo>
                  <a:pt x="6354" y="2932"/>
                </a:lnTo>
                <a:lnTo>
                  <a:pt x="6366" y="2939"/>
                </a:lnTo>
                <a:lnTo>
                  <a:pt x="6376" y="2960"/>
                </a:lnTo>
                <a:lnTo>
                  <a:pt x="6377" y="2986"/>
                </a:lnTo>
                <a:lnTo>
                  <a:pt x="6376" y="3007"/>
                </a:lnTo>
                <a:lnTo>
                  <a:pt x="6368" y="3037"/>
                </a:lnTo>
                <a:lnTo>
                  <a:pt x="6364" y="3041"/>
                </a:lnTo>
                <a:lnTo>
                  <a:pt x="6359" y="3041"/>
                </a:lnTo>
                <a:lnTo>
                  <a:pt x="6353" y="3048"/>
                </a:lnTo>
                <a:lnTo>
                  <a:pt x="6349" y="3069"/>
                </a:lnTo>
                <a:lnTo>
                  <a:pt x="6353" y="3104"/>
                </a:lnTo>
                <a:lnTo>
                  <a:pt x="6366" y="3132"/>
                </a:lnTo>
                <a:lnTo>
                  <a:pt x="6375" y="3139"/>
                </a:lnTo>
                <a:lnTo>
                  <a:pt x="6381" y="3141"/>
                </a:lnTo>
                <a:lnTo>
                  <a:pt x="6390" y="3140"/>
                </a:lnTo>
                <a:lnTo>
                  <a:pt x="6400" y="3127"/>
                </a:lnTo>
                <a:lnTo>
                  <a:pt x="6401" y="3111"/>
                </a:lnTo>
                <a:lnTo>
                  <a:pt x="6401" y="3098"/>
                </a:lnTo>
                <a:lnTo>
                  <a:pt x="6408" y="3084"/>
                </a:lnTo>
                <a:lnTo>
                  <a:pt x="6431" y="3083"/>
                </a:lnTo>
                <a:lnTo>
                  <a:pt x="6473" y="3095"/>
                </a:lnTo>
                <a:lnTo>
                  <a:pt x="6505" y="3107"/>
                </a:lnTo>
                <a:lnTo>
                  <a:pt x="6514" y="3110"/>
                </a:lnTo>
                <a:lnTo>
                  <a:pt x="6526" y="3104"/>
                </a:lnTo>
                <a:lnTo>
                  <a:pt x="6527" y="3096"/>
                </a:lnTo>
                <a:lnTo>
                  <a:pt x="6526" y="3089"/>
                </a:lnTo>
                <a:lnTo>
                  <a:pt x="6510" y="3078"/>
                </a:lnTo>
                <a:lnTo>
                  <a:pt x="6500" y="3077"/>
                </a:lnTo>
                <a:lnTo>
                  <a:pt x="6490" y="3075"/>
                </a:lnTo>
                <a:lnTo>
                  <a:pt x="6473" y="3068"/>
                </a:lnTo>
                <a:lnTo>
                  <a:pt x="6471" y="3062"/>
                </a:lnTo>
                <a:lnTo>
                  <a:pt x="6469" y="3044"/>
                </a:lnTo>
                <a:lnTo>
                  <a:pt x="6466" y="3011"/>
                </a:lnTo>
                <a:lnTo>
                  <a:pt x="6462" y="2995"/>
                </a:lnTo>
                <a:lnTo>
                  <a:pt x="6438" y="2953"/>
                </a:lnTo>
                <a:lnTo>
                  <a:pt x="6422" y="2935"/>
                </a:lnTo>
                <a:lnTo>
                  <a:pt x="6406" y="2919"/>
                </a:lnTo>
                <a:lnTo>
                  <a:pt x="6384" y="2887"/>
                </a:lnTo>
                <a:lnTo>
                  <a:pt x="6382" y="2879"/>
                </a:lnTo>
                <a:lnTo>
                  <a:pt x="6384" y="2872"/>
                </a:lnTo>
                <a:lnTo>
                  <a:pt x="6401" y="2858"/>
                </a:lnTo>
                <a:lnTo>
                  <a:pt x="6425" y="2844"/>
                </a:lnTo>
                <a:lnTo>
                  <a:pt x="6451" y="2837"/>
                </a:lnTo>
                <a:lnTo>
                  <a:pt x="6460" y="2837"/>
                </a:lnTo>
                <a:lnTo>
                  <a:pt x="6465" y="2837"/>
                </a:lnTo>
                <a:lnTo>
                  <a:pt x="6472" y="2824"/>
                </a:lnTo>
                <a:lnTo>
                  <a:pt x="6472" y="2814"/>
                </a:lnTo>
                <a:lnTo>
                  <a:pt x="6471" y="2805"/>
                </a:lnTo>
                <a:lnTo>
                  <a:pt x="6460" y="2792"/>
                </a:lnTo>
                <a:lnTo>
                  <a:pt x="6439" y="2784"/>
                </a:lnTo>
                <a:lnTo>
                  <a:pt x="6407" y="2783"/>
                </a:lnTo>
                <a:lnTo>
                  <a:pt x="6388" y="2785"/>
                </a:lnTo>
                <a:lnTo>
                  <a:pt x="6378" y="2785"/>
                </a:lnTo>
                <a:lnTo>
                  <a:pt x="6366" y="2777"/>
                </a:lnTo>
                <a:lnTo>
                  <a:pt x="6364" y="2769"/>
                </a:lnTo>
                <a:lnTo>
                  <a:pt x="6366" y="2761"/>
                </a:lnTo>
                <a:lnTo>
                  <a:pt x="6385" y="2752"/>
                </a:lnTo>
                <a:lnTo>
                  <a:pt x="6401" y="2751"/>
                </a:lnTo>
                <a:lnTo>
                  <a:pt x="6409" y="2751"/>
                </a:lnTo>
                <a:lnTo>
                  <a:pt x="6423" y="2745"/>
                </a:lnTo>
                <a:lnTo>
                  <a:pt x="6432" y="2736"/>
                </a:lnTo>
                <a:lnTo>
                  <a:pt x="6437" y="2721"/>
                </a:lnTo>
                <a:lnTo>
                  <a:pt x="6437" y="2712"/>
                </a:lnTo>
                <a:lnTo>
                  <a:pt x="6437" y="2692"/>
                </a:lnTo>
                <a:lnTo>
                  <a:pt x="6445" y="2684"/>
                </a:lnTo>
                <a:lnTo>
                  <a:pt x="6457" y="2691"/>
                </a:lnTo>
                <a:lnTo>
                  <a:pt x="6466" y="2698"/>
                </a:lnTo>
                <a:lnTo>
                  <a:pt x="6476" y="2709"/>
                </a:lnTo>
                <a:lnTo>
                  <a:pt x="6487" y="2740"/>
                </a:lnTo>
                <a:lnTo>
                  <a:pt x="6485" y="2754"/>
                </a:lnTo>
                <a:lnTo>
                  <a:pt x="6482" y="2768"/>
                </a:lnTo>
                <a:lnTo>
                  <a:pt x="6487" y="2792"/>
                </a:lnTo>
                <a:lnTo>
                  <a:pt x="6493" y="2797"/>
                </a:lnTo>
                <a:lnTo>
                  <a:pt x="6504" y="2806"/>
                </a:lnTo>
                <a:lnTo>
                  <a:pt x="6512" y="2826"/>
                </a:lnTo>
                <a:lnTo>
                  <a:pt x="6503" y="2845"/>
                </a:lnTo>
                <a:lnTo>
                  <a:pt x="6480" y="2858"/>
                </a:lnTo>
                <a:lnTo>
                  <a:pt x="6464" y="2859"/>
                </a:lnTo>
                <a:lnTo>
                  <a:pt x="6443" y="2859"/>
                </a:lnTo>
                <a:lnTo>
                  <a:pt x="6426" y="2866"/>
                </a:lnTo>
                <a:lnTo>
                  <a:pt x="6421" y="2873"/>
                </a:lnTo>
                <a:lnTo>
                  <a:pt x="6426" y="2891"/>
                </a:lnTo>
                <a:lnTo>
                  <a:pt x="6458" y="2931"/>
                </a:lnTo>
                <a:lnTo>
                  <a:pt x="6485" y="2960"/>
                </a:lnTo>
                <a:lnTo>
                  <a:pt x="6512" y="2987"/>
                </a:lnTo>
                <a:lnTo>
                  <a:pt x="6534" y="3009"/>
                </a:lnTo>
                <a:lnTo>
                  <a:pt x="6540" y="3011"/>
                </a:lnTo>
                <a:lnTo>
                  <a:pt x="6538" y="3008"/>
                </a:lnTo>
                <a:lnTo>
                  <a:pt x="6535" y="3003"/>
                </a:lnTo>
                <a:lnTo>
                  <a:pt x="6534" y="2994"/>
                </a:lnTo>
                <a:lnTo>
                  <a:pt x="6544" y="2986"/>
                </a:lnTo>
                <a:lnTo>
                  <a:pt x="6559" y="2986"/>
                </a:lnTo>
                <a:lnTo>
                  <a:pt x="6575" y="2987"/>
                </a:lnTo>
                <a:lnTo>
                  <a:pt x="6589" y="2997"/>
                </a:lnTo>
                <a:lnTo>
                  <a:pt x="6593" y="3008"/>
                </a:lnTo>
                <a:lnTo>
                  <a:pt x="6592" y="3015"/>
                </a:lnTo>
                <a:lnTo>
                  <a:pt x="6593" y="3028"/>
                </a:lnTo>
                <a:lnTo>
                  <a:pt x="6606" y="3049"/>
                </a:lnTo>
                <a:lnTo>
                  <a:pt x="6616" y="3055"/>
                </a:lnTo>
                <a:lnTo>
                  <a:pt x="6628" y="3057"/>
                </a:lnTo>
                <a:lnTo>
                  <a:pt x="6634" y="3048"/>
                </a:lnTo>
                <a:lnTo>
                  <a:pt x="6630" y="3035"/>
                </a:lnTo>
                <a:lnTo>
                  <a:pt x="6628" y="3022"/>
                </a:lnTo>
                <a:lnTo>
                  <a:pt x="6642" y="2986"/>
                </a:lnTo>
                <a:lnTo>
                  <a:pt x="6656" y="2970"/>
                </a:lnTo>
                <a:lnTo>
                  <a:pt x="6669" y="2953"/>
                </a:lnTo>
                <a:lnTo>
                  <a:pt x="6683" y="2922"/>
                </a:lnTo>
                <a:lnTo>
                  <a:pt x="6681" y="2914"/>
                </a:lnTo>
                <a:lnTo>
                  <a:pt x="6680" y="2909"/>
                </a:lnTo>
                <a:lnTo>
                  <a:pt x="6682" y="2903"/>
                </a:lnTo>
                <a:lnTo>
                  <a:pt x="6698" y="2896"/>
                </a:lnTo>
                <a:lnTo>
                  <a:pt x="6716" y="2895"/>
                </a:lnTo>
                <a:lnTo>
                  <a:pt x="6735" y="2894"/>
                </a:lnTo>
                <a:lnTo>
                  <a:pt x="6765" y="2884"/>
                </a:lnTo>
                <a:lnTo>
                  <a:pt x="6772" y="2878"/>
                </a:lnTo>
                <a:lnTo>
                  <a:pt x="6774" y="2873"/>
                </a:lnTo>
                <a:lnTo>
                  <a:pt x="6773" y="2867"/>
                </a:lnTo>
                <a:lnTo>
                  <a:pt x="6763" y="2860"/>
                </a:lnTo>
                <a:lnTo>
                  <a:pt x="6750" y="2859"/>
                </a:lnTo>
                <a:lnTo>
                  <a:pt x="6736" y="2858"/>
                </a:lnTo>
                <a:lnTo>
                  <a:pt x="6731" y="2851"/>
                </a:lnTo>
                <a:lnTo>
                  <a:pt x="6741" y="2845"/>
                </a:lnTo>
                <a:lnTo>
                  <a:pt x="6747" y="2841"/>
                </a:lnTo>
                <a:lnTo>
                  <a:pt x="6750" y="2832"/>
                </a:lnTo>
                <a:lnTo>
                  <a:pt x="6739" y="2819"/>
                </a:lnTo>
                <a:lnTo>
                  <a:pt x="6717" y="2808"/>
                </a:lnTo>
                <a:lnTo>
                  <a:pt x="6700" y="2798"/>
                </a:lnTo>
                <a:lnTo>
                  <a:pt x="6683" y="2782"/>
                </a:lnTo>
                <a:lnTo>
                  <a:pt x="6680" y="2772"/>
                </a:lnTo>
                <a:lnTo>
                  <a:pt x="6681" y="2769"/>
                </a:lnTo>
                <a:lnTo>
                  <a:pt x="6685" y="2765"/>
                </a:lnTo>
                <a:lnTo>
                  <a:pt x="6698" y="2762"/>
                </a:lnTo>
                <a:lnTo>
                  <a:pt x="6726" y="2768"/>
                </a:lnTo>
                <a:lnTo>
                  <a:pt x="6766" y="2791"/>
                </a:lnTo>
                <a:lnTo>
                  <a:pt x="6790" y="2812"/>
                </a:lnTo>
                <a:lnTo>
                  <a:pt x="6799" y="2828"/>
                </a:lnTo>
                <a:lnTo>
                  <a:pt x="6799" y="2834"/>
                </a:lnTo>
                <a:lnTo>
                  <a:pt x="6800" y="2847"/>
                </a:lnTo>
                <a:lnTo>
                  <a:pt x="6810" y="2855"/>
                </a:lnTo>
                <a:lnTo>
                  <a:pt x="6824" y="2842"/>
                </a:lnTo>
                <a:lnTo>
                  <a:pt x="6839" y="2812"/>
                </a:lnTo>
                <a:lnTo>
                  <a:pt x="6844" y="2792"/>
                </a:lnTo>
                <a:lnTo>
                  <a:pt x="6849" y="2768"/>
                </a:lnTo>
                <a:lnTo>
                  <a:pt x="6844" y="2744"/>
                </a:lnTo>
                <a:lnTo>
                  <a:pt x="6835" y="2733"/>
                </a:lnTo>
                <a:lnTo>
                  <a:pt x="6828" y="2729"/>
                </a:lnTo>
                <a:lnTo>
                  <a:pt x="6816" y="2720"/>
                </a:lnTo>
                <a:lnTo>
                  <a:pt x="6801" y="2697"/>
                </a:lnTo>
                <a:lnTo>
                  <a:pt x="6799" y="2685"/>
                </a:lnTo>
                <a:lnTo>
                  <a:pt x="6800" y="2676"/>
                </a:lnTo>
                <a:lnTo>
                  <a:pt x="6811" y="2667"/>
                </a:lnTo>
                <a:lnTo>
                  <a:pt x="6817" y="2669"/>
                </a:lnTo>
                <a:lnTo>
                  <a:pt x="6825" y="2672"/>
                </a:lnTo>
                <a:lnTo>
                  <a:pt x="6835" y="2668"/>
                </a:lnTo>
                <a:lnTo>
                  <a:pt x="6836" y="2661"/>
                </a:lnTo>
                <a:lnTo>
                  <a:pt x="6837" y="2654"/>
                </a:lnTo>
                <a:lnTo>
                  <a:pt x="6848" y="2643"/>
                </a:lnTo>
                <a:lnTo>
                  <a:pt x="6855" y="2642"/>
                </a:lnTo>
                <a:lnTo>
                  <a:pt x="6863" y="2643"/>
                </a:lnTo>
                <a:lnTo>
                  <a:pt x="6868" y="2658"/>
                </a:lnTo>
                <a:lnTo>
                  <a:pt x="6864" y="2669"/>
                </a:lnTo>
                <a:lnTo>
                  <a:pt x="6862" y="2680"/>
                </a:lnTo>
                <a:lnTo>
                  <a:pt x="6865" y="2695"/>
                </a:lnTo>
                <a:lnTo>
                  <a:pt x="6872" y="2696"/>
                </a:lnTo>
                <a:lnTo>
                  <a:pt x="6878" y="2697"/>
                </a:lnTo>
                <a:lnTo>
                  <a:pt x="6881" y="2712"/>
                </a:lnTo>
                <a:lnTo>
                  <a:pt x="6879" y="2723"/>
                </a:lnTo>
                <a:lnTo>
                  <a:pt x="6875" y="2734"/>
                </a:lnTo>
                <a:lnTo>
                  <a:pt x="6881" y="2749"/>
                </a:lnTo>
                <a:lnTo>
                  <a:pt x="6890" y="2751"/>
                </a:lnTo>
                <a:lnTo>
                  <a:pt x="6900" y="2752"/>
                </a:lnTo>
                <a:lnTo>
                  <a:pt x="6901" y="2762"/>
                </a:lnTo>
                <a:lnTo>
                  <a:pt x="6893" y="2772"/>
                </a:lnTo>
                <a:lnTo>
                  <a:pt x="6882" y="2787"/>
                </a:lnTo>
                <a:lnTo>
                  <a:pt x="6867" y="2822"/>
                </a:lnTo>
                <a:lnTo>
                  <a:pt x="6861" y="2855"/>
                </a:lnTo>
                <a:lnTo>
                  <a:pt x="6862" y="2871"/>
                </a:lnTo>
                <a:lnTo>
                  <a:pt x="6866" y="2877"/>
                </a:lnTo>
                <a:lnTo>
                  <a:pt x="6869" y="2878"/>
                </a:lnTo>
                <a:lnTo>
                  <a:pt x="6878" y="2876"/>
                </a:lnTo>
                <a:lnTo>
                  <a:pt x="6889" y="2856"/>
                </a:lnTo>
                <a:lnTo>
                  <a:pt x="6890" y="2841"/>
                </a:lnTo>
                <a:lnTo>
                  <a:pt x="6891" y="2827"/>
                </a:lnTo>
                <a:lnTo>
                  <a:pt x="6902" y="2811"/>
                </a:lnTo>
                <a:lnTo>
                  <a:pt x="6912" y="2805"/>
                </a:lnTo>
                <a:lnTo>
                  <a:pt x="6917" y="2805"/>
                </a:lnTo>
                <a:lnTo>
                  <a:pt x="6927" y="2804"/>
                </a:lnTo>
                <a:lnTo>
                  <a:pt x="6942" y="2794"/>
                </a:lnTo>
                <a:lnTo>
                  <a:pt x="6944" y="2786"/>
                </a:lnTo>
                <a:lnTo>
                  <a:pt x="6946" y="2779"/>
                </a:lnTo>
                <a:lnTo>
                  <a:pt x="6961" y="2769"/>
                </a:lnTo>
                <a:lnTo>
                  <a:pt x="6972" y="2769"/>
                </a:lnTo>
                <a:lnTo>
                  <a:pt x="6981" y="2768"/>
                </a:lnTo>
                <a:lnTo>
                  <a:pt x="6997" y="2756"/>
                </a:lnTo>
                <a:lnTo>
                  <a:pt x="6999" y="2747"/>
                </a:lnTo>
                <a:lnTo>
                  <a:pt x="6999" y="2743"/>
                </a:lnTo>
                <a:lnTo>
                  <a:pt x="7003" y="2739"/>
                </a:lnTo>
                <a:lnTo>
                  <a:pt x="7016" y="2743"/>
                </a:lnTo>
                <a:lnTo>
                  <a:pt x="7032" y="2754"/>
                </a:lnTo>
                <a:lnTo>
                  <a:pt x="7063" y="2780"/>
                </a:lnTo>
                <a:lnTo>
                  <a:pt x="7095" y="2798"/>
                </a:lnTo>
                <a:lnTo>
                  <a:pt x="7104" y="2798"/>
                </a:lnTo>
                <a:lnTo>
                  <a:pt x="7103" y="2792"/>
                </a:lnTo>
                <a:lnTo>
                  <a:pt x="7102" y="2780"/>
                </a:lnTo>
                <a:lnTo>
                  <a:pt x="7110" y="2749"/>
                </a:lnTo>
                <a:lnTo>
                  <a:pt x="7127" y="2718"/>
                </a:lnTo>
                <a:lnTo>
                  <a:pt x="7151" y="2690"/>
                </a:lnTo>
                <a:lnTo>
                  <a:pt x="7165" y="2680"/>
                </a:lnTo>
                <a:lnTo>
                  <a:pt x="7177" y="2672"/>
                </a:lnTo>
                <a:lnTo>
                  <a:pt x="7195" y="2665"/>
                </a:lnTo>
                <a:lnTo>
                  <a:pt x="7208" y="2667"/>
                </a:lnTo>
                <a:lnTo>
                  <a:pt x="7219" y="2677"/>
                </a:lnTo>
                <a:lnTo>
                  <a:pt x="7225" y="2685"/>
                </a:lnTo>
                <a:lnTo>
                  <a:pt x="7235" y="2697"/>
                </a:lnTo>
                <a:lnTo>
                  <a:pt x="7255" y="2712"/>
                </a:lnTo>
                <a:lnTo>
                  <a:pt x="7261" y="2715"/>
                </a:lnTo>
                <a:lnTo>
                  <a:pt x="7265" y="2712"/>
                </a:lnTo>
                <a:lnTo>
                  <a:pt x="7263" y="2701"/>
                </a:lnTo>
                <a:lnTo>
                  <a:pt x="7258" y="2691"/>
                </a:lnTo>
                <a:lnTo>
                  <a:pt x="7249" y="2680"/>
                </a:lnTo>
                <a:lnTo>
                  <a:pt x="7235" y="2642"/>
                </a:lnTo>
                <a:lnTo>
                  <a:pt x="7231" y="2622"/>
                </a:lnTo>
                <a:lnTo>
                  <a:pt x="7226" y="2598"/>
                </a:lnTo>
                <a:lnTo>
                  <a:pt x="7232" y="2580"/>
                </a:lnTo>
                <a:lnTo>
                  <a:pt x="7241" y="2577"/>
                </a:lnTo>
                <a:lnTo>
                  <a:pt x="7249" y="2577"/>
                </a:lnTo>
                <a:lnTo>
                  <a:pt x="7260" y="2580"/>
                </a:lnTo>
                <a:lnTo>
                  <a:pt x="7276" y="2599"/>
                </a:lnTo>
                <a:lnTo>
                  <a:pt x="7283" y="2623"/>
                </a:lnTo>
                <a:lnTo>
                  <a:pt x="7278" y="2636"/>
                </a:lnTo>
                <a:lnTo>
                  <a:pt x="7271" y="2642"/>
                </a:lnTo>
                <a:lnTo>
                  <a:pt x="7265" y="2642"/>
                </a:lnTo>
                <a:lnTo>
                  <a:pt x="7261" y="2642"/>
                </a:lnTo>
                <a:lnTo>
                  <a:pt x="7258" y="2645"/>
                </a:lnTo>
                <a:lnTo>
                  <a:pt x="7264" y="2654"/>
                </a:lnTo>
                <a:lnTo>
                  <a:pt x="7276" y="2661"/>
                </a:lnTo>
                <a:lnTo>
                  <a:pt x="7289" y="2669"/>
                </a:lnTo>
                <a:lnTo>
                  <a:pt x="7313" y="2673"/>
                </a:lnTo>
                <a:lnTo>
                  <a:pt x="7320" y="2671"/>
                </a:lnTo>
                <a:lnTo>
                  <a:pt x="7323" y="2667"/>
                </a:lnTo>
                <a:lnTo>
                  <a:pt x="7320" y="2660"/>
                </a:lnTo>
                <a:lnTo>
                  <a:pt x="7312" y="2660"/>
                </a:lnTo>
                <a:lnTo>
                  <a:pt x="7308" y="2659"/>
                </a:lnTo>
                <a:lnTo>
                  <a:pt x="7302" y="2654"/>
                </a:lnTo>
                <a:lnTo>
                  <a:pt x="7298" y="2639"/>
                </a:lnTo>
                <a:lnTo>
                  <a:pt x="7301" y="2623"/>
                </a:lnTo>
                <a:lnTo>
                  <a:pt x="7306" y="2610"/>
                </a:lnTo>
                <a:lnTo>
                  <a:pt x="7313" y="2594"/>
                </a:lnTo>
                <a:lnTo>
                  <a:pt x="7327" y="2591"/>
                </a:lnTo>
                <a:lnTo>
                  <a:pt x="7351" y="2597"/>
                </a:lnTo>
                <a:lnTo>
                  <a:pt x="7370" y="2604"/>
                </a:lnTo>
                <a:lnTo>
                  <a:pt x="7386" y="2609"/>
                </a:lnTo>
                <a:lnTo>
                  <a:pt x="7414" y="2608"/>
                </a:lnTo>
                <a:lnTo>
                  <a:pt x="7435" y="2596"/>
                </a:lnTo>
                <a:lnTo>
                  <a:pt x="7444" y="2576"/>
                </a:lnTo>
                <a:lnTo>
                  <a:pt x="7441" y="2564"/>
                </a:lnTo>
                <a:lnTo>
                  <a:pt x="7441" y="2558"/>
                </a:lnTo>
                <a:lnTo>
                  <a:pt x="7450" y="2547"/>
                </a:lnTo>
                <a:lnTo>
                  <a:pt x="7483" y="2529"/>
                </a:lnTo>
                <a:lnTo>
                  <a:pt x="7545" y="2509"/>
                </a:lnTo>
                <a:lnTo>
                  <a:pt x="7590" y="2503"/>
                </a:lnTo>
                <a:lnTo>
                  <a:pt x="7611" y="2505"/>
                </a:lnTo>
                <a:lnTo>
                  <a:pt x="7619" y="2508"/>
                </a:lnTo>
                <a:lnTo>
                  <a:pt x="7629" y="2512"/>
                </a:lnTo>
                <a:lnTo>
                  <a:pt x="7627" y="2504"/>
                </a:lnTo>
                <a:lnTo>
                  <a:pt x="7615" y="2490"/>
                </a:lnTo>
                <a:lnTo>
                  <a:pt x="7603" y="2476"/>
                </a:lnTo>
                <a:lnTo>
                  <a:pt x="7569" y="2449"/>
                </a:lnTo>
                <a:lnTo>
                  <a:pt x="7551" y="2441"/>
                </a:lnTo>
                <a:lnTo>
                  <a:pt x="7544" y="2436"/>
                </a:lnTo>
                <a:lnTo>
                  <a:pt x="7546" y="2431"/>
                </a:lnTo>
                <a:lnTo>
                  <a:pt x="7582" y="2428"/>
                </a:lnTo>
                <a:lnTo>
                  <a:pt x="7636" y="2428"/>
                </a:lnTo>
                <a:lnTo>
                  <a:pt x="7695" y="2430"/>
                </a:lnTo>
                <a:lnTo>
                  <a:pt x="7752" y="2422"/>
                </a:lnTo>
                <a:lnTo>
                  <a:pt x="7776" y="2414"/>
                </a:lnTo>
                <a:lnTo>
                  <a:pt x="7782" y="2408"/>
                </a:lnTo>
                <a:lnTo>
                  <a:pt x="7789" y="2402"/>
                </a:lnTo>
                <a:lnTo>
                  <a:pt x="7793" y="2392"/>
                </a:lnTo>
                <a:lnTo>
                  <a:pt x="7782" y="2388"/>
                </a:lnTo>
                <a:lnTo>
                  <a:pt x="7756" y="2392"/>
                </a:lnTo>
                <a:lnTo>
                  <a:pt x="7736" y="2395"/>
                </a:lnTo>
                <a:lnTo>
                  <a:pt x="7711" y="2392"/>
                </a:lnTo>
                <a:lnTo>
                  <a:pt x="7707" y="2377"/>
                </a:lnTo>
                <a:lnTo>
                  <a:pt x="7721" y="2353"/>
                </a:lnTo>
                <a:lnTo>
                  <a:pt x="7736" y="2338"/>
                </a:lnTo>
                <a:lnTo>
                  <a:pt x="7755" y="2319"/>
                </a:lnTo>
                <a:lnTo>
                  <a:pt x="7761" y="2319"/>
                </a:lnTo>
                <a:lnTo>
                  <a:pt x="7755" y="2338"/>
                </a:lnTo>
                <a:lnTo>
                  <a:pt x="7752" y="2346"/>
                </a:lnTo>
                <a:lnTo>
                  <a:pt x="7752" y="2359"/>
                </a:lnTo>
                <a:lnTo>
                  <a:pt x="7759" y="2367"/>
                </a:lnTo>
                <a:lnTo>
                  <a:pt x="7777" y="2370"/>
                </a:lnTo>
                <a:lnTo>
                  <a:pt x="7789" y="2370"/>
                </a:lnTo>
                <a:lnTo>
                  <a:pt x="7807" y="2369"/>
                </a:lnTo>
                <a:lnTo>
                  <a:pt x="7822" y="2363"/>
                </a:lnTo>
                <a:lnTo>
                  <a:pt x="7826" y="2356"/>
                </a:lnTo>
                <a:lnTo>
                  <a:pt x="7823" y="2352"/>
                </a:lnTo>
                <a:lnTo>
                  <a:pt x="7820" y="2343"/>
                </a:lnTo>
                <a:lnTo>
                  <a:pt x="7829" y="2318"/>
                </a:lnTo>
                <a:lnTo>
                  <a:pt x="7840" y="2307"/>
                </a:lnTo>
                <a:lnTo>
                  <a:pt x="7853" y="2295"/>
                </a:lnTo>
                <a:lnTo>
                  <a:pt x="7866" y="2292"/>
                </a:lnTo>
                <a:lnTo>
                  <a:pt x="7871" y="2296"/>
                </a:lnTo>
                <a:lnTo>
                  <a:pt x="7872" y="2302"/>
                </a:lnTo>
                <a:lnTo>
                  <a:pt x="7875" y="2306"/>
                </a:lnTo>
                <a:lnTo>
                  <a:pt x="7882" y="2311"/>
                </a:lnTo>
                <a:lnTo>
                  <a:pt x="7901" y="2309"/>
                </a:lnTo>
                <a:lnTo>
                  <a:pt x="7921" y="2299"/>
                </a:lnTo>
                <a:lnTo>
                  <a:pt x="7939" y="2289"/>
                </a:lnTo>
                <a:lnTo>
                  <a:pt x="7952" y="2269"/>
                </a:lnTo>
                <a:lnTo>
                  <a:pt x="7954" y="2257"/>
                </a:lnTo>
                <a:lnTo>
                  <a:pt x="7952" y="2251"/>
                </a:lnTo>
                <a:lnTo>
                  <a:pt x="7950" y="2238"/>
                </a:lnTo>
                <a:lnTo>
                  <a:pt x="7964" y="2201"/>
                </a:lnTo>
                <a:lnTo>
                  <a:pt x="7978" y="2183"/>
                </a:lnTo>
                <a:lnTo>
                  <a:pt x="8014" y="2145"/>
                </a:lnTo>
                <a:lnTo>
                  <a:pt x="8003" y="2204"/>
                </a:lnTo>
                <a:lnTo>
                  <a:pt x="7999" y="2226"/>
                </a:lnTo>
                <a:lnTo>
                  <a:pt x="7999" y="2253"/>
                </a:lnTo>
                <a:lnTo>
                  <a:pt x="8008" y="2260"/>
                </a:lnTo>
                <a:lnTo>
                  <a:pt x="8028" y="2249"/>
                </a:lnTo>
                <a:lnTo>
                  <a:pt x="8043" y="2236"/>
                </a:lnTo>
                <a:lnTo>
                  <a:pt x="8054" y="2222"/>
                </a:lnTo>
                <a:lnTo>
                  <a:pt x="8066" y="2189"/>
                </a:lnTo>
                <a:lnTo>
                  <a:pt x="8066" y="2155"/>
                </a:lnTo>
                <a:lnTo>
                  <a:pt x="8053" y="2130"/>
                </a:lnTo>
                <a:lnTo>
                  <a:pt x="8041" y="2123"/>
                </a:lnTo>
                <a:lnTo>
                  <a:pt x="8030" y="2118"/>
                </a:lnTo>
                <a:lnTo>
                  <a:pt x="8016" y="2101"/>
                </a:lnTo>
                <a:lnTo>
                  <a:pt x="8015" y="2080"/>
                </a:lnTo>
                <a:lnTo>
                  <a:pt x="8026" y="2063"/>
                </a:lnTo>
                <a:lnTo>
                  <a:pt x="8038" y="2057"/>
                </a:lnTo>
                <a:lnTo>
                  <a:pt x="8045" y="2053"/>
                </a:lnTo>
                <a:lnTo>
                  <a:pt x="8040" y="2046"/>
                </a:lnTo>
                <a:lnTo>
                  <a:pt x="8028" y="2046"/>
                </a:lnTo>
                <a:lnTo>
                  <a:pt x="8015" y="2044"/>
                </a:lnTo>
                <a:lnTo>
                  <a:pt x="7997" y="2033"/>
                </a:lnTo>
                <a:lnTo>
                  <a:pt x="7995" y="2026"/>
                </a:lnTo>
                <a:lnTo>
                  <a:pt x="7996" y="2017"/>
                </a:lnTo>
                <a:lnTo>
                  <a:pt x="8003" y="2009"/>
                </a:lnTo>
                <a:lnTo>
                  <a:pt x="8032" y="2022"/>
                </a:lnTo>
                <a:lnTo>
                  <a:pt x="8076" y="2053"/>
                </a:lnTo>
                <a:lnTo>
                  <a:pt x="8100" y="2071"/>
                </a:lnTo>
                <a:lnTo>
                  <a:pt x="8142" y="2094"/>
                </a:lnTo>
                <a:lnTo>
                  <a:pt x="8162" y="2099"/>
                </a:lnTo>
                <a:lnTo>
                  <a:pt x="8168" y="2097"/>
                </a:lnTo>
                <a:lnTo>
                  <a:pt x="8166" y="2086"/>
                </a:lnTo>
                <a:lnTo>
                  <a:pt x="8152" y="2071"/>
                </a:lnTo>
                <a:lnTo>
                  <a:pt x="8140" y="2060"/>
                </a:lnTo>
                <a:lnTo>
                  <a:pt x="8116" y="2045"/>
                </a:lnTo>
                <a:lnTo>
                  <a:pt x="8106" y="2044"/>
                </a:lnTo>
                <a:lnTo>
                  <a:pt x="8099" y="2043"/>
                </a:lnTo>
                <a:lnTo>
                  <a:pt x="8088" y="2033"/>
                </a:lnTo>
                <a:lnTo>
                  <a:pt x="8087" y="2026"/>
                </a:lnTo>
                <a:lnTo>
                  <a:pt x="8088" y="2018"/>
                </a:lnTo>
                <a:lnTo>
                  <a:pt x="8103" y="2008"/>
                </a:lnTo>
                <a:lnTo>
                  <a:pt x="8115" y="2008"/>
                </a:lnTo>
                <a:lnTo>
                  <a:pt x="8125" y="2007"/>
                </a:lnTo>
                <a:lnTo>
                  <a:pt x="8135" y="1996"/>
                </a:lnTo>
                <a:lnTo>
                  <a:pt x="8131" y="1990"/>
                </a:lnTo>
                <a:lnTo>
                  <a:pt x="8129" y="1982"/>
                </a:lnTo>
                <a:lnTo>
                  <a:pt x="8132" y="1972"/>
                </a:lnTo>
                <a:lnTo>
                  <a:pt x="8139" y="1971"/>
                </a:lnTo>
                <a:lnTo>
                  <a:pt x="8146" y="1969"/>
                </a:lnTo>
                <a:lnTo>
                  <a:pt x="8157" y="1951"/>
                </a:lnTo>
                <a:lnTo>
                  <a:pt x="8158" y="1938"/>
                </a:lnTo>
                <a:lnTo>
                  <a:pt x="8160" y="1920"/>
                </a:lnTo>
                <a:lnTo>
                  <a:pt x="8170" y="1896"/>
                </a:lnTo>
                <a:lnTo>
                  <a:pt x="8188" y="1886"/>
                </a:lnTo>
                <a:lnTo>
                  <a:pt x="8210" y="1891"/>
                </a:lnTo>
                <a:lnTo>
                  <a:pt x="8223" y="1900"/>
                </a:lnTo>
                <a:lnTo>
                  <a:pt x="8232" y="1907"/>
                </a:lnTo>
                <a:lnTo>
                  <a:pt x="8244" y="1910"/>
                </a:lnTo>
                <a:lnTo>
                  <a:pt x="8249" y="1907"/>
                </a:lnTo>
                <a:lnTo>
                  <a:pt x="8250" y="1905"/>
                </a:lnTo>
                <a:lnTo>
                  <a:pt x="8252" y="1894"/>
                </a:lnTo>
                <a:lnTo>
                  <a:pt x="8278" y="1856"/>
                </a:lnTo>
                <a:lnTo>
                  <a:pt x="8297" y="1835"/>
                </a:lnTo>
                <a:lnTo>
                  <a:pt x="8342" y="1786"/>
                </a:lnTo>
                <a:lnTo>
                  <a:pt x="8302" y="1743"/>
                </a:lnTo>
                <a:lnTo>
                  <a:pt x="8284" y="1726"/>
                </a:lnTo>
                <a:lnTo>
                  <a:pt x="8240" y="1703"/>
                </a:lnTo>
                <a:lnTo>
                  <a:pt x="8223" y="1700"/>
                </a:lnTo>
                <a:lnTo>
                  <a:pt x="8205" y="1698"/>
                </a:lnTo>
                <a:lnTo>
                  <a:pt x="8165" y="1683"/>
                </a:lnTo>
                <a:lnTo>
                  <a:pt x="8148" y="1672"/>
                </a:lnTo>
                <a:lnTo>
                  <a:pt x="8131" y="1663"/>
                </a:lnTo>
                <a:lnTo>
                  <a:pt x="8106" y="1654"/>
                </a:lnTo>
                <a:lnTo>
                  <a:pt x="8101" y="1656"/>
                </a:lnTo>
                <a:lnTo>
                  <a:pt x="8093" y="1659"/>
                </a:lnTo>
                <a:lnTo>
                  <a:pt x="8063" y="1651"/>
                </a:lnTo>
                <a:lnTo>
                  <a:pt x="8025" y="1634"/>
                </a:lnTo>
                <a:lnTo>
                  <a:pt x="7999" y="1616"/>
                </a:lnTo>
                <a:lnTo>
                  <a:pt x="7995" y="1609"/>
                </a:lnTo>
                <a:lnTo>
                  <a:pt x="8000" y="1603"/>
                </a:lnTo>
                <a:lnTo>
                  <a:pt x="8034" y="1589"/>
                </a:lnTo>
                <a:lnTo>
                  <a:pt x="8059" y="1584"/>
                </a:lnTo>
                <a:lnTo>
                  <a:pt x="8084" y="1578"/>
                </a:lnTo>
                <a:lnTo>
                  <a:pt x="8112" y="1565"/>
                </a:lnTo>
                <a:lnTo>
                  <a:pt x="8121" y="1556"/>
                </a:lnTo>
                <a:lnTo>
                  <a:pt x="8123" y="1552"/>
                </a:lnTo>
                <a:lnTo>
                  <a:pt x="8123" y="1547"/>
                </a:lnTo>
                <a:lnTo>
                  <a:pt x="8116" y="1542"/>
                </a:lnTo>
                <a:lnTo>
                  <a:pt x="8100" y="1540"/>
                </a:lnTo>
                <a:lnTo>
                  <a:pt x="8082" y="1544"/>
                </a:lnTo>
                <a:lnTo>
                  <a:pt x="8056" y="1552"/>
                </a:lnTo>
                <a:lnTo>
                  <a:pt x="8018" y="1560"/>
                </a:lnTo>
                <a:lnTo>
                  <a:pt x="7997" y="1557"/>
                </a:lnTo>
                <a:lnTo>
                  <a:pt x="7991" y="1543"/>
                </a:lnTo>
                <a:lnTo>
                  <a:pt x="7992" y="1531"/>
                </a:lnTo>
                <a:lnTo>
                  <a:pt x="7993" y="1521"/>
                </a:lnTo>
                <a:lnTo>
                  <a:pt x="7988" y="1507"/>
                </a:lnTo>
                <a:lnTo>
                  <a:pt x="7971" y="1498"/>
                </a:lnTo>
                <a:lnTo>
                  <a:pt x="7944" y="1497"/>
                </a:lnTo>
                <a:lnTo>
                  <a:pt x="7925" y="1498"/>
                </a:lnTo>
                <a:lnTo>
                  <a:pt x="7916" y="1500"/>
                </a:lnTo>
                <a:lnTo>
                  <a:pt x="7910" y="1491"/>
                </a:lnTo>
                <a:lnTo>
                  <a:pt x="7914" y="1482"/>
                </a:lnTo>
                <a:lnTo>
                  <a:pt x="7921" y="1476"/>
                </a:lnTo>
                <a:lnTo>
                  <a:pt x="7948" y="1471"/>
                </a:lnTo>
                <a:lnTo>
                  <a:pt x="7965" y="1476"/>
                </a:lnTo>
                <a:lnTo>
                  <a:pt x="7987" y="1482"/>
                </a:lnTo>
                <a:lnTo>
                  <a:pt x="7993" y="1475"/>
                </a:lnTo>
                <a:lnTo>
                  <a:pt x="7981" y="1459"/>
                </a:lnTo>
                <a:lnTo>
                  <a:pt x="7969" y="1447"/>
                </a:lnTo>
                <a:lnTo>
                  <a:pt x="7940" y="1439"/>
                </a:lnTo>
                <a:lnTo>
                  <a:pt x="7927" y="1441"/>
                </a:lnTo>
                <a:lnTo>
                  <a:pt x="7912" y="1446"/>
                </a:lnTo>
                <a:lnTo>
                  <a:pt x="7907" y="1441"/>
                </a:lnTo>
                <a:lnTo>
                  <a:pt x="7916" y="1430"/>
                </a:lnTo>
                <a:lnTo>
                  <a:pt x="7927" y="1421"/>
                </a:lnTo>
                <a:lnTo>
                  <a:pt x="7962" y="1413"/>
                </a:lnTo>
                <a:lnTo>
                  <a:pt x="7979" y="1414"/>
                </a:lnTo>
                <a:lnTo>
                  <a:pt x="7991" y="1416"/>
                </a:lnTo>
                <a:lnTo>
                  <a:pt x="8007" y="1422"/>
                </a:lnTo>
                <a:lnTo>
                  <a:pt x="8018" y="1433"/>
                </a:lnTo>
                <a:lnTo>
                  <a:pt x="8022" y="1451"/>
                </a:lnTo>
                <a:lnTo>
                  <a:pt x="8022" y="1463"/>
                </a:lnTo>
                <a:lnTo>
                  <a:pt x="8025" y="1480"/>
                </a:lnTo>
                <a:lnTo>
                  <a:pt x="8037" y="1508"/>
                </a:lnTo>
                <a:lnTo>
                  <a:pt x="8046" y="1514"/>
                </a:lnTo>
                <a:lnTo>
                  <a:pt x="8054" y="1516"/>
                </a:lnTo>
                <a:lnTo>
                  <a:pt x="8067" y="1510"/>
                </a:lnTo>
                <a:lnTo>
                  <a:pt x="8068" y="1503"/>
                </a:lnTo>
                <a:lnTo>
                  <a:pt x="8070" y="1494"/>
                </a:lnTo>
                <a:lnTo>
                  <a:pt x="8088" y="1483"/>
                </a:lnTo>
                <a:lnTo>
                  <a:pt x="8101" y="1481"/>
                </a:lnTo>
                <a:lnTo>
                  <a:pt x="8115" y="1480"/>
                </a:lnTo>
                <a:lnTo>
                  <a:pt x="8109" y="1471"/>
                </a:lnTo>
                <a:lnTo>
                  <a:pt x="8090" y="1463"/>
                </a:lnTo>
                <a:lnTo>
                  <a:pt x="8074" y="1455"/>
                </a:lnTo>
                <a:lnTo>
                  <a:pt x="8058" y="1443"/>
                </a:lnTo>
                <a:lnTo>
                  <a:pt x="8056" y="1435"/>
                </a:lnTo>
                <a:lnTo>
                  <a:pt x="8057" y="1432"/>
                </a:lnTo>
                <a:lnTo>
                  <a:pt x="8061" y="1426"/>
                </a:lnTo>
                <a:lnTo>
                  <a:pt x="8062" y="1414"/>
                </a:lnTo>
                <a:lnTo>
                  <a:pt x="8055" y="1397"/>
                </a:lnTo>
                <a:lnTo>
                  <a:pt x="8028" y="1379"/>
                </a:lnTo>
                <a:lnTo>
                  <a:pt x="7984" y="1368"/>
                </a:lnTo>
                <a:lnTo>
                  <a:pt x="7957" y="1367"/>
                </a:lnTo>
                <a:lnTo>
                  <a:pt x="7923" y="1364"/>
                </a:lnTo>
                <a:lnTo>
                  <a:pt x="7863" y="1348"/>
                </a:lnTo>
                <a:lnTo>
                  <a:pt x="7845" y="1338"/>
                </a:lnTo>
                <a:lnTo>
                  <a:pt x="7829" y="1327"/>
                </a:lnTo>
                <a:lnTo>
                  <a:pt x="7774" y="1312"/>
                </a:lnTo>
                <a:lnTo>
                  <a:pt x="7745" y="1310"/>
                </a:lnTo>
                <a:lnTo>
                  <a:pt x="7728" y="1310"/>
                </a:lnTo>
                <a:lnTo>
                  <a:pt x="7700" y="1307"/>
                </a:lnTo>
                <a:lnTo>
                  <a:pt x="7684" y="1300"/>
                </a:lnTo>
                <a:lnTo>
                  <a:pt x="7674" y="1285"/>
                </a:lnTo>
                <a:lnTo>
                  <a:pt x="7673" y="1276"/>
                </a:lnTo>
                <a:lnTo>
                  <a:pt x="7670" y="1259"/>
                </a:lnTo>
                <a:lnTo>
                  <a:pt x="7677" y="1250"/>
                </a:lnTo>
                <a:lnTo>
                  <a:pt x="7689" y="1251"/>
                </a:lnTo>
                <a:lnTo>
                  <a:pt x="7696" y="1253"/>
                </a:lnTo>
                <a:lnTo>
                  <a:pt x="7705" y="1255"/>
                </a:lnTo>
                <a:lnTo>
                  <a:pt x="7716" y="1256"/>
                </a:lnTo>
                <a:lnTo>
                  <a:pt x="7722" y="1245"/>
                </a:lnTo>
                <a:lnTo>
                  <a:pt x="7720" y="1226"/>
                </a:lnTo>
                <a:lnTo>
                  <a:pt x="7716" y="1208"/>
                </a:lnTo>
                <a:lnTo>
                  <a:pt x="7696" y="1184"/>
                </a:lnTo>
                <a:lnTo>
                  <a:pt x="7679" y="1177"/>
                </a:lnTo>
                <a:lnTo>
                  <a:pt x="7669" y="1178"/>
                </a:lnTo>
                <a:lnTo>
                  <a:pt x="7661" y="1183"/>
                </a:lnTo>
                <a:lnTo>
                  <a:pt x="7658" y="1195"/>
                </a:lnTo>
                <a:lnTo>
                  <a:pt x="7658" y="1204"/>
                </a:lnTo>
                <a:lnTo>
                  <a:pt x="7657" y="1216"/>
                </a:lnTo>
                <a:lnTo>
                  <a:pt x="7646" y="1237"/>
                </a:lnTo>
                <a:lnTo>
                  <a:pt x="7638" y="1242"/>
                </a:lnTo>
                <a:lnTo>
                  <a:pt x="7634" y="1243"/>
                </a:lnTo>
                <a:lnTo>
                  <a:pt x="7625" y="1242"/>
                </a:lnTo>
                <a:lnTo>
                  <a:pt x="7617" y="1231"/>
                </a:lnTo>
                <a:lnTo>
                  <a:pt x="7615" y="1220"/>
                </a:lnTo>
                <a:lnTo>
                  <a:pt x="7613" y="1208"/>
                </a:lnTo>
                <a:lnTo>
                  <a:pt x="7603" y="1200"/>
                </a:lnTo>
                <a:lnTo>
                  <a:pt x="7595" y="1202"/>
                </a:lnTo>
                <a:lnTo>
                  <a:pt x="7591" y="1205"/>
                </a:lnTo>
                <a:lnTo>
                  <a:pt x="7587" y="1214"/>
                </a:lnTo>
                <a:lnTo>
                  <a:pt x="7592" y="1231"/>
                </a:lnTo>
                <a:lnTo>
                  <a:pt x="7604" y="1245"/>
                </a:lnTo>
                <a:lnTo>
                  <a:pt x="7617" y="1259"/>
                </a:lnTo>
                <a:lnTo>
                  <a:pt x="7630" y="1281"/>
                </a:lnTo>
                <a:lnTo>
                  <a:pt x="7630" y="1294"/>
                </a:lnTo>
                <a:lnTo>
                  <a:pt x="7617" y="1301"/>
                </a:lnTo>
                <a:lnTo>
                  <a:pt x="7604" y="1302"/>
                </a:lnTo>
                <a:lnTo>
                  <a:pt x="7594" y="1303"/>
                </a:lnTo>
                <a:lnTo>
                  <a:pt x="7585" y="1313"/>
                </a:lnTo>
                <a:lnTo>
                  <a:pt x="7587" y="1319"/>
                </a:lnTo>
                <a:lnTo>
                  <a:pt x="7595" y="1327"/>
                </a:lnTo>
                <a:lnTo>
                  <a:pt x="7619" y="1331"/>
                </a:lnTo>
                <a:lnTo>
                  <a:pt x="7633" y="1329"/>
                </a:lnTo>
                <a:lnTo>
                  <a:pt x="7642" y="1326"/>
                </a:lnTo>
                <a:lnTo>
                  <a:pt x="7655" y="1326"/>
                </a:lnTo>
                <a:lnTo>
                  <a:pt x="7661" y="1334"/>
                </a:lnTo>
                <a:lnTo>
                  <a:pt x="7664" y="1352"/>
                </a:lnTo>
                <a:lnTo>
                  <a:pt x="7662" y="1365"/>
                </a:lnTo>
                <a:lnTo>
                  <a:pt x="7660" y="1383"/>
                </a:lnTo>
                <a:lnTo>
                  <a:pt x="7650" y="1403"/>
                </a:lnTo>
                <a:lnTo>
                  <a:pt x="7642" y="1409"/>
                </a:lnTo>
                <a:lnTo>
                  <a:pt x="7636" y="1410"/>
                </a:lnTo>
                <a:lnTo>
                  <a:pt x="7628" y="1409"/>
                </a:lnTo>
                <a:lnTo>
                  <a:pt x="7621" y="1398"/>
                </a:lnTo>
                <a:lnTo>
                  <a:pt x="7624" y="1392"/>
                </a:lnTo>
                <a:lnTo>
                  <a:pt x="7625" y="1388"/>
                </a:lnTo>
                <a:lnTo>
                  <a:pt x="7622" y="1379"/>
                </a:lnTo>
                <a:lnTo>
                  <a:pt x="7606" y="1365"/>
                </a:lnTo>
                <a:lnTo>
                  <a:pt x="7587" y="1356"/>
                </a:lnTo>
                <a:lnTo>
                  <a:pt x="7576" y="1352"/>
                </a:lnTo>
                <a:lnTo>
                  <a:pt x="7560" y="1341"/>
                </a:lnTo>
                <a:lnTo>
                  <a:pt x="7549" y="1328"/>
                </a:lnTo>
                <a:lnTo>
                  <a:pt x="7545" y="1314"/>
                </a:lnTo>
                <a:lnTo>
                  <a:pt x="7546" y="1307"/>
                </a:lnTo>
                <a:lnTo>
                  <a:pt x="7547" y="1297"/>
                </a:lnTo>
                <a:lnTo>
                  <a:pt x="7545" y="1285"/>
                </a:lnTo>
                <a:lnTo>
                  <a:pt x="7530" y="1278"/>
                </a:lnTo>
                <a:lnTo>
                  <a:pt x="7508" y="1280"/>
                </a:lnTo>
                <a:lnTo>
                  <a:pt x="7495" y="1281"/>
                </a:lnTo>
                <a:lnTo>
                  <a:pt x="7479" y="1281"/>
                </a:lnTo>
                <a:lnTo>
                  <a:pt x="7472" y="1273"/>
                </a:lnTo>
                <a:lnTo>
                  <a:pt x="7472" y="1259"/>
                </a:lnTo>
                <a:lnTo>
                  <a:pt x="7475" y="1248"/>
                </a:lnTo>
                <a:lnTo>
                  <a:pt x="7479" y="1232"/>
                </a:lnTo>
                <a:lnTo>
                  <a:pt x="7474" y="1206"/>
                </a:lnTo>
                <a:lnTo>
                  <a:pt x="7468" y="1200"/>
                </a:lnTo>
                <a:lnTo>
                  <a:pt x="7460" y="1194"/>
                </a:lnTo>
                <a:lnTo>
                  <a:pt x="7452" y="1181"/>
                </a:lnTo>
                <a:lnTo>
                  <a:pt x="7452" y="1167"/>
                </a:lnTo>
                <a:lnTo>
                  <a:pt x="7462" y="1157"/>
                </a:lnTo>
                <a:lnTo>
                  <a:pt x="7470" y="1156"/>
                </a:lnTo>
                <a:lnTo>
                  <a:pt x="7477" y="1159"/>
                </a:lnTo>
                <a:lnTo>
                  <a:pt x="7493" y="1183"/>
                </a:lnTo>
                <a:lnTo>
                  <a:pt x="7499" y="1202"/>
                </a:lnTo>
                <a:lnTo>
                  <a:pt x="7505" y="1219"/>
                </a:lnTo>
                <a:lnTo>
                  <a:pt x="7521" y="1239"/>
                </a:lnTo>
                <a:lnTo>
                  <a:pt x="7538" y="1240"/>
                </a:lnTo>
                <a:lnTo>
                  <a:pt x="7550" y="1225"/>
                </a:lnTo>
                <a:lnTo>
                  <a:pt x="7551" y="1209"/>
                </a:lnTo>
                <a:lnTo>
                  <a:pt x="7554" y="1197"/>
                </a:lnTo>
                <a:lnTo>
                  <a:pt x="7572" y="1173"/>
                </a:lnTo>
                <a:lnTo>
                  <a:pt x="7600" y="1154"/>
                </a:lnTo>
                <a:lnTo>
                  <a:pt x="7628" y="1146"/>
                </a:lnTo>
                <a:lnTo>
                  <a:pt x="7636" y="1150"/>
                </a:lnTo>
                <a:lnTo>
                  <a:pt x="7646" y="1155"/>
                </a:lnTo>
                <a:lnTo>
                  <a:pt x="7652" y="1153"/>
                </a:lnTo>
                <a:lnTo>
                  <a:pt x="7640" y="1128"/>
                </a:lnTo>
                <a:lnTo>
                  <a:pt x="7615" y="1102"/>
                </a:lnTo>
                <a:lnTo>
                  <a:pt x="7599" y="1088"/>
                </a:lnTo>
                <a:lnTo>
                  <a:pt x="7571" y="1076"/>
                </a:lnTo>
                <a:lnTo>
                  <a:pt x="7556" y="1079"/>
                </a:lnTo>
                <a:lnTo>
                  <a:pt x="7550" y="1087"/>
                </a:lnTo>
                <a:lnTo>
                  <a:pt x="7547" y="1104"/>
                </a:lnTo>
                <a:lnTo>
                  <a:pt x="7551" y="1122"/>
                </a:lnTo>
                <a:lnTo>
                  <a:pt x="7556" y="1137"/>
                </a:lnTo>
                <a:lnTo>
                  <a:pt x="7554" y="1151"/>
                </a:lnTo>
                <a:lnTo>
                  <a:pt x="7548" y="1156"/>
                </a:lnTo>
                <a:lnTo>
                  <a:pt x="7544" y="1156"/>
                </a:lnTo>
                <a:lnTo>
                  <a:pt x="7541" y="1156"/>
                </a:lnTo>
                <a:lnTo>
                  <a:pt x="7533" y="1147"/>
                </a:lnTo>
                <a:lnTo>
                  <a:pt x="7525" y="1125"/>
                </a:lnTo>
                <a:lnTo>
                  <a:pt x="7524" y="1104"/>
                </a:lnTo>
                <a:lnTo>
                  <a:pt x="7524" y="1090"/>
                </a:lnTo>
                <a:lnTo>
                  <a:pt x="7520" y="1068"/>
                </a:lnTo>
                <a:lnTo>
                  <a:pt x="7510" y="1052"/>
                </a:lnTo>
                <a:lnTo>
                  <a:pt x="7496" y="1042"/>
                </a:lnTo>
                <a:lnTo>
                  <a:pt x="7486" y="1039"/>
                </a:lnTo>
                <a:lnTo>
                  <a:pt x="7471" y="1034"/>
                </a:lnTo>
                <a:lnTo>
                  <a:pt x="7445" y="1033"/>
                </a:lnTo>
                <a:lnTo>
                  <a:pt x="7439" y="1037"/>
                </a:lnTo>
                <a:lnTo>
                  <a:pt x="7437" y="1039"/>
                </a:lnTo>
                <a:lnTo>
                  <a:pt x="7437" y="1043"/>
                </a:lnTo>
                <a:lnTo>
                  <a:pt x="7446" y="1047"/>
                </a:lnTo>
                <a:lnTo>
                  <a:pt x="7457" y="1047"/>
                </a:lnTo>
                <a:lnTo>
                  <a:pt x="7464" y="1049"/>
                </a:lnTo>
                <a:lnTo>
                  <a:pt x="7475" y="1054"/>
                </a:lnTo>
                <a:lnTo>
                  <a:pt x="7486" y="1070"/>
                </a:lnTo>
                <a:lnTo>
                  <a:pt x="7488" y="1088"/>
                </a:lnTo>
                <a:lnTo>
                  <a:pt x="7486" y="1112"/>
                </a:lnTo>
                <a:lnTo>
                  <a:pt x="7476" y="1116"/>
                </a:lnTo>
                <a:lnTo>
                  <a:pt x="7462" y="1098"/>
                </a:lnTo>
                <a:lnTo>
                  <a:pt x="7450" y="1084"/>
                </a:lnTo>
                <a:lnTo>
                  <a:pt x="7407" y="1060"/>
                </a:lnTo>
                <a:lnTo>
                  <a:pt x="7383" y="1055"/>
                </a:lnTo>
                <a:lnTo>
                  <a:pt x="7365" y="1052"/>
                </a:lnTo>
                <a:lnTo>
                  <a:pt x="7345" y="1044"/>
                </a:lnTo>
                <a:lnTo>
                  <a:pt x="7338" y="1034"/>
                </a:lnTo>
                <a:lnTo>
                  <a:pt x="7343" y="1020"/>
                </a:lnTo>
                <a:lnTo>
                  <a:pt x="7348" y="1009"/>
                </a:lnTo>
                <a:lnTo>
                  <a:pt x="7356" y="995"/>
                </a:lnTo>
                <a:lnTo>
                  <a:pt x="7360" y="970"/>
                </a:lnTo>
                <a:lnTo>
                  <a:pt x="7356" y="963"/>
                </a:lnTo>
                <a:lnTo>
                  <a:pt x="7348" y="958"/>
                </a:lnTo>
                <a:lnTo>
                  <a:pt x="7333" y="965"/>
                </a:lnTo>
                <a:lnTo>
                  <a:pt x="7326" y="974"/>
                </a:lnTo>
                <a:lnTo>
                  <a:pt x="7319" y="984"/>
                </a:lnTo>
                <a:lnTo>
                  <a:pt x="7300" y="989"/>
                </a:lnTo>
                <a:lnTo>
                  <a:pt x="7283" y="978"/>
                </a:lnTo>
                <a:lnTo>
                  <a:pt x="7272" y="954"/>
                </a:lnTo>
                <a:lnTo>
                  <a:pt x="7271" y="938"/>
                </a:lnTo>
                <a:lnTo>
                  <a:pt x="7269" y="922"/>
                </a:lnTo>
                <a:lnTo>
                  <a:pt x="7253" y="897"/>
                </a:lnTo>
                <a:lnTo>
                  <a:pt x="7244" y="892"/>
                </a:lnTo>
                <a:lnTo>
                  <a:pt x="7233" y="887"/>
                </a:lnTo>
                <a:lnTo>
                  <a:pt x="7218" y="871"/>
                </a:lnTo>
                <a:lnTo>
                  <a:pt x="7216" y="863"/>
                </a:lnTo>
                <a:lnTo>
                  <a:pt x="7218" y="857"/>
                </a:lnTo>
                <a:lnTo>
                  <a:pt x="7228" y="855"/>
                </a:lnTo>
                <a:lnTo>
                  <a:pt x="7238" y="859"/>
                </a:lnTo>
                <a:lnTo>
                  <a:pt x="7247" y="865"/>
                </a:lnTo>
                <a:lnTo>
                  <a:pt x="7250" y="854"/>
                </a:lnTo>
                <a:lnTo>
                  <a:pt x="7244" y="838"/>
                </a:lnTo>
                <a:lnTo>
                  <a:pt x="7236" y="820"/>
                </a:lnTo>
                <a:lnTo>
                  <a:pt x="7225" y="757"/>
                </a:lnTo>
                <a:lnTo>
                  <a:pt x="7223" y="724"/>
                </a:lnTo>
                <a:lnTo>
                  <a:pt x="7221" y="688"/>
                </a:lnTo>
                <a:lnTo>
                  <a:pt x="7213" y="638"/>
                </a:lnTo>
                <a:lnTo>
                  <a:pt x="7201" y="608"/>
                </a:lnTo>
                <a:lnTo>
                  <a:pt x="7183" y="595"/>
                </a:lnTo>
                <a:lnTo>
                  <a:pt x="7171" y="595"/>
                </a:lnTo>
                <a:lnTo>
                  <a:pt x="7162" y="595"/>
                </a:lnTo>
                <a:lnTo>
                  <a:pt x="7152" y="602"/>
                </a:lnTo>
                <a:lnTo>
                  <a:pt x="7148" y="631"/>
                </a:lnTo>
                <a:lnTo>
                  <a:pt x="7152" y="671"/>
                </a:lnTo>
                <a:lnTo>
                  <a:pt x="7159" y="703"/>
                </a:lnTo>
                <a:lnTo>
                  <a:pt x="7176" y="754"/>
                </a:lnTo>
                <a:lnTo>
                  <a:pt x="7185" y="764"/>
                </a:lnTo>
                <a:lnTo>
                  <a:pt x="7194" y="770"/>
                </a:lnTo>
                <a:lnTo>
                  <a:pt x="7191" y="774"/>
                </a:lnTo>
                <a:lnTo>
                  <a:pt x="7179" y="769"/>
                </a:lnTo>
                <a:lnTo>
                  <a:pt x="7151" y="758"/>
                </a:lnTo>
                <a:lnTo>
                  <a:pt x="7122" y="747"/>
                </a:lnTo>
                <a:lnTo>
                  <a:pt x="7109" y="740"/>
                </a:lnTo>
                <a:lnTo>
                  <a:pt x="7091" y="718"/>
                </a:lnTo>
                <a:lnTo>
                  <a:pt x="7089" y="705"/>
                </a:lnTo>
                <a:lnTo>
                  <a:pt x="7087" y="690"/>
                </a:lnTo>
                <a:lnTo>
                  <a:pt x="7062" y="650"/>
                </a:lnTo>
                <a:lnTo>
                  <a:pt x="7043" y="631"/>
                </a:lnTo>
                <a:lnTo>
                  <a:pt x="7026" y="612"/>
                </a:lnTo>
                <a:lnTo>
                  <a:pt x="7010" y="580"/>
                </a:lnTo>
                <a:lnTo>
                  <a:pt x="7005" y="562"/>
                </a:lnTo>
                <a:lnTo>
                  <a:pt x="7005" y="553"/>
                </a:lnTo>
                <a:lnTo>
                  <a:pt x="7010" y="537"/>
                </a:lnTo>
                <a:lnTo>
                  <a:pt x="7022" y="515"/>
                </a:lnTo>
                <a:lnTo>
                  <a:pt x="7038" y="508"/>
                </a:lnTo>
                <a:lnTo>
                  <a:pt x="7054" y="519"/>
                </a:lnTo>
                <a:lnTo>
                  <a:pt x="7060" y="531"/>
                </a:lnTo>
                <a:lnTo>
                  <a:pt x="7064" y="544"/>
                </a:lnTo>
                <a:lnTo>
                  <a:pt x="7060" y="553"/>
                </a:lnTo>
                <a:lnTo>
                  <a:pt x="7051" y="547"/>
                </a:lnTo>
                <a:lnTo>
                  <a:pt x="7042" y="544"/>
                </a:lnTo>
                <a:lnTo>
                  <a:pt x="7036" y="551"/>
                </a:lnTo>
                <a:lnTo>
                  <a:pt x="7038" y="561"/>
                </a:lnTo>
                <a:lnTo>
                  <a:pt x="7045" y="576"/>
                </a:lnTo>
                <a:lnTo>
                  <a:pt x="7066" y="591"/>
                </a:lnTo>
                <a:lnTo>
                  <a:pt x="7090" y="589"/>
                </a:lnTo>
                <a:lnTo>
                  <a:pt x="7111" y="570"/>
                </a:lnTo>
                <a:lnTo>
                  <a:pt x="7116" y="555"/>
                </a:lnTo>
                <a:lnTo>
                  <a:pt x="7120" y="544"/>
                </a:lnTo>
                <a:lnTo>
                  <a:pt x="7122" y="527"/>
                </a:lnTo>
                <a:lnTo>
                  <a:pt x="7117" y="513"/>
                </a:lnTo>
                <a:lnTo>
                  <a:pt x="7107" y="501"/>
                </a:lnTo>
                <a:lnTo>
                  <a:pt x="7098" y="495"/>
                </a:lnTo>
                <a:lnTo>
                  <a:pt x="7061" y="471"/>
                </a:lnTo>
                <a:lnTo>
                  <a:pt x="7015" y="436"/>
                </a:lnTo>
                <a:lnTo>
                  <a:pt x="6993" y="419"/>
                </a:lnTo>
                <a:lnTo>
                  <a:pt x="6971" y="408"/>
                </a:lnTo>
                <a:lnTo>
                  <a:pt x="6963" y="408"/>
                </a:lnTo>
                <a:lnTo>
                  <a:pt x="6962" y="412"/>
                </a:lnTo>
                <a:lnTo>
                  <a:pt x="6964" y="420"/>
                </a:lnTo>
                <a:lnTo>
                  <a:pt x="6981" y="440"/>
                </a:lnTo>
                <a:lnTo>
                  <a:pt x="6995" y="449"/>
                </a:lnTo>
                <a:lnTo>
                  <a:pt x="7004" y="454"/>
                </a:lnTo>
                <a:lnTo>
                  <a:pt x="7014" y="463"/>
                </a:lnTo>
                <a:lnTo>
                  <a:pt x="7015" y="471"/>
                </a:lnTo>
                <a:lnTo>
                  <a:pt x="7006" y="480"/>
                </a:lnTo>
                <a:lnTo>
                  <a:pt x="6999" y="487"/>
                </a:lnTo>
                <a:lnTo>
                  <a:pt x="6991" y="491"/>
                </a:lnTo>
                <a:lnTo>
                  <a:pt x="6980" y="493"/>
                </a:lnTo>
                <a:lnTo>
                  <a:pt x="6973" y="490"/>
                </a:lnTo>
                <a:lnTo>
                  <a:pt x="6967" y="478"/>
                </a:lnTo>
                <a:lnTo>
                  <a:pt x="6966" y="468"/>
                </a:lnTo>
                <a:lnTo>
                  <a:pt x="6962" y="452"/>
                </a:lnTo>
                <a:lnTo>
                  <a:pt x="6940" y="425"/>
                </a:lnTo>
                <a:lnTo>
                  <a:pt x="6909" y="405"/>
                </a:lnTo>
                <a:lnTo>
                  <a:pt x="6875" y="399"/>
                </a:lnTo>
                <a:lnTo>
                  <a:pt x="6859" y="403"/>
                </a:lnTo>
                <a:lnTo>
                  <a:pt x="6850" y="407"/>
                </a:lnTo>
                <a:lnTo>
                  <a:pt x="6841" y="414"/>
                </a:lnTo>
                <a:lnTo>
                  <a:pt x="6843" y="428"/>
                </a:lnTo>
                <a:lnTo>
                  <a:pt x="6861" y="446"/>
                </a:lnTo>
                <a:lnTo>
                  <a:pt x="6873" y="462"/>
                </a:lnTo>
                <a:lnTo>
                  <a:pt x="6888" y="494"/>
                </a:lnTo>
                <a:lnTo>
                  <a:pt x="6888" y="506"/>
                </a:lnTo>
                <a:lnTo>
                  <a:pt x="6888" y="511"/>
                </a:lnTo>
                <a:lnTo>
                  <a:pt x="6885" y="514"/>
                </a:lnTo>
                <a:lnTo>
                  <a:pt x="6876" y="505"/>
                </a:lnTo>
                <a:lnTo>
                  <a:pt x="6868" y="490"/>
                </a:lnTo>
                <a:lnTo>
                  <a:pt x="6857" y="475"/>
                </a:lnTo>
                <a:lnTo>
                  <a:pt x="6818" y="447"/>
                </a:lnTo>
                <a:lnTo>
                  <a:pt x="6773" y="429"/>
                </a:lnTo>
                <a:lnTo>
                  <a:pt x="6745" y="426"/>
                </a:lnTo>
                <a:lnTo>
                  <a:pt x="6733" y="431"/>
                </a:lnTo>
                <a:lnTo>
                  <a:pt x="6730" y="436"/>
                </a:lnTo>
                <a:lnTo>
                  <a:pt x="6726" y="444"/>
                </a:lnTo>
                <a:lnTo>
                  <a:pt x="6713" y="451"/>
                </a:lnTo>
                <a:lnTo>
                  <a:pt x="6700" y="446"/>
                </a:lnTo>
                <a:lnTo>
                  <a:pt x="6691" y="433"/>
                </a:lnTo>
                <a:lnTo>
                  <a:pt x="6690" y="422"/>
                </a:lnTo>
                <a:lnTo>
                  <a:pt x="6689" y="411"/>
                </a:lnTo>
                <a:lnTo>
                  <a:pt x="6671" y="388"/>
                </a:lnTo>
                <a:lnTo>
                  <a:pt x="6659" y="381"/>
                </a:lnTo>
                <a:lnTo>
                  <a:pt x="6646" y="375"/>
                </a:lnTo>
                <a:lnTo>
                  <a:pt x="6628" y="355"/>
                </a:lnTo>
                <a:lnTo>
                  <a:pt x="6620" y="336"/>
                </a:lnTo>
                <a:lnTo>
                  <a:pt x="6628" y="326"/>
                </a:lnTo>
                <a:lnTo>
                  <a:pt x="6640" y="329"/>
                </a:lnTo>
                <a:lnTo>
                  <a:pt x="6653" y="331"/>
                </a:lnTo>
                <a:lnTo>
                  <a:pt x="6681" y="326"/>
                </a:lnTo>
                <a:lnTo>
                  <a:pt x="6708" y="311"/>
                </a:lnTo>
                <a:lnTo>
                  <a:pt x="6725" y="291"/>
                </a:lnTo>
                <a:lnTo>
                  <a:pt x="6727" y="280"/>
                </a:lnTo>
                <a:lnTo>
                  <a:pt x="6726" y="275"/>
                </a:lnTo>
                <a:lnTo>
                  <a:pt x="6719" y="268"/>
                </a:lnTo>
                <a:lnTo>
                  <a:pt x="6702" y="261"/>
                </a:lnTo>
                <a:lnTo>
                  <a:pt x="6670" y="259"/>
                </a:lnTo>
                <a:lnTo>
                  <a:pt x="6641" y="267"/>
                </a:lnTo>
                <a:lnTo>
                  <a:pt x="6632" y="276"/>
                </a:lnTo>
                <a:lnTo>
                  <a:pt x="6629" y="279"/>
                </a:lnTo>
                <a:lnTo>
                  <a:pt x="6621" y="278"/>
                </a:lnTo>
                <a:lnTo>
                  <a:pt x="6607" y="263"/>
                </a:lnTo>
                <a:lnTo>
                  <a:pt x="6597" y="243"/>
                </a:lnTo>
                <a:lnTo>
                  <a:pt x="6591" y="228"/>
                </a:lnTo>
                <a:lnTo>
                  <a:pt x="6583" y="205"/>
                </a:lnTo>
                <a:lnTo>
                  <a:pt x="6586" y="190"/>
                </a:lnTo>
                <a:lnTo>
                  <a:pt x="6596" y="177"/>
                </a:lnTo>
                <a:lnTo>
                  <a:pt x="6607" y="169"/>
                </a:lnTo>
                <a:lnTo>
                  <a:pt x="6617" y="162"/>
                </a:lnTo>
                <a:lnTo>
                  <a:pt x="6627" y="151"/>
                </a:lnTo>
                <a:lnTo>
                  <a:pt x="6617" y="142"/>
                </a:lnTo>
                <a:lnTo>
                  <a:pt x="6587" y="137"/>
                </a:lnTo>
                <a:lnTo>
                  <a:pt x="6549" y="131"/>
                </a:lnTo>
                <a:lnTo>
                  <a:pt x="6446" y="137"/>
                </a:lnTo>
                <a:lnTo>
                  <a:pt x="6343" y="155"/>
                </a:lnTo>
                <a:lnTo>
                  <a:pt x="6285" y="174"/>
                </a:lnTo>
                <a:lnTo>
                  <a:pt x="6262" y="187"/>
                </a:lnTo>
                <a:lnTo>
                  <a:pt x="6259" y="193"/>
                </a:lnTo>
                <a:lnTo>
                  <a:pt x="6255" y="200"/>
                </a:lnTo>
                <a:lnTo>
                  <a:pt x="6233" y="203"/>
                </a:lnTo>
                <a:lnTo>
                  <a:pt x="6205" y="197"/>
                </a:lnTo>
                <a:lnTo>
                  <a:pt x="6185" y="187"/>
                </a:lnTo>
                <a:lnTo>
                  <a:pt x="6183" y="178"/>
                </a:lnTo>
                <a:lnTo>
                  <a:pt x="6180" y="171"/>
                </a:lnTo>
                <a:lnTo>
                  <a:pt x="6154" y="146"/>
                </a:lnTo>
                <a:lnTo>
                  <a:pt x="6134" y="133"/>
                </a:lnTo>
                <a:lnTo>
                  <a:pt x="6083" y="101"/>
                </a:lnTo>
                <a:lnTo>
                  <a:pt x="6124" y="145"/>
                </a:lnTo>
                <a:lnTo>
                  <a:pt x="6150" y="176"/>
                </a:lnTo>
                <a:lnTo>
                  <a:pt x="6166" y="205"/>
                </a:lnTo>
                <a:lnTo>
                  <a:pt x="6163" y="217"/>
                </a:lnTo>
                <a:lnTo>
                  <a:pt x="6150" y="224"/>
                </a:lnTo>
                <a:lnTo>
                  <a:pt x="6125" y="224"/>
                </a:lnTo>
                <a:lnTo>
                  <a:pt x="6068" y="212"/>
                </a:lnTo>
                <a:lnTo>
                  <a:pt x="6012" y="194"/>
                </a:lnTo>
                <a:lnTo>
                  <a:pt x="5993" y="190"/>
                </a:lnTo>
                <a:lnTo>
                  <a:pt x="5959" y="191"/>
                </a:lnTo>
                <a:lnTo>
                  <a:pt x="5938" y="203"/>
                </a:lnTo>
                <a:lnTo>
                  <a:pt x="5935" y="224"/>
                </a:lnTo>
                <a:lnTo>
                  <a:pt x="5942" y="237"/>
                </a:lnTo>
                <a:lnTo>
                  <a:pt x="5944" y="244"/>
                </a:lnTo>
                <a:lnTo>
                  <a:pt x="5937" y="266"/>
                </a:lnTo>
                <a:lnTo>
                  <a:pt x="5920" y="289"/>
                </a:lnTo>
                <a:lnTo>
                  <a:pt x="5899" y="304"/>
                </a:lnTo>
                <a:lnTo>
                  <a:pt x="5889" y="305"/>
                </a:lnTo>
                <a:lnTo>
                  <a:pt x="5886" y="304"/>
                </a:lnTo>
                <a:lnTo>
                  <a:pt x="5883" y="299"/>
                </a:lnTo>
                <a:lnTo>
                  <a:pt x="5886" y="282"/>
                </a:lnTo>
                <a:lnTo>
                  <a:pt x="5895" y="267"/>
                </a:lnTo>
                <a:lnTo>
                  <a:pt x="5904" y="250"/>
                </a:lnTo>
                <a:lnTo>
                  <a:pt x="5905" y="238"/>
                </a:lnTo>
                <a:lnTo>
                  <a:pt x="5899" y="238"/>
                </a:lnTo>
                <a:lnTo>
                  <a:pt x="5895" y="240"/>
                </a:lnTo>
                <a:lnTo>
                  <a:pt x="5890" y="242"/>
                </a:lnTo>
                <a:lnTo>
                  <a:pt x="5883" y="242"/>
                </a:lnTo>
                <a:lnTo>
                  <a:pt x="5875" y="233"/>
                </a:lnTo>
                <a:lnTo>
                  <a:pt x="5873" y="220"/>
                </a:lnTo>
                <a:lnTo>
                  <a:pt x="5872" y="214"/>
                </a:lnTo>
                <a:lnTo>
                  <a:pt x="5868" y="213"/>
                </a:lnTo>
                <a:lnTo>
                  <a:pt x="5858" y="230"/>
                </a:lnTo>
                <a:lnTo>
                  <a:pt x="5849" y="254"/>
                </a:lnTo>
                <a:lnTo>
                  <a:pt x="5838" y="288"/>
                </a:lnTo>
                <a:lnTo>
                  <a:pt x="5820" y="327"/>
                </a:lnTo>
                <a:lnTo>
                  <a:pt x="5810" y="334"/>
                </a:lnTo>
                <a:lnTo>
                  <a:pt x="5806" y="329"/>
                </a:lnTo>
                <a:lnTo>
                  <a:pt x="5801" y="306"/>
                </a:lnTo>
                <a:lnTo>
                  <a:pt x="5802" y="278"/>
                </a:lnTo>
                <a:lnTo>
                  <a:pt x="5806" y="215"/>
                </a:lnTo>
                <a:lnTo>
                  <a:pt x="5801" y="171"/>
                </a:lnTo>
                <a:lnTo>
                  <a:pt x="5793" y="161"/>
                </a:lnTo>
                <a:lnTo>
                  <a:pt x="5786" y="161"/>
                </a:lnTo>
                <a:lnTo>
                  <a:pt x="5780" y="162"/>
                </a:lnTo>
                <a:lnTo>
                  <a:pt x="5775" y="180"/>
                </a:lnTo>
                <a:lnTo>
                  <a:pt x="5778" y="194"/>
                </a:lnTo>
                <a:lnTo>
                  <a:pt x="5781" y="208"/>
                </a:lnTo>
                <a:lnTo>
                  <a:pt x="5775" y="233"/>
                </a:lnTo>
                <a:lnTo>
                  <a:pt x="5768" y="240"/>
                </a:lnTo>
                <a:lnTo>
                  <a:pt x="5760" y="244"/>
                </a:lnTo>
                <a:lnTo>
                  <a:pt x="5749" y="241"/>
                </a:lnTo>
                <a:lnTo>
                  <a:pt x="5748" y="234"/>
                </a:lnTo>
                <a:lnTo>
                  <a:pt x="5746" y="227"/>
                </a:lnTo>
                <a:lnTo>
                  <a:pt x="5726" y="216"/>
                </a:lnTo>
                <a:lnTo>
                  <a:pt x="5711" y="215"/>
                </a:lnTo>
                <a:lnTo>
                  <a:pt x="5697" y="216"/>
                </a:lnTo>
                <a:lnTo>
                  <a:pt x="5672" y="231"/>
                </a:lnTo>
                <a:lnTo>
                  <a:pt x="5654" y="256"/>
                </a:lnTo>
                <a:lnTo>
                  <a:pt x="5648" y="286"/>
                </a:lnTo>
                <a:lnTo>
                  <a:pt x="5651" y="300"/>
                </a:lnTo>
                <a:lnTo>
                  <a:pt x="5654" y="312"/>
                </a:lnTo>
                <a:lnTo>
                  <a:pt x="5649" y="322"/>
                </a:lnTo>
                <a:lnTo>
                  <a:pt x="5635" y="320"/>
                </a:lnTo>
                <a:lnTo>
                  <a:pt x="5619" y="306"/>
                </a:lnTo>
                <a:lnTo>
                  <a:pt x="5613" y="294"/>
                </a:lnTo>
                <a:lnTo>
                  <a:pt x="5610" y="286"/>
                </a:lnTo>
                <a:lnTo>
                  <a:pt x="5601" y="277"/>
                </a:lnTo>
                <a:lnTo>
                  <a:pt x="5575" y="282"/>
                </a:lnTo>
                <a:lnTo>
                  <a:pt x="5537" y="303"/>
                </a:lnTo>
                <a:lnTo>
                  <a:pt x="5504" y="322"/>
                </a:lnTo>
                <a:lnTo>
                  <a:pt x="5481" y="329"/>
                </a:lnTo>
                <a:lnTo>
                  <a:pt x="5479" y="321"/>
                </a:lnTo>
                <a:lnTo>
                  <a:pt x="5481" y="314"/>
                </a:lnTo>
                <a:lnTo>
                  <a:pt x="5486" y="302"/>
                </a:lnTo>
                <a:lnTo>
                  <a:pt x="5484" y="290"/>
                </a:lnTo>
                <a:lnTo>
                  <a:pt x="5469" y="290"/>
                </a:lnTo>
                <a:lnTo>
                  <a:pt x="5444" y="302"/>
                </a:lnTo>
                <a:lnTo>
                  <a:pt x="5427" y="314"/>
                </a:lnTo>
                <a:lnTo>
                  <a:pt x="5410" y="328"/>
                </a:lnTo>
                <a:lnTo>
                  <a:pt x="5397" y="350"/>
                </a:lnTo>
                <a:lnTo>
                  <a:pt x="5396" y="364"/>
                </a:lnTo>
                <a:lnTo>
                  <a:pt x="5398" y="370"/>
                </a:lnTo>
                <a:lnTo>
                  <a:pt x="5400" y="378"/>
                </a:lnTo>
                <a:lnTo>
                  <a:pt x="5400" y="389"/>
                </a:lnTo>
                <a:lnTo>
                  <a:pt x="5391" y="394"/>
                </a:lnTo>
                <a:lnTo>
                  <a:pt x="5374" y="392"/>
                </a:lnTo>
                <a:lnTo>
                  <a:pt x="5365" y="391"/>
                </a:lnTo>
                <a:lnTo>
                  <a:pt x="5349" y="395"/>
                </a:lnTo>
                <a:lnTo>
                  <a:pt x="5334" y="407"/>
                </a:lnTo>
                <a:lnTo>
                  <a:pt x="5318" y="428"/>
                </a:lnTo>
                <a:lnTo>
                  <a:pt x="5311" y="441"/>
                </a:lnTo>
                <a:lnTo>
                  <a:pt x="5298" y="463"/>
                </a:lnTo>
                <a:lnTo>
                  <a:pt x="5266" y="495"/>
                </a:lnTo>
                <a:lnTo>
                  <a:pt x="5253" y="501"/>
                </a:lnTo>
                <a:lnTo>
                  <a:pt x="5243" y="503"/>
                </a:lnTo>
                <a:lnTo>
                  <a:pt x="5233" y="501"/>
                </a:lnTo>
                <a:lnTo>
                  <a:pt x="5235" y="483"/>
                </a:lnTo>
                <a:lnTo>
                  <a:pt x="5251" y="454"/>
                </a:lnTo>
                <a:lnTo>
                  <a:pt x="5263" y="430"/>
                </a:lnTo>
                <a:lnTo>
                  <a:pt x="5291" y="390"/>
                </a:lnTo>
                <a:lnTo>
                  <a:pt x="5303" y="378"/>
                </a:lnTo>
                <a:lnTo>
                  <a:pt x="5314" y="367"/>
                </a:lnTo>
                <a:lnTo>
                  <a:pt x="5329" y="341"/>
                </a:lnTo>
                <a:lnTo>
                  <a:pt x="5330" y="330"/>
                </a:lnTo>
                <a:lnTo>
                  <a:pt x="5331" y="320"/>
                </a:lnTo>
                <a:lnTo>
                  <a:pt x="5342" y="293"/>
                </a:lnTo>
                <a:lnTo>
                  <a:pt x="5373" y="243"/>
                </a:lnTo>
                <a:lnTo>
                  <a:pt x="5428" y="175"/>
                </a:lnTo>
                <a:lnTo>
                  <a:pt x="5469" y="138"/>
                </a:lnTo>
                <a:lnTo>
                  <a:pt x="5491" y="124"/>
                </a:lnTo>
                <a:lnTo>
                  <a:pt x="5499" y="123"/>
                </a:lnTo>
                <a:lnTo>
                  <a:pt x="5518" y="120"/>
                </a:lnTo>
                <a:lnTo>
                  <a:pt x="5523" y="116"/>
                </a:lnTo>
                <a:lnTo>
                  <a:pt x="5509" y="112"/>
                </a:lnTo>
                <a:lnTo>
                  <a:pt x="5496" y="107"/>
                </a:lnTo>
                <a:lnTo>
                  <a:pt x="5477" y="89"/>
                </a:lnTo>
                <a:lnTo>
                  <a:pt x="5476" y="79"/>
                </a:lnTo>
                <a:lnTo>
                  <a:pt x="5474" y="68"/>
                </a:lnTo>
                <a:lnTo>
                  <a:pt x="5462" y="50"/>
                </a:lnTo>
                <a:lnTo>
                  <a:pt x="5454" y="44"/>
                </a:lnTo>
                <a:lnTo>
                  <a:pt x="5447" y="41"/>
                </a:lnTo>
                <a:lnTo>
                  <a:pt x="5456" y="41"/>
                </a:lnTo>
                <a:lnTo>
                  <a:pt x="5472" y="44"/>
                </a:lnTo>
                <a:lnTo>
                  <a:pt x="5488" y="48"/>
                </a:lnTo>
                <a:lnTo>
                  <a:pt x="5508" y="42"/>
                </a:lnTo>
                <a:lnTo>
                  <a:pt x="5512" y="30"/>
                </a:lnTo>
                <a:lnTo>
                  <a:pt x="5498" y="15"/>
                </a:lnTo>
                <a:lnTo>
                  <a:pt x="5483" y="8"/>
                </a:lnTo>
                <a:lnTo>
                  <a:pt x="5468" y="3"/>
                </a:lnTo>
                <a:lnTo>
                  <a:pt x="5450" y="0"/>
                </a:lnTo>
                <a:lnTo>
                  <a:pt x="5439" y="11"/>
                </a:lnTo>
                <a:lnTo>
                  <a:pt x="5427" y="43"/>
                </a:lnTo>
                <a:lnTo>
                  <a:pt x="5419" y="69"/>
                </a:lnTo>
                <a:close/>
                <a:moveTo>
                  <a:pt x="6564" y="150"/>
                </a:moveTo>
                <a:lnTo>
                  <a:pt x="6563" y="156"/>
                </a:lnTo>
                <a:lnTo>
                  <a:pt x="6552" y="166"/>
                </a:lnTo>
                <a:lnTo>
                  <a:pt x="6538" y="169"/>
                </a:lnTo>
                <a:lnTo>
                  <a:pt x="6522" y="166"/>
                </a:lnTo>
                <a:lnTo>
                  <a:pt x="6518" y="161"/>
                </a:lnTo>
                <a:lnTo>
                  <a:pt x="6516" y="153"/>
                </a:lnTo>
                <a:lnTo>
                  <a:pt x="6525" y="143"/>
                </a:lnTo>
                <a:lnTo>
                  <a:pt x="6534" y="142"/>
                </a:lnTo>
                <a:lnTo>
                  <a:pt x="6546" y="142"/>
                </a:lnTo>
                <a:lnTo>
                  <a:pt x="6562" y="146"/>
                </a:lnTo>
                <a:lnTo>
                  <a:pt x="6564" y="150"/>
                </a:lnTo>
                <a:close/>
                <a:moveTo>
                  <a:pt x="5711" y="330"/>
                </a:moveTo>
                <a:lnTo>
                  <a:pt x="5710" y="334"/>
                </a:lnTo>
                <a:lnTo>
                  <a:pt x="5701" y="345"/>
                </a:lnTo>
                <a:lnTo>
                  <a:pt x="5694" y="351"/>
                </a:lnTo>
                <a:lnTo>
                  <a:pt x="5686" y="353"/>
                </a:lnTo>
                <a:lnTo>
                  <a:pt x="5676" y="350"/>
                </a:lnTo>
                <a:lnTo>
                  <a:pt x="5675" y="343"/>
                </a:lnTo>
                <a:lnTo>
                  <a:pt x="5676" y="336"/>
                </a:lnTo>
                <a:lnTo>
                  <a:pt x="5686" y="325"/>
                </a:lnTo>
                <a:lnTo>
                  <a:pt x="5694" y="324"/>
                </a:lnTo>
                <a:lnTo>
                  <a:pt x="5701" y="324"/>
                </a:lnTo>
                <a:lnTo>
                  <a:pt x="5710" y="328"/>
                </a:lnTo>
                <a:lnTo>
                  <a:pt x="5711" y="330"/>
                </a:lnTo>
                <a:close/>
                <a:moveTo>
                  <a:pt x="5276" y="368"/>
                </a:moveTo>
                <a:lnTo>
                  <a:pt x="5266" y="379"/>
                </a:lnTo>
                <a:lnTo>
                  <a:pt x="5245" y="394"/>
                </a:lnTo>
                <a:lnTo>
                  <a:pt x="5238" y="395"/>
                </a:lnTo>
                <a:lnTo>
                  <a:pt x="5232" y="394"/>
                </a:lnTo>
                <a:lnTo>
                  <a:pt x="5229" y="379"/>
                </a:lnTo>
                <a:lnTo>
                  <a:pt x="5232" y="368"/>
                </a:lnTo>
                <a:lnTo>
                  <a:pt x="5239" y="358"/>
                </a:lnTo>
                <a:lnTo>
                  <a:pt x="5260" y="343"/>
                </a:lnTo>
                <a:lnTo>
                  <a:pt x="5270" y="341"/>
                </a:lnTo>
                <a:lnTo>
                  <a:pt x="5279" y="341"/>
                </a:lnTo>
                <a:lnTo>
                  <a:pt x="5288" y="344"/>
                </a:lnTo>
                <a:lnTo>
                  <a:pt x="5288" y="354"/>
                </a:lnTo>
                <a:lnTo>
                  <a:pt x="5276" y="368"/>
                </a:lnTo>
                <a:close/>
                <a:moveTo>
                  <a:pt x="5452" y="352"/>
                </a:moveTo>
                <a:lnTo>
                  <a:pt x="5447" y="356"/>
                </a:lnTo>
                <a:lnTo>
                  <a:pt x="5427" y="357"/>
                </a:lnTo>
                <a:lnTo>
                  <a:pt x="5417" y="354"/>
                </a:lnTo>
                <a:lnTo>
                  <a:pt x="5410" y="350"/>
                </a:lnTo>
                <a:lnTo>
                  <a:pt x="5415" y="344"/>
                </a:lnTo>
                <a:lnTo>
                  <a:pt x="5428" y="343"/>
                </a:lnTo>
                <a:lnTo>
                  <a:pt x="5442" y="343"/>
                </a:lnTo>
                <a:lnTo>
                  <a:pt x="5453" y="346"/>
                </a:lnTo>
                <a:lnTo>
                  <a:pt x="5454" y="350"/>
                </a:lnTo>
                <a:lnTo>
                  <a:pt x="5452" y="352"/>
                </a:lnTo>
                <a:close/>
                <a:moveTo>
                  <a:pt x="4979" y="484"/>
                </a:moveTo>
                <a:lnTo>
                  <a:pt x="4972" y="491"/>
                </a:lnTo>
                <a:lnTo>
                  <a:pt x="4950" y="495"/>
                </a:lnTo>
                <a:lnTo>
                  <a:pt x="4938" y="492"/>
                </a:lnTo>
                <a:lnTo>
                  <a:pt x="4920" y="484"/>
                </a:lnTo>
                <a:lnTo>
                  <a:pt x="4923" y="475"/>
                </a:lnTo>
                <a:lnTo>
                  <a:pt x="4943" y="468"/>
                </a:lnTo>
                <a:lnTo>
                  <a:pt x="4957" y="463"/>
                </a:lnTo>
                <a:lnTo>
                  <a:pt x="4977" y="458"/>
                </a:lnTo>
                <a:lnTo>
                  <a:pt x="4985" y="463"/>
                </a:lnTo>
                <a:lnTo>
                  <a:pt x="4984" y="475"/>
                </a:lnTo>
                <a:lnTo>
                  <a:pt x="4979" y="484"/>
                </a:lnTo>
                <a:close/>
                <a:moveTo>
                  <a:pt x="5173" y="536"/>
                </a:moveTo>
                <a:lnTo>
                  <a:pt x="5168" y="559"/>
                </a:lnTo>
                <a:lnTo>
                  <a:pt x="5154" y="592"/>
                </a:lnTo>
                <a:lnTo>
                  <a:pt x="5148" y="595"/>
                </a:lnTo>
                <a:lnTo>
                  <a:pt x="5143" y="594"/>
                </a:lnTo>
                <a:lnTo>
                  <a:pt x="5137" y="588"/>
                </a:lnTo>
                <a:lnTo>
                  <a:pt x="5132" y="569"/>
                </a:lnTo>
                <a:lnTo>
                  <a:pt x="5133" y="534"/>
                </a:lnTo>
                <a:lnTo>
                  <a:pt x="5144" y="501"/>
                </a:lnTo>
                <a:lnTo>
                  <a:pt x="5153" y="490"/>
                </a:lnTo>
                <a:lnTo>
                  <a:pt x="5163" y="481"/>
                </a:lnTo>
                <a:lnTo>
                  <a:pt x="5175" y="474"/>
                </a:lnTo>
                <a:lnTo>
                  <a:pt x="5179" y="492"/>
                </a:lnTo>
                <a:lnTo>
                  <a:pt x="5173" y="536"/>
                </a:lnTo>
                <a:close/>
                <a:moveTo>
                  <a:pt x="5330" y="503"/>
                </a:moveTo>
                <a:lnTo>
                  <a:pt x="5327" y="516"/>
                </a:lnTo>
                <a:lnTo>
                  <a:pt x="5294" y="561"/>
                </a:lnTo>
                <a:lnTo>
                  <a:pt x="5249" y="608"/>
                </a:lnTo>
                <a:lnTo>
                  <a:pt x="5218" y="632"/>
                </a:lnTo>
                <a:lnTo>
                  <a:pt x="5204" y="640"/>
                </a:lnTo>
                <a:lnTo>
                  <a:pt x="5200" y="639"/>
                </a:lnTo>
                <a:lnTo>
                  <a:pt x="5198" y="635"/>
                </a:lnTo>
                <a:lnTo>
                  <a:pt x="5202" y="621"/>
                </a:lnTo>
                <a:lnTo>
                  <a:pt x="5226" y="587"/>
                </a:lnTo>
                <a:lnTo>
                  <a:pt x="5253" y="558"/>
                </a:lnTo>
                <a:lnTo>
                  <a:pt x="5301" y="511"/>
                </a:lnTo>
                <a:lnTo>
                  <a:pt x="5327" y="490"/>
                </a:lnTo>
                <a:lnTo>
                  <a:pt x="5330" y="495"/>
                </a:lnTo>
                <a:lnTo>
                  <a:pt x="5330" y="503"/>
                </a:lnTo>
                <a:close/>
                <a:moveTo>
                  <a:pt x="4968" y="552"/>
                </a:moveTo>
                <a:lnTo>
                  <a:pt x="4967" y="562"/>
                </a:lnTo>
                <a:lnTo>
                  <a:pt x="4957" y="570"/>
                </a:lnTo>
                <a:lnTo>
                  <a:pt x="4950" y="568"/>
                </a:lnTo>
                <a:lnTo>
                  <a:pt x="4943" y="563"/>
                </a:lnTo>
                <a:lnTo>
                  <a:pt x="4933" y="547"/>
                </a:lnTo>
                <a:lnTo>
                  <a:pt x="4932" y="539"/>
                </a:lnTo>
                <a:lnTo>
                  <a:pt x="4933" y="532"/>
                </a:lnTo>
                <a:lnTo>
                  <a:pt x="4943" y="524"/>
                </a:lnTo>
                <a:lnTo>
                  <a:pt x="4950" y="522"/>
                </a:lnTo>
                <a:lnTo>
                  <a:pt x="4957" y="524"/>
                </a:lnTo>
                <a:lnTo>
                  <a:pt x="4967" y="540"/>
                </a:lnTo>
                <a:lnTo>
                  <a:pt x="4968" y="552"/>
                </a:lnTo>
                <a:close/>
                <a:moveTo>
                  <a:pt x="4848" y="586"/>
                </a:moveTo>
                <a:lnTo>
                  <a:pt x="4852" y="596"/>
                </a:lnTo>
                <a:lnTo>
                  <a:pt x="4847" y="612"/>
                </a:lnTo>
                <a:lnTo>
                  <a:pt x="4841" y="613"/>
                </a:lnTo>
                <a:lnTo>
                  <a:pt x="4833" y="612"/>
                </a:lnTo>
                <a:lnTo>
                  <a:pt x="4823" y="596"/>
                </a:lnTo>
                <a:lnTo>
                  <a:pt x="4823" y="586"/>
                </a:lnTo>
                <a:lnTo>
                  <a:pt x="4823" y="576"/>
                </a:lnTo>
                <a:lnTo>
                  <a:pt x="4828" y="561"/>
                </a:lnTo>
                <a:lnTo>
                  <a:pt x="4830" y="558"/>
                </a:lnTo>
                <a:lnTo>
                  <a:pt x="4838" y="565"/>
                </a:lnTo>
                <a:lnTo>
                  <a:pt x="4848" y="586"/>
                </a:lnTo>
                <a:close/>
                <a:moveTo>
                  <a:pt x="5374" y="580"/>
                </a:moveTo>
                <a:lnTo>
                  <a:pt x="5369" y="586"/>
                </a:lnTo>
                <a:lnTo>
                  <a:pt x="5355" y="594"/>
                </a:lnTo>
                <a:lnTo>
                  <a:pt x="5347" y="595"/>
                </a:lnTo>
                <a:lnTo>
                  <a:pt x="5340" y="594"/>
                </a:lnTo>
                <a:lnTo>
                  <a:pt x="5331" y="586"/>
                </a:lnTo>
                <a:lnTo>
                  <a:pt x="5330" y="580"/>
                </a:lnTo>
                <a:lnTo>
                  <a:pt x="5332" y="574"/>
                </a:lnTo>
                <a:lnTo>
                  <a:pt x="5348" y="565"/>
                </a:lnTo>
                <a:lnTo>
                  <a:pt x="5357" y="564"/>
                </a:lnTo>
                <a:lnTo>
                  <a:pt x="5367" y="565"/>
                </a:lnTo>
                <a:lnTo>
                  <a:pt x="5377" y="574"/>
                </a:lnTo>
                <a:lnTo>
                  <a:pt x="5374" y="580"/>
                </a:lnTo>
                <a:close/>
                <a:moveTo>
                  <a:pt x="4946" y="615"/>
                </a:moveTo>
                <a:lnTo>
                  <a:pt x="4958" y="633"/>
                </a:lnTo>
                <a:lnTo>
                  <a:pt x="4962" y="655"/>
                </a:lnTo>
                <a:lnTo>
                  <a:pt x="4957" y="667"/>
                </a:lnTo>
                <a:lnTo>
                  <a:pt x="4952" y="672"/>
                </a:lnTo>
                <a:lnTo>
                  <a:pt x="4942" y="681"/>
                </a:lnTo>
                <a:lnTo>
                  <a:pt x="4932" y="676"/>
                </a:lnTo>
                <a:lnTo>
                  <a:pt x="4932" y="662"/>
                </a:lnTo>
                <a:lnTo>
                  <a:pt x="4931" y="650"/>
                </a:lnTo>
                <a:lnTo>
                  <a:pt x="4921" y="633"/>
                </a:lnTo>
                <a:lnTo>
                  <a:pt x="4914" y="631"/>
                </a:lnTo>
                <a:lnTo>
                  <a:pt x="4907" y="630"/>
                </a:lnTo>
                <a:lnTo>
                  <a:pt x="4896" y="615"/>
                </a:lnTo>
                <a:lnTo>
                  <a:pt x="4895" y="604"/>
                </a:lnTo>
                <a:lnTo>
                  <a:pt x="4896" y="591"/>
                </a:lnTo>
                <a:lnTo>
                  <a:pt x="4904" y="578"/>
                </a:lnTo>
                <a:lnTo>
                  <a:pt x="4918" y="581"/>
                </a:lnTo>
                <a:lnTo>
                  <a:pt x="4936" y="600"/>
                </a:lnTo>
                <a:lnTo>
                  <a:pt x="4946" y="615"/>
                </a:lnTo>
                <a:close/>
                <a:moveTo>
                  <a:pt x="4832" y="813"/>
                </a:moveTo>
                <a:lnTo>
                  <a:pt x="4835" y="819"/>
                </a:lnTo>
                <a:lnTo>
                  <a:pt x="4832" y="829"/>
                </a:lnTo>
                <a:lnTo>
                  <a:pt x="4824" y="830"/>
                </a:lnTo>
                <a:lnTo>
                  <a:pt x="4817" y="829"/>
                </a:lnTo>
                <a:lnTo>
                  <a:pt x="4801" y="819"/>
                </a:lnTo>
                <a:lnTo>
                  <a:pt x="4796" y="813"/>
                </a:lnTo>
                <a:lnTo>
                  <a:pt x="4793" y="805"/>
                </a:lnTo>
                <a:lnTo>
                  <a:pt x="4796" y="795"/>
                </a:lnTo>
                <a:lnTo>
                  <a:pt x="4803" y="794"/>
                </a:lnTo>
                <a:lnTo>
                  <a:pt x="4810" y="795"/>
                </a:lnTo>
                <a:lnTo>
                  <a:pt x="4827" y="805"/>
                </a:lnTo>
                <a:lnTo>
                  <a:pt x="4832" y="813"/>
                </a:lnTo>
                <a:close/>
                <a:moveTo>
                  <a:pt x="4487" y="988"/>
                </a:moveTo>
                <a:lnTo>
                  <a:pt x="4472" y="993"/>
                </a:lnTo>
                <a:lnTo>
                  <a:pt x="4444" y="1006"/>
                </a:lnTo>
                <a:lnTo>
                  <a:pt x="4435" y="1014"/>
                </a:lnTo>
                <a:lnTo>
                  <a:pt x="4424" y="1022"/>
                </a:lnTo>
                <a:lnTo>
                  <a:pt x="4402" y="1030"/>
                </a:lnTo>
                <a:lnTo>
                  <a:pt x="4383" y="1027"/>
                </a:lnTo>
                <a:lnTo>
                  <a:pt x="4371" y="1014"/>
                </a:lnTo>
                <a:lnTo>
                  <a:pt x="4370" y="1003"/>
                </a:lnTo>
                <a:lnTo>
                  <a:pt x="4371" y="995"/>
                </a:lnTo>
                <a:lnTo>
                  <a:pt x="4378" y="985"/>
                </a:lnTo>
                <a:lnTo>
                  <a:pt x="4409" y="977"/>
                </a:lnTo>
                <a:lnTo>
                  <a:pt x="4448" y="977"/>
                </a:lnTo>
                <a:lnTo>
                  <a:pt x="4476" y="979"/>
                </a:lnTo>
                <a:lnTo>
                  <a:pt x="4495" y="982"/>
                </a:lnTo>
                <a:lnTo>
                  <a:pt x="4494" y="987"/>
                </a:lnTo>
                <a:lnTo>
                  <a:pt x="4487" y="988"/>
                </a:lnTo>
                <a:close/>
                <a:moveTo>
                  <a:pt x="4207" y="1047"/>
                </a:moveTo>
                <a:lnTo>
                  <a:pt x="4234" y="1068"/>
                </a:lnTo>
                <a:lnTo>
                  <a:pt x="4236" y="1079"/>
                </a:lnTo>
                <a:lnTo>
                  <a:pt x="4212" y="1073"/>
                </a:lnTo>
                <a:lnTo>
                  <a:pt x="4195" y="1067"/>
                </a:lnTo>
                <a:lnTo>
                  <a:pt x="4161" y="1047"/>
                </a:lnTo>
                <a:lnTo>
                  <a:pt x="4150" y="1037"/>
                </a:lnTo>
                <a:lnTo>
                  <a:pt x="4141" y="1025"/>
                </a:lnTo>
                <a:lnTo>
                  <a:pt x="4139" y="1015"/>
                </a:lnTo>
                <a:lnTo>
                  <a:pt x="4144" y="1013"/>
                </a:lnTo>
                <a:lnTo>
                  <a:pt x="4157" y="1016"/>
                </a:lnTo>
                <a:lnTo>
                  <a:pt x="4187" y="1033"/>
                </a:lnTo>
                <a:lnTo>
                  <a:pt x="4207" y="1047"/>
                </a:lnTo>
                <a:close/>
                <a:moveTo>
                  <a:pt x="7288" y="1030"/>
                </a:moveTo>
                <a:lnTo>
                  <a:pt x="7287" y="1037"/>
                </a:lnTo>
                <a:lnTo>
                  <a:pt x="7278" y="1046"/>
                </a:lnTo>
                <a:lnTo>
                  <a:pt x="7271" y="1047"/>
                </a:lnTo>
                <a:lnTo>
                  <a:pt x="7263" y="1046"/>
                </a:lnTo>
                <a:lnTo>
                  <a:pt x="7253" y="1037"/>
                </a:lnTo>
                <a:lnTo>
                  <a:pt x="7252" y="1030"/>
                </a:lnTo>
                <a:lnTo>
                  <a:pt x="7253" y="1022"/>
                </a:lnTo>
                <a:lnTo>
                  <a:pt x="7263" y="1013"/>
                </a:lnTo>
                <a:lnTo>
                  <a:pt x="7271" y="1012"/>
                </a:lnTo>
                <a:lnTo>
                  <a:pt x="7278" y="1013"/>
                </a:lnTo>
                <a:lnTo>
                  <a:pt x="7287" y="1022"/>
                </a:lnTo>
                <a:lnTo>
                  <a:pt x="7288" y="1030"/>
                </a:lnTo>
                <a:close/>
                <a:moveTo>
                  <a:pt x="7287" y="1117"/>
                </a:moveTo>
                <a:lnTo>
                  <a:pt x="7270" y="1118"/>
                </a:lnTo>
                <a:lnTo>
                  <a:pt x="7247" y="1112"/>
                </a:lnTo>
                <a:lnTo>
                  <a:pt x="7236" y="1104"/>
                </a:lnTo>
                <a:lnTo>
                  <a:pt x="7233" y="1098"/>
                </a:lnTo>
                <a:lnTo>
                  <a:pt x="7223" y="1082"/>
                </a:lnTo>
                <a:lnTo>
                  <a:pt x="7216" y="1063"/>
                </a:lnTo>
                <a:lnTo>
                  <a:pt x="7226" y="1058"/>
                </a:lnTo>
                <a:lnTo>
                  <a:pt x="7252" y="1068"/>
                </a:lnTo>
                <a:lnTo>
                  <a:pt x="7272" y="1079"/>
                </a:lnTo>
                <a:lnTo>
                  <a:pt x="7306" y="1098"/>
                </a:lnTo>
                <a:lnTo>
                  <a:pt x="7313" y="1110"/>
                </a:lnTo>
                <a:lnTo>
                  <a:pt x="7300" y="1115"/>
                </a:lnTo>
                <a:lnTo>
                  <a:pt x="7287" y="1117"/>
                </a:lnTo>
                <a:close/>
                <a:moveTo>
                  <a:pt x="7401" y="1178"/>
                </a:moveTo>
                <a:lnTo>
                  <a:pt x="7389" y="1190"/>
                </a:lnTo>
                <a:lnTo>
                  <a:pt x="7382" y="1208"/>
                </a:lnTo>
                <a:lnTo>
                  <a:pt x="7394" y="1229"/>
                </a:lnTo>
                <a:lnTo>
                  <a:pt x="7430" y="1260"/>
                </a:lnTo>
                <a:lnTo>
                  <a:pt x="7461" y="1283"/>
                </a:lnTo>
                <a:lnTo>
                  <a:pt x="7492" y="1308"/>
                </a:lnTo>
                <a:lnTo>
                  <a:pt x="7532" y="1351"/>
                </a:lnTo>
                <a:lnTo>
                  <a:pt x="7543" y="1373"/>
                </a:lnTo>
                <a:lnTo>
                  <a:pt x="7542" y="1383"/>
                </a:lnTo>
                <a:lnTo>
                  <a:pt x="7532" y="1389"/>
                </a:lnTo>
                <a:lnTo>
                  <a:pt x="7514" y="1388"/>
                </a:lnTo>
                <a:lnTo>
                  <a:pt x="7503" y="1384"/>
                </a:lnTo>
                <a:lnTo>
                  <a:pt x="7464" y="1377"/>
                </a:lnTo>
                <a:lnTo>
                  <a:pt x="7437" y="1373"/>
                </a:lnTo>
                <a:lnTo>
                  <a:pt x="7432" y="1373"/>
                </a:lnTo>
                <a:lnTo>
                  <a:pt x="7424" y="1369"/>
                </a:lnTo>
                <a:lnTo>
                  <a:pt x="7421" y="1354"/>
                </a:lnTo>
                <a:lnTo>
                  <a:pt x="7424" y="1338"/>
                </a:lnTo>
                <a:lnTo>
                  <a:pt x="7429" y="1323"/>
                </a:lnTo>
                <a:lnTo>
                  <a:pt x="7426" y="1306"/>
                </a:lnTo>
                <a:lnTo>
                  <a:pt x="7414" y="1302"/>
                </a:lnTo>
                <a:lnTo>
                  <a:pt x="7395" y="1313"/>
                </a:lnTo>
                <a:lnTo>
                  <a:pt x="7383" y="1323"/>
                </a:lnTo>
                <a:lnTo>
                  <a:pt x="7374" y="1330"/>
                </a:lnTo>
                <a:lnTo>
                  <a:pt x="7355" y="1334"/>
                </a:lnTo>
                <a:lnTo>
                  <a:pt x="7348" y="1330"/>
                </a:lnTo>
                <a:lnTo>
                  <a:pt x="7345" y="1325"/>
                </a:lnTo>
                <a:lnTo>
                  <a:pt x="7349" y="1309"/>
                </a:lnTo>
                <a:lnTo>
                  <a:pt x="7358" y="1303"/>
                </a:lnTo>
                <a:lnTo>
                  <a:pt x="7363" y="1298"/>
                </a:lnTo>
                <a:lnTo>
                  <a:pt x="7370" y="1289"/>
                </a:lnTo>
                <a:lnTo>
                  <a:pt x="7371" y="1266"/>
                </a:lnTo>
                <a:lnTo>
                  <a:pt x="7363" y="1243"/>
                </a:lnTo>
                <a:lnTo>
                  <a:pt x="7358" y="1226"/>
                </a:lnTo>
                <a:lnTo>
                  <a:pt x="7357" y="1195"/>
                </a:lnTo>
                <a:lnTo>
                  <a:pt x="7369" y="1171"/>
                </a:lnTo>
                <a:lnTo>
                  <a:pt x="7390" y="1157"/>
                </a:lnTo>
                <a:lnTo>
                  <a:pt x="7405" y="1156"/>
                </a:lnTo>
                <a:lnTo>
                  <a:pt x="7408" y="1157"/>
                </a:lnTo>
                <a:lnTo>
                  <a:pt x="7412" y="1159"/>
                </a:lnTo>
                <a:lnTo>
                  <a:pt x="7409" y="1169"/>
                </a:lnTo>
                <a:lnTo>
                  <a:pt x="7401" y="1178"/>
                </a:lnTo>
                <a:close/>
                <a:moveTo>
                  <a:pt x="7276" y="1313"/>
                </a:moveTo>
                <a:lnTo>
                  <a:pt x="7257" y="1327"/>
                </a:lnTo>
                <a:lnTo>
                  <a:pt x="7258" y="1337"/>
                </a:lnTo>
                <a:lnTo>
                  <a:pt x="7280" y="1338"/>
                </a:lnTo>
                <a:lnTo>
                  <a:pt x="7296" y="1339"/>
                </a:lnTo>
                <a:lnTo>
                  <a:pt x="7335" y="1354"/>
                </a:lnTo>
                <a:lnTo>
                  <a:pt x="7350" y="1365"/>
                </a:lnTo>
                <a:lnTo>
                  <a:pt x="7367" y="1376"/>
                </a:lnTo>
                <a:lnTo>
                  <a:pt x="7404" y="1391"/>
                </a:lnTo>
                <a:lnTo>
                  <a:pt x="7419" y="1392"/>
                </a:lnTo>
                <a:lnTo>
                  <a:pt x="7432" y="1393"/>
                </a:lnTo>
                <a:lnTo>
                  <a:pt x="7450" y="1404"/>
                </a:lnTo>
                <a:lnTo>
                  <a:pt x="7451" y="1412"/>
                </a:lnTo>
                <a:lnTo>
                  <a:pt x="7451" y="1416"/>
                </a:lnTo>
                <a:lnTo>
                  <a:pt x="7444" y="1422"/>
                </a:lnTo>
                <a:lnTo>
                  <a:pt x="7422" y="1426"/>
                </a:lnTo>
                <a:lnTo>
                  <a:pt x="7399" y="1422"/>
                </a:lnTo>
                <a:lnTo>
                  <a:pt x="7377" y="1419"/>
                </a:lnTo>
                <a:lnTo>
                  <a:pt x="7347" y="1419"/>
                </a:lnTo>
                <a:lnTo>
                  <a:pt x="7333" y="1429"/>
                </a:lnTo>
                <a:lnTo>
                  <a:pt x="7336" y="1446"/>
                </a:lnTo>
                <a:lnTo>
                  <a:pt x="7345" y="1459"/>
                </a:lnTo>
                <a:lnTo>
                  <a:pt x="7350" y="1466"/>
                </a:lnTo>
                <a:lnTo>
                  <a:pt x="7355" y="1475"/>
                </a:lnTo>
                <a:lnTo>
                  <a:pt x="7347" y="1482"/>
                </a:lnTo>
                <a:lnTo>
                  <a:pt x="7328" y="1482"/>
                </a:lnTo>
                <a:lnTo>
                  <a:pt x="7312" y="1480"/>
                </a:lnTo>
                <a:lnTo>
                  <a:pt x="7272" y="1456"/>
                </a:lnTo>
                <a:lnTo>
                  <a:pt x="7256" y="1438"/>
                </a:lnTo>
                <a:lnTo>
                  <a:pt x="7235" y="1413"/>
                </a:lnTo>
                <a:lnTo>
                  <a:pt x="7220" y="1404"/>
                </a:lnTo>
                <a:lnTo>
                  <a:pt x="7214" y="1414"/>
                </a:lnTo>
                <a:lnTo>
                  <a:pt x="7212" y="1422"/>
                </a:lnTo>
                <a:lnTo>
                  <a:pt x="7210" y="1431"/>
                </a:lnTo>
                <a:lnTo>
                  <a:pt x="7204" y="1438"/>
                </a:lnTo>
                <a:lnTo>
                  <a:pt x="7190" y="1425"/>
                </a:lnTo>
                <a:lnTo>
                  <a:pt x="7174" y="1394"/>
                </a:lnTo>
                <a:lnTo>
                  <a:pt x="7152" y="1347"/>
                </a:lnTo>
                <a:lnTo>
                  <a:pt x="7145" y="1312"/>
                </a:lnTo>
                <a:lnTo>
                  <a:pt x="7153" y="1302"/>
                </a:lnTo>
                <a:lnTo>
                  <a:pt x="7162" y="1302"/>
                </a:lnTo>
                <a:lnTo>
                  <a:pt x="7170" y="1303"/>
                </a:lnTo>
                <a:lnTo>
                  <a:pt x="7178" y="1318"/>
                </a:lnTo>
                <a:lnTo>
                  <a:pt x="7179" y="1329"/>
                </a:lnTo>
                <a:lnTo>
                  <a:pt x="7181" y="1339"/>
                </a:lnTo>
                <a:lnTo>
                  <a:pt x="7191" y="1354"/>
                </a:lnTo>
                <a:lnTo>
                  <a:pt x="7200" y="1356"/>
                </a:lnTo>
                <a:lnTo>
                  <a:pt x="7208" y="1354"/>
                </a:lnTo>
                <a:lnTo>
                  <a:pt x="7214" y="1342"/>
                </a:lnTo>
                <a:lnTo>
                  <a:pt x="7212" y="1334"/>
                </a:lnTo>
                <a:lnTo>
                  <a:pt x="7211" y="1329"/>
                </a:lnTo>
                <a:lnTo>
                  <a:pt x="7214" y="1318"/>
                </a:lnTo>
                <a:lnTo>
                  <a:pt x="7227" y="1302"/>
                </a:lnTo>
                <a:lnTo>
                  <a:pt x="7256" y="1283"/>
                </a:lnTo>
                <a:lnTo>
                  <a:pt x="7284" y="1276"/>
                </a:lnTo>
                <a:lnTo>
                  <a:pt x="7294" y="1280"/>
                </a:lnTo>
                <a:lnTo>
                  <a:pt x="7297" y="1281"/>
                </a:lnTo>
                <a:lnTo>
                  <a:pt x="7297" y="1288"/>
                </a:lnTo>
                <a:lnTo>
                  <a:pt x="7288" y="1302"/>
                </a:lnTo>
                <a:lnTo>
                  <a:pt x="7276" y="1313"/>
                </a:lnTo>
                <a:close/>
                <a:moveTo>
                  <a:pt x="3342" y="1351"/>
                </a:moveTo>
                <a:lnTo>
                  <a:pt x="3337" y="1360"/>
                </a:lnTo>
                <a:lnTo>
                  <a:pt x="3328" y="1371"/>
                </a:lnTo>
                <a:lnTo>
                  <a:pt x="3314" y="1370"/>
                </a:lnTo>
                <a:lnTo>
                  <a:pt x="3293" y="1359"/>
                </a:lnTo>
                <a:lnTo>
                  <a:pt x="3279" y="1348"/>
                </a:lnTo>
                <a:lnTo>
                  <a:pt x="3269" y="1341"/>
                </a:lnTo>
                <a:lnTo>
                  <a:pt x="3259" y="1331"/>
                </a:lnTo>
                <a:lnTo>
                  <a:pt x="3269" y="1326"/>
                </a:lnTo>
                <a:lnTo>
                  <a:pt x="3298" y="1327"/>
                </a:lnTo>
                <a:lnTo>
                  <a:pt x="3321" y="1329"/>
                </a:lnTo>
                <a:lnTo>
                  <a:pt x="3340" y="1337"/>
                </a:lnTo>
                <a:lnTo>
                  <a:pt x="3343" y="1345"/>
                </a:lnTo>
                <a:lnTo>
                  <a:pt x="3342" y="1351"/>
                </a:lnTo>
                <a:close/>
                <a:moveTo>
                  <a:pt x="7216" y="1476"/>
                </a:moveTo>
                <a:lnTo>
                  <a:pt x="7241" y="1481"/>
                </a:lnTo>
                <a:lnTo>
                  <a:pt x="7263" y="1495"/>
                </a:lnTo>
                <a:lnTo>
                  <a:pt x="7270" y="1504"/>
                </a:lnTo>
                <a:lnTo>
                  <a:pt x="7270" y="1513"/>
                </a:lnTo>
                <a:lnTo>
                  <a:pt x="7263" y="1519"/>
                </a:lnTo>
                <a:lnTo>
                  <a:pt x="7241" y="1525"/>
                </a:lnTo>
                <a:lnTo>
                  <a:pt x="7216" y="1522"/>
                </a:lnTo>
                <a:lnTo>
                  <a:pt x="7195" y="1518"/>
                </a:lnTo>
                <a:lnTo>
                  <a:pt x="7171" y="1507"/>
                </a:lnTo>
                <a:lnTo>
                  <a:pt x="7162" y="1500"/>
                </a:lnTo>
                <a:lnTo>
                  <a:pt x="7162" y="1495"/>
                </a:lnTo>
                <a:lnTo>
                  <a:pt x="7160" y="1488"/>
                </a:lnTo>
                <a:lnTo>
                  <a:pt x="7144" y="1466"/>
                </a:lnTo>
                <a:lnTo>
                  <a:pt x="7130" y="1455"/>
                </a:lnTo>
                <a:lnTo>
                  <a:pt x="7119" y="1445"/>
                </a:lnTo>
                <a:lnTo>
                  <a:pt x="7112" y="1428"/>
                </a:lnTo>
                <a:lnTo>
                  <a:pt x="7113" y="1416"/>
                </a:lnTo>
                <a:lnTo>
                  <a:pt x="7116" y="1410"/>
                </a:lnTo>
                <a:lnTo>
                  <a:pt x="7121" y="1404"/>
                </a:lnTo>
                <a:lnTo>
                  <a:pt x="7127" y="1398"/>
                </a:lnTo>
                <a:lnTo>
                  <a:pt x="7138" y="1406"/>
                </a:lnTo>
                <a:lnTo>
                  <a:pt x="7146" y="1425"/>
                </a:lnTo>
                <a:lnTo>
                  <a:pt x="7149" y="1434"/>
                </a:lnTo>
                <a:lnTo>
                  <a:pt x="7162" y="1451"/>
                </a:lnTo>
                <a:lnTo>
                  <a:pt x="7181" y="1464"/>
                </a:lnTo>
                <a:lnTo>
                  <a:pt x="7203" y="1472"/>
                </a:lnTo>
                <a:lnTo>
                  <a:pt x="7216" y="1476"/>
                </a:lnTo>
                <a:close/>
                <a:moveTo>
                  <a:pt x="7823" y="1410"/>
                </a:moveTo>
                <a:lnTo>
                  <a:pt x="7818" y="1417"/>
                </a:lnTo>
                <a:lnTo>
                  <a:pt x="7802" y="1427"/>
                </a:lnTo>
                <a:lnTo>
                  <a:pt x="7794" y="1428"/>
                </a:lnTo>
                <a:lnTo>
                  <a:pt x="7788" y="1427"/>
                </a:lnTo>
                <a:lnTo>
                  <a:pt x="7784" y="1417"/>
                </a:lnTo>
                <a:lnTo>
                  <a:pt x="7788" y="1410"/>
                </a:lnTo>
                <a:lnTo>
                  <a:pt x="7792" y="1403"/>
                </a:lnTo>
                <a:lnTo>
                  <a:pt x="7808" y="1393"/>
                </a:lnTo>
                <a:lnTo>
                  <a:pt x="7816" y="1392"/>
                </a:lnTo>
                <a:lnTo>
                  <a:pt x="7823" y="1393"/>
                </a:lnTo>
                <a:lnTo>
                  <a:pt x="7827" y="1403"/>
                </a:lnTo>
                <a:lnTo>
                  <a:pt x="7823" y="1410"/>
                </a:lnTo>
                <a:close/>
                <a:moveTo>
                  <a:pt x="7481" y="1504"/>
                </a:moveTo>
                <a:lnTo>
                  <a:pt x="7473" y="1566"/>
                </a:lnTo>
                <a:lnTo>
                  <a:pt x="7472" y="1588"/>
                </a:lnTo>
                <a:lnTo>
                  <a:pt x="7467" y="1590"/>
                </a:lnTo>
                <a:lnTo>
                  <a:pt x="7434" y="1585"/>
                </a:lnTo>
                <a:lnTo>
                  <a:pt x="7412" y="1580"/>
                </a:lnTo>
                <a:lnTo>
                  <a:pt x="7360" y="1570"/>
                </a:lnTo>
                <a:lnTo>
                  <a:pt x="7331" y="1568"/>
                </a:lnTo>
                <a:lnTo>
                  <a:pt x="7321" y="1567"/>
                </a:lnTo>
                <a:lnTo>
                  <a:pt x="7308" y="1558"/>
                </a:lnTo>
                <a:lnTo>
                  <a:pt x="7307" y="1552"/>
                </a:lnTo>
                <a:lnTo>
                  <a:pt x="7307" y="1545"/>
                </a:lnTo>
                <a:lnTo>
                  <a:pt x="7314" y="1539"/>
                </a:lnTo>
                <a:lnTo>
                  <a:pt x="7346" y="1541"/>
                </a:lnTo>
                <a:lnTo>
                  <a:pt x="7392" y="1553"/>
                </a:lnTo>
                <a:lnTo>
                  <a:pt x="7414" y="1559"/>
                </a:lnTo>
                <a:lnTo>
                  <a:pt x="7446" y="1558"/>
                </a:lnTo>
                <a:lnTo>
                  <a:pt x="7460" y="1543"/>
                </a:lnTo>
                <a:lnTo>
                  <a:pt x="7458" y="1513"/>
                </a:lnTo>
                <a:lnTo>
                  <a:pt x="7450" y="1490"/>
                </a:lnTo>
                <a:lnTo>
                  <a:pt x="7445" y="1476"/>
                </a:lnTo>
                <a:lnTo>
                  <a:pt x="7443" y="1453"/>
                </a:lnTo>
                <a:lnTo>
                  <a:pt x="7449" y="1437"/>
                </a:lnTo>
                <a:lnTo>
                  <a:pt x="7463" y="1429"/>
                </a:lnTo>
                <a:lnTo>
                  <a:pt x="7473" y="1428"/>
                </a:lnTo>
                <a:lnTo>
                  <a:pt x="7476" y="1429"/>
                </a:lnTo>
                <a:lnTo>
                  <a:pt x="7482" y="1441"/>
                </a:lnTo>
                <a:lnTo>
                  <a:pt x="7484" y="1473"/>
                </a:lnTo>
                <a:lnTo>
                  <a:pt x="7481" y="1504"/>
                </a:lnTo>
                <a:close/>
                <a:moveTo>
                  <a:pt x="7560" y="1457"/>
                </a:moveTo>
                <a:lnTo>
                  <a:pt x="7559" y="1467"/>
                </a:lnTo>
                <a:lnTo>
                  <a:pt x="7550" y="1476"/>
                </a:lnTo>
                <a:lnTo>
                  <a:pt x="7543" y="1473"/>
                </a:lnTo>
                <a:lnTo>
                  <a:pt x="7535" y="1468"/>
                </a:lnTo>
                <a:lnTo>
                  <a:pt x="7525" y="1453"/>
                </a:lnTo>
                <a:lnTo>
                  <a:pt x="7524" y="1444"/>
                </a:lnTo>
                <a:lnTo>
                  <a:pt x="7525" y="1438"/>
                </a:lnTo>
                <a:lnTo>
                  <a:pt x="7535" y="1429"/>
                </a:lnTo>
                <a:lnTo>
                  <a:pt x="7543" y="1428"/>
                </a:lnTo>
                <a:lnTo>
                  <a:pt x="7550" y="1430"/>
                </a:lnTo>
                <a:lnTo>
                  <a:pt x="7559" y="1445"/>
                </a:lnTo>
                <a:lnTo>
                  <a:pt x="7560" y="1457"/>
                </a:lnTo>
                <a:close/>
                <a:moveTo>
                  <a:pt x="7071" y="1465"/>
                </a:moveTo>
                <a:lnTo>
                  <a:pt x="7070" y="1471"/>
                </a:lnTo>
                <a:lnTo>
                  <a:pt x="7053" y="1481"/>
                </a:lnTo>
                <a:lnTo>
                  <a:pt x="7042" y="1482"/>
                </a:lnTo>
                <a:lnTo>
                  <a:pt x="7032" y="1481"/>
                </a:lnTo>
                <a:lnTo>
                  <a:pt x="7023" y="1471"/>
                </a:lnTo>
                <a:lnTo>
                  <a:pt x="7026" y="1465"/>
                </a:lnTo>
                <a:lnTo>
                  <a:pt x="7030" y="1457"/>
                </a:lnTo>
                <a:lnTo>
                  <a:pt x="7047" y="1447"/>
                </a:lnTo>
                <a:lnTo>
                  <a:pt x="7054" y="1446"/>
                </a:lnTo>
                <a:lnTo>
                  <a:pt x="7061" y="1447"/>
                </a:lnTo>
                <a:lnTo>
                  <a:pt x="7070" y="1457"/>
                </a:lnTo>
                <a:lnTo>
                  <a:pt x="7071" y="1465"/>
                </a:lnTo>
                <a:close/>
                <a:moveTo>
                  <a:pt x="7842" y="1465"/>
                </a:moveTo>
                <a:lnTo>
                  <a:pt x="7845" y="1471"/>
                </a:lnTo>
                <a:lnTo>
                  <a:pt x="7841" y="1481"/>
                </a:lnTo>
                <a:lnTo>
                  <a:pt x="7834" y="1482"/>
                </a:lnTo>
                <a:lnTo>
                  <a:pt x="7827" y="1481"/>
                </a:lnTo>
                <a:lnTo>
                  <a:pt x="7810" y="1471"/>
                </a:lnTo>
                <a:lnTo>
                  <a:pt x="7805" y="1465"/>
                </a:lnTo>
                <a:lnTo>
                  <a:pt x="7802" y="1457"/>
                </a:lnTo>
                <a:lnTo>
                  <a:pt x="7806" y="1447"/>
                </a:lnTo>
                <a:lnTo>
                  <a:pt x="7813" y="1446"/>
                </a:lnTo>
                <a:lnTo>
                  <a:pt x="7820" y="1447"/>
                </a:lnTo>
                <a:lnTo>
                  <a:pt x="7836" y="1457"/>
                </a:lnTo>
                <a:lnTo>
                  <a:pt x="7842" y="1465"/>
                </a:lnTo>
                <a:close/>
                <a:moveTo>
                  <a:pt x="7125" y="1519"/>
                </a:moveTo>
                <a:lnTo>
                  <a:pt x="7124" y="1526"/>
                </a:lnTo>
                <a:lnTo>
                  <a:pt x="7109" y="1535"/>
                </a:lnTo>
                <a:lnTo>
                  <a:pt x="7098" y="1536"/>
                </a:lnTo>
                <a:lnTo>
                  <a:pt x="7088" y="1535"/>
                </a:lnTo>
                <a:lnTo>
                  <a:pt x="7073" y="1526"/>
                </a:lnTo>
                <a:lnTo>
                  <a:pt x="7071" y="1519"/>
                </a:lnTo>
                <a:lnTo>
                  <a:pt x="7073" y="1512"/>
                </a:lnTo>
                <a:lnTo>
                  <a:pt x="7088" y="1502"/>
                </a:lnTo>
                <a:lnTo>
                  <a:pt x="7098" y="1501"/>
                </a:lnTo>
                <a:lnTo>
                  <a:pt x="7109" y="1502"/>
                </a:lnTo>
                <a:lnTo>
                  <a:pt x="7124" y="1512"/>
                </a:lnTo>
                <a:lnTo>
                  <a:pt x="7125" y="1519"/>
                </a:lnTo>
                <a:close/>
                <a:moveTo>
                  <a:pt x="7116" y="1591"/>
                </a:moveTo>
                <a:lnTo>
                  <a:pt x="7111" y="1598"/>
                </a:lnTo>
                <a:lnTo>
                  <a:pt x="7095" y="1608"/>
                </a:lnTo>
                <a:lnTo>
                  <a:pt x="7087" y="1609"/>
                </a:lnTo>
                <a:lnTo>
                  <a:pt x="7080" y="1608"/>
                </a:lnTo>
                <a:lnTo>
                  <a:pt x="7077" y="1598"/>
                </a:lnTo>
                <a:lnTo>
                  <a:pt x="7080" y="1591"/>
                </a:lnTo>
                <a:lnTo>
                  <a:pt x="7085" y="1583"/>
                </a:lnTo>
                <a:lnTo>
                  <a:pt x="7101" y="1573"/>
                </a:lnTo>
                <a:lnTo>
                  <a:pt x="7109" y="1573"/>
                </a:lnTo>
                <a:lnTo>
                  <a:pt x="7116" y="1573"/>
                </a:lnTo>
                <a:lnTo>
                  <a:pt x="7120" y="1583"/>
                </a:lnTo>
                <a:lnTo>
                  <a:pt x="7116" y="1591"/>
                </a:lnTo>
                <a:close/>
                <a:moveTo>
                  <a:pt x="7265" y="1617"/>
                </a:moveTo>
                <a:lnTo>
                  <a:pt x="7261" y="1625"/>
                </a:lnTo>
                <a:lnTo>
                  <a:pt x="7241" y="1632"/>
                </a:lnTo>
                <a:lnTo>
                  <a:pt x="7231" y="1631"/>
                </a:lnTo>
                <a:lnTo>
                  <a:pt x="7220" y="1631"/>
                </a:lnTo>
                <a:lnTo>
                  <a:pt x="7193" y="1645"/>
                </a:lnTo>
                <a:lnTo>
                  <a:pt x="7169" y="1666"/>
                </a:lnTo>
                <a:lnTo>
                  <a:pt x="7158" y="1682"/>
                </a:lnTo>
                <a:lnTo>
                  <a:pt x="7157" y="1691"/>
                </a:lnTo>
                <a:lnTo>
                  <a:pt x="7158" y="1694"/>
                </a:lnTo>
                <a:lnTo>
                  <a:pt x="7158" y="1698"/>
                </a:lnTo>
                <a:lnTo>
                  <a:pt x="7149" y="1700"/>
                </a:lnTo>
                <a:lnTo>
                  <a:pt x="7142" y="1697"/>
                </a:lnTo>
                <a:lnTo>
                  <a:pt x="7135" y="1676"/>
                </a:lnTo>
                <a:lnTo>
                  <a:pt x="7135" y="1658"/>
                </a:lnTo>
                <a:lnTo>
                  <a:pt x="7136" y="1641"/>
                </a:lnTo>
                <a:lnTo>
                  <a:pt x="7147" y="1625"/>
                </a:lnTo>
                <a:lnTo>
                  <a:pt x="7158" y="1619"/>
                </a:lnTo>
                <a:lnTo>
                  <a:pt x="7165" y="1618"/>
                </a:lnTo>
                <a:lnTo>
                  <a:pt x="7177" y="1618"/>
                </a:lnTo>
                <a:lnTo>
                  <a:pt x="7199" y="1611"/>
                </a:lnTo>
                <a:lnTo>
                  <a:pt x="7206" y="1607"/>
                </a:lnTo>
                <a:lnTo>
                  <a:pt x="7213" y="1602"/>
                </a:lnTo>
                <a:lnTo>
                  <a:pt x="7234" y="1597"/>
                </a:lnTo>
                <a:lnTo>
                  <a:pt x="7255" y="1600"/>
                </a:lnTo>
                <a:lnTo>
                  <a:pt x="7266" y="1609"/>
                </a:lnTo>
                <a:lnTo>
                  <a:pt x="7265" y="1617"/>
                </a:lnTo>
                <a:close/>
                <a:moveTo>
                  <a:pt x="7978" y="1620"/>
                </a:moveTo>
                <a:lnTo>
                  <a:pt x="7976" y="1622"/>
                </a:lnTo>
                <a:lnTo>
                  <a:pt x="7956" y="1627"/>
                </a:lnTo>
                <a:lnTo>
                  <a:pt x="7941" y="1628"/>
                </a:lnTo>
                <a:lnTo>
                  <a:pt x="7927" y="1627"/>
                </a:lnTo>
                <a:lnTo>
                  <a:pt x="7907" y="1618"/>
                </a:lnTo>
                <a:lnTo>
                  <a:pt x="7905" y="1611"/>
                </a:lnTo>
                <a:lnTo>
                  <a:pt x="7907" y="1605"/>
                </a:lnTo>
                <a:lnTo>
                  <a:pt x="7927" y="1601"/>
                </a:lnTo>
                <a:lnTo>
                  <a:pt x="7941" y="1604"/>
                </a:lnTo>
                <a:lnTo>
                  <a:pt x="7969" y="1613"/>
                </a:lnTo>
                <a:lnTo>
                  <a:pt x="7978" y="1620"/>
                </a:lnTo>
                <a:close/>
                <a:moveTo>
                  <a:pt x="7356" y="1620"/>
                </a:moveTo>
                <a:lnTo>
                  <a:pt x="7350" y="1623"/>
                </a:lnTo>
                <a:lnTo>
                  <a:pt x="7331" y="1626"/>
                </a:lnTo>
                <a:lnTo>
                  <a:pt x="7321" y="1622"/>
                </a:lnTo>
                <a:lnTo>
                  <a:pt x="7313" y="1618"/>
                </a:lnTo>
                <a:lnTo>
                  <a:pt x="7319" y="1611"/>
                </a:lnTo>
                <a:lnTo>
                  <a:pt x="7332" y="1611"/>
                </a:lnTo>
                <a:lnTo>
                  <a:pt x="7346" y="1610"/>
                </a:lnTo>
                <a:lnTo>
                  <a:pt x="7357" y="1615"/>
                </a:lnTo>
                <a:lnTo>
                  <a:pt x="7358" y="1618"/>
                </a:lnTo>
                <a:lnTo>
                  <a:pt x="7356" y="1620"/>
                </a:lnTo>
                <a:close/>
                <a:moveTo>
                  <a:pt x="7778" y="1636"/>
                </a:moveTo>
                <a:lnTo>
                  <a:pt x="7777" y="1646"/>
                </a:lnTo>
                <a:lnTo>
                  <a:pt x="7762" y="1666"/>
                </a:lnTo>
                <a:lnTo>
                  <a:pt x="7742" y="1680"/>
                </a:lnTo>
                <a:lnTo>
                  <a:pt x="7720" y="1683"/>
                </a:lnTo>
                <a:lnTo>
                  <a:pt x="7712" y="1678"/>
                </a:lnTo>
                <a:lnTo>
                  <a:pt x="7710" y="1672"/>
                </a:lnTo>
                <a:lnTo>
                  <a:pt x="7711" y="1651"/>
                </a:lnTo>
                <a:lnTo>
                  <a:pt x="7717" y="1639"/>
                </a:lnTo>
                <a:lnTo>
                  <a:pt x="7723" y="1626"/>
                </a:lnTo>
                <a:lnTo>
                  <a:pt x="7742" y="1611"/>
                </a:lnTo>
                <a:lnTo>
                  <a:pt x="7762" y="1611"/>
                </a:lnTo>
                <a:lnTo>
                  <a:pt x="7777" y="1625"/>
                </a:lnTo>
                <a:lnTo>
                  <a:pt x="7778" y="1636"/>
                </a:lnTo>
                <a:close/>
                <a:moveTo>
                  <a:pt x="7878" y="1645"/>
                </a:moveTo>
                <a:lnTo>
                  <a:pt x="7872" y="1653"/>
                </a:lnTo>
                <a:lnTo>
                  <a:pt x="7856" y="1663"/>
                </a:lnTo>
                <a:lnTo>
                  <a:pt x="7848" y="1664"/>
                </a:lnTo>
                <a:lnTo>
                  <a:pt x="7842" y="1663"/>
                </a:lnTo>
                <a:lnTo>
                  <a:pt x="7839" y="1653"/>
                </a:lnTo>
                <a:lnTo>
                  <a:pt x="7842" y="1645"/>
                </a:lnTo>
                <a:lnTo>
                  <a:pt x="7846" y="1638"/>
                </a:lnTo>
                <a:lnTo>
                  <a:pt x="7863" y="1628"/>
                </a:lnTo>
                <a:lnTo>
                  <a:pt x="7870" y="1628"/>
                </a:lnTo>
                <a:lnTo>
                  <a:pt x="7878" y="1628"/>
                </a:lnTo>
                <a:lnTo>
                  <a:pt x="7881" y="1638"/>
                </a:lnTo>
                <a:lnTo>
                  <a:pt x="7878" y="1645"/>
                </a:lnTo>
                <a:close/>
                <a:moveTo>
                  <a:pt x="8084" y="1691"/>
                </a:moveTo>
                <a:lnTo>
                  <a:pt x="8112" y="1695"/>
                </a:lnTo>
                <a:lnTo>
                  <a:pt x="8148" y="1705"/>
                </a:lnTo>
                <a:lnTo>
                  <a:pt x="8168" y="1716"/>
                </a:lnTo>
                <a:lnTo>
                  <a:pt x="8177" y="1732"/>
                </a:lnTo>
                <a:lnTo>
                  <a:pt x="8177" y="1743"/>
                </a:lnTo>
                <a:lnTo>
                  <a:pt x="8178" y="1755"/>
                </a:lnTo>
                <a:lnTo>
                  <a:pt x="8193" y="1780"/>
                </a:lnTo>
                <a:lnTo>
                  <a:pt x="8204" y="1791"/>
                </a:lnTo>
                <a:lnTo>
                  <a:pt x="8219" y="1803"/>
                </a:lnTo>
                <a:lnTo>
                  <a:pt x="8227" y="1800"/>
                </a:lnTo>
                <a:lnTo>
                  <a:pt x="8223" y="1785"/>
                </a:lnTo>
                <a:lnTo>
                  <a:pt x="8218" y="1773"/>
                </a:lnTo>
                <a:lnTo>
                  <a:pt x="8223" y="1752"/>
                </a:lnTo>
                <a:lnTo>
                  <a:pt x="8229" y="1745"/>
                </a:lnTo>
                <a:lnTo>
                  <a:pt x="8238" y="1742"/>
                </a:lnTo>
                <a:lnTo>
                  <a:pt x="8255" y="1751"/>
                </a:lnTo>
                <a:lnTo>
                  <a:pt x="8261" y="1761"/>
                </a:lnTo>
                <a:lnTo>
                  <a:pt x="8263" y="1767"/>
                </a:lnTo>
                <a:lnTo>
                  <a:pt x="8270" y="1776"/>
                </a:lnTo>
                <a:lnTo>
                  <a:pt x="8287" y="1780"/>
                </a:lnTo>
                <a:lnTo>
                  <a:pt x="8300" y="1778"/>
                </a:lnTo>
                <a:lnTo>
                  <a:pt x="8305" y="1776"/>
                </a:lnTo>
                <a:lnTo>
                  <a:pt x="8307" y="1779"/>
                </a:lnTo>
                <a:lnTo>
                  <a:pt x="8294" y="1796"/>
                </a:lnTo>
                <a:lnTo>
                  <a:pt x="8273" y="1816"/>
                </a:lnTo>
                <a:lnTo>
                  <a:pt x="8257" y="1829"/>
                </a:lnTo>
                <a:lnTo>
                  <a:pt x="8230" y="1846"/>
                </a:lnTo>
                <a:lnTo>
                  <a:pt x="8206" y="1855"/>
                </a:lnTo>
                <a:lnTo>
                  <a:pt x="8182" y="1855"/>
                </a:lnTo>
                <a:lnTo>
                  <a:pt x="8169" y="1852"/>
                </a:lnTo>
                <a:lnTo>
                  <a:pt x="8152" y="1846"/>
                </a:lnTo>
                <a:lnTo>
                  <a:pt x="8128" y="1833"/>
                </a:lnTo>
                <a:lnTo>
                  <a:pt x="8121" y="1819"/>
                </a:lnTo>
                <a:lnTo>
                  <a:pt x="8135" y="1809"/>
                </a:lnTo>
                <a:lnTo>
                  <a:pt x="8150" y="1808"/>
                </a:lnTo>
                <a:lnTo>
                  <a:pt x="8164" y="1807"/>
                </a:lnTo>
                <a:lnTo>
                  <a:pt x="8177" y="1797"/>
                </a:lnTo>
                <a:lnTo>
                  <a:pt x="8171" y="1782"/>
                </a:lnTo>
                <a:lnTo>
                  <a:pt x="8150" y="1767"/>
                </a:lnTo>
                <a:lnTo>
                  <a:pt x="8133" y="1761"/>
                </a:lnTo>
                <a:lnTo>
                  <a:pt x="8111" y="1757"/>
                </a:lnTo>
                <a:lnTo>
                  <a:pt x="8077" y="1758"/>
                </a:lnTo>
                <a:lnTo>
                  <a:pt x="8064" y="1767"/>
                </a:lnTo>
                <a:lnTo>
                  <a:pt x="8062" y="1775"/>
                </a:lnTo>
                <a:lnTo>
                  <a:pt x="8067" y="1790"/>
                </a:lnTo>
                <a:lnTo>
                  <a:pt x="8081" y="1802"/>
                </a:lnTo>
                <a:lnTo>
                  <a:pt x="8093" y="1810"/>
                </a:lnTo>
                <a:lnTo>
                  <a:pt x="8101" y="1822"/>
                </a:lnTo>
                <a:lnTo>
                  <a:pt x="8100" y="1827"/>
                </a:lnTo>
                <a:lnTo>
                  <a:pt x="8098" y="1827"/>
                </a:lnTo>
                <a:lnTo>
                  <a:pt x="8087" y="1825"/>
                </a:lnTo>
                <a:lnTo>
                  <a:pt x="8055" y="1803"/>
                </a:lnTo>
                <a:lnTo>
                  <a:pt x="8038" y="1786"/>
                </a:lnTo>
                <a:lnTo>
                  <a:pt x="8020" y="1771"/>
                </a:lnTo>
                <a:lnTo>
                  <a:pt x="7994" y="1758"/>
                </a:lnTo>
                <a:lnTo>
                  <a:pt x="7983" y="1761"/>
                </a:lnTo>
                <a:lnTo>
                  <a:pt x="7981" y="1769"/>
                </a:lnTo>
                <a:lnTo>
                  <a:pt x="7985" y="1788"/>
                </a:lnTo>
                <a:lnTo>
                  <a:pt x="7995" y="1807"/>
                </a:lnTo>
                <a:lnTo>
                  <a:pt x="8002" y="1821"/>
                </a:lnTo>
                <a:lnTo>
                  <a:pt x="8006" y="1848"/>
                </a:lnTo>
                <a:lnTo>
                  <a:pt x="8001" y="1868"/>
                </a:lnTo>
                <a:lnTo>
                  <a:pt x="7985" y="1880"/>
                </a:lnTo>
                <a:lnTo>
                  <a:pt x="7974" y="1881"/>
                </a:lnTo>
                <a:lnTo>
                  <a:pt x="7970" y="1881"/>
                </a:lnTo>
                <a:lnTo>
                  <a:pt x="7965" y="1876"/>
                </a:lnTo>
                <a:lnTo>
                  <a:pt x="7962" y="1860"/>
                </a:lnTo>
                <a:lnTo>
                  <a:pt x="7965" y="1846"/>
                </a:lnTo>
                <a:lnTo>
                  <a:pt x="7967" y="1831"/>
                </a:lnTo>
                <a:lnTo>
                  <a:pt x="7960" y="1811"/>
                </a:lnTo>
                <a:lnTo>
                  <a:pt x="7952" y="1803"/>
                </a:lnTo>
                <a:lnTo>
                  <a:pt x="7945" y="1800"/>
                </a:lnTo>
                <a:lnTo>
                  <a:pt x="7937" y="1796"/>
                </a:lnTo>
                <a:lnTo>
                  <a:pt x="7928" y="1790"/>
                </a:lnTo>
                <a:lnTo>
                  <a:pt x="7933" y="1778"/>
                </a:lnTo>
                <a:lnTo>
                  <a:pt x="7952" y="1765"/>
                </a:lnTo>
                <a:lnTo>
                  <a:pt x="7967" y="1754"/>
                </a:lnTo>
                <a:lnTo>
                  <a:pt x="8006" y="1735"/>
                </a:lnTo>
                <a:lnTo>
                  <a:pt x="8022" y="1731"/>
                </a:lnTo>
                <a:lnTo>
                  <a:pt x="8039" y="1727"/>
                </a:lnTo>
                <a:lnTo>
                  <a:pt x="8030" y="1720"/>
                </a:lnTo>
                <a:lnTo>
                  <a:pt x="8005" y="1718"/>
                </a:lnTo>
                <a:lnTo>
                  <a:pt x="7956" y="1715"/>
                </a:lnTo>
                <a:lnTo>
                  <a:pt x="7919" y="1716"/>
                </a:lnTo>
                <a:lnTo>
                  <a:pt x="7906" y="1717"/>
                </a:lnTo>
                <a:lnTo>
                  <a:pt x="7890" y="1709"/>
                </a:lnTo>
                <a:lnTo>
                  <a:pt x="7888" y="1696"/>
                </a:lnTo>
                <a:lnTo>
                  <a:pt x="7898" y="1682"/>
                </a:lnTo>
                <a:lnTo>
                  <a:pt x="7910" y="1677"/>
                </a:lnTo>
                <a:lnTo>
                  <a:pt x="7921" y="1672"/>
                </a:lnTo>
                <a:lnTo>
                  <a:pt x="7958" y="1671"/>
                </a:lnTo>
                <a:lnTo>
                  <a:pt x="7978" y="1675"/>
                </a:lnTo>
                <a:lnTo>
                  <a:pt x="8027" y="1682"/>
                </a:lnTo>
                <a:lnTo>
                  <a:pt x="8084" y="1691"/>
                </a:lnTo>
                <a:close/>
                <a:moveTo>
                  <a:pt x="7026" y="1718"/>
                </a:moveTo>
                <a:lnTo>
                  <a:pt x="7028" y="1725"/>
                </a:lnTo>
                <a:lnTo>
                  <a:pt x="7020" y="1729"/>
                </a:lnTo>
                <a:lnTo>
                  <a:pt x="7010" y="1726"/>
                </a:lnTo>
                <a:lnTo>
                  <a:pt x="6988" y="1716"/>
                </a:lnTo>
                <a:lnTo>
                  <a:pt x="6980" y="1705"/>
                </a:lnTo>
                <a:lnTo>
                  <a:pt x="6988" y="1701"/>
                </a:lnTo>
                <a:lnTo>
                  <a:pt x="6997" y="1700"/>
                </a:lnTo>
                <a:lnTo>
                  <a:pt x="7005" y="1701"/>
                </a:lnTo>
                <a:lnTo>
                  <a:pt x="7021" y="1710"/>
                </a:lnTo>
                <a:lnTo>
                  <a:pt x="7026" y="1718"/>
                </a:lnTo>
                <a:close/>
                <a:moveTo>
                  <a:pt x="7579" y="1716"/>
                </a:moveTo>
                <a:lnTo>
                  <a:pt x="7578" y="1723"/>
                </a:lnTo>
                <a:lnTo>
                  <a:pt x="7561" y="1739"/>
                </a:lnTo>
                <a:lnTo>
                  <a:pt x="7549" y="1743"/>
                </a:lnTo>
                <a:lnTo>
                  <a:pt x="7542" y="1746"/>
                </a:lnTo>
                <a:lnTo>
                  <a:pt x="7534" y="1754"/>
                </a:lnTo>
                <a:lnTo>
                  <a:pt x="7539" y="1771"/>
                </a:lnTo>
                <a:lnTo>
                  <a:pt x="7559" y="1794"/>
                </a:lnTo>
                <a:lnTo>
                  <a:pt x="7574" y="1810"/>
                </a:lnTo>
                <a:lnTo>
                  <a:pt x="7590" y="1831"/>
                </a:lnTo>
                <a:lnTo>
                  <a:pt x="7585" y="1840"/>
                </a:lnTo>
                <a:lnTo>
                  <a:pt x="7561" y="1836"/>
                </a:lnTo>
                <a:lnTo>
                  <a:pt x="7541" y="1830"/>
                </a:lnTo>
                <a:lnTo>
                  <a:pt x="7528" y="1826"/>
                </a:lnTo>
                <a:lnTo>
                  <a:pt x="7508" y="1810"/>
                </a:lnTo>
                <a:lnTo>
                  <a:pt x="7497" y="1791"/>
                </a:lnTo>
                <a:lnTo>
                  <a:pt x="7493" y="1769"/>
                </a:lnTo>
                <a:lnTo>
                  <a:pt x="7495" y="1746"/>
                </a:lnTo>
                <a:lnTo>
                  <a:pt x="7505" y="1727"/>
                </a:lnTo>
                <a:lnTo>
                  <a:pt x="7521" y="1710"/>
                </a:lnTo>
                <a:lnTo>
                  <a:pt x="7543" y="1701"/>
                </a:lnTo>
                <a:lnTo>
                  <a:pt x="7557" y="1700"/>
                </a:lnTo>
                <a:lnTo>
                  <a:pt x="7565" y="1701"/>
                </a:lnTo>
                <a:lnTo>
                  <a:pt x="7578" y="1709"/>
                </a:lnTo>
                <a:lnTo>
                  <a:pt x="7579" y="1716"/>
                </a:lnTo>
                <a:close/>
                <a:moveTo>
                  <a:pt x="7706" y="1745"/>
                </a:moveTo>
                <a:lnTo>
                  <a:pt x="7704" y="1752"/>
                </a:lnTo>
                <a:lnTo>
                  <a:pt x="7689" y="1756"/>
                </a:lnTo>
                <a:lnTo>
                  <a:pt x="7667" y="1750"/>
                </a:lnTo>
                <a:lnTo>
                  <a:pt x="7648" y="1735"/>
                </a:lnTo>
                <a:lnTo>
                  <a:pt x="7644" y="1727"/>
                </a:lnTo>
                <a:lnTo>
                  <a:pt x="7640" y="1713"/>
                </a:lnTo>
                <a:lnTo>
                  <a:pt x="7650" y="1708"/>
                </a:lnTo>
                <a:lnTo>
                  <a:pt x="7669" y="1718"/>
                </a:lnTo>
                <a:lnTo>
                  <a:pt x="7697" y="1735"/>
                </a:lnTo>
                <a:lnTo>
                  <a:pt x="7706" y="1745"/>
                </a:lnTo>
                <a:close/>
                <a:moveTo>
                  <a:pt x="7916" y="1797"/>
                </a:moveTo>
                <a:lnTo>
                  <a:pt x="7916" y="1818"/>
                </a:lnTo>
                <a:lnTo>
                  <a:pt x="7913" y="1843"/>
                </a:lnTo>
                <a:lnTo>
                  <a:pt x="7901" y="1854"/>
                </a:lnTo>
                <a:lnTo>
                  <a:pt x="7875" y="1855"/>
                </a:lnTo>
                <a:lnTo>
                  <a:pt x="7854" y="1852"/>
                </a:lnTo>
                <a:lnTo>
                  <a:pt x="7828" y="1850"/>
                </a:lnTo>
                <a:lnTo>
                  <a:pt x="7786" y="1836"/>
                </a:lnTo>
                <a:lnTo>
                  <a:pt x="7768" y="1825"/>
                </a:lnTo>
                <a:lnTo>
                  <a:pt x="7762" y="1818"/>
                </a:lnTo>
                <a:lnTo>
                  <a:pt x="7770" y="1809"/>
                </a:lnTo>
                <a:lnTo>
                  <a:pt x="7789" y="1808"/>
                </a:lnTo>
                <a:lnTo>
                  <a:pt x="7806" y="1806"/>
                </a:lnTo>
                <a:lnTo>
                  <a:pt x="7844" y="1786"/>
                </a:lnTo>
                <a:lnTo>
                  <a:pt x="7859" y="1772"/>
                </a:lnTo>
                <a:lnTo>
                  <a:pt x="7876" y="1755"/>
                </a:lnTo>
                <a:lnTo>
                  <a:pt x="7897" y="1739"/>
                </a:lnTo>
                <a:lnTo>
                  <a:pt x="7909" y="1744"/>
                </a:lnTo>
                <a:lnTo>
                  <a:pt x="7915" y="1773"/>
                </a:lnTo>
                <a:lnTo>
                  <a:pt x="7916" y="1797"/>
                </a:lnTo>
                <a:close/>
                <a:moveTo>
                  <a:pt x="7097" y="1765"/>
                </a:moveTo>
                <a:lnTo>
                  <a:pt x="7108" y="1770"/>
                </a:lnTo>
                <a:lnTo>
                  <a:pt x="7124" y="1785"/>
                </a:lnTo>
                <a:lnTo>
                  <a:pt x="7125" y="1792"/>
                </a:lnTo>
                <a:lnTo>
                  <a:pt x="7124" y="1801"/>
                </a:lnTo>
                <a:lnTo>
                  <a:pt x="7110" y="1808"/>
                </a:lnTo>
                <a:lnTo>
                  <a:pt x="7087" y="1805"/>
                </a:lnTo>
                <a:lnTo>
                  <a:pt x="7063" y="1792"/>
                </a:lnTo>
                <a:lnTo>
                  <a:pt x="7053" y="1781"/>
                </a:lnTo>
                <a:lnTo>
                  <a:pt x="7046" y="1771"/>
                </a:lnTo>
                <a:lnTo>
                  <a:pt x="7042" y="1758"/>
                </a:lnTo>
                <a:lnTo>
                  <a:pt x="7054" y="1754"/>
                </a:lnTo>
                <a:lnTo>
                  <a:pt x="7079" y="1758"/>
                </a:lnTo>
                <a:lnTo>
                  <a:pt x="7097" y="1765"/>
                </a:lnTo>
                <a:close/>
                <a:moveTo>
                  <a:pt x="7345" y="1770"/>
                </a:moveTo>
                <a:lnTo>
                  <a:pt x="7333" y="1777"/>
                </a:lnTo>
                <a:lnTo>
                  <a:pt x="7306" y="1781"/>
                </a:lnTo>
                <a:lnTo>
                  <a:pt x="7294" y="1778"/>
                </a:lnTo>
                <a:lnTo>
                  <a:pt x="7282" y="1772"/>
                </a:lnTo>
                <a:lnTo>
                  <a:pt x="7271" y="1764"/>
                </a:lnTo>
                <a:lnTo>
                  <a:pt x="7278" y="1758"/>
                </a:lnTo>
                <a:lnTo>
                  <a:pt x="7302" y="1755"/>
                </a:lnTo>
                <a:lnTo>
                  <a:pt x="7321" y="1754"/>
                </a:lnTo>
                <a:lnTo>
                  <a:pt x="7345" y="1755"/>
                </a:lnTo>
                <a:lnTo>
                  <a:pt x="7356" y="1760"/>
                </a:lnTo>
                <a:lnTo>
                  <a:pt x="7351" y="1767"/>
                </a:lnTo>
                <a:lnTo>
                  <a:pt x="7345" y="1770"/>
                </a:lnTo>
                <a:close/>
                <a:moveTo>
                  <a:pt x="7479" y="1772"/>
                </a:moveTo>
                <a:lnTo>
                  <a:pt x="7482" y="1779"/>
                </a:lnTo>
                <a:lnTo>
                  <a:pt x="7479" y="1790"/>
                </a:lnTo>
                <a:lnTo>
                  <a:pt x="7472" y="1791"/>
                </a:lnTo>
                <a:lnTo>
                  <a:pt x="7464" y="1790"/>
                </a:lnTo>
                <a:lnTo>
                  <a:pt x="7448" y="1779"/>
                </a:lnTo>
                <a:lnTo>
                  <a:pt x="7443" y="1772"/>
                </a:lnTo>
                <a:lnTo>
                  <a:pt x="7439" y="1765"/>
                </a:lnTo>
                <a:lnTo>
                  <a:pt x="7443" y="1755"/>
                </a:lnTo>
                <a:lnTo>
                  <a:pt x="7450" y="1754"/>
                </a:lnTo>
                <a:lnTo>
                  <a:pt x="7458" y="1755"/>
                </a:lnTo>
                <a:lnTo>
                  <a:pt x="7474" y="1765"/>
                </a:lnTo>
                <a:lnTo>
                  <a:pt x="7479" y="1772"/>
                </a:lnTo>
                <a:close/>
                <a:moveTo>
                  <a:pt x="7261" y="1825"/>
                </a:moveTo>
                <a:lnTo>
                  <a:pt x="7259" y="1833"/>
                </a:lnTo>
                <a:lnTo>
                  <a:pt x="7261" y="1848"/>
                </a:lnTo>
                <a:lnTo>
                  <a:pt x="7273" y="1866"/>
                </a:lnTo>
                <a:lnTo>
                  <a:pt x="7303" y="1877"/>
                </a:lnTo>
                <a:lnTo>
                  <a:pt x="7340" y="1870"/>
                </a:lnTo>
                <a:lnTo>
                  <a:pt x="7358" y="1859"/>
                </a:lnTo>
                <a:lnTo>
                  <a:pt x="7374" y="1846"/>
                </a:lnTo>
                <a:lnTo>
                  <a:pt x="7379" y="1850"/>
                </a:lnTo>
                <a:lnTo>
                  <a:pt x="7364" y="1867"/>
                </a:lnTo>
                <a:lnTo>
                  <a:pt x="7355" y="1880"/>
                </a:lnTo>
                <a:lnTo>
                  <a:pt x="7348" y="1907"/>
                </a:lnTo>
                <a:lnTo>
                  <a:pt x="7352" y="1917"/>
                </a:lnTo>
                <a:lnTo>
                  <a:pt x="7357" y="1927"/>
                </a:lnTo>
                <a:lnTo>
                  <a:pt x="7352" y="1935"/>
                </a:lnTo>
                <a:lnTo>
                  <a:pt x="7335" y="1932"/>
                </a:lnTo>
                <a:lnTo>
                  <a:pt x="7311" y="1919"/>
                </a:lnTo>
                <a:lnTo>
                  <a:pt x="7299" y="1908"/>
                </a:lnTo>
                <a:lnTo>
                  <a:pt x="7287" y="1897"/>
                </a:lnTo>
                <a:lnTo>
                  <a:pt x="7259" y="1882"/>
                </a:lnTo>
                <a:lnTo>
                  <a:pt x="7247" y="1881"/>
                </a:lnTo>
                <a:lnTo>
                  <a:pt x="7235" y="1880"/>
                </a:lnTo>
                <a:lnTo>
                  <a:pt x="7209" y="1865"/>
                </a:lnTo>
                <a:lnTo>
                  <a:pt x="7198" y="1854"/>
                </a:lnTo>
                <a:lnTo>
                  <a:pt x="7187" y="1840"/>
                </a:lnTo>
                <a:lnTo>
                  <a:pt x="7187" y="1829"/>
                </a:lnTo>
                <a:lnTo>
                  <a:pt x="7197" y="1827"/>
                </a:lnTo>
                <a:lnTo>
                  <a:pt x="7206" y="1827"/>
                </a:lnTo>
                <a:lnTo>
                  <a:pt x="7218" y="1826"/>
                </a:lnTo>
                <a:lnTo>
                  <a:pt x="7227" y="1816"/>
                </a:lnTo>
                <a:lnTo>
                  <a:pt x="7225" y="1808"/>
                </a:lnTo>
                <a:lnTo>
                  <a:pt x="7223" y="1801"/>
                </a:lnTo>
                <a:lnTo>
                  <a:pt x="7232" y="1791"/>
                </a:lnTo>
                <a:lnTo>
                  <a:pt x="7244" y="1791"/>
                </a:lnTo>
                <a:lnTo>
                  <a:pt x="7251" y="1791"/>
                </a:lnTo>
                <a:lnTo>
                  <a:pt x="7261" y="1795"/>
                </a:lnTo>
                <a:lnTo>
                  <a:pt x="7265" y="1804"/>
                </a:lnTo>
                <a:lnTo>
                  <a:pt x="7264" y="1817"/>
                </a:lnTo>
                <a:lnTo>
                  <a:pt x="7261" y="1825"/>
                </a:lnTo>
                <a:close/>
                <a:moveTo>
                  <a:pt x="7089" y="1890"/>
                </a:moveTo>
                <a:lnTo>
                  <a:pt x="7096" y="1897"/>
                </a:lnTo>
                <a:lnTo>
                  <a:pt x="7111" y="1907"/>
                </a:lnTo>
                <a:lnTo>
                  <a:pt x="7139" y="1913"/>
                </a:lnTo>
                <a:lnTo>
                  <a:pt x="7165" y="1908"/>
                </a:lnTo>
                <a:lnTo>
                  <a:pt x="7187" y="1904"/>
                </a:lnTo>
                <a:lnTo>
                  <a:pt x="7209" y="1906"/>
                </a:lnTo>
                <a:lnTo>
                  <a:pt x="7215" y="1911"/>
                </a:lnTo>
                <a:lnTo>
                  <a:pt x="7216" y="1916"/>
                </a:lnTo>
                <a:lnTo>
                  <a:pt x="7215" y="1923"/>
                </a:lnTo>
                <a:lnTo>
                  <a:pt x="7206" y="1934"/>
                </a:lnTo>
                <a:lnTo>
                  <a:pt x="7198" y="1935"/>
                </a:lnTo>
                <a:lnTo>
                  <a:pt x="7191" y="1938"/>
                </a:lnTo>
                <a:lnTo>
                  <a:pt x="7188" y="1954"/>
                </a:lnTo>
                <a:lnTo>
                  <a:pt x="7193" y="1966"/>
                </a:lnTo>
                <a:lnTo>
                  <a:pt x="7199" y="1985"/>
                </a:lnTo>
                <a:lnTo>
                  <a:pt x="7189" y="1985"/>
                </a:lnTo>
                <a:lnTo>
                  <a:pt x="7167" y="1966"/>
                </a:lnTo>
                <a:lnTo>
                  <a:pt x="7151" y="1954"/>
                </a:lnTo>
                <a:lnTo>
                  <a:pt x="7113" y="1938"/>
                </a:lnTo>
                <a:lnTo>
                  <a:pt x="7097" y="1935"/>
                </a:lnTo>
                <a:lnTo>
                  <a:pt x="7076" y="1936"/>
                </a:lnTo>
                <a:lnTo>
                  <a:pt x="7075" y="1944"/>
                </a:lnTo>
                <a:lnTo>
                  <a:pt x="7095" y="1955"/>
                </a:lnTo>
                <a:lnTo>
                  <a:pt x="7107" y="1964"/>
                </a:lnTo>
                <a:lnTo>
                  <a:pt x="7124" y="1983"/>
                </a:lnTo>
                <a:lnTo>
                  <a:pt x="7125" y="1992"/>
                </a:lnTo>
                <a:lnTo>
                  <a:pt x="7125" y="1995"/>
                </a:lnTo>
                <a:lnTo>
                  <a:pt x="7116" y="1996"/>
                </a:lnTo>
                <a:lnTo>
                  <a:pt x="7094" y="1986"/>
                </a:lnTo>
                <a:lnTo>
                  <a:pt x="7073" y="1973"/>
                </a:lnTo>
                <a:lnTo>
                  <a:pt x="7050" y="1958"/>
                </a:lnTo>
                <a:lnTo>
                  <a:pt x="7006" y="1938"/>
                </a:lnTo>
                <a:lnTo>
                  <a:pt x="6993" y="1935"/>
                </a:lnTo>
                <a:lnTo>
                  <a:pt x="6980" y="1934"/>
                </a:lnTo>
                <a:lnTo>
                  <a:pt x="6959" y="1925"/>
                </a:lnTo>
                <a:lnTo>
                  <a:pt x="6953" y="1917"/>
                </a:lnTo>
                <a:lnTo>
                  <a:pt x="6952" y="1914"/>
                </a:lnTo>
                <a:lnTo>
                  <a:pt x="6953" y="1907"/>
                </a:lnTo>
                <a:lnTo>
                  <a:pt x="6965" y="1900"/>
                </a:lnTo>
                <a:lnTo>
                  <a:pt x="6978" y="1900"/>
                </a:lnTo>
                <a:lnTo>
                  <a:pt x="6993" y="1898"/>
                </a:lnTo>
                <a:lnTo>
                  <a:pt x="7020" y="1888"/>
                </a:lnTo>
                <a:lnTo>
                  <a:pt x="7026" y="1881"/>
                </a:lnTo>
                <a:lnTo>
                  <a:pt x="7032" y="1872"/>
                </a:lnTo>
                <a:lnTo>
                  <a:pt x="7046" y="1865"/>
                </a:lnTo>
                <a:lnTo>
                  <a:pt x="7062" y="1867"/>
                </a:lnTo>
                <a:lnTo>
                  <a:pt x="7079" y="1879"/>
                </a:lnTo>
                <a:lnTo>
                  <a:pt x="7089" y="1890"/>
                </a:lnTo>
                <a:close/>
                <a:moveTo>
                  <a:pt x="7755" y="1903"/>
                </a:moveTo>
                <a:lnTo>
                  <a:pt x="7751" y="1911"/>
                </a:lnTo>
                <a:lnTo>
                  <a:pt x="7744" y="1905"/>
                </a:lnTo>
                <a:lnTo>
                  <a:pt x="7744" y="1892"/>
                </a:lnTo>
                <a:lnTo>
                  <a:pt x="7743" y="1878"/>
                </a:lnTo>
                <a:lnTo>
                  <a:pt x="7747" y="1867"/>
                </a:lnTo>
                <a:lnTo>
                  <a:pt x="7751" y="1866"/>
                </a:lnTo>
                <a:lnTo>
                  <a:pt x="7753" y="1868"/>
                </a:lnTo>
                <a:lnTo>
                  <a:pt x="7756" y="1873"/>
                </a:lnTo>
                <a:lnTo>
                  <a:pt x="7758" y="1893"/>
                </a:lnTo>
                <a:lnTo>
                  <a:pt x="7755" y="1903"/>
                </a:lnTo>
                <a:close/>
                <a:moveTo>
                  <a:pt x="8050" y="1908"/>
                </a:moveTo>
                <a:lnTo>
                  <a:pt x="8040" y="1919"/>
                </a:lnTo>
                <a:lnTo>
                  <a:pt x="8024" y="1930"/>
                </a:lnTo>
                <a:lnTo>
                  <a:pt x="8019" y="1928"/>
                </a:lnTo>
                <a:lnTo>
                  <a:pt x="8016" y="1922"/>
                </a:lnTo>
                <a:lnTo>
                  <a:pt x="8018" y="1908"/>
                </a:lnTo>
                <a:lnTo>
                  <a:pt x="8030" y="1892"/>
                </a:lnTo>
                <a:lnTo>
                  <a:pt x="8045" y="1882"/>
                </a:lnTo>
                <a:lnTo>
                  <a:pt x="8054" y="1881"/>
                </a:lnTo>
                <a:lnTo>
                  <a:pt x="8057" y="1881"/>
                </a:lnTo>
                <a:lnTo>
                  <a:pt x="8062" y="1885"/>
                </a:lnTo>
                <a:lnTo>
                  <a:pt x="8059" y="1896"/>
                </a:lnTo>
                <a:lnTo>
                  <a:pt x="8050" y="1908"/>
                </a:lnTo>
                <a:close/>
                <a:moveTo>
                  <a:pt x="7968" y="1916"/>
                </a:moveTo>
                <a:lnTo>
                  <a:pt x="7971" y="1922"/>
                </a:lnTo>
                <a:lnTo>
                  <a:pt x="7967" y="1939"/>
                </a:lnTo>
                <a:lnTo>
                  <a:pt x="7959" y="1944"/>
                </a:lnTo>
                <a:lnTo>
                  <a:pt x="7953" y="1947"/>
                </a:lnTo>
                <a:lnTo>
                  <a:pt x="7942" y="1938"/>
                </a:lnTo>
                <a:lnTo>
                  <a:pt x="7941" y="1928"/>
                </a:lnTo>
                <a:lnTo>
                  <a:pt x="7942" y="1917"/>
                </a:lnTo>
                <a:lnTo>
                  <a:pt x="7945" y="1903"/>
                </a:lnTo>
                <a:lnTo>
                  <a:pt x="7953" y="1900"/>
                </a:lnTo>
                <a:lnTo>
                  <a:pt x="7963" y="1907"/>
                </a:lnTo>
                <a:lnTo>
                  <a:pt x="7968" y="1916"/>
                </a:lnTo>
                <a:close/>
                <a:moveTo>
                  <a:pt x="6727" y="1935"/>
                </a:moveTo>
                <a:lnTo>
                  <a:pt x="6725" y="1948"/>
                </a:lnTo>
                <a:lnTo>
                  <a:pt x="6719" y="1954"/>
                </a:lnTo>
                <a:lnTo>
                  <a:pt x="6710" y="1948"/>
                </a:lnTo>
                <a:lnTo>
                  <a:pt x="6700" y="1935"/>
                </a:lnTo>
                <a:lnTo>
                  <a:pt x="6696" y="1928"/>
                </a:lnTo>
                <a:lnTo>
                  <a:pt x="6701" y="1918"/>
                </a:lnTo>
                <a:lnTo>
                  <a:pt x="6706" y="1917"/>
                </a:lnTo>
                <a:lnTo>
                  <a:pt x="6715" y="1918"/>
                </a:lnTo>
                <a:lnTo>
                  <a:pt x="6726" y="1928"/>
                </a:lnTo>
                <a:lnTo>
                  <a:pt x="6727" y="1935"/>
                </a:lnTo>
                <a:close/>
                <a:moveTo>
                  <a:pt x="7488" y="1950"/>
                </a:moveTo>
                <a:lnTo>
                  <a:pt x="7461" y="1963"/>
                </a:lnTo>
                <a:lnTo>
                  <a:pt x="7430" y="1984"/>
                </a:lnTo>
                <a:lnTo>
                  <a:pt x="7417" y="1995"/>
                </a:lnTo>
                <a:lnTo>
                  <a:pt x="7401" y="1999"/>
                </a:lnTo>
                <a:lnTo>
                  <a:pt x="7393" y="1996"/>
                </a:lnTo>
                <a:lnTo>
                  <a:pt x="7390" y="1992"/>
                </a:lnTo>
                <a:lnTo>
                  <a:pt x="7388" y="1988"/>
                </a:lnTo>
                <a:lnTo>
                  <a:pt x="7393" y="1977"/>
                </a:lnTo>
                <a:lnTo>
                  <a:pt x="7410" y="1958"/>
                </a:lnTo>
                <a:lnTo>
                  <a:pt x="7448" y="1938"/>
                </a:lnTo>
                <a:lnTo>
                  <a:pt x="7475" y="1929"/>
                </a:lnTo>
                <a:lnTo>
                  <a:pt x="7491" y="1929"/>
                </a:lnTo>
                <a:lnTo>
                  <a:pt x="7495" y="1932"/>
                </a:lnTo>
                <a:lnTo>
                  <a:pt x="7501" y="1936"/>
                </a:lnTo>
                <a:lnTo>
                  <a:pt x="7497" y="1946"/>
                </a:lnTo>
                <a:lnTo>
                  <a:pt x="7488" y="1950"/>
                </a:lnTo>
                <a:close/>
                <a:moveTo>
                  <a:pt x="7258" y="1990"/>
                </a:moveTo>
                <a:lnTo>
                  <a:pt x="7256" y="1999"/>
                </a:lnTo>
                <a:lnTo>
                  <a:pt x="7256" y="2014"/>
                </a:lnTo>
                <a:lnTo>
                  <a:pt x="7262" y="2022"/>
                </a:lnTo>
                <a:lnTo>
                  <a:pt x="7276" y="2026"/>
                </a:lnTo>
                <a:lnTo>
                  <a:pt x="7287" y="2026"/>
                </a:lnTo>
                <a:lnTo>
                  <a:pt x="7301" y="2027"/>
                </a:lnTo>
                <a:lnTo>
                  <a:pt x="7323" y="2036"/>
                </a:lnTo>
                <a:lnTo>
                  <a:pt x="7325" y="2044"/>
                </a:lnTo>
                <a:lnTo>
                  <a:pt x="7325" y="2052"/>
                </a:lnTo>
                <a:lnTo>
                  <a:pt x="7321" y="2060"/>
                </a:lnTo>
                <a:lnTo>
                  <a:pt x="7298" y="2057"/>
                </a:lnTo>
                <a:lnTo>
                  <a:pt x="7261" y="2041"/>
                </a:lnTo>
                <a:lnTo>
                  <a:pt x="7245" y="2032"/>
                </a:lnTo>
                <a:lnTo>
                  <a:pt x="7222" y="2011"/>
                </a:lnTo>
                <a:lnTo>
                  <a:pt x="7216" y="1990"/>
                </a:lnTo>
                <a:lnTo>
                  <a:pt x="7227" y="1972"/>
                </a:lnTo>
                <a:lnTo>
                  <a:pt x="7239" y="1966"/>
                </a:lnTo>
                <a:lnTo>
                  <a:pt x="7257" y="1958"/>
                </a:lnTo>
                <a:lnTo>
                  <a:pt x="7265" y="1955"/>
                </a:lnTo>
                <a:lnTo>
                  <a:pt x="7264" y="1961"/>
                </a:lnTo>
                <a:lnTo>
                  <a:pt x="7258" y="1990"/>
                </a:lnTo>
                <a:close/>
                <a:moveTo>
                  <a:pt x="7902" y="2003"/>
                </a:moveTo>
                <a:lnTo>
                  <a:pt x="7902" y="2011"/>
                </a:lnTo>
                <a:lnTo>
                  <a:pt x="7890" y="2024"/>
                </a:lnTo>
                <a:lnTo>
                  <a:pt x="7878" y="2026"/>
                </a:lnTo>
                <a:lnTo>
                  <a:pt x="7867" y="2024"/>
                </a:lnTo>
                <a:lnTo>
                  <a:pt x="7856" y="2016"/>
                </a:lnTo>
                <a:lnTo>
                  <a:pt x="7858" y="2009"/>
                </a:lnTo>
                <a:lnTo>
                  <a:pt x="7861" y="2003"/>
                </a:lnTo>
                <a:lnTo>
                  <a:pt x="7855" y="1988"/>
                </a:lnTo>
                <a:lnTo>
                  <a:pt x="7847" y="1982"/>
                </a:lnTo>
                <a:lnTo>
                  <a:pt x="7840" y="1979"/>
                </a:lnTo>
                <a:lnTo>
                  <a:pt x="7846" y="1976"/>
                </a:lnTo>
                <a:lnTo>
                  <a:pt x="7858" y="1977"/>
                </a:lnTo>
                <a:lnTo>
                  <a:pt x="7872" y="1980"/>
                </a:lnTo>
                <a:lnTo>
                  <a:pt x="7895" y="1994"/>
                </a:lnTo>
                <a:lnTo>
                  <a:pt x="7902" y="2003"/>
                </a:lnTo>
                <a:close/>
                <a:moveTo>
                  <a:pt x="7978" y="1990"/>
                </a:moveTo>
                <a:lnTo>
                  <a:pt x="7977" y="1996"/>
                </a:lnTo>
                <a:lnTo>
                  <a:pt x="7966" y="2007"/>
                </a:lnTo>
                <a:lnTo>
                  <a:pt x="7957" y="2008"/>
                </a:lnTo>
                <a:lnTo>
                  <a:pt x="7952" y="2007"/>
                </a:lnTo>
                <a:lnTo>
                  <a:pt x="7947" y="1996"/>
                </a:lnTo>
                <a:lnTo>
                  <a:pt x="7951" y="1990"/>
                </a:lnTo>
                <a:lnTo>
                  <a:pt x="7955" y="1982"/>
                </a:lnTo>
                <a:lnTo>
                  <a:pt x="7966" y="1972"/>
                </a:lnTo>
                <a:lnTo>
                  <a:pt x="7970" y="1971"/>
                </a:lnTo>
                <a:lnTo>
                  <a:pt x="7972" y="1972"/>
                </a:lnTo>
                <a:lnTo>
                  <a:pt x="7977" y="1982"/>
                </a:lnTo>
                <a:lnTo>
                  <a:pt x="7978" y="1990"/>
                </a:lnTo>
                <a:close/>
                <a:moveTo>
                  <a:pt x="6999" y="2015"/>
                </a:moveTo>
                <a:lnTo>
                  <a:pt x="6998" y="2022"/>
                </a:lnTo>
                <a:lnTo>
                  <a:pt x="6987" y="2032"/>
                </a:lnTo>
                <a:lnTo>
                  <a:pt x="6973" y="2035"/>
                </a:lnTo>
                <a:lnTo>
                  <a:pt x="6958" y="2031"/>
                </a:lnTo>
                <a:lnTo>
                  <a:pt x="6953" y="2026"/>
                </a:lnTo>
                <a:lnTo>
                  <a:pt x="6951" y="2019"/>
                </a:lnTo>
                <a:lnTo>
                  <a:pt x="6960" y="2009"/>
                </a:lnTo>
                <a:lnTo>
                  <a:pt x="6970" y="2008"/>
                </a:lnTo>
                <a:lnTo>
                  <a:pt x="6981" y="2008"/>
                </a:lnTo>
                <a:lnTo>
                  <a:pt x="6997" y="2013"/>
                </a:lnTo>
                <a:lnTo>
                  <a:pt x="6999" y="2015"/>
                </a:lnTo>
                <a:close/>
                <a:moveTo>
                  <a:pt x="7470" y="2044"/>
                </a:moveTo>
                <a:lnTo>
                  <a:pt x="7469" y="2051"/>
                </a:lnTo>
                <a:lnTo>
                  <a:pt x="7458" y="2061"/>
                </a:lnTo>
                <a:lnTo>
                  <a:pt x="7450" y="2063"/>
                </a:lnTo>
                <a:lnTo>
                  <a:pt x="7444" y="2061"/>
                </a:lnTo>
                <a:lnTo>
                  <a:pt x="7439" y="2051"/>
                </a:lnTo>
                <a:lnTo>
                  <a:pt x="7443" y="2044"/>
                </a:lnTo>
                <a:lnTo>
                  <a:pt x="7447" y="2036"/>
                </a:lnTo>
                <a:lnTo>
                  <a:pt x="7458" y="2027"/>
                </a:lnTo>
                <a:lnTo>
                  <a:pt x="7462" y="2026"/>
                </a:lnTo>
                <a:lnTo>
                  <a:pt x="7466" y="2027"/>
                </a:lnTo>
                <a:lnTo>
                  <a:pt x="7470" y="2036"/>
                </a:lnTo>
                <a:lnTo>
                  <a:pt x="7470" y="2044"/>
                </a:lnTo>
                <a:close/>
                <a:moveTo>
                  <a:pt x="7043" y="2098"/>
                </a:moveTo>
                <a:lnTo>
                  <a:pt x="7047" y="2105"/>
                </a:lnTo>
                <a:lnTo>
                  <a:pt x="7042" y="2116"/>
                </a:lnTo>
                <a:lnTo>
                  <a:pt x="7037" y="2117"/>
                </a:lnTo>
                <a:lnTo>
                  <a:pt x="7028" y="2116"/>
                </a:lnTo>
                <a:lnTo>
                  <a:pt x="7017" y="2105"/>
                </a:lnTo>
                <a:lnTo>
                  <a:pt x="7016" y="2098"/>
                </a:lnTo>
                <a:lnTo>
                  <a:pt x="7017" y="2091"/>
                </a:lnTo>
                <a:lnTo>
                  <a:pt x="7021" y="2081"/>
                </a:lnTo>
                <a:lnTo>
                  <a:pt x="7024" y="2080"/>
                </a:lnTo>
                <a:lnTo>
                  <a:pt x="7028" y="2081"/>
                </a:lnTo>
                <a:lnTo>
                  <a:pt x="7039" y="2091"/>
                </a:lnTo>
                <a:lnTo>
                  <a:pt x="7043" y="2098"/>
                </a:lnTo>
                <a:close/>
                <a:moveTo>
                  <a:pt x="7880" y="2107"/>
                </a:moveTo>
                <a:lnTo>
                  <a:pt x="7890" y="2118"/>
                </a:lnTo>
                <a:lnTo>
                  <a:pt x="7895" y="2130"/>
                </a:lnTo>
                <a:lnTo>
                  <a:pt x="7893" y="2134"/>
                </a:lnTo>
                <a:lnTo>
                  <a:pt x="7891" y="2134"/>
                </a:lnTo>
                <a:lnTo>
                  <a:pt x="7882" y="2133"/>
                </a:lnTo>
                <a:lnTo>
                  <a:pt x="7860" y="2118"/>
                </a:lnTo>
                <a:lnTo>
                  <a:pt x="7851" y="2107"/>
                </a:lnTo>
                <a:lnTo>
                  <a:pt x="7842" y="2097"/>
                </a:lnTo>
                <a:lnTo>
                  <a:pt x="7836" y="2082"/>
                </a:lnTo>
                <a:lnTo>
                  <a:pt x="7840" y="2080"/>
                </a:lnTo>
                <a:lnTo>
                  <a:pt x="7846" y="2082"/>
                </a:lnTo>
                <a:lnTo>
                  <a:pt x="7868" y="2097"/>
                </a:lnTo>
                <a:lnTo>
                  <a:pt x="7880" y="2107"/>
                </a:lnTo>
                <a:close/>
                <a:moveTo>
                  <a:pt x="6853" y="2144"/>
                </a:moveTo>
                <a:lnTo>
                  <a:pt x="6862" y="2156"/>
                </a:lnTo>
                <a:lnTo>
                  <a:pt x="6866" y="2179"/>
                </a:lnTo>
                <a:lnTo>
                  <a:pt x="6863" y="2185"/>
                </a:lnTo>
                <a:lnTo>
                  <a:pt x="6856" y="2190"/>
                </a:lnTo>
                <a:lnTo>
                  <a:pt x="6844" y="2183"/>
                </a:lnTo>
                <a:lnTo>
                  <a:pt x="6841" y="2174"/>
                </a:lnTo>
                <a:lnTo>
                  <a:pt x="6838" y="2168"/>
                </a:lnTo>
                <a:lnTo>
                  <a:pt x="6832" y="2161"/>
                </a:lnTo>
                <a:lnTo>
                  <a:pt x="6819" y="2163"/>
                </a:lnTo>
                <a:lnTo>
                  <a:pt x="6806" y="2172"/>
                </a:lnTo>
                <a:lnTo>
                  <a:pt x="6797" y="2181"/>
                </a:lnTo>
                <a:lnTo>
                  <a:pt x="6786" y="2186"/>
                </a:lnTo>
                <a:lnTo>
                  <a:pt x="6782" y="2173"/>
                </a:lnTo>
                <a:lnTo>
                  <a:pt x="6792" y="2145"/>
                </a:lnTo>
                <a:lnTo>
                  <a:pt x="6798" y="2133"/>
                </a:lnTo>
                <a:lnTo>
                  <a:pt x="6810" y="2119"/>
                </a:lnTo>
                <a:lnTo>
                  <a:pt x="6825" y="2119"/>
                </a:lnTo>
                <a:lnTo>
                  <a:pt x="6843" y="2132"/>
                </a:lnTo>
                <a:lnTo>
                  <a:pt x="6853" y="2144"/>
                </a:lnTo>
                <a:close/>
                <a:moveTo>
                  <a:pt x="7742" y="2134"/>
                </a:moveTo>
                <a:lnTo>
                  <a:pt x="7740" y="2148"/>
                </a:lnTo>
                <a:lnTo>
                  <a:pt x="7734" y="2153"/>
                </a:lnTo>
                <a:lnTo>
                  <a:pt x="7724" y="2148"/>
                </a:lnTo>
                <a:lnTo>
                  <a:pt x="7715" y="2134"/>
                </a:lnTo>
                <a:lnTo>
                  <a:pt x="7711" y="2127"/>
                </a:lnTo>
                <a:lnTo>
                  <a:pt x="7716" y="2117"/>
                </a:lnTo>
                <a:lnTo>
                  <a:pt x="7722" y="2117"/>
                </a:lnTo>
                <a:lnTo>
                  <a:pt x="7730" y="2117"/>
                </a:lnTo>
                <a:lnTo>
                  <a:pt x="7741" y="2127"/>
                </a:lnTo>
                <a:lnTo>
                  <a:pt x="7742" y="2134"/>
                </a:lnTo>
                <a:close/>
                <a:moveTo>
                  <a:pt x="6727" y="2189"/>
                </a:moveTo>
                <a:lnTo>
                  <a:pt x="6725" y="2203"/>
                </a:lnTo>
                <a:lnTo>
                  <a:pt x="6719" y="2207"/>
                </a:lnTo>
                <a:lnTo>
                  <a:pt x="6710" y="2203"/>
                </a:lnTo>
                <a:lnTo>
                  <a:pt x="6700" y="2189"/>
                </a:lnTo>
                <a:lnTo>
                  <a:pt x="6696" y="2181"/>
                </a:lnTo>
                <a:lnTo>
                  <a:pt x="6701" y="2171"/>
                </a:lnTo>
                <a:lnTo>
                  <a:pt x="6706" y="2171"/>
                </a:lnTo>
                <a:lnTo>
                  <a:pt x="6715" y="2171"/>
                </a:lnTo>
                <a:lnTo>
                  <a:pt x="6726" y="2181"/>
                </a:lnTo>
                <a:lnTo>
                  <a:pt x="6727" y="2189"/>
                </a:lnTo>
                <a:close/>
                <a:moveTo>
                  <a:pt x="7008" y="2204"/>
                </a:moveTo>
                <a:lnTo>
                  <a:pt x="7017" y="2214"/>
                </a:lnTo>
                <a:lnTo>
                  <a:pt x="7028" y="2247"/>
                </a:lnTo>
                <a:lnTo>
                  <a:pt x="7028" y="2286"/>
                </a:lnTo>
                <a:lnTo>
                  <a:pt x="7021" y="2307"/>
                </a:lnTo>
                <a:lnTo>
                  <a:pt x="7013" y="2315"/>
                </a:lnTo>
                <a:lnTo>
                  <a:pt x="7008" y="2316"/>
                </a:lnTo>
                <a:lnTo>
                  <a:pt x="6996" y="2315"/>
                </a:lnTo>
                <a:lnTo>
                  <a:pt x="6977" y="2306"/>
                </a:lnTo>
                <a:lnTo>
                  <a:pt x="6970" y="2292"/>
                </a:lnTo>
                <a:lnTo>
                  <a:pt x="6975" y="2279"/>
                </a:lnTo>
                <a:lnTo>
                  <a:pt x="6984" y="2274"/>
                </a:lnTo>
                <a:lnTo>
                  <a:pt x="6988" y="2272"/>
                </a:lnTo>
                <a:lnTo>
                  <a:pt x="6989" y="2268"/>
                </a:lnTo>
                <a:lnTo>
                  <a:pt x="6977" y="2264"/>
                </a:lnTo>
                <a:lnTo>
                  <a:pt x="6959" y="2264"/>
                </a:lnTo>
                <a:lnTo>
                  <a:pt x="6942" y="2263"/>
                </a:lnTo>
                <a:lnTo>
                  <a:pt x="6923" y="2259"/>
                </a:lnTo>
                <a:lnTo>
                  <a:pt x="6918" y="2253"/>
                </a:lnTo>
                <a:lnTo>
                  <a:pt x="6928" y="2238"/>
                </a:lnTo>
                <a:lnTo>
                  <a:pt x="6939" y="2226"/>
                </a:lnTo>
                <a:lnTo>
                  <a:pt x="6951" y="2211"/>
                </a:lnTo>
                <a:lnTo>
                  <a:pt x="6968" y="2195"/>
                </a:lnTo>
                <a:lnTo>
                  <a:pt x="6983" y="2191"/>
                </a:lnTo>
                <a:lnTo>
                  <a:pt x="6998" y="2196"/>
                </a:lnTo>
                <a:lnTo>
                  <a:pt x="7008" y="2204"/>
                </a:lnTo>
                <a:close/>
                <a:moveTo>
                  <a:pt x="7851" y="2226"/>
                </a:moveTo>
                <a:lnTo>
                  <a:pt x="7850" y="2229"/>
                </a:lnTo>
                <a:lnTo>
                  <a:pt x="7841" y="2234"/>
                </a:lnTo>
                <a:lnTo>
                  <a:pt x="7817" y="2239"/>
                </a:lnTo>
                <a:lnTo>
                  <a:pt x="7774" y="2238"/>
                </a:lnTo>
                <a:lnTo>
                  <a:pt x="7739" y="2230"/>
                </a:lnTo>
                <a:lnTo>
                  <a:pt x="7731" y="2223"/>
                </a:lnTo>
                <a:lnTo>
                  <a:pt x="7729" y="2218"/>
                </a:lnTo>
                <a:lnTo>
                  <a:pt x="7739" y="2215"/>
                </a:lnTo>
                <a:lnTo>
                  <a:pt x="7749" y="2218"/>
                </a:lnTo>
                <a:lnTo>
                  <a:pt x="7760" y="2221"/>
                </a:lnTo>
                <a:lnTo>
                  <a:pt x="7777" y="2218"/>
                </a:lnTo>
                <a:lnTo>
                  <a:pt x="7778" y="2210"/>
                </a:lnTo>
                <a:lnTo>
                  <a:pt x="7779" y="2207"/>
                </a:lnTo>
                <a:lnTo>
                  <a:pt x="7784" y="2202"/>
                </a:lnTo>
                <a:lnTo>
                  <a:pt x="7799" y="2198"/>
                </a:lnTo>
                <a:lnTo>
                  <a:pt x="7815" y="2202"/>
                </a:lnTo>
                <a:lnTo>
                  <a:pt x="7829" y="2206"/>
                </a:lnTo>
                <a:lnTo>
                  <a:pt x="7848" y="2219"/>
                </a:lnTo>
                <a:lnTo>
                  <a:pt x="7851" y="2226"/>
                </a:lnTo>
                <a:close/>
                <a:moveTo>
                  <a:pt x="7356" y="2218"/>
                </a:moveTo>
                <a:lnTo>
                  <a:pt x="7350" y="2221"/>
                </a:lnTo>
                <a:lnTo>
                  <a:pt x="7331" y="2223"/>
                </a:lnTo>
                <a:lnTo>
                  <a:pt x="7321" y="2220"/>
                </a:lnTo>
                <a:lnTo>
                  <a:pt x="7313" y="2216"/>
                </a:lnTo>
                <a:lnTo>
                  <a:pt x="7319" y="2209"/>
                </a:lnTo>
                <a:lnTo>
                  <a:pt x="7332" y="2209"/>
                </a:lnTo>
                <a:lnTo>
                  <a:pt x="7346" y="2208"/>
                </a:lnTo>
                <a:lnTo>
                  <a:pt x="7357" y="2213"/>
                </a:lnTo>
                <a:lnTo>
                  <a:pt x="7358" y="2216"/>
                </a:lnTo>
                <a:lnTo>
                  <a:pt x="7356" y="2218"/>
                </a:lnTo>
                <a:close/>
                <a:moveTo>
                  <a:pt x="6799" y="2316"/>
                </a:moveTo>
                <a:lnTo>
                  <a:pt x="6797" y="2321"/>
                </a:lnTo>
                <a:lnTo>
                  <a:pt x="6773" y="2328"/>
                </a:lnTo>
                <a:lnTo>
                  <a:pt x="6754" y="2329"/>
                </a:lnTo>
                <a:lnTo>
                  <a:pt x="6737" y="2329"/>
                </a:lnTo>
                <a:lnTo>
                  <a:pt x="6715" y="2326"/>
                </a:lnTo>
                <a:lnTo>
                  <a:pt x="6711" y="2318"/>
                </a:lnTo>
                <a:lnTo>
                  <a:pt x="6720" y="2303"/>
                </a:lnTo>
                <a:lnTo>
                  <a:pt x="6732" y="2291"/>
                </a:lnTo>
                <a:lnTo>
                  <a:pt x="6741" y="2282"/>
                </a:lnTo>
                <a:lnTo>
                  <a:pt x="6763" y="2278"/>
                </a:lnTo>
                <a:lnTo>
                  <a:pt x="6784" y="2286"/>
                </a:lnTo>
                <a:lnTo>
                  <a:pt x="6798" y="2304"/>
                </a:lnTo>
                <a:lnTo>
                  <a:pt x="6799" y="2316"/>
                </a:lnTo>
                <a:close/>
                <a:moveTo>
                  <a:pt x="7720" y="2294"/>
                </a:moveTo>
                <a:lnTo>
                  <a:pt x="7721" y="2298"/>
                </a:lnTo>
                <a:lnTo>
                  <a:pt x="7717" y="2307"/>
                </a:lnTo>
                <a:lnTo>
                  <a:pt x="7699" y="2315"/>
                </a:lnTo>
                <a:lnTo>
                  <a:pt x="7680" y="2316"/>
                </a:lnTo>
                <a:lnTo>
                  <a:pt x="7662" y="2315"/>
                </a:lnTo>
                <a:lnTo>
                  <a:pt x="7640" y="2307"/>
                </a:lnTo>
                <a:lnTo>
                  <a:pt x="7633" y="2294"/>
                </a:lnTo>
                <a:lnTo>
                  <a:pt x="7643" y="2280"/>
                </a:lnTo>
                <a:lnTo>
                  <a:pt x="7657" y="2274"/>
                </a:lnTo>
                <a:lnTo>
                  <a:pt x="7668" y="2270"/>
                </a:lnTo>
                <a:lnTo>
                  <a:pt x="7689" y="2268"/>
                </a:lnTo>
                <a:lnTo>
                  <a:pt x="7705" y="2273"/>
                </a:lnTo>
                <a:lnTo>
                  <a:pt x="7716" y="2285"/>
                </a:lnTo>
                <a:lnTo>
                  <a:pt x="7720" y="2294"/>
                </a:lnTo>
                <a:close/>
                <a:moveTo>
                  <a:pt x="6872" y="2327"/>
                </a:moveTo>
                <a:lnTo>
                  <a:pt x="6871" y="2338"/>
                </a:lnTo>
                <a:lnTo>
                  <a:pt x="6859" y="2349"/>
                </a:lnTo>
                <a:lnTo>
                  <a:pt x="6850" y="2348"/>
                </a:lnTo>
                <a:lnTo>
                  <a:pt x="6839" y="2343"/>
                </a:lnTo>
                <a:lnTo>
                  <a:pt x="6825" y="2328"/>
                </a:lnTo>
                <a:lnTo>
                  <a:pt x="6823" y="2310"/>
                </a:lnTo>
                <a:lnTo>
                  <a:pt x="6832" y="2298"/>
                </a:lnTo>
                <a:lnTo>
                  <a:pt x="6842" y="2297"/>
                </a:lnTo>
                <a:lnTo>
                  <a:pt x="6854" y="2299"/>
                </a:lnTo>
                <a:lnTo>
                  <a:pt x="6871" y="2315"/>
                </a:lnTo>
                <a:lnTo>
                  <a:pt x="6872" y="2327"/>
                </a:lnTo>
                <a:close/>
                <a:moveTo>
                  <a:pt x="6654" y="2370"/>
                </a:moveTo>
                <a:lnTo>
                  <a:pt x="6653" y="2379"/>
                </a:lnTo>
                <a:lnTo>
                  <a:pt x="6643" y="2393"/>
                </a:lnTo>
                <a:lnTo>
                  <a:pt x="6626" y="2401"/>
                </a:lnTo>
                <a:lnTo>
                  <a:pt x="6604" y="2399"/>
                </a:lnTo>
                <a:lnTo>
                  <a:pt x="6592" y="2395"/>
                </a:lnTo>
                <a:lnTo>
                  <a:pt x="6578" y="2389"/>
                </a:lnTo>
                <a:lnTo>
                  <a:pt x="6572" y="2377"/>
                </a:lnTo>
                <a:lnTo>
                  <a:pt x="6577" y="2366"/>
                </a:lnTo>
                <a:lnTo>
                  <a:pt x="6581" y="2359"/>
                </a:lnTo>
                <a:lnTo>
                  <a:pt x="6591" y="2352"/>
                </a:lnTo>
                <a:lnTo>
                  <a:pt x="6614" y="2345"/>
                </a:lnTo>
                <a:lnTo>
                  <a:pt x="6637" y="2348"/>
                </a:lnTo>
                <a:lnTo>
                  <a:pt x="6653" y="2360"/>
                </a:lnTo>
                <a:lnTo>
                  <a:pt x="6654" y="2370"/>
                </a:lnTo>
                <a:close/>
                <a:moveTo>
                  <a:pt x="7434" y="2352"/>
                </a:moveTo>
                <a:lnTo>
                  <a:pt x="7432" y="2366"/>
                </a:lnTo>
                <a:lnTo>
                  <a:pt x="7426" y="2370"/>
                </a:lnTo>
                <a:lnTo>
                  <a:pt x="7417" y="2366"/>
                </a:lnTo>
                <a:lnTo>
                  <a:pt x="7407" y="2352"/>
                </a:lnTo>
                <a:lnTo>
                  <a:pt x="7404" y="2344"/>
                </a:lnTo>
                <a:lnTo>
                  <a:pt x="7408" y="2334"/>
                </a:lnTo>
                <a:lnTo>
                  <a:pt x="7413" y="2334"/>
                </a:lnTo>
                <a:lnTo>
                  <a:pt x="7422" y="2334"/>
                </a:lnTo>
                <a:lnTo>
                  <a:pt x="7433" y="2344"/>
                </a:lnTo>
                <a:lnTo>
                  <a:pt x="7434" y="2352"/>
                </a:lnTo>
                <a:close/>
                <a:moveTo>
                  <a:pt x="7307" y="2389"/>
                </a:moveTo>
                <a:lnTo>
                  <a:pt x="7306" y="2395"/>
                </a:lnTo>
                <a:lnTo>
                  <a:pt x="7295" y="2405"/>
                </a:lnTo>
                <a:lnTo>
                  <a:pt x="7287" y="2406"/>
                </a:lnTo>
                <a:lnTo>
                  <a:pt x="7281" y="2405"/>
                </a:lnTo>
                <a:lnTo>
                  <a:pt x="7276" y="2395"/>
                </a:lnTo>
                <a:lnTo>
                  <a:pt x="7280" y="2389"/>
                </a:lnTo>
                <a:lnTo>
                  <a:pt x="7284" y="2381"/>
                </a:lnTo>
                <a:lnTo>
                  <a:pt x="7295" y="2371"/>
                </a:lnTo>
                <a:lnTo>
                  <a:pt x="7299" y="2370"/>
                </a:lnTo>
                <a:lnTo>
                  <a:pt x="7302" y="2371"/>
                </a:lnTo>
                <a:lnTo>
                  <a:pt x="7307" y="2381"/>
                </a:lnTo>
                <a:lnTo>
                  <a:pt x="7307" y="2389"/>
                </a:lnTo>
                <a:close/>
                <a:moveTo>
                  <a:pt x="1251" y="2416"/>
                </a:moveTo>
                <a:lnTo>
                  <a:pt x="1250" y="2426"/>
                </a:lnTo>
                <a:lnTo>
                  <a:pt x="1241" y="2441"/>
                </a:lnTo>
                <a:lnTo>
                  <a:pt x="1234" y="2443"/>
                </a:lnTo>
                <a:lnTo>
                  <a:pt x="1226" y="2441"/>
                </a:lnTo>
                <a:lnTo>
                  <a:pt x="1216" y="2426"/>
                </a:lnTo>
                <a:lnTo>
                  <a:pt x="1215" y="2416"/>
                </a:lnTo>
                <a:lnTo>
                  <a:pt x="1216" y="2405"/>
                </a:lnTo>
                <a:lnTo>
                  <a:pt x="1226" y="2390"/>
                </a:lnTo>
                <a:lnTo>
                  <a:pt x="1234" y="2389"/>
                </a:lnTo>
                <a:lnTo>
                  <a:pt x="1241" y="2390"/>
                </a:lnTo>
                <a:lnTo>
                  <a:pt x="1250" y="2405"/>
                </a:lnTo>
                <a:lnTo>
                  <a:pt x="1251" y="2416"/>
                </a:lnTo>
                <a:close/>
                <a:moveTo>
                  <a:pt x="6482" y="2406"/>
                </a:moveTo>
                <a:lnTo>
                  <a:pt x="6484" y="2414"/>
                </a:lnTo>
                <a:lnTo>
                  <a:pt x="6476" y="2423"/>
                </a:lnTo>
                <a:lnTo>
                  <a:pt x="6466" y="2424"/>
                </a:lnTo>
                <a:lnTo>
                  <a:pt x="6454" y="2423"/>
                </a:lnTo>
                <a:lnTo>
                  <a:pt x="6438" y="2414"/>
                </a:lnTo>
                <a:lnTo>
                  <a:pt x="6437" y="2406"/>
                </a:lnTo>
                <a:lnTo>
                  <a:pt x="6438" y="2398"/>
                </a:lnTo>
                <a:lnTo>
                  <a:pt x="6446" y="2389"/>
                </a:lnTo>
                <a:lnTo>
                  <a:pt x="6453" y="2389"/>
                </a:lnTo>
                <a:lnTo>
                  <a:pt x="6462" y="2389"/>
                </a:lnTo>
                <a:lnTo>
                  <a:pt x="6477" y="2398"/>
                </a:lnTo>
                <a:lnTo>
                  <a:pt x="6482" y="2406"/>
                </a:lnTo>
                <a:close/>
                <a:moveTo>
                  <a:pt x="6708" y="2424"/>
                </a:moveTo>
                <a:lnTo>
                  <a:pt x="6706" y="2431"/>
                </a:lnTo>
                <a:lnTo>
                  <a:pt x="6686" y="2442"/>
                </a:lnTo>
                <a:lnTo>
                  <a:pt x="6670" y="2443"/>
                </a:lnTo>
                <a:lnTo>
                  <a:pt x="6656" y="2442"/>
                </a:lnTo>
                <a:lnTo>
                  <a:pt x="6645" y="2434"/>
                </a:lnTo>
                <a:lnTo>
                  <a:pt x="6643" y="2428"/>
                </a:lnTo>
                <a:lnTo>
                  <a:pt x="6645" y="2424"/>
                </a:lnTo>
                <a:lnTo>
                  <a:pt x="6651" y="2417"/>
                </a:lnTo>
                <a:lnTo>
                  <a:pt x="6671" y="2407"/>
                </a:lnTo>
                <a:lnTo>
                  <a:pt x="6683" y="2406"/>
                </a:lnTo>
                <a:lnTo>
                  <a:pt x="6693" y="2407"/>
                </a:lnTo>
                <a:lnTo>
                  <a:pt x="6707" y="2417"/>
                </a:lnTo>
                <a:lnTo>
                  <a:pt x="6708" y="2424"/>
                </a:lnTo>
                <a:close/>
                <a:moveTo>
                  <a:pt x="6447" y="2473"/>
                </a:moveTo>
                <a:lnTo>
                  <a:pt x="6442" y="2477"/>
                </a:lnTo>
                <a:lnTo>
                  <a:pt x="6427" y="2474"/>
                </a:lnTo>
                <a:lnTo>
                  <a:pt x="6411" y="2462"/>
                </a:lnTo>
                <a:lnTo>
                  <a:pt x="6402" y="2447"/>
                </a:lnTo>
                <a:lnTo>
                  <a:pt x="6401" y="2439"/>
                </a:lnTo>
                <a:lnTo>
                  <a:pt x="6401" y="2435"/>
                </a:lnTo>
                <a:lnTo>
                  <a:pt x="6404" y="2431"/>
                </a:lnTo>
                <a:lnTo>
                  <a:pt x="6416" y="2433"/>
                </a:lnTo>
                <a:lnTo>
                  <a:pt x="6428" y="2443"/>
                </a:lnTo>
                <a:lnTo>
                  <a:pt x="6439" y="2453"/>
                </a:lnTo>
                <a:lnTo>
                  <a:pt x="6448" y="2469"/>
                </a:lnTo>
                <a:lnTo>
                  <a:pt x="6447" y="2473"/>
                </a:lnTo>
                <a:close/>
                <a:moveTo>
                  <a:pt x="6953" y="2443"/>
                </a:moveTo>
                <a:lnTo>
                  <a:pt x="6956" y="2449"/>
                </a:lnTo>
                <a:lnTo>
                  <a:pt x="6952" y="2459"/>
                </a:lnTo>
                <a:lnTo>
                  <a:pt x="6946" y="2460"/>
                </a:lnTo>
                <a:lnTo>
                  <a:pt x="6938" y="2459"/>
                </a:lnTo>
                <a:lnTo>
                  <a:pt x="6927" y="2449"/>
                </a:lnTo>
                <a:lnTo>
                  <a:pt x="6926" y="2443"/>
                </a:lnTo>
                <a:lnTo>
                  <a:pt x="6926" y="2435"/>
                </a:lnTo>
                <a:lnTo>
                  <a:pt x="6930" y="2426"/>
                </a:lnTo>
                <a:lnTo>
                  <a:pt x="6934" y="2424"/>
                </a:lnTo>
                <a:lnTo>
                  <a:pt x="6938" y="2426"/>
                </a:lnTo>
                <a:lnTo>
                  <a:pt x="6949" y="2435"/>
                </a:lnTo>
                <a:lnTo>
                  <a:pt x="6953" y="2443"/>
                </a:lnTo>
                <a:close/>
                <a:moveTo>
                  <a:pt x="7451" y="2470"/>
                </a:moveTo>
                <a:lnTo>
                  <a:pt x="7450" y="2477"/>
                </a:lnTo>
                <a:lnTo>
                  <a:pt x="7435" y="2480"/>
                </a:lnTo>
                <a:lnTo>
                  <a:pt x="7413" y="2473"/>
                </a:lnTo>
                <a:lnTo>
                  <a:pt x="7395" y="2460"/>
                </a:lnTo>
                <a:lnTo>
                  <a:pt x="7390" y="2452"/>
                </a:lnTo>
                <a:lnTo>
                  <a:pt x="7386" y="2436"/>
                </a:lnTo>
                <a:lnTo>
                  <a:pt x="7397" y="2432"/>
                </a:lnTo>
                <a:lnTo>
                  <a:pt x="7415" y="2443"/>
                </a:lnTo>
                <a:lnTo>
                  <a:pt x="7444" y="2459"/>
                </a:lnTo>
                <a:lnTo>
                  <a:pt x="7451" y="2470"/>
                </a:lnTo>
                <a:close/>
                <a:moveTo>
                  <a:pt x="6346" y="2479"/>
                </a:moveTo>
                <a:lnTo>
                  <a:pt x="6356" y="2497"/>
                </a:lnTo>
                <a:lnTo>
                  <a:pt x="6355" y="2511"/>
                </a:lnTo>
                <a:lnTo>
                  <a:pt x="6345" y="2515"/>
                </a:lnTo>
                <a:lnTo>
                  <a:pt x="6336" y="2515"/>
                </a:lnTo>
                <a:lnTo>
                  <a:pt x="6327" y="2515"/>
                </a:lnTo>
                <a:lnTo>
                  <a:pt x="6311" y="2510"/>
                </a:lnTo>
                <a:lnTo>
                  <a:pt x="6309" y="2508"/>
                </a:lnTo>
                <a:lnTo>
                  <a:pt x="6307" y="2496"/>
                </a:lnTo>
                <a:lnTo>
                  <a:pt x="6298" y="2471"/>
                </a:lnTo>
                <a:lnTo>
                  <a:pt x="6294" y="2457"/>
                </a:lnTo>
                <a:lnTo>
                  <a:pt x="6299" y="2443"/>
                </a:lnTo>
                <a:lnTo>
                  <a:pt x="6316" y="2446"/>
                </a:lnTo>
                <a:lnTo>
                  <a:pt x="6336" y="2464"/>
                </a:lnTo>
                <a:lnTo>
                  <a:pt x="6346" y="2479"/>
                </a:lnTo>
                <a:close/>
                <a:moveTo>
                  <a:pt x="6799" y="2460"/>
                </a:moveTo>
                <a:lnTo>
                  <a:pt x="6805" y="2466"/>
                </a:lnTo>
                <a:lnTo>
                  <a:pt x="6810" y="2472"/>
                </a:lnTo>
                <a:lnTo>
                  <a:pt x="6797" y="2477"/>
                </a:lnTo>
                <a:lnTo>
                  <a:pt x="6768" y="2476"/>
                </a:lnTo>
                <a:lnTo>
                  <a:pt x="6747" y="2473"/>
                </a:lnTo>
                <a:lnTo>
                  <a:pt x="6725" y="2466"/>
                </a:lnTo>
                <a:lnTo>
                  <a:pt x="6718" y="2460"/>
                </a:lnTo>
                <a:lnTo>
                  <a:pt x="6719" y="2457"/>
                </a:lnTo>
                <a:lnTo>
                  <a:pt x="6725" y="2451"/>
                </a:lnTo>
                <a:lnTo>
                  <a:pt x="6741" y="2443"/>
                </a:lnTo>
                <a:lnTo>
                  <a:pt x="6763" y="2444"/>
                </a:lnTo>
                <a:lnTo>
                  <a:pt x="6787" y="2453"/>
                </a:lnTo>
                <a:lnTo>
                  <a:pt x="6799" y="2460"/>
                </a:lnTo>
                <a:close/>
                <a:moveTo>
                  <a:pt x="6608" y="2479"/>
                </a:moveTo>
                <a:lnTo>
                  <a:pt x="6611" y="2482"/>
                </a:lnTo>
                <a:lnTo>
                  <a:pt x="6608" y="2489"/>
                </a:lnTo>
                <a:lnTo>
                  <a:pt x="6597" y="2496"/>
                </a:lnTo>
                <a:lnTo>
                  <a:pt x="6583" y="2497"/>
                </a:lnTo>
                <a:lnTo>
                  <a:pt x="6575" y="2497"/>
                </a:lnTo>
                <a:lnTo>
                  <a:pt x="6559" y="2502"/>
                </a:lnTo>
                <a:lnTo>
                  <a:pt x="6551" y="2510"/>
                </a:lnTo>
                <a:lnTo>
                  <a:pt x="6545" y="2524"/>
                </a:lnTo>
                <a:lnTo>
                  <a:pt x="6545" y="2533"/>
                </a:lnTo>
                <a:lnTo>
                  <a:pt x="6544" y="2547"/>
                </a:lnTo>
                <a:lnTo>
                  <a:pt x="6538" y="2566"/>
                </a:lnTo>
                <a:lnTo>
                  <a:pt x="6526" y="2569"/>
                </a:lnTo>
                <a:lnTo>
                  <a:pt x="6506" y="2558"/>
                </a:lnTo>
                <a:lnTo>
                  <a:pt x="6494" y="2547"/>
                </a:lnTo>
                <a:lnTo>
                  <a:pt x="6487" y="2541"/>
                </a:lnTo>
                <a:lnTo>
                  <a:pt x="6476" y="2539"/>
                </a:lnTo>
                <a:lnTo>
                  <a:pt x="6472" y="2552"/>
                </a:lnTo>
                <a:lnTo>
                  <a:pt x="6478" y="2578"/>
                </a:lnTo>
                <a:lnTo>
                  <a:pt x="6483" y="2595"/>
                </a:lnTo>
                <a:lnTo>
                  <a:pt x="6488" y="2604"/>
                </a:lnTo>
                <a:lnTo>
                  <a:pt x="6499" y="2616"/>
                </a:lnTo>
                <a:lnTo>
                  <a:pt x="6510" y="2621"/>
                </a:lnTo>
                <a:lnTo>
                  <a:pt x="6525" y="2620"/>
                </a:lnTo>
                <a:lnTo>
                  <a:pt x="6547" y="2607"/>
                </a:lnTo>
                <a:lnTo>
                  <a:pt x="6576" y="2571"/>
                </a:lnTo>
                <a:lnTo>
                  <a:pt x="6587" y="2546"/>
                </a:lnTo>
                <a:lnTo>
                  <a:pt x="6592" y="2535"/>
                </a:lnTo>
                <a:lnTo>
                  <a:pt x="6614" y="2521"/>
                </a:lnTo>
                <a:lnTo>
                  <a:pt x="6641" y="2515"/>
                </a:lnTo>
                <a:lnTo>
                  <a:pt x="6668" y="2519"/>
                </a:lnTo>
                <a:lnTo>
                  <a:pt x="6678" y="2526"/>
                </a:lnTo>
                <a:lnTo>
                  <a:pt x="6683" y="2534"/>
                </a:lnTo>
                <a:lnTo>
                  <a:pt x="6682" y="2553"/>
                </a:lnTo>
                <a:lnTo>
                  <a:pt x="6670" y="2570"/>
                </a:lnTo>
                <a:lnTo>
                  <a:pt x="6652" y="2578"/>
                </a:lnTo>
                <a:lnTo>
                  <a:pt x="6641" y="2574"/>
                </a:lnTo>
                <a:lnTo>
                  <a:pt x="6629" y="2572"/>
                </a:lnTo>
                <a:lnTo>
                  <a:pt x="6607" y="2580"/>
                </a:lnTo>
                <a:lnTo>
                  <a:pt x="6593" y="2602"/>
                </a:lnTo>
                <a:lnTo>
                  <a:pt x="6589" y="2631"/>
                </a:lnTo>
                <a:lnTo>
                  <a:pt x="6592" y="2647"/>
                </a:lnTo>
                <a:lnTo>
                  <a:pt x="6595" y="2657"/>
                </a:lnTo>
                <a:lnTo>
                  <a:pt x="6594" y="2669"/>
                </a:lnTo>
                <a:lnTo>
                  <a:pt x="6572" y="2673"/>
                </a:lnTo>
                <a:lnTo>
                  <a:pt x="6532" y="2667"/>
                </a:lnTo>
                <a:lnTo>
                  <a:pt x="6504" y="2660"/>
                </a:lnTo>
                <a:lnTo>
                  <a:pt x="6458" y="2641"/>
                </a:lnTo>
                <a:lnTo>
                  <a:pt x="6450" y="2631"/>
                </a:lnTo>
                <a:lnTo>
                  <a:pt x="6440" y="2619"/>
                </a:lnTo>
                <a:lnTo>
                  <a:pt x="6411" y="2607"/>
                </a:lnTo>
                <a:lnTo>
                  <a:pt x="6373" y="2608"/>
                </a:lnTo>
                <a:lnTo>
                  <a:pt x="6333" y="2622"/>
                </a:lnTo>
                <a:lnTo>
                  <a:pt x="6314" y="2634"/>
                </a:lnTo>
                <a:lnTo>
                  <a:pt x="6295" y="2646"/>
                </a:lnTo>
                <a:lnTo>
                  <a:pt x="6267" y="2655"/>
                </a:lnTo>
                <a:lnTo>
                  <a:pt x="6260" y="2653"/>
                </a:lnTo>
                <a:lnTo>
                  <a:pt x="6257" y="2648"/>
                </a:lnTo>
                <a:lnTo>
                  <a:pt x="6262" y="2643"/>
                </a:lnTo>
                <a:lnTo>
                  <a:pt x="6270" y="2642"/>
                </a:lnTo>
                <a:lnTo>
                  <a:pt x="6279" y="2641"/>
                </a:lnTo>
                <a:lnTo>
                  <a:pt x="6291" y="2632"/>
                </a:lnTo>
                <a:lnTo>
                  <a:pt x="6292" y="2626"/>
                </a:lnTo>
                <a:lnTo>
                  <a:pt x="6290" y="2618"/>
                </a:lnTo>
                <a:lnTo>
                  <a:pt x="6267" y="2603"/>
                </a:lnTo>
                <a:lnTo>
                  <a:pt x="6232" y="2592"/>
                </a:lnTo>
                <a:lnTo>
                  <a:pt x="6193" y="2586"/>
                </a:lnTo>
                <a:lnTo>
                  <a:pt x="6175" y="2587"/>
                </a:lnTo>
                <a:lnTo>
                  <a:pt x="6161" y="2587"/>
                </a:lnTo>
                <a:lnTo>
                  <a:pt x="6152" y="2580"/>
                </a:lnTo>
                <a:lnTo>
                  <a:pt x="6149" y="2571"/>
                </a:lnTo>
                <a:lnTo>
                  <a:pt x="6150" y="2566"/>
                </a:lnTo>
                <a:lnTo>
                  <a:pt x="6154" y="2560"/>
                </a:lnTo>
                <a:lnTo>
                  <a:pt x="6171" y="2553"/>
                </a:lnTo>
                <a:lnTo>
                  <a:pt x="6216" y="2545"/>
                </a:lnTo>
                <a:lnTo>
                  <a:pt x="6291" y="2546"/>
                </a:lnTo>
                <a:lnTo>
                  <a:pt x="6340" y="2554"/>
                </a:lnTo>
                <a:lnTo>
                  <a:pt x="6363" y="2562"/>
                </a:lnTo>
                <a:lnTo>
                  <a:pt x="6369" y="2568"/>
                </a:lnTo>
                <a:lnTo>
                  <a:pt x="6380" y="2577"/>
                </a:lnTo>
                <a:lnTo>
                  <a:pt x="6397" y="2586"/>
                </a:lnTo>
                <a:lnTo>
                  <a:pt x="6410" y="2585"/>
                </a:lnTo>
                <a:lnTo>
                  <a:pt x="6418" y="2574"/>
                </a:lnTo>
                <a:lnTo>
                  <a:pt x="6418" y="2564"/>
                </a:lnTo>
                <a:lnTo>
                  <a:pt x="6419" y="2559"/>
                </a:lnTo>
                <a:lnTo>
                  <a:pt x="6428" y="2547"/>
                </a:lnTo>
                <a:lnTo>
                  <a:pt x="6452" y="2530"/>
                </a:lnTo>
                <a:lnTo>
                  <a:pt x="6475" y="2520"/>
                </a:lnTo>
                <a:lnTo>
                  <a:pt x="6496" y="2510"/>
                </a:lnTo>
                <a:lnTo>
                  <a:pt x="6516" y="2494"/>
                </a:lnTo>
                <a:lnTo>
                  <a:pt x="6520" y="2484"/>
                </a:lnTo>
                <a:lnTo>
                  <a:pt x="6518" y="2481"/>
                </a:lnTo>
                <a:lnTo>
                  <a:pt x="6516" y="2476"/>
                </a:lnTo>
                <a:lnTo>
                  <a:pt x="6518" y="2469"/>
                </a:lnTo>
                <a:lnTo>
                  <a:pt x="6533" y="2461"/>
                </a:lnTo>
                <a:lnTo>
                  <a:pt x="6553" y="2460"/>
                </a:lnTo>
                <a:lnTo>
                  <a:pt x="6571" y="2461"/>
                </a:lnTo>
                <a:lnTo>
                  <a:pt x="6602" y="2471"/>
                </a:lnTo>
                <a:lnTo>
                  <a:pt x="6608" y="2479"/>
                </a:lnTo>
                <a:close/>
                <a:moveTo>
                  <a:pt x="7361" y="2497"/>
                </a:moveTo>
                <a:lnTo>
                  <a:pt x="7359" y="2504"/>
                </a:lnTo>
                <a:lnTo>
                  <a:pt x="7343" y="2514"/>
                </a:lnTo>
                <a:lnTo>
                  <a:pt x="7331" y="2515"/>
                </a:lnTo>
                <a:lnTo>
                  <a:pt x="7313" y="2515"/>
                </a:lnTo>
                <a:lnTo>
                  <a:pt x="7310" y="2506"/>
                </a:lnTo>
                <a:lnTo>
                  <a:pt x="7325" y="2497"/>
                </a:lnTo>
                <a:lnTo>
                  <a:pt x="7347" y="2483"/>
                </a:lnTo>
                <a:lnTo>
                  <a:pt x="7359" y="2481"/>
                </a:lnTo>
                <a:lnTo>
                  <a:pt x="7361" y="2490"/>
                </a:lnTo>
                <a:lnTo>
                  <a:pt x="7361" y="2497"/>
                </a:lnTo>
                <a:close/>
                <a:moveTo>
                  <a:pt x="1217" y="2509"/>
                </a:moveTo>
                <a:lnTo>
                  <a:pt x="1222" y="2536"/>
                </a:lnTo>
                <a:lnTo>
                  <a:pt x="1225" y="2589"/>
                </a:lnTo>
                <a:lnTo>
                  <a:pt x="1223" y="2634"/>
                </a:lnTo>
                <a:lnTo>
                  <a:pt x="1213" y="2670"/>
                </a:lnTo>
                <a:lnTo>
                  <a:pt x="1207" y="2682"/>
                </a:lnTo>
                <a:lnTo>
                  <a:pt x="1199" y="2693"/>
                </a:lnTo>
                <a:lnTo>
                  <a:pt x="1188" y="2705"/>
                </a:lnTo>
                <a:lnTo>
                  <a:pt x="1178" y="2699"/>
                </a:lnTo>
                <a:lnTo>
                  <a:pt x="1172" y="2674"/>
                </a:lnTo>
                <a:lnTo>
                  <a:pt x="1163" y="2635"/>
                </a:lnTo>
                <a:lnTo>
                  <a:pt x="1164" y="2611"/>
                </a:lnTo>
                <a:lnTo>
                  <a:pt x="1172" y="2610"/>
                </a:lnTo>
                <a:lnTo>
                  <a:pt x="1179" y="2615"/>
                </a:lnTo>
                <a:lnTo>
                  <a:pt x="1187" y="2617"/>
                </a:lnTo>
                <a:lnTo>
                  <a:pt x="1196" y="2610"/>
                </a:lnTo>
                <a:lnTo>
                  <a:pt x="1197" y="2602"/>
                </a:lnTo>
                <a:lnTo>
                  <a:pt x="1197" y="2596"/>
                </a:lnTo>
                <a:lnTo>
                  <a:pt x="1187" y="2583"/>
                </a:lnTo>
                <a:lnTo>
                  <a:pt x="1162" y="2564"/>
                </a:lnTo>
                <a:lnTo>
                  <a:pt x="1139" y="2553"/>
                </a:lnTo>
                <a:lnTo>
                  <a:pt x="1079" y="2528"/>
                </a:lnTo>
                <a:lnTo>
                  <a:pt x="1134" y="2515"/>
                </a:lnTo>
                <a:lnTo>
                  <a:pt x="1182" y="2503"/>
                </a:lnTo>
                <a:lnTo>
                  <a:pt x="1211" y="2499"/>
                </a:lnTo>
                <a:lnTo>
                  <a:pt x="1216" y="2505"/>
                </a:lnTo>
                <a:lnTo>
                  <a:pt x="1217" y="2509"/>
                </a:lnTo>
                <a:close/>
                <a:moveTo>
                  <a:pt x="6986" y="2535"/>
                </a:moveTo>
                <a:lnTo>
                  <a:pt x="6997" y="2541"/>
                </a:lnTo>
                <a:lnTo>
                  <a:pt x="7013" y="2553"/>
                </a:lnTo>
                <a:lnTo>
                  <a:pt x="7021" y="2566"/>
                </a:lnTo>
                <a:lnTo>
                  <a:pt x="7023" y="2582"/>
                </a:lnTo>
                <a:lnTo>
                  <a:pt x="7021" y="2591"/>
                </a:lnTo>
                <a:lnTo>
                  <a:pt x="7018" y="2599"/>
                </a:lnTo>
                <a:lnTo>
                  <a:pt x="7021" y="2617"/>
                </a:lnTo>
                <a:lnTo>
                  <a:pt x="7035" y="2647"/>
                </a:lnTo>
                <a:lnTo>
                  <a:pt x="7051" y="2667"/>
                </a:lnTo>
                <a:lnTo>
                  <a:pt x="7066" y="2684"/>
                </a:lnTo>
                <a:lnTo>
                  <a:pt x="7077" y="2707"/>
                </a:lnTo>
                <a:lnTo>
                  <a:pt x="7078" y="2717"/>
                </a:lnTo>
                <a:lnTo>
                  <a:pt x="7076" y="2720"/>
                </a:lnTo>
                <a:lnTo>
                  <a:pt x="7073" y="2722"/>
                </a:lnTo>
                <a:lnTo>
                  <a:pt x="7063" y="2722"/>
                </a:lnTo>
                <a:lnTo>
                  <a:pt x="7045" y="2714"/>
                </a:lnTo>
                <a:lnTo>
                  <a:pt x="7018" y="2689"/>
                </a:lnTo>
                <a:lnTo>
                  <a:pt x="7000" y="2660"/>
                </a:lnTo>
                <a:lnTo>
                  <a:pt x="6999" y="2647"/>
                </a:lnTo>
                <a:lnTo>
                  <a:pt x="6998" y="2637"/>
                </a:lnTo>
                <a:lnTo>
                  <a:pt x="6989" y="2626"/>
                </a:lnTo>
                <a:lnTo>
                  <a:pt x="6983" y="2623"/>
                </a:lnTo>
                <a:lnTo>
                  <a:pt x="6975" y="2622"/>
                </a:lnTo>
                <a:lnTo>
                  <a:pt x="6960" y="2606"/>
                </a:lnTo>
                <a:lnTo>
                  <a:pt x="6955" y="2595"/>
                </a:lnTo>
                <a:lnTo>
                  <a:pt x="6950" y="2581"/>
                </a:lnTo>
                <a:lnTo>
                  <a:pt x="6959" y="2571"/>
                </a:lnTo>
                <a:lnTo>
                  <a:pt x="6972" y="2577"/>
                </a:lnTo>
                <a:lnTo>
                  <a:pt x="6984" y="2580"/>
                </a:lnTo>
                <a:lnTo>
                  <a:pt x="6991" y="2576"/>
                </a:lnTo>
                <a:lnTo>
                  <a:pt x="6988" y="2568"/>
                </a:lnTo>
                <a:lnTo>
                  <a:pt x="6981" y="2559"/>
                </a:lnTo>
                <a:lnTo>
                  <a:pt x="6953" y="2541"/>
                </a:lnTo>
                <a:lnTo>
                  <a:pt x="6937" y="2533"/>
                </a:lnTo>
                <a:lnTo>
                  <a:pt x="6923" y="2527"/>
                </a:lnTo>
                <a:lnTo>
                  <a:pt x="6915" y="2519"/>
                </a:lnTo>
                <a:lnTo>
                  <a:pt x="6916" y="2517"/>
                </a:lnTo>
                <a:lnTo>
                  <a:pt x="6921" y="2517"/>
                </a:lnTo>
                <a:lnTo>
                  <a:pt x="6933" y="2517"/>
                </a:lnTo>
                <a:lnTo>
                  <a:pt x="6967" y="2527"/>
                </a:lnTo>
                <a:lnTo>
                  <a:pt x="6986" y="2535"/>
                </a:lnTo>
                <a:close/>
                <a:moveTo>
                  <a:pt x="6804" y="2569"/>
                </a:moveTo>
                <a:lnTo>
                  <a:pt x="6807" y="2584"/>
                </a:lnTo>
                <a:lnTo>
                  <a:pt x="6806" y="2599"/>
                </a:lnTo>
                <a:lnTo>
                  <a:pt x="6802" y="2605"/>
                </a:lnTo>
                <a:lnTo>
                  <a:pt x="6799" y="2606"/>
                </a:lnTo>
                <a:lnTo>
                  <a:pt x="6793" y="2604"/>
                </a:lnTo>
                <a:lnTo>
                  <a:pt x="6780" y="2584"/>
                </a:lnTo>
                <a:lnTo>
                  <a:pt x="6776" y="2569"/>
                </a:lnTo>
                <a:lnTo>
                  <a:pt x="6773" y="2555"/>
                </a:lnTo>
                <a:lnTo>
                  <a:pt x="6774" y="2540"/>
                </a:lnTo>
                <a:lnTo>
                  <a:pt x="6778" y="2533"/>
                </a:lnTo>
                <a:lnTo>
                  <a:pt x="6781" y="2533"/>
                </a:lnTo>
                <a:lnTo>
                  <a:pt x="6787" y="2535"/>
                </a:lnTo>
                <a:lnTo>
                  <a:pt x="6800" y="2555"/>
                </a:lnTo>
                <a:lnTo>
                  <a:pt x="6804" y="2569"/>
                </a:lnTo>
                <a:close/>
                <a:moveTo>
                  <a:pt x="6754" y="2584"/>
                </a:moveTo>
                <a:lnTo>
                  <a:pt x="6749" y="2586"/>
                </a:lnTo>
                <a:lnTo>
                  <a:pt x="6731" y="2580"/>
                </a:lnTo>
                <a:lnTo>
                  <a:pt x="6722" y="2571"/>
                </a:lnTo>
                <a:lnTo>
                  <a:pt x="6711" y="2559"/>
                </a:lnTo>
                <a:lnTo>
                  <a:pt x="6716" y="2556"/>
                </a:lnTo>
                <a:lnTo>
                  <a:pt x="6732" y="2562"/>
                </a:lnTo>
                <a:lnTo>
                  <a:pt x="6744" y="2567"/>
                </a:lnTo>
                <a:lnTo>
                  <a:pt x="6756" y="2579"/>
                </a:lnTo>
                <a:lnTo>
                  <a:pt x="6754" y="2584"/>
                </a:lnTo>
                <a:close/>
                <a:moveTo>
                  <a:pt x="7097" y="2598"/>
                </a:moveTo>
                <a:lnTo>
                  <a:pt x="7102" y="2615"/>
                </a:lnTo>
                <a:lnTo>
                  <a:pt x="7095" y="2618"/>
                </a:lnTo>
                <a:lnTo>
                  <a:pt x="7080" y="2606"/>
                </a:lnTo>
                <a:lnTo>
                  <a:pt x="7061" y="2589"/>
                </a:lnTo>
                <a:lnTo>
                  <a:pt x="7053" y="2574"/>
                </a:lnTo>
                <a:lnTo>
                  <a:pt x="7061" y="2570"/>
                </a:lnTo>
                <a:lnTo>
                  <a:pt x="7070" y="2569"/>
                </a:lnTo>
                <a:lnTo>
                  <a:pt x="7076" y="2571"/>
                </a:lnTo>
                <a:lnTo>
                  <a:pt x="7091" y="2586"/>
                </a:lnTo>
                <a:lnTo>
                  <a:pt x="7097" y="2598"/>
                </a:lnTo>
                <a:close/>
                <a:moveTo>
                  <a:pt x="6146" y="2622"/>
                </a:moveTo>
                <a:lnTo>
                  <a:pt x="6148" y="2628"/>
                </a:lnTo>
                <a:lnTo>
                  <a:pt x="6168" y="2632"/>
                </a:lnTo>
                <a:lnTo>
                  <a:pt x="6183" y="2629"/>
                </a:lnTo>
                <a:lnTo>
                  <a:pt x="6197" y="2627"/>
                </a:lnTo>
                <a:lnTo>
                  <a:pt x="6217" y="2630"/>
                </a:lnTo>
                <a:lnTo>
                  <a:pt x="6219" y="2636"/>
                </a:lnTo>
                <a:lnTo>
                  <a:pt x="6217" y="2642"/>
                </a:lnTo>
                <a:lnTo>
                  <a:pt x="6198" y="2648"/>
                </a:lnTo>
                <a:lnTo>
                  <a:pt x="6166" y="2652"/>
                </a:lnTo>
                <a:lnTo>
                  <a:pt x="6126" y="2649"/>
                </a:lnTo>
                <a:lnTo>
                  <a:pt x="6107" y="2645"/>
                </a:lnTo>
                <a:lnTo>
                  <a:pt x="6097" y="2643"/>
                </a:lnTo>
                <a:lnTo>
                  <a:pt x="6091" y="2631"/>
                </a:lnTo>
                <a:lnTo>
                  <a:pt x="6096" y="2617"/>
                </a:lnTo>
                <a:lnTo>
                  <a:pt x="6109" y="2607"/>
                </a:lnTo>
                <a:lnTo>
                  <a:pt x="6119" y="2606"/>
                </a:lnTo>
                <a:lnTo>
                  <a:pt x="6130" y="2606"/>
                </a:lnTo>
                <a:lnTo>
                  <a:pt x="6145" y="2616"/>
                </a:lnTo>
                <a:lnTo>
                  <a:pt x="6146" y="2622"/>
                </a:lnTo>
                <a:close/>
                <a:moveTo>
                  <a:pt x="6926" y="2642"/>
                </a:moveTo>
                <a:lnTo>
                  <a:pt x="6925" y="2648"/>
                </a:lnTo>
                <a:lnTo>
                  <a:pt x="6915" y="2659"/>
                </a:lnTo>
                <a:lnTo>
                  <a:pt x="6908" y="2660"/>
                </a:lnTo>
                <a:lnTo>
                  <a:pt x="6901" y="2659"/>
                </a:lnTo>
                <a:lnTo>
                  <a:pt x="6891" y="2648"/>
                </a:lnTo>
                <a:lnTo>
                  <a:pt x="6890" y="2642"/>
                </a:lnTo>
                <a:lnTo>
                  <a:pt x="6891" y="2634"/>
                </a:lnTo>
                <a:lnTo>
                  <a:pt x="6901" y="2624"/>
                </a:lnTo>
                <a:lnTo>
                  <a:pt x="6908" y="2623"/>
                </a:lnTo>
                <a:lnTo>
                  <a:pt x="6915" y="2624"/>
                </a:lnTo>
                <a:lnTo>
                  <a:pt x="6925" y="2634"/>
                </a:lnTo>
                <a:lnTo>
                  <a:pt x="6926" y="2642"/>
                </a:lnTo>
                <a:close/>
                <a:moveTo>
                  <a:pt x="6754" y="2678"/>
                </a:moveTo>
                <a:lnTo>
                  <a:pt x="6755" y="2681"/>
                </a:lnTo>
                <a:lnTo>
                  <a:pt x="6753" y="2687"/>
                </a:lnTo>
                <a:lnTo>
                  <a:pt x="6741" y="2695"/>
                </a:lnTo>
                <a:lnTo>
                  <a:pt x="6727" y="2696"/>
                </a:lnTo>
                <a:lnTo>
                  <a:pt x="6712" y="2695"/>
                </a:lnTo>
                <a:lnTo>
                  <a:pt x="6700" y="2687"/>
                </a:lnTo>
                <a:lnTo>
                  <a:pt x="6698" y="2681"/>
                </a:lnTo>
                <a:lnTo>
                  <a:pt x="6700" y="2678"/>
                </a:lnTo>
                <a:lnTo>
                  <a:pt x="6704" y="2670"/>
                </a:lnTo>
                <a:lnTo>
                  <a:pt x="6719" y="2660"/>
                </a:lnTo>
                <a:lnTo>
                  <a:pt x="6727" y="2660"/>
                </a:lnTo>
                <a:lnTo>
                  <a:pt x="6733" y="2660"/>
                </a:lnTo>
                <a:lnTo>
                  <a:pt x="6749" y="2670"/>
                </a:lnTo>
                <a:lnTo>
                  <a:pt x="6754" y="2678"/>
                </a:lnTo>
                <a:close/>
                <a:moveTo>
                  <a:pt x="6564" y="2753"/>
                </a:moveTo>
                <a:lnTo>
                  <a:pt x="6565" y="2767"/>
                </a:lnTo>
                <a:lnTo>
                  <a:pt x="6582" y="2785"/>
                </a:lnTo>
                <a:lnTo>
                  <a:pt x="6596" y="2789"/>
                </a:lnTo>
                <a:lnTo>
                  <a:pt x="6614" y="2790"/>
                </a:lnTo>
                <a:lnTo>
                  <a:pt x="6614" y="2795"/>
                </a:lnTo>
                <a:lnTo>
                  <a:pt x="6596" y="2799"/>
                </a:lnTo>
                <a:lnTo>
                  <a:pt x="6583" y="2804"/>
                </a:lnTo>
                <a:lnTo>
                  <a:pt x="6565" y="2818"/>
                </a:lnTo>
                <a:lnTo>
                  <a:pt x="6564" y="2824"/>
                </a:lnTo>
                <a:lnTo>
                  <a:pt x="6563" y="2832"/>
                </a:lnTo>
                <a:lnTo>
                  <a:pt x="6552" y="2835"/>
                </a:lnTo>
                <a:lnTo>
                  <a:pt x="6545" y="2832"/>
                </a:lnTo>
                <a:lnTo>
                  <a:pt x="6538" y="2826"/>
                </a:lnTo>
                <a:lnTo>
                  <a:pt x="6533" y="2799"/>
                </a:lnTo>
                <a:lnTo>
                  <a:pt x="6537" y="2785"/>
                </a:lnTo>
                <a:lnTo>
                  <a:pt x="6541" y="2771"/>
                </a:lnTo>
                <a:lnTo>
                  <a:pt x="6540" y="2756"/>
                </a:lnTo>
                <a:lnTo>
                  <a:pt x="6535" y="2751"/>
                </a:lnTo>
                <a:lnTo>
                  <a:pt x="6532" y="2751"/>
                </a:lnTo>
                <a:lnTo>
                  <a:pt x="6526" y="2748"/>
                </a:lnTo>
                <a:lnTo>
                  <a:pt x="6517" y="2730"/>
                </a:lnTo>
                <a:lnTo>
                  <a:pt x="6516" y="2716"/>
                </a:lnTo>
                <a:lnTo>
                  <a:pt x="6517" y="2698"/>
                </a:lnTo>
                <a:lnTo>
                  <a:pt x="6525" y="2691"/>
                </a:lnTo>
                <a:lnTo>
                  <a:pt x="6533" y="2695"/>
                </a:lnTo>
                <a:lnTo>
                  <a:pt x="6540" y="2699"/>
                </a:lnTo>
                <a:lnTo>
                  <a:pt x="6550" y="2709"/>
                </a:lnTo>
                <a:lnTo>
                  <a:pt x="6562" y="2739"/>
                </a:lnTo>
                <a:lnTo>
                  <a:pt x="6564" y="2753"/>
                </a:lnTo>
                <a:close/>
                <a:moveTo>
                  <a:pt x="6328" y="2729"/>
                </a:moveTo>
                <a:lnTo>
                  <a:pt x="6326" y="2734"/>
                </a:lnTo>
                <a:lnTo>
                  <a:pt x="6306" y="2743"/>
                </a:lnTo>
                <a:lnTo>
                  <a:pt x="6292" y="2745"/>
                </a:lnTo>
                <a:lnTo>
                  <a:pt x="6277" y="2745"/>
                </a:lnTo>
                <a:lnTo>
                  <a:pt x="6257" y="2740"/>
                </a:lnTo>
                <a:lnTo>
                  <a:pt x="6255" y="2736"/>
                </a:lnTo>
                <a:lnTo>
                  <a:pt x="6257" y="2731"/>
                </a:lnTo>
                <a:lnTo>
                  <a:pt x="6277" y="2722"/>
                </a:lnTo>
                <a:lnTo>
                  <a:pt x="6292" y="2720"/>
                </a:lnTo>
                <a:lnTo>
                  <a:pt x="6306" y="2719"/>
                </a:lnTo>
                <a:lnTo>
                  <a:pt x="6326" y="2724"/>
                </a:lnTo>
                <a:lnTo>
                  <a:pt x="6328" y="2729"/>
                </a:lnTo>
                <a:close/>
                <a:moveTo>
                  <a:pt x="6636" y="2732"/>
                </a:moveTo>
                <a:lnTo>
                  <a:pt x="6645" y="2740"/>
                </a:lnTo>
                <a:lnTo>
                  <a:pt x="6651" y="2747"/>
                </a:lnTo>
                <a:lnTo>
                  <a:pt x="6649" y="2751"/>
                </a:lnTo>
                <a:lnTo>
                  <a:pt x="6645" y="2751"/>
                </a:lnTo>
                <a:lnTo>
                  <a:pt x="6625" y="2746"/>
                </a:lnTo>
                <a:lnTo>
                  <a:pt x="6600" y="2732"/>
                </a:lnTo>
                <a:lnTo>
                  <a:pt x="6590" y="2726"/>
                </a:lnTo>
                <a:lnTo>
                  <a:pt x="6586" y="2718"/>
                </a:lnTo>
                <a:lnTo>
                  <a:pt x="6588" y="2715"/>
                </a:lnTo>
                <a:lnTo>
                  <a:pt x="6591" y="2715"/>
                </a:lnTo>
                <a:lnTo>
                  <a:pt x="6600" y="2716"/>
                </a:lnTo>
                <a:lnTo>
                  <a:pt x="6625" y="2726"/>
                </a:lnTo>
                <a:lnTo>
                  <a:pt x="6636" y="2732"/>
                </a:lnTo>
                <a:close/>
                <a:moveTo>
                  <a:pt x="6790" y="2732"/>
                </a:moveTo>
                <a:lnTo>
                  <a:pt x="6793" y="2740"/>
                </a:lnTo>
                <a:lnTo>
                  <a:pt x="6789" y="2749"/>
                </a:lnTo>
                <a:lnTo>
                  <a:pt x="6782" y="2751"/>
                </a:lnTo>
                <a:lnTo>
                  <a:pt x="6775" y="2749"/>
                </a:lnTo>
                <a:lnTo>
                  <a:pt x="6764" y="2740"/>
                </a:lnTo>
                <a:lnTo>
                  <a:pt x="6763" y="2732"/>
                </a:lnTo>
                <a:lnTo>
                  <a:pt x="6763" y="2724"/>
                </a:lnTo>
                <a:lnTo>
                  <a:pt x="6767" y="2715"/>
                </a:lnTo>
                <a:lnTo>
                  <a:pt x="6770" y="2715"/>
                </a:lnTo>
                <a:lnTo>
                  <a:pt x="6775" y="2715"/>
                </a:lnTo>
                <a:lnTo>
                  <a:pt x="6786" y="2724"/>
                </a:lnTo>
                <a:lnTo>
                  <a:pt x="6790" y="2732"/>
                </a:lnTo>
                <a:close/>
                <a:moveTo>
                  <a:pt x="5802" y="2769"/>
                </a:moveTo>
                <a:lnTo>
                  <a:pt x="5815" y="2778"/>
                </a:lnTo>
                <a:lnTo>
                  <a:pt x="5810" y="2786"/>
                </a:lnTo>
                <a:lnTo>
                  <a:pt x="5789" y="2786"/>
                </a:lnTo>
                <a:lnTo>
                  <a:pt x="5772" y="2785"/>
                </a:lnTo>
                <a:lnTo>
                  <a:pt x="5750" y="2776"/>
                </a:lnTo>
                <a:lnTo>
                  <a:pt x="5748" y="2769"/>
                </a:lnTo>
                <a:lnTo>
                  <a:pt x="5748" y="2760"/>
                </a:lnTo>
                <a:lnTo>
                  <a:pt x="5756" y="2752"/>
                </a:lnTo>
                <a:lnTo>
                  <a:pt x="5770" y="2752"/>
                </a:lnTo>
                <a:lnTo>
                  <a:pt x="5789" y="2760"/>
                </a:lnTo>
                <a:lnTo>
                  <a:pt x="5802" y="2769"/>
                </a:lnTo>
                <a:close/>
                <a:moveTo>
                  <a:pt x="6074" y="2767"/>
                </a:moveTo>
                <a:lnTo>
                  <a:pt x="6073" y="2772"/>
                </a:lnTo>
                <a:lnTo>
                  <a:pt x="6062" y="2780"/>
                </a:lnTo>
                <a:lnTo>
                  <a:pt x="6034" y="2789"/>
                </a:lnTo>
                <a:lnTo>
                  <a:pt x="5986" y="2792"/>
                </a:lnTo>
                <a:lnTo>
                  <a:pt x="5956" y="2786"/>
                </a:lnTo>
                <a:lnTo>
                  <a:pt x="5943" y="2779"/>
                </a:lnTo>
                <a:lnTo>
                  <a:pt x="5939" y="2774"/>
                </a:lnTo>
                <a:lnTo>
                  <a:pt x="5938" y="2768"/>
                </a:lnTo>
                <a:lnTo>
                  <a:pt x="5943" y="2759"/>
                </a:lnTo>
                <a:lnTo>
                  <a:pt x="5968" y="2752"/>
                </a:lnTo>
                <a:lnTo>
                  <a:pt x="6001" y="2751"/>
                </a:lnTo>
                <a:lnTo>
                  <a:pt x="6031" y="2752"/>
                </a:lnTo>
                <a:lnTo>
                  <a:pt x="6062" y="2758"/>
                </a:lnTo>
                <a:lnTo>
                  <a:pt x="6073" y="2764"/>
                </a:lnTo>
                <a:lnTo>
                  <a:pt x="6074" y="2767"/>
                </a:lnTo>
                <a:close/>
                <a:moveTo>
                  <a:pt x="6292" y="2805"/>
                </a:moveTo>
                <a:lnTo>
                  <a:pt x="6291" y="2819"/>
                </a:lnTo>
                <a:lnTo>
                  <a:pt x="6281" y="2839"/>
                </a:lnTo>
                <a:lnTo>
                  <a:pt x="6273" y="2841"/>
                </a:lnTo>
                <a:lnTo>
                  <a:pt x="6267" y="2839"/>
                </a:lnTo>
                <a:lnTo>
                  <a:pt x="6256" y="2819"/>
                </a:lnTo>
                <a:lnTo>
                  <a:pt x="6255" y="2805"/>
                </a:lnTo>
                <a:lnTo>
                  <a:pt x="6256" y="2791"/>
                </a:lnTo>
                <a:lnTo>
                  <a:pt x="6267" y="2771"/>
                </a:lnTo>
                <a:lnTo>
                  <a:pt x="6273" y="2769"/>
                </a:lnTo>
                <a:lnTo>
                  <a:pt x="6281" y="2771"/>
                </a:lnTo>
                <a:lnTo>
                  <a:pt x="6291" y="2791"/>
                </a:lnTo>
                <a:lnTo>
                  <a:pt x="6292" y="2805"/>
                </a:lnTo>
                <a:close/>
                <a:moveTo>
                  <a:pt x="6632" y="2857"/>
                </a:moveTo>
                <a:lnTo>
                  <a:pt x="6639" y="2861"/>
                </a:lnTo>
                <a:lnTo>
                  <a:pt x="6643" y="2868"/>
                </a:lnTo>
                <a:lnTo>
                  <a:pt x="6633" y="2877"/>
                </a:lnTo>
                <a:lnTo>
                  <a:pt x="6613" y="2881"/>
                </a:lnTo>
                <a:lnTo>
                  <a:pt x="6591" y="2884"/>
                </a:lnTo>
                <a:lnTo>
                  <a:pt x="6556" y="2881"/>
                </a:lnTo>
                <a:lnTo>
                  <a:pt x="6540" y="2873"/>
                </a:lnTo>
                <a:lnTo>
                  <a:pt x="6535" y="2868"/>
                </a:lnTo>
                <a:lnTo>
                  <a:pt x="6540" y="2859"/>
                </a:lnTo>
                <a:lnTo>
                  <a:pt x="6556" y="2854"/>
                </a:lnTo>
                <a:lnTo>
                  <a:pt x="6584" y="2847"/>
                </a:lnTo>
                <a:lnTo>
                  <a:pt x="6600" y="2843"/>
                </a:lnTo>
                <a:lnTo>
                  <a:pt x="6613" y="2845"/>
                </a:lnTo>
                <a:lnTo>
                  <a:pt x="6632" y="2857"/>
                </a:lnTo>
                <a:close/>
                <a:moveTo>
                  <a:pt x="6227" y="2886"/>
                </a:moveTo>
                <a:lnTo>
                  <a:pt x="6220" y="2897"/>
                </a:lnTo>
                <a:lnTo>
                  <a:pt x="6200" y="2912"/>
                </a:lnTo>
                <a:lnTo>
                  <a:pt x="6190" y="2914"/>
                </a:lnTo>
                <a:lnTo>
                  <a:pt x="6178" y="2912"/>
                </a:lnTo>
                <a:lnTo>
                  <a:pt x="6166" y="2903"/>
                </a:lnTo>
                <a:lnTo>
                  <a:pt x="6168" y="2889"/>
                </a:lnTo>
                <a:lnTo>
                  <a:pt x="6184" y="2876"/>
                </a:lnTo>
                <a:lnTo>
                  <a:pt x="6197" y="2872"/>
                </a:lnTo>
                <a:lnTo>
                  <a:pt x="6221" y="2865"/>
                </a:lnTo>
                <a:lnTo>
                  <a:pt x="6232" y="2861"/>
                </a:lnTo>
                <a:lnTo>
                  <a:pt x="6232" y="2867"/>
                </a:lnTo>
                <a:lnTo>
                  <a:pt x="6227" y="2886"/>
                </a:lnTo>
                <a:close/>
                <a:moveTo>
                  <a:pt x="5775" y="2914"/>
                </a:moveTo>
                <a:lnTo>
                  <a:pt x="5770" y="2920"/>
                </a:lnTo>
                <a:lnTo>
                  <a:pt x="5754" y="2931"/>
                </a:lnTo>
                <a:lnTo>
                  <a:pt x="5746" y="2932"/>
                </a:lnTo>
                <a:lnTo>
                  <a:pt x="5739" y="2931"/>
                </a:lnTo>
                <a:lnTo>
                  <a:pt x="5731" y="2920"/>
                </a:lnTo>
                <a:lnTo>
                  <a:pt x="5729" y="2914"/>
                </a:lnTo>
                <a:lnTo>
                  <a:pt x="5731" y="2906"/>
                </a:lnTo>
                <a:lnTo>
                  <a:pt x="5747" y="2896"/>
                </a:lnTo>
                <a:lnTo>
                  <a:pt x="5759" y="2895"/>
                </a:lnTo>
                <a:lnTo>
                  <a:pt x="5769" y="2896"/>
                </a:lnTo>
                <a:lnTo>
                  <a:pt x="5777" y="2906"/>
                </a:lnTo>
                <a:lnTo>
                  <a:pt x="5775" y="2914"/>
                </a:lnTo>
                <a:close/>
                <a:moveTo>
                  <a:pt x="5775" y="3020"/>
                </a:moveTo>
                <a:lnTo>
                  <a:pt x="5777" y="3028"/>
                </a:lnTo>
                <a:lnTo>
                  <a:pt x="5773" y="3043"/>
                </a:lnTo>
                <a:lnTo>
                  <a:pt x="5765" y="3049"/>
                </a:lnTo>
                <a:lnTo>
                  <a:pt x="5759" y="3052"/>
                </a:lnTo>
                <a:lnTo>
                  <a:pt x="5749" y="3043"/>
                </a:lnTo>
                <a:lnTo>
                  <a:pt x="5748" y="3033"/>
                </a:lnTo>
                <a:lnTo>
                  <a:pt x="5748" y="3022"/>
                </a:lnTo>
                <a:lnTo>
                  <a:pt x="5751" y="3008"/>
                </a:lnTo>
                <a:lnTo>
                  <a:pt x="5759" y="3004"/>
                </a:lnTo>
                <a:lnTo>
                  <a:pt x="5769" y="3011"/>
                </a:lnTo>
                <a:lnTo>
                  <a:pt x="5775" y="3020"/>
                </a:lnTo>
                <a:close/>
                <a:moveTo>
                  <a:pt x="5585" y="3095"/>
                </a:moveTo>
                <a:lnTo>
                  <a:pt x="5583" y="3102"/>
                </a:lnTo>
                <a:lnTo>
                  <a:pt x="5563" y="3111"/>
                </a:lnTo>
                <a:lnTo>
                  <a:pt x="5550" y="3112"/>
                </a:lnTo>
                <a:lnTo>
                  <a:pt x="5535" y="3111"/>
                </a:lnTo>
                <a:lnTo>
                  <a:pt x="5509" y="3102"/>
                </a:lnTo>
                <a:lnTo>
                  <a:pt x="5503" y="3095"/>
                </a:lnTo>
                <a:lnTo>
                  <a:pt x="5501" y="3091"/>
                </a:lnTo>
                <a:lnTo>
                  <a:pt x="5503" y="3084"/>
                </a:lnTo>
                <a:lnTo>
                  <a:pt x="5520" y="3078"/>
                </a:lnTo>
                <a:lnTo>
                  <a:pt x="5537" y="3077"/>
                </a:lnTo>
                <a:lnTo>
                  <a:pt x="5555" y="3078"/>
                </a:lnTo>
                <a:lnTo>
                  <a:pt x="5576" y="3084"/>
                </a:lnTo>
                <a:lnTo>
                  <a:pt x="5584" y="3091"/>
                </a:lnTo>
                <a:lnTo>
                  <a:pt x="5585" y="3095"/>
                </a:lnTo>
                <a:close/>
                <a:moveTo>
                  <a:pt x="5885" y="3147"/>
                </a:moveTo>
                <a:lnTo>
                  <a:pt x="5877" y="3159"/>
                </a:lnTo>
                <a:lnTo>
                  <a:pt x="5862" y="3168"/>
                </a:lnTo>
                <a:lnTo>
                  <a:pt x="5851" y="3162"/>
                </a:lnTo>
                <a:lnTo>
                  <a:pt x="5848" y="3143"/>
                </a:lnTo>
                <a:lnTo>
                  <a:pt x="5851" y="3129"/>
                </a:lnTo>
                <a:lnTo>
                  <a:pt x="5857" y="3114"/>
                </a:lnTo>
                <a:lnTo>
                  <a:pt x="5867" y="3104"/>
                </a:lnTo>
                <a:lnTo>
                  <a:pt x="5874" y="3106"/>
                </a:lnTo>
                <a:lnTo>
                  <a:pt x="5878" y="3109"/>
                </a:lnTo>
                <a:lnTo>
                  <a:pt x="5885" y="3118"/>
                </a:lnTo>
                <a:lnTo>
                  <a:pt x="5888" y="3139"/>
                </a:lnTo>
                <a:lnTo>
                  <a:pt x="5885" y="3147"/>
                </a:lnTo>
                <a:close/>
                <a:moveTo>
                  <a:pt x="5775" y="3150"/>
                </a:moveTo>
                <a:lnTo>
                  <a:pt x="5781" y="3161"/>
                </a:lnTo>
                <a:lnTo>
                  <a:pt x="5782" y="3175"/>
                </a:lnTo>
                <a:lnTo>
                  <a:pt x="5773" y="3178"/>
                </a:lnTo>
                <a:lnTo>
                  <a:pt x="5757" y="3169"/>
                </a:lnTo>
                <a:lnTo>
                  <a:pt x="5748" y="3158"/>
                </a:lnTo>
                <a:lnTo>
                  <a:pt x="5738" y="3146"/>
                </a:lnTo>
                <a:lnTo>
                  <a:pt x="5736" y="3135"/>
                </a:lnTo>
                <a:lnTo>
                  <a:pt x="5740" y="3131"/>
                </a:lnTo>
                <a:lnTo>
                  <a:pt x="5744" y="3131"/>
                </a:lnTo>
                <a:lnTo>
                  <a:pt x="5752" y="3132"/>
                </a:lnTo>
                <a:lnTo>
                  <a:pt x="5770" y="3143"/>
                </a:lnTo>
                <a:lnTo>
                  <a:pt x="5775" y="3150"/>
                </a:lnTo>
                <a:close/>
                <a:moveTo>
                  <a:pt x="5221" y="3196"/>
                </a:moveTo>
                <a:lnTo>
                  <a:pt x="5220" y="3198"/>
                </a:lnTo>
                <a:lnTo>
                  <a:pt x="5205" y="3203"/>
                </a:lnTo>
                <a:lnTo>
                  <a:pt x="5194" y="3204"/>
                </a:lnTo>
                <a:lnTo>
                  <a:pt x="5184" y="3203"/>
                </a:lnTo>
                <a:lnTo>
                  <a:pt x="5169" y="3193"/>
                </a:lnTo>
                <a:lnTo>
                  <a:pt x="5167" y="3185"/>
                </a:lnTo>
                <a:lnTo>
                  <a:pt x="5169" y="3179"/>
                </a:lnTo>
                <a:lnTo>
                  <a:pt x="5184" y="3175"/>
                </a:lnTo>
                <a:lnTo>
                  <a:pt x="5194" y="3178"/>
                </a:lnTo>
                <a:lnTo>
                  <a:pt x="5215" y="3189"/>
                </a:lnTo>
                <a:lnTo>
                  <a:pt x="5221" y="3196"/>
                </a:lnTo>
                <a:close/>
                <a:moveTo>
                  <a:pt x="5400" y="3198"/>
                </a:moveTo>
                <a:lnTo>
                  <a:pt x="5398" y="3206"/>
                </a:lnTo>
                <a:lnTo>
                  <a:pt x="5388" y="3219"/>
                </a:lnTo>
                <a:lnTo>
                  <a:pt x="5362" y="3232"/>
                </a:lnTo>
                <a:lnTo>
                  <a:pt x="5335" y="3236"/>
                </a:lnTo>
                <a:lnTo>
                  <a:pt x="5310" y="3237"/>
                </a:lnTo>
                <a:lnTo>
                  <a:pt x="5281" y="3232"/>
                </a:lnTo>
                <a:lnTo>
                  <a:pt x="5279" y="3219"/>
                </a:lnTo>
                <a:lnTo>
                  <a:pt x="5303" y="3200"/>
                </a:lnTo>
                <a:lnTo>
                  <a:pt x="5327" y="3191"/>
                </a:lnTo>
                <a:lnTo>
                  <a:pt x="5352" y="3181"/>
                </a:lnTo>
                <a:lnTo>
                  <a:pt x="5384" y="3171"/>
                </a:lnTo>
                <a:lnTo>
                  <a:pt x="5399" y="3172"/>
                </a:lnTo>
                <a:lnTo>
                  <a:pt x="5402" y="3186"/>
                </a:lnTo>
                <a:lnTo>
                  <a:pt x="5400" y="3198"/>
                </a:lnTo>
                <a:close/>
                <a:moveTo>
                  <a:pt x="4987" y="3204"/>
                </a:moveTo>
                <a:lnTo>
                  <a:pt x="4984" y="3217"/>
                </a:lnTo>
                <a:lnTo>
                  <a:pt x="4979" y="3221"/>
                </a:lnTo>
                <a:lnTo>
                  <a:pt x="4969" y="3217"/>
                </a:lnTo>
                <a:lnTo>
                  <a:pt x="4959" y="3204"/>
                </a:lnTo>
                <a:lnTo>
                  <a:pt x="4956" y="3196"/>
                </a:lnTo>
                <a:lnTo>
                  <a:pt x="4960" y="3186"/>
                </a:lnTo>
                <a:lnTo>
                  <a:pt x="4966" y="3185"/>
                </a:lnTo>
                <a:lnTo>
                  <a:pt x="4975" y="3186"/>
                </a:lnTo>
                <a:lnTo>
                  <a:pt x="4985" y="3196"/>
                </a:lnTo>
                <a:lnTo>
                  <a:pt x="4987" y="3204"/>
                </a:lnTo>
                <a:close/>
                <a:moveTo>
                  <a:pt x="5784" y="3221"/>
                </a:moveTo>
                <a:lnTo>
                  <a:pt x="5782" y="3235"/>
                </a:lnTo>
                <a:lnTo>
                  <a:pt x="5776" y="3240"/>
                </a:lnTo>
                <a:lnTo>
                  <a:pt x="5766" y="3235"/>
                </a:lnTo>
                <a:lnTo>
                  <a:pt x="5757" y="3221"/>
                </a:lnTo>
                <a:lnTo>
                  <a:pt x="5753" y="3214"/>
                </a:lnTo>
                <a:lnTo>
                  <a:pt x="5758" y="3204"/>
                </a:lnTo>
                <a:lnTo>
                  <a:pt x="5764" y="3204"/>
                </a:lnTo>
                <a:lnTo>
                  <a:pt x="5772" y="3204"/>
                </a:lnTo>
                <a:lnTo>
                  <a:pt x="5783" y="3214"/>
                </a:lnTo>
                <a:lnTo>
                  <a:pt x="5784" y="3221"/>
                </a:lnTo>
                <a:close/>
                <a:moveTo>
                  <a:pt x="4886" y="3240"/>
                </a:moveTo>
                <a:lnTo>
                  <a:pt x="4890" y="3246"/>
                </a:lnTo>
                <a:lnTo>
                  <a:pt x="4886" y="3257"/>
                </a:lnTo>
                <a:lnTo>
                  <a:pt x="4879" y="3258"/>
                </a:lnTo>
                <a:lnTo>
                  <a:pt x="4871" y="3257"/>
                </a:lnTo>
                <a:lnTo>
                  <a:pt x="4855" y="3246"/>
                </a:lnTo>
                <a:lnTo>
                  <a:pt x="4851" y="3240"/>
                </a:lnTo>
                <a:lnTo>
                  <a:pt x="4847" y="3232"/>
                </a:lnTo>
                <a:lnTo>
                  <a:pt x="4851" y="3222"/>
                </a:lnTo>
                <a:lnTo>
                  <a:pt x="4857" y="3221"/>
                </a:lnTo>
                <a:lnTo>
                  <a:pt x="4865" y="3222"/>
                </a:lnTo>
                <a:lnTo>
                  <a:pt x="4881" y="3232"/>
                </a:lnTo>
                <a:lnTo>
                  <a:pt x="4886" y="3240"/>
                </a:lnTo>
                <a:close/>
                <a:moveTo>
                  <a:pt x="4886" y="3367"/>
                </a:moveTo>
                <a:lnTo>
                  <a:pt x="4890" y="3373"/>
                </a:lnTo>
                <a:lnTo>
                  <a:pt x="4885" y="3383"/>
                </a:lnTo>
                <a:lnTo>
                  <a:pt x="4879" y="3384"/>
                </a:lnTo>
                <a:lnTo>
                  <a:pt x="4871" y="3383"/>
                </a:lnTo>
                <a:lnTo>
                  <a:pt x="4860" y="3373"/>
                </a:lnTo>
                <a:lnTo>
                  <a:pt x="4859" y="3367"/>
                </a:lnTo>
                <a:lnTo>
                  <a:pt x="4859" y="3359"/>
                </a:lnTo>
                <a:lnTo>
                  <a:pt x="4864" y="3349"/>
                </a:lnTo>
                <a:lnTo>
                  <a:pt x="4867" y="3348"/>
                </a:lnTo>
                <a:lnTo>
                  <a:pt x="4871" y="3349"/>
                </a:lnTo>
                <a:lnTo>
                  <a:pt x="4882" y="3359"/>
                </a:lnTo>
                <a:lnTo>
                  <a:pt x="4886" y="3367"/>
                </a:lnTo>
                <a:close/>
                <a:moveTo>
                  <a:pt x="4551" y="3525"/>
                </a:moveTo>
                <a:lnTo>
                  <a:pt x="4541" y="3528"/>
                </a:lnTo>
                <a:lnTo>
                  <a:pt x="4513" y="3515"/>
                </a:lnTo>
                <a:lnTo>
                  <a:pt x="4500" y="3503"/>
                </a:lnTo>
                <a:lnTo>
                  <a:pt x="4483" y="3485"/>
                </a:lnTo>
                <a:lnTo>
                  <a:pt x="4492" y="3482"/>
                </a:lnTo>
                <a:lnTo>
                  <a:pt x="4522" y="3495"/>
                </a:lnTo>
                <a:lnTo>
                  <a:pt x="4541" y="3505"/>
                </a:lnTo>
                <a:lnTo>
                  <a:pt x="4555" y="3518"/>
                </a:lnTo>
                <a:lnTo>
                  <a:pt x="4555" y="3524"/>
                </a:lnTo>
                <a:lnTo>
                  <a:pt x="4551" y="3525"/>
                </a:lnTo>
                <a:close/>
                <a:moveTo>
                  <a:pt x="4171" y="3579"/>
                </a:moveTo>
                <a:lnTo>
                  <a:pt x="4234" y="3645"/>
                </a:lnTo>
                <a:lnTo>
                  <a:pt x="4166" y="3596"/>
                </a:lnTo>
                <a:lnTo>
                  <a:pt x="4139" y="3577"/>
                </a:lnTo>
                <a:lnTo>
                  <a:pt x="4093" y="3550"/>
                </a:lnTo>
                <a:lnTo>
                  <a:pt x="4082" y="3547"/>
                </a:lnTo>
                <a:lnTo>
                  <a:pt x="4074" y="3546"/>
                </a:lnTo>
                <a:lnTo>
                  <a:pt x="4058" y="3536"/>
                </a:lnTo>
                <a:lnTo>
                  <a:pt x="4052" y="3530"/>
                </a:lnTo>
                <a:lnTo>
                  <a:pt x="4051" y="3525"/>
                </a:lnTo>
                <a:lnTo>
                  <a:pt x="4052" y="3519"/>
                </a:lnTo>
                <a:lnTo>
                  <a:pt x="4062" y="3512"/>
                </a:lnTo>
                <a:lnTo>
                  <a:pt x="4074" y="3511"/>
                </a:lnTo>
                <a:lnTo>
                  <a:pt x="4082" y="3512"/>
                </a:lnTo>
                <a:lnTo>
                  <a:pt x="4103" y="3522"/>
                </a:lnTo>
                <a:lnTo>
                  <a:pt x="4144" y="3552"/>
                </a:lnTo>
                <a:lnTo>
                  <a:pt x="4171" y="3579"/>
                </a:lnTo>
                <a:close/>
                <a:moveTo>
                  <a:pt x="4660" y="3566"/>
                </a:moveTo>
                <a:lnTo>
                  <a:pt x="4659" y="3572"/>
                </a:lnTo>
                <a:lnTo>
                  <a:pt x="4649" y="3583"/>
                </a:lnTo>
                <a:lnTo>
                  <a:pt x="4642" y="3584"/>
                </a:lnTo>
                <a:lnTo>
                  <a:pt x="4635" y="3583"/>
                </a:lnTo>
                <a:lnTo>
                  <a:pt x="4624" y="3572"/>
                </a:lnTo>
                <a:lnTo>
                  <a:pt x="4623" y="3566"/>
                </a:lnTo>
                <a:lnTo>
                  <a:pt x="4624" y="3558"/>
                </a:lnTo>
                <a:lnTo>
                  <a:pt x="4635" y="3548"/>
                </a:lnTo>
                <a:lnTo>
                  <a:pt x="4642" y="3547"/>
                </a:lnTo>
                <a:lnTo>
                  <a:pt x="4649" y="3548"/>
                </a:lnTo>
                <a:lnTo>
                  <a:pt x="4659" y="3558"/>
                </a:lnTo>
                <a:lnTo>
                  <a:pt x="4660" y="3566"/>
                </a:lnTo>
                <a:close/>
                <a:moveTo>
                  <a:pt x="3916" y="3584"/>
                </a:moveTo>
                <a:lnTo>
                  <a:pt x="3931" y="3594"/>
                </a:lnTo>
                <a:lnTo>
                  <a:pt x="3931" y="3602"/>
                </a:lnTo>
                <a:lnTo>
                  <a:pt x="3916" y="3602"/>
                </a:lnTo>
                <a:lnTo>
                  <a:pt x="3903" y="3604"/>
                </a:lnTo>
                <a:lnTo>
                  <a:pt x="3905" y="3615"/>
                </a:lnTo>
                <a:lnTo>
                  <a:pt x="3922" y="3628"/>
                </a:lnTo>
                <a:lnTo>
                  <a:pt x="3934" y="3637"/>
                </a:lnTo>
                <a:lnTo>
                  <a:pt x="3951" y="3657"/>
                </a:lnTo>
                <a:lnTo>
                  <a:pt x="3953" y="3663"/>
                </a:lnTo>
                <a:lnTo>
                  <a:pt x="3951" y="3667"/>
                </a:lnTo>
                <a:lnTo>
                  <a:pt x="3934" y="3663"/>
                </a:lnTo>
                <a:lnTo>
                  <a:pt x="3922" y="3658"/>
                </a:lnTo>
                <a:lnTo>
                  <a:pt x="3889" y="3643"/>
                </a:lnTo>
                <a:lnTo>
                  <a:pt x="3855" y="3631"/>
                </a:lnTo>
                <a:lnTo>
                  <a:pt x="3845" y="3628"/>
                </a:lnTo>
                <a:lnTo>
                  <a:pt x="3835" y="3621"/>
                </a:lnTo>
                <a:lnTo>
                  <a:pt x="3832" y="3612"/>
                </a:lnTo>
                <a:lnTo>
                  <a:pt x="3838" y="3600"/>
                </a:lnTo>
                <a:lnTo>
                  <a:pt x="3844" y="3593"/>
                </a:lnTo>
                <a:lnTo>
                  <a:pt x="3854" y="3582"/>
                </a:lnTo>
                <a:lnTo>
                  <a:pt x="3869" y="3570"/>
                </a:lnTo>
                <a:lnTo>
                  <a:pt x="3885" y="3568"/>
                </a:lnTo>
                <a:lnTo>
                  <a:pt x="3904" y="3575"/>
                </a:lnTo>
                <a:lnTo>
                  <a:pt x="3916" y="3584"/>
                </a:lnTo>
                <a:close/>
                <a:moveTo>
                  <a:pt x="4043" y="3638"/>
                </a:moveTo>
                <a:lnTo>
                  <a:pt x="4042" y="3645"/>
                </a:lnTo>
                <a:lnTo>
                  <a:pt x="4034" y="3655"/>
                </a:lnTo>
                <a:lnTo>
                  <a:pt x="4027" y="3656"/>
                </a:lnTo>
                <a:lnTo>
                  <a:pt x="4018" y="3655"/>
                </a:lnTo>
                <a:lnTo>
                  <a:pt x="4003" y="3645"/>
                </a:lnTo>
                <a:lnTo>
                  <a:pt x="3998" y="3638"/>
                </a:lnTo>
                <a:lnTo>
                  <a:pt x="3996" y="3631"/>
                </a:lnTo>
                <a:lnTo>
                  <a:pt x="4004" y="3621"/>
                </a:lnTo>
                <a:lnTo>
                  <a:pt x="4014" y="3620"/>
                </a:lnTo>
                <a:lnTo>
                  <a:pt x="4026" y="3621"/>
                </a:lnTo>
                <a:lnTo>
                  <a:pt x="4042" y="3631"/>
                </a:lnTo>
                <a:lnTo>
                  <a:pt x="4043" y="3638"/>
                </a:lnTo>
                <a:close/>
                <a:moveTo>
                  <a:pt x="3723" y="3709"/>
                </a:moveTo>
                <a:lnTo>
                  <a:pt x="3706" y="3720"/>
                </a:lnTo>
                <a:lnTo>
                  <a:pt x="3669" y="3733"/>
                </a:lnTo>
                <a:lnTo>
                  <a:pt x="3633" y="3733"/>
                </a:lnTo>
                <a:lnTo>
                  <a:pt x="3615" y="3725"/>
                </a:lnTo>
                <a:lnTo>
                  <a:pt x="3609" y="3717"/>
                </a:lnTo>
                <a:lnTo>
                  <a:pt x="3608" y="3710"/>
                </a:lnTo>
                <a:lnTo>
                  <a:pt x="3609" y="3704"/>
                </a:lnTo>
                <a:lnTo>
                  <a:pt x="3620" y="3693"/>
                </a:lnTo>
                <a:lnTo>
                  <a:pt x="3658" y="3682"/>
                </a:lnTo>
                <a:lnTo>
                  <a:pt x="3706" y="3678"/>
                </a:lnTo>
                <a:lnTo>
                  <a:pt x="3763" y="3674"/>
                </a:lnTo>
                <a:lnTo>
                  <a:pt x="3723" y="3709"/>
                </a:lnTo>
                <a:close/>
                <a:moveTo>
                  <a:pt x="4145" y="3702"/>
                </a:moveTo>
                <a:lnTo>
                  <a:pt x="4149" y="3706"/>
                </a:lnTo>
                <a:lnTo>
                  <a:pt x="4147" y="3713"/>
                </a:lnTo>
                <a:lnTo>
                  <a:pt x="4122" y="3721"/>
                </a:lnTo>
                <a:lnTo>
                  <a:pt x="4085" y="3723"/>
                </a:lnTo>
                <a:lnTo>
                  <a:pt x="4058" y="3723"/>
                </a:lnTo>
                <a:lnTo>
                  <a:pt x="4020" y="3717"/>
                </a:lnTo>
                <a:lnTo>
                  <a:pt x="4008" y="3708"/>
                </a:lnTo>
                <a:lnTo>
                  <a:pt x="4006" y="3703"/>
                </a:lnTo>
                <a:lnTo>
                  <a:pt x="4020" y="3693"/>
                </a:lnTo>
                <a:lnTo>
                  <a:pt x="4040" y="3687"/>
                </a:lnTo>
                <a:lnTo>
                  <a:pt x="4058" y="3683"/>
                </a:lnTo>
                <a:lnTo>
                  <a:pt x="4090" y="3681"/>
                </a:lnTo>
                <a:lnTo>
                  <a:pt x="4117" y="3684"/>
                </a:lnTo>
                <a:lnTo>
                  <a:pt x="4138" y="3694"/>
                </a:lnTo>
                <a:lnTo>
                  <a:pt x="4145" y="3702"/>
                </a:lnTo>
                <a:close/>
                <a:moveTo>
                  <a:pt x="544" y="3750"/>
                </a:moveTo>
                <a:lnTo>
                  <a:pt x="543" y="3758"/>
                </a:lnTo>
                <a:lnTo>
                  <a:pt x="531" y="3762"/>
                </a:lnTo>
                <a:lnTo>
                  <a:pt x="514" y="3757"/>
                </a:lnTo>
                <a:lnTo>
                  <a:pt x="498" y="3742"/>
                </a:lnTo>
                <a:lnTo>
                  <a:pt x="494" y="3732"/>
                </a:lnTo>
                <a:lnTo>
                  <a:pt x="492" y="3723"/>
                </a:lnTo>
                <a:lnTo>
                  <a:pt x="503" y="3718"/>
                </a:lnTo>
                <a:lnTo>
                  <a:pt x="516" y="3721"/>
                </a:lnTo>
                <a:lnTo>
                  <a:pt x="527" y="3727"/>
                </a:lnTo>
                <a:lnTo>
                  <a:pt x="543" y="3743"/>
                </a:lnTo>
                <a:lnTo>
                  <a:pt x="544" y="3750"/>
                </a:lnTo>
                <a:close/>
                <a:moveTo>
                  <a:pt x="4013" y="3807"/>
                </a:moveTo>
                <a:lnTo>
                  <a:pt x="4008" y="3810"/>
                </a:lnTo>
                <a:lnTo>
                  <a:pt x="3983" y="3807"/>
                </a:lnTo>
                <a:lnTo>
                  <a:pt x="3967" y="3799"/>
                </a:lnTo>
                <a:lnTo>
                  <a:pt x="3950" y="3790"/>
                </a:lnTo>
                <a:lnTo>
                  <a:pt x="3942" y="3777"/>
                </a:lnTo>
                <a:lnTo>
                  <a:pt x="3948" y="3769"/>
                </a:lnTo>
                <a:lnTo>
                  <a:pt x="3953" y="3765"/>
                </a:lnTo>
                <a:lnTo>
                  <a:pt x="3963" y="3760"/>
                </a:lnTo>
                <a:lnTo>
                  <a:pt x="3987" y="3765"/>
                </a:lnTo>
                <a:lnTo>
                  <a:pt x="4008" y="3779"/>
                </a:lnTo>
                <a:lnTo>
                  <a:pt x="4016" y="3797"/>
                </a:lnTo>
                <a:lnTo>
                  <a:pt x="4013" y="3807"/>
                </a:lnTo>
                <a:close/>
                <a:moveTo>
                  <a:pt x="3034" y="3957"/>
                </a:moveTo>
                <a:lnTo>
                  <a:pt x="3036" y="3963"/>
                </a:lnTo>
                <a:lnTo>
                  <a:pt x="3029" y="3983"/>
                </a:lnTo>
                <a:lnTo>
                  <a:pt x="3019" y="3993"/>
                </a:lnTo>
                <a:lnTo>
                  <a:pt x="3007" y="4004"/>
                </a:lnTo>
                <a:lnTo>
                  <a:pt x="2980" y="4010"/>
                </a:lnTo>
                <a:lnTo>
                  <a:pt x="2957" y="4003"/>
                </a:lnTo>
                <a:lnTo>
                  <a:pt x="2948" y="3990"/>
                </a:lnTo>
                <a:lnTo>
                  <a:pt x="2948" y="3978"/>
                </a:lnTo>
                <a:lnTo>
                  <a:pt x="2950" y="3971"/>
                </a:lnTo>
                <a:lnTo>
                  <a:pt x="2955" y="3962"/>
                </a:lnTo>
                <a:lnTo>
                  <a:pt x="2974" y="3950"/>
                </a:lnTo>
                <a:lnTo>
                  <a:pt x="3000" y="3946"/>
                </a:lnTo>
                <a:lnTo>
                  <a:pt x="3024" y="3950"/>
                </a:lnTo>
                <a:lnTo>
                  <a:pt x="3034" y="3957"/>
                </a:lnTo>
                <a:close/>
                <a:moveTo>
                  <a:pt x="626" y="4019"/>
                </a:moveTo>
                <a:lnTo>
                  <a:pt x="629" y="4025"/>
                </a:lnTo>
                <a:lnTo>
                  <a:pt x="625" y="4035"/>
                </a:lnTo>
                <a:lnTo>
                  <a:pt x="619" y="4036"/>
                </a:lnTo>
                <a:lnTo>
                  <a:pt x="610" y="4035"/>
                </a:lnTo>
                <a:lnTo>
                  <a:pt x="600" y="4025"/>
                </a:lnTo>
                <a:lnTo>
                  <a:pt x="598" y="4019"/>
                </a:lnTo>
                <a:lnTo>
                  <a:pt x="600" y="4011"/>
                </a:lnTo>
                <a:lnTo>
                  <a:pt x="603" y="4001"/>
                </a:lnTo>
                <a:lnTo>
                  <a:pt x="606" y="4000"/>
                </a:lnTo>
                <a:lnTo>
                  <a:pt x="610" y="4001"/>
                </a:lnTo>
                <a:lnTo>
                  <a:pt x="621" y="4011"/>
                </a:lnTo>
                <a:lnTo>
                  <a:pt x="626" y="4019"/>
                </a:lnTo>
                <a:close/>
                <a:moveTo>
                  <a:pt x="454" y="4055"/>
                </a:moveTo>
                <a:lnTo>
                  <a:pt x="453" y="4061"/>
                </a:lnTo>
                <a:lnTo>
                  <a:pt x="443" y="4072"/>
                </a:lnTo>
                <a:lnTo>
                  <a:pt x="435" y="4073"/>
                </a:lnTo>
                <a:lnTo>
                  <a:pt x="429" y="4072"/>
                </a:lnTo>
                <a:lnTo>
                  <a:pt x="419" y="4061"/>
                </a:lnTo>
                <a:lnTo>
                  <a:pt x="418" y="4055"/>
                </a:lnTo>
                <a:lnTo>
                  <a:pt x="419" y="4047"/>
                </a:lnTo>
                <a:lnTo>
                  <a:pt x="429" y="4037"/>
                </a:lnTo>
                <a:lnTo>
                  <a:pt x="435" y="4036"/>
                </a:lnTo>
                <a:lnTo>
                  <a:pt x="443" y="4037"/>
                </a:lnTo>
                <a:lnTo>
                  <a:pt x="453" y="4047"/>
                </a:lnTo>
                <a:lnTo>
                  <a:pt x="454" y="4055"/>
                </a:lnTo>
                <a:close/>
                <a:moveTo>
                  <a:pt x="539" y="4174"/>
                </a:moveTo>
                <a:lnTo>
                  <a:pt x="532" y="4179"/>
                </a:lnTo>
                <a:lnTo>
                  <a:pt x="516" y="4178"/>
                </a:lnTo>
                <a:lnTo>
                  <a:pt x="503" y="4166"/>
                </a:lnTo>
                <a:lnTo>
                  <a:pt x="497" y="4150"/>
                </a:lnTo>
                <a:lnTo>
                  <a:pt x="501" y="4142"/>
                </a:lnTo>
                <a:lnTo>
                  <a:pt x="507" y="4135"/>
                </a:lnTo>
                <a:lnTo>
                  <a:pt x="522" y="4135"/>
                </a:lnTo>
                <a:lnTo>
                  <a:pt x="532" y="4144"/>
                </a:lnTo>
                <a:lnTo>
                  <a:pt x="539" y="4151"/>
                </a:lnTo>
                <a:lnTo>
                  <a:pt x="543" y="4168"/>
                </a:lnTo>
                <a:lnTo>
                  <a:pt x="539" y="4174"/>
                </a:lnTo>
                <a:close/>
                <a:moveTo>
                  <a:pt x="435" y="4153"/>
                </a:moveTo>
                <a:lnTo>
                  <a:pt x="426" y="4167"/>
                </a:lnTo>
                <a:lnTo>
                  <a:pt x="391" y="4207"/>
                </a:lnTo>
                <a:lnTo>
                  <a:pt x="372" y="4225"/>
                </a:lnTo>
                <a:lnTo>
                  <a:pt x="353" y="4238"/>
                </a:lnTo>
                <a:lnTo>
                  <a:pt x="346" y="4238"/>
                </a:lnTo>
                <a:lnTo>
                  <a:pt x="345" y="4234"/>
                </a:lnTo>
                <a:lnTo>
                  <a:pt x="347" y="4224"/>
                </a:lnTo>
                <a:lnTo>
                  <a:pt x="369" y="4194"/>
                </a:lnTo>
                <a:lnTo>
                  <a:pt x="385" y="4180"/>
                </a:lnTo>
                <a:lnTo>
                  <a:pt x="410" y="4157"/>
                </a:lnTo>
                <a:lnTo>
                  <a:pt x="430" y="4145"/>
                </a:lnTo>
                <a:lnTo>
                  <a:pt x="435" y="4148"/>
                </a:lnTo>
                <a:lnTo>
                  <a:pt x="435" y="4153"/>
                </a:lnTo>
                <a:close/>
                <a:moveTo>
                  <a:pt x="146" y="4236"/>
                </a:moveTo>
                <a:lnTo>
                  <a:pt x="145" y="4243"/>
                </a:lnTo>
                <a:lnTo>
                  <a:pt x="134" y="4253"/>
                </a:lnTo>
                <a:lnTo>
                  <a:pt x="125" y="4254"/>
                </a:lnTo>
                <a:lnTo>
                  <a:pt x="120" y="4253"/>
                </a:lnTo>
                <a:lnTo>
                  <a:pt x="116" y="4243"/>
                </a:lnTo>
                <a:lnTo>
                  <a:pt x="119" y="4236"/>
                </a:lnTo>
                <a:lnTo>
                  <a:pt x="123" y="4229"/>
                </a:lnTo>
                <a:lnTo>
                  <a:pt x="134" y="4219"/>
                </a:lnTo>
                <a:lnTo>
                  <a:pt x="138" y="4218"/>
                </a:lnTo>
                <a:lnTo>
                  <a:pt x="141" y="4219"/>
                </a:lnTo>
                <a:lnTo>
                  <a:pt x="145" y="4229"/>
                </a:lnTo>
                <a:lnTo>
                  <a:pt x="146" y="4236"/>
                </a:lnTo>
                <a:close/>
                <a:moveTo>
                  <a:pt x="304" y="4263"/>
                </a:moveTo>
                <a:lnTo>
                  <a:pt x="300" y="4285"/>
                </a:lnTo>
                <a:lnTo>
                  <a:pt x="291" y="4313"/>
                </a:lnTo>
                <a:lnTo>
                  <a:pt x="283" y="4320"/>
                </a:lnTo>
                <a:lnTo>
                  <a:pt x="279" y="4319"/>
                </a:lnTo>
                <a:lnTo>
                  <a:pt x="273" y="4306"/>
                </a:lnTo>
                <a:lnTo>
                  <a:pt x="272" y="4286"/>
                </a:lnTo>
                <a:lnTo>
                  <a:pt x="274" y="4258"/>
                </a:lnTo>
                <a:lnTo>
                  <a:pt x="285" y="4229"/>
                </a:lnTo>
                <a:lnTo>
                  <a:pt x="297" y="4219"/>
                </a:lnTo>
                <a:lnTo>
                  <a:pt x="304" y="4218"/>
                </a:lnTo>
                <a:lnTo>
                  <a:pt x="306" y="4220"/>
                </a:lnTo>
                <a:lnTo>
                  <a:pt x="306" y="4245"/>
                </a:lnTo>
                <a:lnTo>
                  <a:pt x="304" y="4263"/>
                </a:lnTo>
                <a:close/>
                <a:moveTo>
                  <a:pt x="1234" y="4234"/>
                </a:moveTo>
                <a:lnTo>
                  <a:pt x="1236" y="4253"/>
                </a:lnTo>
                <a:lnTo>
                  <a:pt x="1245" y="4280"/>
                </a:lnTo>
                <a:lnTo>
                  <a:pt x="1248" y="4293"/>
                </a:lnTo>
                <a:lnTo>
                  <a:pt x="1242" y="4305"/>
                </a:lnTo>
                <a:lnTo>
                  <a:pt x="1233" y="4308"/>
                </a:lnTo>
                <a:lnTo>
                  <a:pt x="1226" y="4308"/>
                </a:lnTo>
                <a:lnTo>
                  <a:pt x="1220" y="4308"/>
                </a:lnTo>
                <a:lnTo>
                  <a:pt x="1209" y="4301"/>
                </a:lnTo>
                <a:lnTo>
                  <a:pt x="1199" y="4283"/>
                </a:lnTo>
                <a:lnTo>
                  <a:pt x="1197" y="4263"/>
                </a:lnTo>
                <a:lnTo>
                  <a:pt x="1198" y="4245"/>
                </a:lnTo>
                <a:lnTo>
                  <a:pt x="1209" y="4220"/>
                </a:lnTo>
                <a:lnTo>
                  <a:pt x="1215" y="4218"/>
                </a:lnTo>
                <a:lnTo>
                  <a:pt x="1223" y="4219"/>
                </a:lnTo>
                <a:lnTo>
                  <a:pt x="1233" y="4228"/>
                </a:lnTo>
                <a:lnTo>
                  <a:pt x="1234" y="4234"/>
                </a:lnTo>
                <a:close/>
                <a:moveTo>
                  <a:pt x="1335" y="4267"/>
                </a:moveTo>
                <a:lnTo>
                  <a:pt x="1328" y="4272"/>
                </a:lnTo>
                <a:lnTo>
                  <a:pt x="1316" y="4271"/>
                </a:lnTo>
                <a:lnTo>
                  <a:pt x="1310" y="4260"/>
                </a:lnTo>
                <a:lnTo>
                  <a:pt x="1312" y="4243"/>
                </a:lnTo>
                <a:lnTo>
                  <a:pt x="1316" y="4234"/>
                </a:lnTo>
                <a:lnTo>
                  <a:pt x="1324" y="4222"/>
                </a:lnTo>
                <a:lnTo>
                  <a:pt x="1334" y="4222"/>
                </a:lnTo>
                <a:lnTo>
                  <a:pt x="1338" y="4234"/>
                </a:lnTo>
                <a:lnTo>
                  <a:pt x="1340" y="4244"/>
                </a:lnTo>
                <a:lnTo>
                  <a:pt x="1338" y="4261"/>
                </a:lnTo>
                <a:lnTo>
                  <a:pt x="1335" y="4267"/>
                </a:lnTo>
                <a:close/>
                <a:moveTo>
                  <a:pt x="454" y="4248"/>
                </a:moveTo>
                <a:lnTo>
                  <a:pt x="453" y="4258"/>
                </a:lnTo>
                <a:lnTo>
                  <a:pt x="443" y="4281"/>
                </a:lnTo>
                <a:lnTo>
                  <a:pt x="429" y="4298"/>
                </a:lnTo>
                <a:lnTo>
                  <a:pt x="421" y="4305"/>
                </a:lnTo>
                <a:lnTo>
                  <a:pt x="418" y="4303"/>
                </a:lnTo>
                <a:lnTo>
                  <a:pt x="418" y="4299"/>
                </a:lnTo>
                <a:lnTo>
                  <a:pt x="417" y="4296"/>
                </a:lnTo>
                <a:lnTo>
                  <a:pt x="412" y="4295"/>
                </a:lnTo>
                <a:lnTo>
                  <a:pt x="401" y="4304"/>
                </a:lnTo>
                <a:lnTo>
                  <a:pt x="391" y="4316"/>
                </a:lnTo>
                <a:lnTo>
                  <a:pt x="379" y="4330"/>
                </a:lnTo>
                <a:lnTo>
                  <a:pt x="368" y="4335"/>
                </a:lnTo>
                <a:lnTo>
                  <a:pt x="365" y="4333"/>
                </a:lnTo>
                <a:lnTo>
                  <a:pt x="364" y="4320"/>
                </a:lnTo>
                <a:lnTo>
                  <a:pt x="374" y="4291"/>
                </a:lnTo>
                <a:lnTo>
                  <a:pt x="385" y="4272"/>
                </a:lnTo>
                <a:lnTo>
                  <a:pt x="394" y="4260"/>
                </a:lnTo>
                <a:lnTo>
                  <a:pt x="417" y="4242"/>
                </a:lnTo>
                <a:lnTo>
                  <a:pt x="439" y="4234"/>
                </a:lnTo>
                <a:lnTo>
                  <a:pt x="453" y="4240"/>
                </a:lnTo>
                <a:lnTo>
                  <a:pt x="454" y="4248"/>
                </a:lnTo>
                <a:close/>
                <a:moveTo>
                  <a:pt x="1027" y="4357"/>
                </a:moveTo>
                <a:lnTo>
                  <a:pt x="1021" y="4361"/>
                </a:lnTo>
                <a:lnTo>
                  <a:pt x="1000" y="4357"/>
                </a:lnTo>
                <a:lnTo>
                  <a:pt x="978" y="4343"/>
                </a:lnTo>
                <a:lnTo>
                  <a:pt x="963" y="4322"/>
                </a:lnTo>
                <a:lnTo>
                  <a:pt x="962" y="4312"/>
                </a:lnTo>
                <a:lnTo>
                  <a:pt x="962" y="4304"/>
                </a:lnTo>
                <a:lnTo>
                  <a:pt x="965" y="4296"/>
                </a:lnTo>
                <a:lnTo>
                  <a:pt x="978" y="4300"/>
                </a:lnTo>
                <a:lnTo>
                  <a:pt x="998" y="4318"/>
                </a:lnTo>
                <a:lnTo>
                  <a:pt x="1012" y="4331"/>
                </a:lnTo>
                <a:lnTo>
                  <a:pt x="1027" y="4353"/>
                </a:lnTo>
                <a:lnTo>
                  <a:pt x="1027" y="4357"/>
                </a:lnTo>
                <a:close/>
                <a:moveTo>
                  <a:pt x="876" y="4386"/>
                </a:moveTo>
                <a:lnTo>
                  <a:pt x="882" y="4383"/>
                </a:lnTo>
                <a:lnTo>
                  <a:pt x="902" y="4388"/>
                </a:lnTo>
                <a:lnTo>
                  <a:pt x="913" y="4395"/>
                </a:lnTo>
                <a:lnTo>
                  <a:pt x="924" y="4404"/>
                </a:lnTo>
                <a:lnTo>
                  <a:pt x="943" y="4409"/>
                </a:lnTo>
                <a:lnTo>
                  <a:pt x="949" y="4406"/>
                </a:lnTo>
                <a:lnTo>
                  <a:pt x="951" y="4405"/>
                </a:lnTo>
                <a:lnTo>
                  <a:pt x="956" y="4408"/>
                </a:lnTo>
                <a:lnTo>
                  <a:pt x="966" y="4424"/>
                </a:lnTo>
                <a:lnTo>
                  <a:pt x="973" y="4443"/>
                </a:lnTo>
                <a:lnTo>
                  <a:pt x="977" y="4463"/>
                </a:lnTo>
                <a:lnTo>
                  <a:pt x="977" y="4492"/>
                </a:lnTo>
                <a:lnTo>
                  <a:pt x="968" y="4505"/>
                </a:lnTo>
                <a:lnTo>
                  <a:pt x="950" y="4501"/>
                </a:lnTo>
                <a:lnTo>
                  <a:pt x="938" y="4493"/>
                </a:lnTo>
                <a:lnTo>
                  <a:pt x="927" y="4485"/>
                </a:lnTo>
                <a:lnTo>
                  <a:pt x="907" y="4480"/>
                </a:lnTo>
                <a:lnTo>
                  <a:pt x="902" y="4484"/>
                </a:lnTo>
                <a:lnTo>
                  <a:pt x="897" y="4487"/>
                </a:lnTo>
                <a:lnTo>
                  <a:pt x="890" y="4484"/>
                </a:lnTo>
                <a:lnTo>
                  <a:pt x="889" y="4479"/>
                </a:lnTo>
                <a:lnTo>
                  <a:pt x="888" y="4470"/>
                </a:lnTo>
                <a:lnTo>
                  <a:pt x="873" y="4444"/>
                </a:lnTo>
                <a:lnTo>
                  <a:pt x="864" y="4430"/>
                </a:lnTo>
                <a:lnTo>
                  <a:pt x="855" y="4420"/>
                </a:lnTo>
                <a:lnTo>
                  <a:pt x="842" y="4409"/>
                </a:lnTo>
                <a:lnTo>
                  <a:pt x="828" y="4407"/>
                </a:lnTo>
                <a:lnTo>
                  <a:pt x="811" y="4411"/>
                </a:lnTo>
                <a:lnTo>
                  <a:pt x="800" y="4417"/>
                </a:lnTo>
                <a:lnTo>
                  <a:pt x="780" y="4426"/>
                </a:lnTo>
                <a:lnTo>
                  <a:pt x="766" y="4426"/>
                </a:lnTo>
                <a:lnTo>
                  <a:pt x="763" y="4418"/>
                </a:lnTo>
                <a:lnTo>
                  <a:pt x="762" y="4410"/>
                </a:lnTo>
                <a:lnTo>
                  <a:pt x="764" y="4398"/>
                </a:lnTo>
                <a:lnTo>
                  <a:pt x="778" y="4388"/>
                </a:lnTo>
                <a:lnTo>
                  <a:pt x="789" y="4392"/>
                </a:lnTo>
                <a:lnTo>
                  <a:pt x="800" y="4396"/>
                </a:lnTo>
                <a:lnTo>
                  <a:pt x="815" y="4389"/>
                </a:lnTo>
                <a:lnTo>
                  <a:pt x="816" y="4381"/>
                </a:lnTo>
                <a:lnTo>
                  <a:pt x="817" y="4370"/>
                </a:lnTo>
                <a:lnTo>
                  <a:pt x="828" y="4369"/>
                </a:lnTo>
                <a:lnTo>
                  <a:pt x="840" y="4379"/>
                </a:lnTo>
                <a:lnTo>
                  <a:pt x="851" y="4386"/>
                </a:lnTo>
                <a:lnTo>
                  <a:pt x="870" y="4391"/>
                </a:lnTo>
                <a:lnTo>
                  <a:pt x="876" y="4386"/>
                </a:lnTo>
                <a:close/>
                <a:moveTo>
                  <a:pt x="1304" y="4454"/>
                </a:moveTo>
                <a:lnTo>
                  <a:pt x="1303" y="4463"/>
                </a:lnTo>
                <a:lnTo>
                  <a:pt x="1295" y="4459"/>
                </a:lnTo>
                <a:lnTo>
                  <a:pt x="1288" y="4444"/>
                </a:lnTo>
                <a:lnTo>
                  <a:pt x="1282" y="4429"/>
                </a:lnTo>
                <a:lnTo>
                  <a:pt x="1272" y="4394"/>
                </a:lnTo>
                <a:lnTo>
                  <a:pt x="1272" y="4381"/>
                </a:lnTo>
                <a:lnTo>
                  <a:pt x="1272" y="4371"/>
                </a:lnTo>
                <a:lnTo>
                  <a:pt x="1282" y="4375"/>
                </a:lnTo>
                <a:lnTo>
                  <a:pt x="1288" y="4389"/>
                </a:lnTo>
                <a:lnTo>
                  <a:pt x="1295" y="4406"/>
                </a:lnTo>
                <a:lnTo>
                  <a:pt x="1303" y="4441"/>
                </a:lnTo>
                <a:lnTo>
                  <a:pt x="1304" y="4454"/>
                </a:lnTo>
                <a:close/>
                <a:moveTo>
                  <a:pt x="293" y="4419"/>
                </a:moveTo>
                <a:lnTo>
                  <a:pt x="287" y="4444"/>
                </a:lnTo>
                <a:lnTo>
                  <a:pt x="285" y="4466"/>
                </a:lnTo>
                <a:lnTo>
                  <a:pt x="284" y="4475"/>
                </a:lnTo>
                <a:lnTo>
                  <a:pt x="274" y="4488"/>
                </a:lnTo>
                <a:lnTo>
                  <a:pt x="267" y="4489"/>
                </a:lnTo>
                <a:lnTo>
                  <a:pt x="261" y="4488"/>
                </a:lnTo>
                <a:lnTo>
                  <a:pt x="258" y="4472"/>
                </a:lnTo>
                <a:lnTo>
                  <a:pt x="261" y="4460"/>
                </a:lnTo>
                <a:lnTo>
                  <a:pt x="266" y="4447"/>
                </a:lnTo>
                <a:lnTo>
                  <a:pt x="259" y="4417"/>
                </a:lnTo>
                <a:lnTo>
                  <a:pt x="250" y="4405"/>
                </a:lnTo>
                <a:lnTo>
                  <a:pt x="240" y="4389"/>
                </a:lnTo>
                <a:lnTo>
                  <a:pt x="245" y="4381"/>
                </a:lnTo>
                <a:lnTo>
                  <a:pt x="263" y="4384"/>
                </a:lnTo>
                <a:lnTo>
                  <a:pt x="278" y="4388"/>
                </a:lnTo>
                <a:lnTo>
                  <a:pt x="291" y="4401"/>
                </a:lnTo>
                <a:lnTo>
                  <a:pt x="293" y="4412"/>
                </a:lnTo>
                <a:lnTo>
                  <a:pt x="293" y="4419"/>
                </a:lnTo>
                <a:close/>
                <a:moveTo>
                  <a:pt x="1179" y="4579"/>
                </a:moveTo>
                <a:lnTo>
                  <a:pt x="1178" y="4586"/>
                </a:lnTo>
                <a:lnTo>
                  <a:pt x="1175" y="4595"/>
                </a:lnTo>
                <a:lnTo>
                  <a:pt x="1165" y="4589"/>
                </a:lnTo>
                <a:lnTo>
                  <a:pt x="1152" y="4573"/>
                </a:lnTo>
                <a:lnTo>
                  <a:pt x="1141" y="4557"/>
                </a:lnTo>
                <a:lnTo>
                  <a:pt x="1126" y="4522"/>
                </a:lnTo>
                <a:lnTo>
                  <a:pt x="1125" y="4509"/>
                </a:lnTo>
                <a:lnTo>
                  <a:pt x="1125" y="4501"/>
                </a:lnTo>
                <a:lnTo>
                  <a:pt x="1128" y="4493"/>
                </a:lnTo>
                <a:lnTo>
                  <a:pt x="1139" y="4497"/>
                </a:lnTo>
                <a:lnTo>
                  <a:pt x="1152" y="4514"/>
                </a:lnTo>
                <a:lnTo>
                  <a:pt x="1162" y="4531"/>
                </a:lnTo>
                <a:lnTo>
                  <a:pt x="1177" y="4566"/>
                </a:lnTo>
                <a:lnTo>
                  <a:pt x="1179" y="4579"/>
                </a:lnTo>
                <a:close/>
                <a:moveTo>
                  <a:pt x="1288" y="4525"/>
                </a:moveTo>
                <a:lnTo>
                  <a:pt x="1287" y="4533"/>
                </a:lnTo>
                <a:lnTo>
                  <a:pt x="1276" y="4543"/>
                </a:lnTo>
                <a:lnTo>
                  <a:pt x="1267" y="4544"/>
                </a:lnTo>
                <a:lnTo>
                  <a:pt x="1262" y="4543"/>
                </a:lnTo>
                <a:lnTo>
                  <a:pt x="1258" y="4533"/>
                </a:lnTo>
                <a:lnTo>
                  <a:pt x="1261" y="4525"/>
                </a:lnTo>
                <a:lnTo>
                  <a:pt x="1265" y="4518"/>
                </a:lnTo>
                <a:lnTo>
                  <a:pt x="1276" y="4508"/>
                </a:lnTo>
                <a:lnTo>
                  <a:pt x="1281" y="4508"/>
                </a:lnTo>
                <a:lnTo>
                  <a:pt x="1283" y="4508"/>
                </a:lnTo>
                <a:lnTo>
                  <a:pt x="1287" y="4518"/>
                </a:lnTo>
                <a:lnTo>
                  <a:pt x="1288" y="4525"/>
                </a:lnTo>
                <a:close/>
                <a:moveTo>
                  <a:pt x="1251" y="4705"/>
                </a:moveTo>
                <a:lnTo>
                  <a:pt x="1250" y="4713"/>
                </a:lnTo>
                <a:lnTo>
                  <a:pt x="1241" y="4729"/>
                </a:lnTo>
                <a:lnTo>
                  <a:pt x="1234" y="4734"/>
                </a:lnTo>
                <a:lnTo>
                  <a:pt x="1226" y="4736"/>
                </a:lnTo>
                <a:lnTo>
                  <a:pt x="1216" y="4728"/>
                </a:lnTo>
                <a:lnTo>
                  <a:pt x="1215" y="4718"/>
                </a:lnTo>
                <a:lnTo>
                  <a:pt x="1216" y="4706"/>
                </a:lnTo>
                <a:lnTo>
                  <a:pt x="1226" y="4691"/>
                </a:lnTo>
                <a:lnTo>
                  <a:pt x="1234" y="4688"/>
                </a:lnTo>
                <a:lnTo>
                  <a:pt x="1241" y="4689"/>
                </a:lnTo>
                <a:lnTo>
                  <a:pt x="1250" y="4698"/>
                </a:lnTo>
                <a:lnTo>
                  <a:pt x="1251" y="470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90" name="Freeform 308">
            <a:extLst>
              <a:ext uri="{FF2B5EF4-FFF2-40B4-BE49-F238E27FC236}">
                <a16:creationId xmlns:a16="http://schemas.microsoft.com/office/drawing/2014/main" id="{9F30811C-B25B-43E2-9D0F-865D0CB5786E}"/>
              </a:ext>
            </a:extLst>
          </p:cNvPr>
          <p:cNvSpPr>
            <a:spLocks noEditPoints="1"/>
          </p:cNvSpPr>
          <p:nvPr/>
        </p:nvSpPr>
        <p:spPr bwMode="auto">
          <a:xfrm>
            <a:off x="7525584" y="2353653"/>
            <a:ext cx="1642365" cy="1401485"/>
          </a:xfrm>
          <a:custGeom>
            <a:avLst/>
            <a:gdLst>
              <a:gd name="T0" fmla="*/ 1711 w 5996"/>
              <a:gd name="T1" fmla="*/ 188 h 5122"/>
              <a:gd name="T2" fmla="*/ 1274 w 5996"/>
              <a:gd name="T3" fmla="*/ 568 h 5122"/>
              <a:gd name="T4" fmla="*/ 869 w 5996"/>
              <a:gd name="T5" fmla="*/ 1084 h 5122"/>
              <a:gd name="T6" fmla="*/ 538 w 5996"/>
              <a:gd name="T7" fmla="*/ 1618 h 5122"/>
              <a:gd name="T8" fmla="*/ 173 w 5996"/>
              <a:gd name="T9" fmla="*/ 2258 h 5122"/>
              <a:gd name="T10" fmla="*/ 141 w 5996"/>
              <a:gd name="T11" fmla="*/ 2751 h 5122"/>
              <a:gd name="T12" fmla="*/ 72 w 5996"/>
              <a:gd name="T13" fmla="*/ 2972 h 5122"/>
              <a:gd name="T14" fmla="*/ 298 w 5996"/>
              <a:gd name="T15" fmla="*/ 2980 h 5122"/>
              <a:gd name="T16" fmla="*/ 305 w 5996"/>
              <a:gd name="T17" fmla="*/ 3210 h 5122"/>
              <a:gd name="T18" fmla="*/ 279 w 5996"/>
              <a:gd name="T19" fmla="*/ 3258 h 5122"/>
              <a:gd name="T20" fmla="*/ 562 w 5996"/>
              <a:gd name="T21" fmla="*/ 3312 h 5122"/>
              <a:gd name="T22" fmla="*/ 773 w 5996"/>
              <a:gd name="T23" fmla="*/ 3536 h 5122"/>
              <a:gd name="T24" fmla="*/ 1192 w 5996"/>
              <a:gd name="T25" fmla="*/ 4138 h 5122"/>
              <a:gd name="T26" fmla="*/ 1299 w 5996"/>
              <a:gd name="T27" fmla="*/ 4440 h 5122"/>
              <a:gd name="T28" fmla="*/ 1358 w 5996"/>
              <a:gd name="T29" fmla="*/ 4911 h 5122"/>
              <a:gd name="T30" fmla="*/ 1481 w 5996"/>
              <a:gd name="T31" fmla="*/ 5086 h 5122"/>
              <a:gd name="T32" fmla="*/ 1622 w 5996"/>
              <a:gd name="T33" fmla="*/ 4969 h 5122"/>
              <a:gd name="T34" fmla="*/ 1861 w 5996"/>
              <a:gd name="T35" fmla="*/ 4967 h 5122"/>
              <a:gd name="T36" fmla="*/ 2113 w 5996"/>
              <a:gd name="T37" fmla="*/ 5118 h 5122"/>
              <a:gd name="T38" fmla="*/ 2337 w 5996"/>
              <a:gd name="T39" fmla="*/ 4960 h 5122"/>
              <a:gd name="T40" fmla="*/ 2530 w 5996"/>
              <a:gd name="T41" fmla="*/ 4693 h 5122"/>
              <a:gd name="T42" fmla="*/ 2781 w 5996"/>
              <a:gd name="T43" fmla="*/ 4607 h 5122"/>
              <a:gd name="T44" fmla="*/ 3257 w 5996"/>
              <a:gd name="T45" fmla="*/ 4836 h 5122"/>
              <a:gd name="T46" fmla="*/ 3685 w 5996"/>
              <a:gd name="T47" fmla="*/ 4561 h 5122"/>
              <a:gd name="T48" fmla="*/ 4010 w 5996"/>
              <a:gd name="T49" fmla="*/ 4256 h 5122"/>
              <a:gd name="T50" fmla="*/ 4299 w 5996"/>
              <a:gd name="T51" fmla="*/ 3939 h 5122"/>
              <a:gd name="T52" fmla="*/ 4559 w 5996"/>
              <a:gd name="T53" fmla="*/ 3554 h 5122"/>
              <a:gd name="T54" fmla="*/ 4877 w 5996"/>
              <a:gd name="T55" fmla="*/ 3109 h 5122"/>
              <a:gd name="T56" fmla="*/ 5310 w 5996"/>
              <a:gd name="T57" fmla="*/ 2514 h 5122"/>
              <a:gd name="T58" fmla="*/ 5661 w 5996"/>
              <a:gd name="T59" fmla="*/ 2007 h 5122"/>
              <a:gd name="T60" fmla="*/ 5897 w 5996"/>
              <a:gd name="T61" fmla="*/ 1375 h 5122"/>
              <a:gd name="T62" fmla="*/ 5730 w 5996"/>
              <a:gd name="T63" fmla="*/ 1331 h 5122"/>
              <a:gd name="T64" fmla="*/ 5434 w 5996"/>
              <a:gd name="T65" fmla="*/ 1167 h 5122"/>
              <a:gd name="T66" fmla="*/ 5512 w 5996"/>
              <a:gd name="T67" fmla="*/ 929 h 5122"/>
              <a:gd name="T68" fmla="*/ 5204 w 5996"/>
              <a:gd name="T69" fmla="*/ 1095 h 5122"/>
              <a:gd name="T70" fmla="*/ 4903 w 5996"/>
              <a:gd name="T71" fmla="*/ 1230 h 5122"/>
              <a:gd name="T72" fmla="*/ 4710 w 5996"/>
              <a:gd name="T73" fmla="*/ 1312 h 5122"/>
              <a:gd name="T74" fmla="*/ 4383 w 5996"/>
              <a:gd name="T75" fmla="*/ 1076 h 5122"/>
              <a:gd name="T76" fmla="*/ 3846 w 5996"/>
              <a:gd name="T77" fmla="*/ 1101 h 5122"/>
              <a:gd name="T78" fmla="*/ 3553 w 5996"/>
              <a:gd name="T79" fmla="*/ 924 h 5122"/>
              <a:gd name="T80" fmla="*/ 3103 w 5996"/>
              <a:gd name="T81" fmla="*/ 934 h 5122"/>
              <a:gd name="T82" fmla="*/ 2684 w 5996"/>
              <a:gd name="T83" fmla="*/ 895 h 5122"/>
              <a:gd name="T84" fmla="*/ 2704 w 5996"/>
              <a:gd name="T85" fmla="*/ 506 h 5122"/>
              <a:gd name="T86" fmla="*/ 2373 w 5996"/>
              <a:gd name="T87" fmla="*/ 407 h 5122"/>
              <a:gd name="T88" fmla="*/ 2282 w 5996"/>
              <a:gd name="T89" fmla="*/ 177 h 5122"/>
              <a:gd name="T90" fmla="*/ 2153 w 5996"/>
              <a:gd name="T91" fmla="*/ 99 h 5122"/>
              <a:gd name="T92" fmla="*/ 2133 w 5996"/>
              <a:gd name="T93" fmla="*/ 228 h 5122"/>
              <a:gd name="T94" fmla="*/ 1737 w 5996"/>
              <a:gd name="T95" fmla="*/ 301 h 5122"/>
              <a:gd name="T96" fmla="*/ 2200 w 5996"/>
              <a:gd name="T97" fmla="*/ 412 h 5122"/>
              <a:gd name="T98" fmla="*/ 2072 w 5996"/>
              <a:gd name="T99" fmla="*/ 363 h 5122"/>
              <a:gd name="T100" fmla="*/ 1593 w 5996"/>
              <a:gd name="T101" fmla="*/ 415 h 5122"/>
              <a:gd name="T102" fmla="*/ 1935 w 5996"/>
              <a:gd name="T103" fmla="*/ 587 h 5122"/>
              <a:gd name="T104" fmla="*/ 1892 w 5996"/>
              <a:gd name="T105" fmla="*/ 741 h 5122"/>
              <a:gd name="T106" fmla="*/ 4103 w 5996"/>
              <a:gd name="T107" fmla="*/ 1120 h 5122"/>
              <a:gd name="T108" fmla="*/ 4076 w 5996"/>
              <a:gd name="T109" fmla="*/ 1204 h 5122"/>
              <a:gd name="T110" fmla="*/ 5430 w 5996"/>
              <a:gd name="T111" fmla="*/ 1524 h 5122"/>
              <a:gd name="T112" fmla="*/ 281 w 5996"/>
              <a:gd name="T113" fmla="*/ 2588 h 5122"/>
              <a:gd name="T114" fmla="*/ 160 w 5996"/>
              <a:gd name="T115" fmla="*/ 2697 h 5122"/>
              <a:gd name="T116" fmla="*/ 279 w 5996"/>
              <a:gd name="T117" fmla="*/ 3132 h 5122"/>
              <a:gd name="T118" fmla="*/ 4060 w 5996"/>
              <a:gd name="T119" fmla="*/ 4110 h 5122"/>
              <a:gd name="T120" fmla="*/ 2896 w 5996"/>
              <a:gd name="T121" fmla="*/ 4583 h 5122"/>
              <a:gd name="T122" fmla="*/ 1794 w 5996"/>
              <a:gd name="T123" fmla="*/ 4916 h 5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996" h="5122">
                <a:moveTo>
                  <a:pt x="2124" y="18"/>
                </a:moveTo>
                <a:lnTo>
                  <a:pt x="2118" y="23"/>
                </a:lnTo>
                <a:lnTo>
                  <a:pt x="2096" y="30"/>
                </a:lnTo>
                <a:lnTo>
                  <a:pt x="2050" y="39"/>
                </a:lnTo>
                <a:lnTo>
                  <a:pt x="2014" y="41"/>
                </a:lnTo>
                <a:lnTo>
                  <a:pt x="1977" y="42"/>
                </a:lnTo>
                <a:lnTo>
                  <a:pt x="1932" y="48"/>
                </a:lnTo>
                <a:lnTo>
                  <a:pt x="1930" y="51"/>
                </a:lnTo>
                <a:lnTo>
                  <a:pt x="1931" y="53"/>
                </a:lnTo>
                <a:lnTo>
                  <a:pt x="1927" y="61"/>
                </a:lnTo>
                <a:lnTo>
                  <a:pt x="1906" y="74"/>
                </a:lnTo>
                <a:lnTo>
                  <a:pt x="1866" y="92"/>
                </a:lnTo>
                <a:lnTo>
                  <a:pt x="1824" y="105"/>
                </a:lnTo>
                <a:lnTo>
                  <a:pt x="1808" y="106"/>
                </a:lnTo>
                <a:lnTo>
                  <a:pt x="1794" y="107"/>
                </a:lnTo>
                <a:lnTo>
                  <a:pt x="1776" y="118"/>
                </a:lnTo>
                <a:lnTo>
                  <a:pt x="1774" y="127"/>
                </a:lnTo>
                <a:lnTo>
                  <a:pt x="1773" y="131"/>
                </a:lnTo>
                <a:lnTo>
                  <a:pt x="1771" y="137"/>
                </a:lnTo>
                <a:lnTo>
                  <a:pt x="1760" y="135"/>
                </a:lnTo>
                <a:lnTo>
                  <a:pt x="1747" y="125"/>
                </a:lnTo>
                <a:lnTo>
                  <a:pt x="1735" y="117"/>
                </a:lnTo>
                <a:lnTo>
                  <a:pt x="1711" y="112"/>
                </a:lnTo>
                <a:lnTo>
                  <a:pt x="1702" y="116"/>
                </a:lnTo>
                <a:lnTo>
                  <a:pt x="1693" y="123"/>
                </a:lnTo>
                <a:lnTo>
                  <a:pt x="1684" y="142"/>
                </a:lnTo>
                <a:lnTo>
                  <a:pt x="1685" y="163"/>
                </a:lnTo>
                <a:lnTo>
                  <a:pt x="1697" y="179"/>
                </a:lnTo>
                <a:lnTo>
                  <a:pt x="1707" y="185"/>
                </a:lnTo>
                <a:lnTo>
                  <a:pt x="1711" y="188"/>
                </a:lnTo>
                <a:lnTo>
                  <a:pt x="1712" y="196"/>
                </a:lnTo>
                <a:lnTo>
                  <a:pt x="1700" y="216"/>
                </a:lnTo>
                <a:lnTo>
                  <a:pt x="1668" y="243"/>
                </a:lnTo>
                <a:lnTo>
                  <a:pt x="1641" y="256"/>
                </a:lnTo>
                <a:lnTo>
                  <a:pt x="1624" y="258"/>
                </a:lnTo>
                <a:lnTo>
                  <a:pt x="1618" y="257"/>
                </a:lnTo>
                <a:lnTo>
                  <a:pt x="1609" y="256"/>
                </a:lnTo>
                <a:lnTo>
                  <a:pt x="1593" y="267"/>
                </a:lnTo>
                <a:lnTo>
                  <a:pt x="1587" y="279"/>
                </a:lnTo>
                <a:lnTo>
                  <a:pt x="1584" y="286"/>
                </a:lnTo>
                <a:lnTo>
                  <a:pt x="1574" y="295"/>
                </a:lnTo>
                <a:lnTo>
                  <a:pt x="1553" y="300"/>
                </a:lnTo>
                <a:lnTo>
                  <a:pt x="1531" y="295"/>
                </a:lnTo>
                <a:lnTo>
                  <a:pt x="1519" y="293"/>
                </a:lnTo>
                <a:lnTo>
                  <a:pt x="1499" y="293"/>
                </a:lnTo>
                <a:lnTo>
                  <a:pt x="1484" y="301"/>
                </a:lnTo>
                <a:lnTo>
                  <a:pt x="1471" y="316"/>
                </a:lnTo>
                <a:lnTo>
                  <a:pt x="1464" y="328"/>
                </a:lnTo>
                <a:lnTo>
                  <a:pt x="1455" y="345"/>
                </a:lnTo>
                <a:lnTo>
                  <a:pt x="1442" y="389"/>
                </a:lnTo>
                <a:lnTo>
                  <a:pt x="1440" y="405"/>
                </a:lnTo>
                <a:lnTo>
                  <a:pt x="1439" y="414"/>
                </a:lnTo>
                <a:lnTo>
                  <a:pt x="1432" y="429"/>
                </a:lnTo>
                <a:lnTo>
                  <a:pt x="1408" y="450"/>
                </a:lnTo>
                <a:lnTo>
                  <a:pt x="1384" y="459"/>
                </a:lnTo>
                <a:lnTo>
                  <a:pt x="1360" y="469"/>
                </a:lnTo>
                <a:lnTo>
                  <a:pt x="1318" y="496"/>
                </a:lnTo>
                <a:lnTo>
                  <a:pt x="1287" y="529"/>
                </a:lnTo>
                <a:lnTo>
                  <a:pt x="1276" y="553"/>
                </a:lnTo>
                <a:lnTo>
                  <a:pt x="1274" y="568"/>
                </a:lnTo>
                <a:lnTo>
                  <a:pt x="1275" y="574"/>
                </a:lnTo>
                <a:lnTo>
                  <a:pt x="1277" y="583"/>
                </a:lnTo>
                <a:lnTo>
                  <a:pt x="1270" y="611"/>
                </a:lnTo>
                <a:lnTo>
                  <a:pt x="1240" y="663"/>
                </a:lnTo>
                <a:lnTo>
                  <a:pt x="1179" y="738"/>
                </a:lnTo>
                <a:lnTo>
                  <a:pt x="1134" y="779"/>
                </a:lnTo>
                <a:lnTo>
                  <a:pt x="1108" y="793"/>
                </a:lnTo>
                <a:lnTo>
                  <a:pt x="1098" y="795"/>
                </a:lnTo>
                <a:lnTo>
                  <a:pt x="1091" y="795"/>
                </a:lnTo>
                <a:lnTo>
                  <a:pt x="1083" y="800"/>
                </a:lnTo>
                <a:lnTo>
                  <a:pt x="1077" y="814"/>
                </a:lnTo>
                <a:lnTo>
                  <a:pt x="1079" y="829"/>
                </a:lnTo>
                <a:lnTo>
                  <a:pt x="1082" y="839"/>
                </a:lnTo>
                <a:lnTo>
                  <a:pt x="1082" y="852"/>
                </a:lnTo>
                <a:lnTo>
                  <a:pt x="1075" y="859"/>
                </a:lnTo>
                <a:lnTo>
                  <a:pt x="1063" y="863"/>
                </a:lnTo>
                <a:lnTo>
                  <a:pt x="1054" y="862"/>
                </a:lnTo>
                <a:lnTo>
                  <a:pt x="1046" y="862"/>
                </a:lnTo>
                <a:lnTo>
                  <a:pt x="1034" y="865"/>
                </a:lnTo>
                <a:lnTo>
                  <a:pt x="1026" y="876"/>
                </a:lnTo>
                <a:lnTo>
                  <a:pt x="1022" y="894"/>
                </a:lnTo>
                <a:lnTo>
                  <a:pt x="1022" y="907"/>
                </a:lnTo>
                <a:lnTo>
                  <a:pt x="1021" y="919"/>
                </a:lnTo>
                <a:lnTo>
                  <a:pt x="1013" y="945"/>
                </a:lnTo>
                <a:lnTo>
                  <a:pt x="996" y="974"/>
                </a:lnTo>
                <a:lnTo>
                  <a:pt x="968" y="1004"/>
                </a:lnTo>
                <a:lnTo>
                  <a:pt x="951" y="1019"/>
                </a:lnTo>
                <a:lnTo>
                  <a:pt x="923" y="1045"/>
                </a:lnTo>
                <a:lnTo>
                  <a:pt x="878" y="1081"/>
                </a:lnTo>
                <a:lnTo>
                  <a:pt x="869" y="1084"/>
                </a:lnTo>
                <a:lnTo>
                  <a:pt x="856" y="1088"/>
                </a:lnTo>
                <a:lnTo>
                  <a:pt x="826" y="1111"/>
                </a:lnTo>
                <a:lnTo>
                  <a:pt x="798" y="1144"/>
                </a:lnTo>
                <a:lnTo>
                  <a:pt x="780" y="1178"/>
                </a:lnTo>
                <a:lnTo>
                  <a:pt x="780" y="1190"/>
                </a:lnTo>
                <a:lnTo>
                  <a:pt x="782" y="1203"/>
                </a:lnTo>
                <a:lnTo>
                  <a:pt x="776" y="1225"/>
                </a:lnTo>
                <a:lnTo>
                  <a:pt x="768" y="1228"/>
                </a:lnTo>
                <a:lnTo>
                  <a:pt x="748" y="1233"/>
                </a:lnTo>
                <a:lnTo>
                  <a:pt x="717" y="1251"/>
                </a:lnTo>
                <a:lnTo>
                  <a:pt x="696" y="1274"/>
                </a:lnTo>
                <a:lnTo>
                  <a:pt x="687" y="1303"/>
                </a:lnTo>
                <a:lnTo>
                  <a:pt x="687" y="1320"/>
                </a:lnTo>
                <a:lnTo>
                  <a:pt x="686" y="1346"/>
                </a:lnTo>
                <a:lnTo>
                  <a:pt x="679" y="1388"/>
                </a:lnTo>
                <a:lnTo>
                  <a:pt x="667" y="1415"/>
                </a:lnTo>
                <a:lnTo>
                  <a:pt x="646" y="1429"/>
                </a:lnTo>
                <a:lnTo>
                  <a:pt x="633" y="1431"/>
                </a:lnTo>
                <a:lnTo>
                  <a:pt x="627" y="1431"/>
                </a:lnTo>
                <a:lnTo>
                  <a:pt x="609" y="1440"/>
                </a:lnTo>
                <a:lnTo>
                  <a:pt x="580" y="1465"/>
                </a:lnTo>
                <a:lnTo>
                  <a:pt x="562" y="1487"/>
                </a:lnTo>
                <a:lnTo>
                  <a:pt x="549" y="1503"/>
                </a:lnTo>
                <a:lnTo>
                  <a:pt x="533" y="1528"/>
                </a:lnTo>
                <a:lnTo>
                  <a:pt x="529" y="1546"/>
                </a:lnTo>
                <a:lnTo>
                  <a:pt x="533" y="1565"/>
                </a:lnTo>
                <a:lnTo>
                  <a:pt x="540" y="1576"/>
                </a:lnTo>
                <a:lnTo>
                  <a:pt x="550" y="1594"/>
                </a:lnTo>
                <a:lnTo>
                  <a:pt x="547" y="1610"/>
                </a:lnTo>
                <a:lnTo>
                  <a:pt x="538" y="1618"/>
                </a:lnTo>
                <a:lnTo>
                  <a:pt x="529" y="1621"/>
                </a:lnTo>
                <a:lnTo>
                  <a:pt x="506" y="1629"/>
                </a:lnTo>
                <a:lnTo>
                  <a:pt x="472" y="1644"/>
                </a:lnTo>
                <a:lnTo>
                  <a:pt x="453" y="1660"/>
                </a:lnTo>
                <a:lnTo>
                  <a:pt x="446" y="1679"/>
                </a:lnTo>
                <a:lnTo>
                  <a:pt x="447" y="1690"/>
                </a:lnTo>
                <a:lnTo>
                  <a:pt x="446" y="1706"/>
                </a:lnTo>
                <a:lnTo>
                  <a:pt x="429" y="1764"/>
                </a:lnTo>
                <a:lnTo>
                  <a:pt x="397" y="1834"/>
                </a:lnTo>
                <a:lnTo>
                  <a:pt x="363" y="1896"/>
                </a:lnTo>
                <a:lnTo>
                  <a:pt x="347" y="1915"/>
                </a:lnTo>
                <a:lnTo>
                  <a:pt x="337" y="1925"/>
                </a:lnTo>
                <a:lnTo>
                  <a:pt x="326" y="1946"/>
                </a:lnTo>
                <a:lnTo>
                  <a:pt x="323" y="1954"/>
                </a:lnTo>
                <a:lnTo>
                  <a:pt x="321" y="1960"/>
                </a:lnTo>
                <a:lnTo>
                  <a:pt x="302" y="1973"/>
                </a:lnTo>
                <a:lnTo>
                  <a:pt x="287" y="1978"/>
                </a:lnTo>
                <a:lnTo>
                  <a:pt x="274" y="1982"/>
                </a:lnTo>
                <a:lnTo>
                  <a:pt x="257" y="2001"/>
                </a:lnTo>
                <a:lnTo>
                  <a:pt x="253" y="2030"/>
                </a:lnTo>
                <a:lnTo>
                  <a:pt x="260" y="2068"/>
                </a:lnTo>
                <a:lnTo>
                  <a:pt x="269" y="2090"/>
                </a:lnTo>
                <a:lnTo>
                  <a:pt x="273" y="2101"/>
                </a:lnTo>
                <a:lnTo>
                  <a:pt x="273" y="2119"/>
                </a:lnTo>
                <a:lnTo>
                  <a:pt x="265" y="2139"/>
                </a:lnTo>
                <a:lnTo>
                  <a:pt x="246" y="2159"/>
                </a:lnTo>
                <a:lnTo>
                  <a:pt x="231" y="2171"/>
                </a:lnTo>
                <a:lnTo>
                  <a:pt x="210" y="2192"/>
                </a:lnTo>
                <a:lnTo>
                  <a:pt x="179" y="2239"/>
                </a:lnTo>
                <a:lnTo>
                  <a:pt x="173" y="2258"/>
                </a:lnTo>
                <a:lnTo>
                  <a:pt x="168" y="2277"/>
                </a:lnTo>
                <a:lnTo>
                  <a:pt x="141" y="2315"/>
                </a:lnTo>
                <a:lnTo>
                  <a:pt x="122" y="2329"/>
                </a:lnTo>
                <a:lnTo>
                  <a:pt x="83" y="2357"/>
                </a:lnTo>
                <a:lnTo>
                  <a:pt x="29" y="2411"/>
                </a:lnTo>
                <a:lnTo>
                  <a:pt x="7" y="2450"/>
                </a:lnTo>
                <a:lnTo>
                  <a:pt x="0" y="2475"/>
                </a:lnTo>
                <a:lnTo>
                  <a:pt x="0" y="2498"/>
                </a:lnTo>
                <a:lnTo>
                  <a:pt x="9" y="2522"/>
                </a:lnTo>
                <a:lnTo>
                  <a:pt x="16" y="2534"/>
                </a:lnTo>
                <a:lnTo>
                  <a:pt x="21" y="2546"/>
                </a:lnTo>
                <a:lnTo>
                  <a:pt x="20" y="2571"/>
                </a:lnTo>
                <a:lnTo>
                  <a:pt x="12" y="2583"/>
                </a:lnTo>
                <a:lnTo>
                  <a:pt x="6" y="2596"/>
                </a:lnTo>
                <a:lnTo>
                  <a:pt x="2" y="2646"/>
                </a:lnTo>
                <a:lnTo>
                  <a:pt x="7" y="2677"/>
                </a:lnTo>
                <a:lnTo>
                  <a:pt x="10" y="2696"/>
                </a:lnTo>
                <a:lnTo>
                  <a:pt x="18" y="2723"/>
                </a:lnTo>
                <a:lnTo>
                  <a:pt x="27" y="2738"/>
                </a:lnTo>
                <a:lnTo>
                  <a:pt x="42" y="2741"/>
                </a:lnTo>
                <a:lnTo>
                  <a:pt x="51" y="2739"/>
                </a:lnTo>
                <a:lnTo>
                  <a:pt x="67" y="2733"/>
                </a:lnTo>
                <a:lnTo>
                  <a:pt x="76" y="2720"/>
                </a:lnTo>
                <a:lnTo>
                  <a:pt x="76" y="2708"/>
                </a:lnTo>
                <a:lnTo>
                  <a:pt x="73" y="2701"/>
                </a:lnTo>
                <a:lnTo>
                  <a:pt x="68" y="2683"/>
                </a:lnTo>
                <a:lnTo>
                  <a:pt x="76" y="2681"/>
                </a:lnTo>
                <a:lnTo>
                  <a:pt x="95" y="2695"/>
                </a:lnTo>
                <a:lnTo>
                  <a:pt x="110" y="2708"/>
                </a:lnTo>
                <a:lnTo>
                  <a:pt x="141" y="2751"/>
                </a:lnTo>
                <a:lnTo>
                  <a:pt x="165" y="2794"/>
                </a:lnTo>
                <a:lnTo>
                  <a:pt x="170" y="2815"/>
                </a:lnTo>
                <a:lnTo>
                  <a:pt x="167" y="2819"/>
                </a:lnTo>
                <a:lnTo>
                  <a:pt x="162" y="2817"/>
                </a:lnTo>
                <a:lnTo>
                  <a:pt x="155" y="2813"/>
                </a:lnTo>
                <a:lnTo>
                  <a:pt x="144" y="2816"/>
                </a:lnTo>
                <a:lnTo>
                  <a:pt x="143" y="2822"/>
                </a:lnTo>
                <a:lnTo>
                  <a:pt x="144" y="2830"/>
                </a:lnTo>
                <a:lnTo>
                  <a:pt x="155" y="2841"/>
                </a:lnTo>
                <a:lnTo>
                  <a:pt x="162" y="2842"/>
                </a:lnTo>
                <a:lnTo>
                  <a:pt x="170" y="2843"/>
                </a:lnTo>
                <a:lnTo>
                  <a:pt x="175" y="2858"/>
                </a:lnTo>
                <a:lnTo>
                  <a:pt x="171" y="2869"/>
                </a:lnTo>
                <a:lnTo>
                  <a:pt x="169" y="2876"/>
                </a:lnTo>
                <a:lnTo>
                  <a:pt x="170" y="2885"/>
                </a:lnTo>
                <a:lnTo>
                  <a:pt x="181" y="2895"/>
                </a:lnTo>
                <a:lnTo>
                  <a:pt x="197" y="2896"/>
                </a:lnTo>
                <a:lnTo>
                  <a:pt x="211" y="2897"/>
                </a:lnTo>
                <a:lnTo>
                  <a:pt x="231" y="2907"/>
                </a:lnTo>
                <a:lnTo>
                  <a:pt x="233" y="2915"/>
                </a:lnTo>
                <a:lnTo>
                  <a:pt x="232" y="2920"/>
                </a:lnTo>
                <a:lnTo>
                  <a:pt x="227" y="2931"/>
                </a:lnTo>
                <a:lnTo>
                  <a:pt x="207" y="2945"/>
                </a:lnTo>
                <a:lnTo>
                  <a:pt x="169" y="2958"/>
                </a:lnTo>
                <a:lnTo>
                  <a:pt x="123" y="2963"/>
                </a:lnTo>
                <a:lnTo>
                  <a:pt x="100" y="2959"/>
                </a:lnTo>
                <a:lnTo>
                  <a:pt x="70" y="2954"/>
                </a:lnTo>
                <a:lnTo>
                  <a:pt x="56" y="2957"/>
                </a:lnTo>
                <a:lnTo>
                  <a:pt x="63" y="2966"/>
                </a:lnTo>
                <a:lnTo>
                  <a:pt x="72" y="2972"/>
                </a:lnTo>
                <a:lnTo>
                  <a:pt x="83" y="2983"/>
                </a:lnTo>
                <a:lnTo>
                  <a:pt x="95" y="3008"/>
                </a:lnTo>
                <a:lnTo>
                  <a:pt x="94" y="3018"/>
                </a:lnTo>
                <a:lnTo>
                  <a:pt x="92" y="3023"/>
                </a:lnTo>
                <a:lnTo>
                  <a:pt x="94" y="3031"/>
                </a:lnTo>
                <a:lnTo>
                  <a:pt x="108" y="3040"/>
                </a:lnTo>
                <a:lnTo>
                  <a:pt x="124" y="3041"/>
                </a:lnTo>
                <a:lnTo>
                  <a:pt x="134" y="3041"/>
                </a:lnTo>
                <a:lnTo>
                  <a:pt x="149" y="3035"/>
                </a:lnTo>
                <a:lnTo>
                  <a:pt x="162" y="3026"/>
                </a:lnTo>
                <a:lnTo>
                  <a:pt x="171" y="3011"/>
                </a:lnTo>
                <a:lnTo>
                  <a:pt x="173" y="3003"/>
                </a:lnTo>
                <a:lnTo>
                  <a:pt x="177" y="2991"/>
                </a:lnTo>
                <a:lnTo>
                  <a:pt x="184" y="2979"/>
                </a:lnTo>
                <a:lnTo>
                  <a:pt x="196" y="2981"/>
                </a:lnTo>
                <a:lnTo>
                  <a:pt x="218" y="2999"/>
                </a:lnTo>
                <a:lnTo>
                  <a:pt x="235" y="3016"/>
                </a:lnTo>
                <a:lnTo>
                  <a:pt x="253" y="3032"/>
                </a:lnTo>
                <a:lnTo>
                  <a:pt x="279" y="3047"/>
                </a:lnTo>
                <a:lnTo>
                  <a:pt x="289" y="3046"/>
                </a:lnTo>
                <a:lnTo>
                  <a:pt x="290" y="3041"/>
                </a:lnTo>
                <a:lnTo>
                  <a:pt x="281" y="3024"/>
                </a:lnTo>
                <a:lnTo>
                  <a:pt x="266" y="3008"/>
                </a:lnTo>
                <a:lnTo>
                  <a:pt x="256" y="2997"/>
                </a:lnTo>
                <a:lnTo>
                  <a:pt x="256" y="2977"/>
                </a:lnTo>
                <a:lnTo>
                  <a:pt x="266" y="2965"/>
                </a:lnTo>
                <a:lnTo>
                  <a:pt x="271" y="2959"/>
                </a:lnTo>
                <a:lnTo>
                  <a:pt x="281" y="2955"/>
                </a:lnTo>
                <a:lnTo>
                  <a:pt x="292" y="2963"/>
                </a:lnTo>
                <a:lnTo>
                  <a:pt x="298" y="2980"/>
                </a:lnTo>
                <a:lnTo>
                  <a:pt x="305" y="2994"/>
                </a:lnTo>
                <a:lnTo>
                  <a:pt x="321" y="3019"/>
                </a:lnTo>
                <a:lnTo>
                  <a:pt x="329" y="3024"/>
                </a:lnTo>
                <a:lnTo>
                  <a:pt x="332" y="3028"/>
                </a:lnTo>
                <a:lnTo>
                  <a:pt x="332" y="3035"/>
                </a:lnTo>
                <a:lnTo>
                  <a:pt x="321" y="3049"/>
                </a:lnTo>
                <a:lnTo>
                  <a:pt x="306" y="3059"/>
                </a:lnTo>
                <a:lnTo>
                  <a:pt x="285" y="3069"/>
                </a:lnTo>
                <a:lnTo>
                  <a:pt x="264" y="3071"/>
                </a:lnTo>
                <a:lnTo>
                  <a:pt x="252" y="3066"/>
                </a:lnTo>
                <a:lnTo>
                  <a:pt x="246" y="3061"/>
                </a:lnTo>
                <a:lnTo>
                  <a:pt x="236" y="3053"/>
                </a:lnTo>
                <a:lnTo>
                  <a:pt x="219" y="3043"/>
                </a:lnTo>
                <a:lnTo>
                  <a:pt x="206" y="3042"/>
                </a:lnTo>
                <a:lnTo>
                  <a:pt x="202" y="3049"/>
                </a:lnTo>
                <a:lnTo>
                  <a:pt x="206" y="3057"/>
                </a:lnTo>
                <a:lnTo>
                  <a:pt x="209" y="3065"/>
                </a:lnTo>
                <a:lnTo>
                  <a:pt x="204" y="3080"/>
                </a:lnTo>
                <a:lnTo>
                  <a:pt x="197" y="3086"/>
                </a:lnTo>
                <a:lnTo>
                  <a:pt x="187" y="3093"/>
                </a:lnTo>
                <a:lnTo>
                  <a:pt x="179" y="3109"/>
                </a:lnTo>
                <a:lnTo>
                  <a:pt x="182" y="3123"/>
                </a:lnTo>
                <a:lnTo>
                  <a:pt x="194" y="3129"/>
                </a:lnTo>
                <a:lnTo>
                  <a:pt x="204" y="3127"/>
                </a:lnTo>
                <a:lnTo>
                  <a:pt x="216" y="3124"/>
                </a:lnTo>
                <a:lnTo>
                  <a:pt x="247" y="3138"/>
                </a:lnTo>
                <a:lnTo>
                  <a:pt x="281" y="3164"/>
                </a:lnTo>
                <a:lnTo>
                  <a:pt x="303" y="3192"/>
                </a:lnTo>
                <a:lnTo>
                  <a:pt x="306" y="3204"/>
                </a:lnTo>
                <a:lnTo>
                  <a:pt x="305" y="3210"/>
                </a:lnTo>
                <a:lnTo>
                  <a:pt x="301" y="3218"/>
                </a:lnTo>
                <a:lnTo>
                  <a:pt x="290" y="3223"/>
                </a:lnTo>
                <a:lnTo>
                  <a:pt x="269" y="3217"/>
                </a:lnTo>
                <a:lnTo>
                  <a:pt x="250" y="3201"/>
                </a:lnTo>
                <a:lnTo>
                  <a:pt x="246" y="3187"/>
                </a:lnTo>
                <a:lnTo>
                  <a:pt x="244" y="3179"/>
                </a:lnTo>
                <a:lnTo>
                  <a:pt x="235" y="3167"/>
                </a:lnTo>
                <a:lnTo>
                  <a:pt x="224" y="3160"/>
                </a:lnTo>
                <a:lnTo>
                  <a:pt x="208" y="3160"/>
                </a:lnTo>
                <a:lnTo>
                  <a:pt x="198" y="3163"/>
                </a:lnTo>
                <a:lnTo>
                  <a:pt x="181" y="3165"/>
                </a:lnTo>
                <a:lnTo>
                  <a:pt x="146" y="3158"/>
                </a:lnTo>
                <a:lnTo>
                  <a:pt x="133" y="3149"/>
                </a:lnTo>
                <a:lnTo>
                  <a:pt x="123" y="3142"/>
                </a:lnTo>
                <a:lnTo>
                  <a:pt x="108" y="3139"/>
                </a:lnTo>
                <a:lnTo>
                  <a:pt x="106" y="3143"/>
                </a:lnTo>
                <a:lnTo>
                  <a:pt x="108" y="3153"/>
                </a:lnTo>
                <a:lnTo>
                  <a:pt x="130" y="3173"/>
                </a:lnTo>
                <a:lnTo>
                  <a:pt x="161" y="3190"/>
                </a:lnTo>
                <a:lnTo>
                  <a:pt x="195" y="3196"/>
                </a:lnTo>
                <a:lnTo>
                  <a:pt x="209" y="3193"/>
                </a:lnTo>
                <a:lnTo>
                  <a:pt x="225" y="3187"/>
                </a:lnTo>
                <a:lnTo>
                  <a:pt x="229" y="3191"/>
                </a:lnTo>
                <a:lnTo>
                  <a:pt x="217" y="3201"/>
                </a:lnTo>
                <a:lnTo>
                  <a:pt x="205" y="3210"/>
                </a:lnTo>
                <a:lnTo>
                  <a:pt x="200" y="3226"/>
                </a:lnTo>
                <a:lnTo>
                  <a:pt x="204" y="3235"/>
                </a:lnTo>
                <a:lnTo>
                  <a:pt x="219" y="3247"/>
                </a:lnTo>
                <a:lnTo>
                  <a:pt x="255" y="3257"/>
                </a:lnTo>
                <a:lnTo>
                  <a:pt x="279" y="3258"/>
                </a:lnTo>
                <a:lnTo>
                  <a:pt x="296" y="3258"/>
                </a:lnTo>
                <a:lnTo>
                  <a:pt x="319" y="3261"/>
                </a:lnTo>
                <a:lnTo>
                  <a:pt x="330" y="3269"/>
                </a:lnTo>
                <a:lnTo>
                  <a:pt x="331" y="3283"/>
                </a:lnTo>
                <a:lnTo>
                  <a:pt x="329" y="3293"/>
                </a:lnTo>
                <a:lnTo>
                  <a:pt x="328" y="3302"/>
                </a:lnTo>
                <a:lnTo>
                  <a:pt x="329" y="3316"/>
                </a:lnTo>
                <a:lnTo>
                  <a:pt x="336" y="3328"/>
                </a:lnTo>
                <a:lnTo>
                  <a:pt x="349" y="3336"/>
                </a:lnTo>
                <a:lnTo>
                  <a:pt x="358" y="3340"/>
                </a:lnTo>
                <a:lnTo>
                  <a:pt x="374" y="3344"/>
                </a:lnTo>
                <a:lnTo>
                  <a:pt x="402" y="3344"/>
                </a:lnTo>
                <a:lnTo>
                  <a:pt x="419" y="3335"/>
                </a:lnTo>
                <a:lnTo>
                  <a:pt x="425" y="3317"/>
                </a:lnTo>
                <a:lnTo>
                  <a:pt x="421" y="3306"/>
                </a:lnTo>
                <a:lnTo>
                  <a:pt x="420" y="3301"/>
                </a:lnTo>
                <a:lnTo>
                  <a:pt x="422" y="3290"/>
                </a:lnTo>
                <a:lnTo>
                  <a:pt x="436" y="3277"/>
                </a:lnTo>
                <a:lnTo>
                  <a:pt x="453" y="3271"/>
                </a:lnTo>
                <a:lnTo>
                  <a:pt x="470" y="3267"/>
                </a:lnTo>
                <a:lnTo>
                  <a:pt x="495" y="3267"/>
                </a:lnTo>
                <a:lnTo>
                  <a:pt x="506" y="3273"/>
                </a:lnTo>
                <a:lnTo>
                  <a:pt x="500" y="3285"/>
                </a:lnTo>
                <a:lnTo>
                  <a:pt x="489" y="3293"/>
                </a:lnTo>
                <a:lnTo>
                  <a:pt x="478" y="3302"/>
                </a:lnTo>
                <a:lnTo>
                  <a:pt x="480" y="3314"/>
                </a:lnTo>
                <a:lnTo>
                  <a:pt x="494" y="3318"/>
                </a:lnTo>
                <a:lnTo>
                  <a:pt x="509" y="3323"/>
                </a:lnTo>
                <a:lnTo>
                  <a:pt x="539" y="3322"/>
                </a:lnTo>
                <a:lnTo>
                  <a:pt x="562" y="3312"/>
                </a:lnTo>
                <a:lnTo>
                  <a:pt x="572" y="3296"/>
                </a:lnTo>
                <a:lnTo>
                  <a:pt x="570" y="3285"/>
                </a:lnTo>
                <a:lnTo>
                  <a:pt x="569" y="3280"/>
                </a:lnTo>
                <a:lnTo>
                  <a:pt x="570" y="3272"/>
                </a:lnTo>
                <a:lnTo>
                  <a:pt x="581" y="3268"/>
                </a:lnTo>
                <a:lnTo>
                  <a:pt x="597" y="3271"/>
                </a:lnTo>
                <a:lnTo>
                  <a:pt x="618" y="3277"/>
                </a:lnTo>
                <a:lnTo>
                  <a:pt x="620" y="3290"/>
                </a:lnTo>
                <a:lnTo>
                  <a:pt x="603" y="3304"/>
                </a:lnTo>
                <a:lnTo>
                  <a:pt x="588" y="3317"/>
                </a:lnTo>
                <a:lnTo>
                  <a:pt x="580" y="3334"/>
                </a:lnTo>
                <a:lnTo>
                  <a:pt x="583" y="3344"/>
                </a:lnTo>
                <a:lnTo>
                  <a:pt x="597" y="3356"/>
                </a:lnTo>
                <a:lnTo>
                  <a:pt x="633" y="3360"/>
                </a:lnTo>
                <a:lnTo>
                  <a:pt x="659" y="3356"/>
                </a:lnTo>
                <a:lnTo>
                  <a:pt x="679" y="3354"/>
                </a:lnTo>
                <a:lnTo>
                  <a:pt x="704" y="3353"/>
                </a:lnTo>
                <a:lnTo>
                  <a:pt x="718" y="3362"/>
                </a:lnTo>
                <a:lnTo>
                  <a:pt x="728" y="3387"/>
                </a:lnTo>
                <a:lnTo>
                  <a:pt x="733" y="3407"/>
                </a:lnTo>
                <a:lnTo>
                  <a:pt x="739" y="3432"/>
                </a:lnTo>
                <a:lnTo>
                  <a:pt x="744" y="3477"/>
                </a:lnTo>
                <a:lnTo>
                  <a:pt x="742" y="3489"/>
                </a:lnTo>
                <a:lnTo>
                  <a:pt x="742" y="3498"/>
                </a:lnTo>
                <a:lnTo>
                  <a:pt x="751" y="3510"/>
                </a:lnTo>
                <a:lnTo>
                  <a:pt x="758" y="3512"/>
                </a:lnTo>
                <a:lnTo>
                  <a:pt x="765" y="3512"/>
                </a:lnTo>
                <a:lnTo>
                  <a:pt x="774" y="3520"/>
                </a:lnTo>
                <a:lnTo>
                  <a:pt x="774" y="3524"/>
                </a:lnTo>
                <a:lnTo>
                  <a:pt x="773" y="3536"/>
                </a:lnTo>
                <a:lnTo>
                  <a:pt x="779" y="3578"/>
                </a:lnTo>
                <a:lnTo>
                  <a:pt x="791" y="3622"/>
                </a:lnTo>
                <a:lnTo>
                  <a:pt x="805" y="3654"/>
                </a:lnTo>
                <a:lnTo>
                  <a:pt x="812" y="3657"/>
                </a:lnTo>
                <a:lnTo>
                  <a:pt x="814" y="3658"/>
                </a:lnTo>
                <a:lnTo>
                  <a:pt x="818" y="3675"/>
                </a:lnTo>
                <a:lnTo>
                  <a:pt x="820" y="3724"/>
                </a:lnTo>
                <a:lnTo>
                  <a:pt x="816" y="3816"/>
                </a:lnTo>
                <a:lnTo>
                  <a:pt x="804" y="3905"/>
                </a:lnTo>
                <a:lnTo>
                  <a:pt x="797" y="3936"/>
                </a:lnTo>
                <a:lnTo>
                  <a:pt x="791" y="3960"/>
                </a:lnTo>
                <a:lnTo>
                  <a:pt x="794" y="3998"/>
                </a:lnTo>
                <a:lnTo>
                  <a:pt x="814" y="4023"/>
                </a:lnTo>
                <a:lnTo>
                  <a:pt x="850" y="4036"/>
                </a:lnTo>
                <a:lnTo>
                  <a:pt x="875" y="4037"/>
                </a:lnTo>
                <a:lnTo>
                  <a:pt x="887" y="4037"/>
                </a:lnTo>
                <a:lnTo>
                  <a:pt x="904" y="4042"/>
                </a:lnTo>
                <a:lnTo>
                  <a:pt x="916" y="4052"/>
                </a:lnTo>
                <a:lnTo>
                  <a:pt x="924" y="4067"/>
                </a:lnTo>
                <a:lnTo>
                  <a:pt x="926" y="4078"/>
                </a:lnTo>
                <a:lnTo>
                  <a:pt x="927" y="4089"/>
                </a:lnTo>
                <a:lnTo>
                  <a:pt x="934" y="4104"/>
                </a:lnTo>
                <a:lnTo>
                  <a:pt x="943" y="4112"/>
                </a:lnTo>
                <a:lnTo>
                  <a:pt x="959" y="4115"/>
                </a:lnTo>
                <a:lnTo>
                  <a:pt x="967" y="4113"/>
                </a:lnTo>
                <a:lnTo>
                  <a:pt x="1010" y="4107"/>
                </a:lnTo>
                <a:lnTo>
                  <a:pt x="1072" y="4102"/>
                </a:lnTo>
                <a:lnTo>
                  <a:pt x="1120" y="4107"/>
                </a:lnTo>
                <a:lnTo>
                  <a:pt x="1165" y="4124"/>
                </a:lnTo>
                <a:lnTo>
                  <a:pt x="1192" y="4138"/>
                </a:lnTo>
                <a:lnTo>
                  <a:pt x="1231" y="4159"/>
                </a:lnTo>
                <a:lnTo>
                  <a:pt x="1270" y="4170"/>
                </a:lnTo>
                <a:lnTo>
                  <a:pt x="1287" y="4168"/>
                </a:lnTo>
                <a:lnTo>
                  <a:pt x="1294" y="4165"/>
                </a:lnTo>
                <a:lnTo>
                  <a:pt x="1300" y="4159"/>
                </a:lnTo>
                <a:lnTo>
                  <a:pt x="1312" y="4155"/>
                </a:lnTo>
                <a:lnTo>
                  <a:pt x="1331" y="4160"/>
                </a:lnTo>
                <a:lnTo>
                  <a:pt x="1346" y="4173"/>
                </a:lnTo>
                <a:lnTo>
                  <a:pt x="1358" y="4186"/>
                </a:lnTo>
                <a:lnTo>
                  <a:pt x="1372" y="4209"/>
                </a:lnTo>
                <a:lnTo>
                  <a:pt x="1375" y="4227"/>
                </a:lnTo>
                <a:lnTo>
                  <a:pt x="1367" y="4235"/>
                </a:lnTo>
                <a:lnTo>
                  <a:pt x="1357" y="4236"/>
                </a:lnTo>
                <a:lnTo>
                  <a:pt x="1350" y="4235"/>
                </a:lnTo>
                <a:lnTo>
                  <a:pt x="1340" y="4225"/>
                </a:lnTo>
                <a:lnTo>
                  <a:pt x="1339" y="4219"/>
                </a:lnTo>
                <a:lnTo>
                  <a:pt x="1338" y="4211"/>
                </a:lnTo>
                <a:lnTo>
                  <a:pt x="1327" y="4202"/>
                </a:lnTo>
                <a:lnTo>
                  <a:pt x="1321" y="4200"/>
                </a:lnTo>
                <a:lnTo>
                  <a:pt x="1316" y="4202"/>
                </a:lnTo>
                <a:lnTo>
                  <a:pt x="1312" y="4211"/>
                </a:lnTo>
                <a:lnTo>
                  <a:pt x="1310" y="4241"/>
                </a:lnTo>
                <a:lnTo>
                  <a:pt x="1313" y="4271"/>
                </a:lnTo>
                <a:lnTo>
                  <a:pt x="1318" y="4303"/>
                </a:lnTo>
                <a:lnTo>
                  <a:pt x="1311" y="4360"/>
                </a:lnTo>
                <a:lnTo>
                  <a:pt x="1302" y="4382"/>
                </a:lnTo>
                <a:lnTo>
                  <a:pt x="1295" y="4400"/>
                </a:lnTo>
                <a:lnTo>
                  <a:pt x="1291" y="4423"/>
                </a:lnTo>
                <a:lnTo>
                  <a:pt x="1296" y="4435"/>
                </a:lnTo>
                <a:lnTo>
                  <a:pt x="1299" y="4440"/>
                </a:lnTo>
                <a:lnTo>
                  <a:pt x="1307" y="4450"/>
                </a:lnTo>
                <a:lnTo>
                  <a:pt x="1311" y="4483"/>
                </a:lnTo>
                <a:lnTo>
                  <a:pt x="1302" y="4516"/>
                </a:lnTo>
                <a:lnTo>
                  <a:pt x="1289" y="4531"/>
                </a:lnTo>
                <a:lnTo>
                  <a:pt x="1279" y="4534"/>
                </a:lnTo>
                <a:lnTo>
                  <a:pt x="1274" y="4532"/>
                </a:lnTo>
                <a:lnTo>
                  <a:pt x="1263" y="4530"/>
                </a:lnTo>
                <a:lnTo>
                  <a:pt x="1251" y="4535"/>
                </a:lnTo>
                <a:lnTo>
                  <a:pt x="1249" y="4549"/>
                </a:lnTo>
                <a:lnTo>
                  <a:pt x="1258" y="4566"/>
                </a:lnTo>
                <a:lnTo>
                  <a:pt x="1266" y="4572"/>
                </a:lnTo>
                <a:lnTo>
                  <a:pt x="1273" y="4579"/>
                </a:lnTo>
                <a:lnTo>
                  <a:pt x="1276" y="4616"/>
                </a:lnTo>
                <a:lnTo>
                  <a:pt x="1272" y="4638"/>
                </a:lnTo>
                <a:lnTo>
                  <a:pt x="1268" y="4667"/>
                </a:lnTo>
                <a:lnTo>
                  <a:pt x="1273" y="4696"/>
                </a:lnTo>
                <a:lnTo>
                  <a:pt x="1283" y="4710"/>
                </a:lnTo>
                <a:lnTo>
                  <a:pt x="1290" y="4717"/>
                </a:lnTo>
                <a:lnTo>
                  <a:pt x="1299" y="4723"/>
                </a:lnTo>
                <a:lnTo>
                  <a:pt x="1309" y="4737"/>
                </a:lnTo>
                <a:lnTo>
                  <a:pt x="1312" y="4757"/>
                </a:lnTo>
                <a:lnTo>
                  <a:pt x="1307" y="4785"/>
                </a:lnTo>
                <a:lnTo>
                  <a:pt x="1301" y="4806"/>
                </a:lnTo>
                <a:lnTo>
                  <a:pt x="1294" y="4836"/>
                </a:lnTo>
                <a:lnTo>
                  <a:pt x="1289" y="4883"/>
                </a:lnTo>
                <a:lnTo>
                  <a:pt x="1296" y="4906"/>
                </a:lnTo>
                <a:lnTo>
                  <a:pt x="1303" y="4915"/>
                </a:lnTo>
                <a:lnTo>
                  <a:pt x="1322" y="4920"/>
                </a:lnTo>
                <a:lnTo>
                  <a:pt x="1339" y="4916"/>
                </a:lnTo>
                <a:lnTo>
                  <a:pt x="1358" y="4911"/>
                </a:lnTo>
                <a:lnTo>
                  <a:pt x="1369" y="4917"/>
                </a:lnTo>
                <a:lnTo>
                  <a:pt x="1368" y="4929"/>
                </a:lnTo>
                <a:lnTo>
                  <a:pt x="1364" y="4937"/>
                </a:lnTo>
                <a:lnTo>
                  <a:pt x="1359" y="4957"/>
                </a:lnTo>
                <a:lnTo>
                  <a:pt x="1363" y="4957"/>
                </a:lnTo>
                <a:lnTo>
                  <a:pt x="1375" y="4937"/>
                </a:lnTo>
                <a:lnTo>
                  <a:pt x="1385" y="4925"/>
                </a:lnTo>
                <a:lnTo>
                  <a:pt x="1405" y="4916"/>
                </a:lnTo>
                <a:lnTo>
                  <a:pt x="1418" y="4922"/>
                </a:lnTo>
                <a:lnTo>
                  <a:pt x="1422" y="4942"/>
                </a:lnTo>
                <a:lnTo>
                  <a:pt x="1417" y="4958"/>
                </a:lnTo>
                <a:lnTo>
                  <a:pt x="1413" y="4970"/>
                </a:lnTo>
                <a:lnTo>
                  <a:pt x="1417" y="4979"/>
                </a:lnTo>
                <a:lnTo>
                  <a:pt x="1422" y="4974"/>
                </a:lnTo>
                <a:lnTo>
                  <a:pt x="1429" y="4963"/>
                </a:lnTo>
                <a:lnTo>
                  <a:pt x="1437" y="4920"/>
                </a:lnTo>
                <a:lnTo>
                  <a:pt x="1438" y="4893"/>
                </a:lnTo>
                <a:lnTo>
                  <a:pt x="1439" y="4867"/>
                </a:lnTo>
                <a:lnTo>
                  <a:pt x="1448" y="4836"/>
                </a:lnTo>
                <a:lnTo>
                  <a:pt x="1456" y="4824"/>
                </a:lnTo>
                <a:lnTo>
                  <a:pt x="1460" y="4822"/>
                </a:lnTo>
                <a:lnTo>
                  <a:pt x="1467" y="4821"/>
                </a:lnTo>
                <a:lnTo>
                  <a:pt x="1474" y="4829"/>
                </a:lnTo>
                <a:lnTo>
                  <a:pt x="1479" y="4865"/>
                </a:lnTo>
                <a:lnTo>
                  <a:pt x="1476" y="4910"/>
                </a:lnTo>
                <a:lnTo>
                  <a:pt x="1470" y="4988"/>
                </a:lnTo>
                <a:lnTo>
                  <a:pt x="1465" y="5024"/>
                </a:lnTo>
                <a:lnTo>
                  <a:pt x="1463" y="5036"/>
                </a:lnTo>
                <a:lnTo>
                  <a:pt x="1469" y="5062"/>
                </a:lnTo>
                <a:lnTo>
                  <a:pt x="1481" y="5086"/>
                </a:lnTo>
                <a:lnTo>
                  <a:pt x="1496" y="5099"/>
                </a:lnTo>
                <a:lnTo>
                  <a:pt x="1502" y="5097"/>
                </a:lnTo>
                <a:lnTo>
                  <a:pt x="1508" y="5092"/>
                </a:lnTo>
                <a:lnTo>
                  <a:pt x="1511" y="5067"/>
                </a:lnTo>
                <a:lnTo>
                  <a:pt x="1508" y="5051"/>
                </a:lnTo>
                <a:lnTo>
                  <a:pt x="1506" y="5043"/>
                </a:lnTo>
                <a:lnTo>
                  <a:pt x="1506" y="5029"/>
                </a:lnTo>
                <a:lnTo>
                  <a:pt x="1511" y="5020"/>
                </a:lnTo>
                <a:lnTo>
                  <a:pt x="1522" y="5016"/>
                </a:lnTo>
                <a:lnTo>
                  <a:pt x="1530" y="5016"/>
                </a:lnTo>
                <a:lnTo>
                  <a:pt x="1542" y="5017"/>
                </a:lnTo>
                <a:lnTo>
                  <a:pt x="1551" y="5025"/>
                </a:lnTo>
                <a:lnTo>
                  <a:pt x="1553" y="5034"/>
                </a:lnTo>
                <a:lnTo>
                  <a:pt x="1551" y="5039"/>
                </a:lnTo>
                <a:lnTo>
                  <a:pt x="1548" y="5050"/>
                </a:lnTo>
                <a:lnTo>
                  <a:pt x="1553" y="5078"/>
                </a:lnTo>
                <a:lnTo>
                  <a:pt x="1560" y="5089"/>
                </a:lnTo>
                <a:lnTo>
                  <a:pt x="1570" y="5104"/>
                </a:lnTo>
                <a:lnTo>
                  <a:pt x="1573" y="5103"/>
                </a:lnTo>
                <a:lnTo>
                  <a:pt x="1569" y="5088"/>
                </a:lnTo>
                <a:lnTo>
                  <a:pt x="1567" y="5073"/>
                </a:lnTo>
                <a:lnTo>
                  <a:pt x="1572" y="5042"/>
                </a:lnTo>
                <a:lnTo>
                  <a:pt x="1587" y="5017"/>
                </a:lnTo>
                <a:lnTo>
                  <a:pt x="1600" y="5007"/>
                </a:lnTo>
                <a:lnTo>
                  <a:pt x="1610" y="5006"/>
                </a:lnTo>
                <a:lnTo>
                  <a:pt x="1615" y="5008"/>
                </a:lnTo>
                <a:lnTo>
                  <a:pt x="1619" y="5011"/>
                </a:lnTo>
                <a:lnTo>
                  <a:pt x="1625" y="5010"/>
                </a:lnTo>
                <a:lnTo>
                  <a:pt x="1626" y="4993"/>
                </a:lnTo>
                <a:lnTo>
                  <a:pt x="1622" y="4969"/>
                </a:lnTo>
                <a:lnTo>
                  <a:pt x="1611" y="4916"/>
                </a:lnTo>
                <a:lnTo>
                  <a:pt x="1656" y="4970"/>
                </a:lnTo>
                <a:lnTo>
                  <a:pt x="1679" y="4996"/>
                </a:lnTo>
                <a:lnTo>
                  <a:pt x="1696" y="5008"/>
                </a:lnTo>
                <a:lnTo>
                  <a:pt x="1702" y="5001"/>
                </a:lnTo>
                <a:lnTo>
                  <a:pt x="1702" y="4994"/>
                </a:lnTo>
                <a:lnTo>
                  <a:pt x="1700" y="4981"/>
                </a:lnTo>
                <a:lnTo>
                  <a:pt x="1691" y="4958"/>
                </a:lnTo>
                <a:lnTo>
                  <a:pt x="1683" y="4953"/>
                </a:lnTo>
                <a:lnTo>
                  <a:pt x="1677" y="4946"/>
                </a:lnTo>
                <a:lnTo>
                  <a:pt x="1667" y="4923"/>
                </a:lnTo>
                <a:lnTo>
                  <a:pt x="1666" y="4910"/>
                </a:lnTo>
                <a:lnTo>
                  <a:pt x="1666" y="4904"/>
                </a:lnTo>
                <a:lnTo>
                  <a:pt x="1671" y="4898"/>
                </a:lnTo>
                <a:lnTo>
                  <a:pt x="1692" y="4911"/>
                </a:lnTo>
                <a:lnTo>
                  <a:pt x="1716" y="4940"/>
                </a:lnTo>
                <a:lnTo>
                  <a:pt x="1735" y="4961"/>
                </a:lnTo>
                <a:lnTo>
                  <a:pt x="1765" y="4990"/>
                </a:lnTo>
                <a:lnTo>
                  <a:pt x="1779" y="4997"/>
                </a:lnTo>
                <a:lnTo>
                  <a:pt x="1784" y="4996"/>
                </a:lnTo>
                <a:lnTo>
                  <a:pt x="1786" y="4985"/>
                </a:lnTo>
                <a:lnTo>
                  <a:pt x="1781" y="4970"/>
                </a:lnTo>
                <a:lnTo>
                  <a:pt x="1779" y="4963"/>
                </a:lnTo>
                <a:lnTo>
                  <a:pt x="1780" y="4953"/>
                </a:lnTo>
                <a:lnTo>
                  <a:pt x="1795" y="4944"/>
                </a:lnTo>
                <a:lnTo>
                  <a:pt x="1818" y="4943"/>
                </a:lnTo>
                <a:lnTo>
                  <a:pt x="1839" y="4944"/>
                </a:lnTo>
                <a:lnTo>
                  <a:pt x="1857" y="4953"/>
                </a:lnTo>
                <a:lnTo>
                  <a:pt x="1861" y="4961"/>
                </a:lnTo>
                <a:lnTo>
                  <a:pt x="1861" y="4967"/>
                </a:lnTo>
                <a:lnTo>
                  <a:pt x="1861" y="4979"/>
                </a:lnTo>
                <a:lnTo>
                  <a:pt x="1884" y="5022"/>
                </a:lnTo>
                <a:lnTo>
                  <a:pt x="1903" y="5046"/>
                </a:lnTo>
                <a:lnTo>
                  <a:pt x="1921" y="5067"/>
                </a:lnTo>
                <a:lnTo>
                  <a:pt x="1946" y="5083"/>
                </a:lnTo>
                <a:lnTo>
                  <a:pt x="1960" y="5087"/>
                </a:lnTo>
                <a:lnTo>
                  <a:pt x="1972" y="5084"/>
                </a:lnTo>
                <a:lnTo>
                  <a:pt x="1981" y="5076"/>
                </a:lnTo>
                <a:lnTo>
                  <a:pt x="1991" y="5053"/>
                </a:lnTo>
                <a:lnTo>
                  <a:pt x="1992" y="5029"/>
                </a:lnTo>
                <a:lnTo>
                  <a:pt x="1993" y="5012"/>
                </a:lnTo>
                <a:lnTo>
                  <a:pt x="2002" y="5003"/>
                </a:lnTo>
                <a:lnTo>
                  <a:pt x="2013" y="5001"/>
                </a:lnTo>
                <a:lnTo>
                  <a:pt x="2019" y="5003"/>
                </a:lnTo>
                <a:lnTo>
                  <a:pt x="2030" y="5006"/>
                </a:lnTo>
                <a:lnTo>
                  <a:pt x="2050" y="5000"/>
                </a:lnTo>
                <a:lnTo>
                  <a:pt x="2064" y="4982"/>
                </a:lnTo>
                <a:lnTo>
                  <a:pt x="2068" y="4953"/>
                </a:lnTo>
                <a:lnTo>
                  <a:pt x="2066" y="4936"/>
                </a:lnTo>
                <a:lnTo>
                  <a:pt x="2066" y="4922"/>
                </a:lnTo>
                <a:lnTo>
                  <a:pt x="2070" y="4912"/>
                </a:lnTo>
                <a:lnTo>
                  <a:pt x="2077" y="4912"/>
                </a:lnTo>
                <a:lnTo>
                  <a:pt x="2080" y="4915"/>
                </a:lnTo>
                <a:lnTo>
                  <a:pt x="2084" y="4918"/>
                </a:lnTo>
                <a:lnTo>
                  <a:pt x="2090" y="4937"/>
                </a:lnTo>
                <a:lnTo>
                  <a:pt x="2095" y="4982"/>
                </a:lnTo>
                <a:lnTo>
                  <a:pt x="2095" y="5021"/>
                </a:lnTo>
                <a:lnTo>
                  <a:pt x="2093" y="5071"/>
                </a:lnTo>
                <a:lnTo>
                  <a:pt x="2101" y="5107"/>
                </a:lnTo>
                <a:lnTo>
                  <a:pt x="2113" y="5118"/>
                </a:lnTo>
                <a:lnTo>
                  <a:pt x="2123" y="5121"/>
                </a:lnTo>
                <a:lnTo>
                  <a:pt x="2130" y="5122"/>
                </a:lnTo>
                <a:lnTo>
                  <a:pt x="2141" y="5121"/>
                </a:lnTo>
                <a:lnTo>
                  <a:pt x="2146" y="5116"/>
                </a:lnTo>
                <a:lnTo>
                  <a:pt x="2145" y="5104"/>
                </a:lnTo>
                <a:lnTo>
                  <a:pt x="2142" y="5095"/>
                </a:lnTo>
                <a:lnTo>
                  <a:pt x="2138" y="5082"/>
                </a:lnTo>
                <a:lnTo>
                  <a:pt x="2140" y="5073"/>
                </a:lnTo>
                <a:lnTo>
                  <a:pt x="2145" y="5073"/>
                </a:lnTo>
                <a:lnTo>
                  <a:pt x="2150" y="5075"/>
                </a:lnTo>
                <a:lnTo>
                  <a:pt x="2154" y="5079"/>
                </a:lnTo>
                <a:lnTo>
                  <a:pt x="2159" y="5079"/>
                </a:lnTo>
                <a:lnTo>
                  <a:pt x="2163" y="5069"/>
                </a:lnTo>
                <a:lnTo>
                  <a:pt x="2161" y="5054"/>
                </a:lnTo>
                <a:lnTo>
                  <a:pt x="2157" y="5039"/>
                </a:lnTo>
                <a:lnTo>
                  <a:pt x="2157" y="5019"/>
                </a:lnTo>
                <a:lnTo>
                  <a:pt x="2164" y="5008"/>
                </a:lnTo>
                <a:lnTo>
                  <a:pt x="2177" y="5004"/>
                </a:lnTo>
                <a:lnTo>
                  <a:pt x="2192" y="5008"/>
                </a:lnTo>
                <a:lnTo>
                  <a:pt x="2211" y="5019"/>
                </a:lnTo>
                <a:lnTo>
                  <a:pt x="2240" y="5048"/>
                </a:lnTo>
                <a:lnTo>
                  <a:pt x="2258" y="5078"/>
                </a:lnTo>
                <a:lnTo>
                  <a:pt x="2264" y="5088"/>
                </a:lnTo>
                <a:lnTo>
                  <a:pt x="2274" y="5100"/>
                </a:lnTo>
                <a:lnTo>
                  <a:pt x="2287" y="5094"/>
                </a:lnTo>
                <a:lnTo>
                  <a:pt x="2302" y="5068"/>
                </a:lnTo>
                <a:lnTo>
                  <a:pt x="2318" y="5037"/>
                </a:lnTo>
                <a:lnTo>
                  <a:pt x="2331" y="4997"/>
                </a:lnTo>
                <a:lnTo>
                  <a:pt x="2335" y="4970"/>
                </a:lnTo>
                <a:lnTo>
                  <a:pt x="2337" y="4960"/>
                </a:lnTo>
                <a:lnTo>
                  <a:pt x="2353" y="4947"/>
                </a:lnTo>
                <a:lnTo>
                  <a:pt x="2374" y="4943"/>
                </a:lnTo>
                <a:lnTo>
                  <a:pt x="2389" y="4951"/>
                </a:lnTo>
                <a:lnTo>
                  <a:pt x="2390" y="4961"/>
                </a:lnTo>
                <a:lnTo>
                  <a:pt x="2391" y="4973"/>
                </a:lnTo>
                <a:lnTo>
                  <a:pt x="2403" y="4982"/>
                </a:lnTo>
                <a:lnTo>
                  <a:pt x="2421" y="4971"/>
                </a:lnTo>
                <a:lnTo>
                  <a:pt x="2439" y="4947"/>
                </a:lnTo>
                <a:lnTo>
                  <a:pt x="2447" y="4931"/>
                </a:lnTo>
                <a:lnTo>
                  <a:pt x="2454" y="4907"/>
                </a:lnTo>
                <a:lnTo>
                  <a:pt x="2455" y="4884"/>
                </a:lnTo>
                <a:lnTo>
                  <a:pt x="2451" y="4876"/>
                </a:lnTo>
                <a:lnTo>
                  <a:pt x="2447" y="4874"/>
                </a:lnTo>
                <a:lnTo>
                  <a:pt x="2439" y="4870"/>
                </a:lnTo>
                <a:lnTo>
                  <a:pt x="2428" y="4850"/>
                </a:lnTo>
                <a:lnTo>
                  <a:pt x="2427" y="4838"/>
                </a:lnTo>
                <a:lnTo>
                  <a:pt x="2427" y="4830"/>
                </a:lnTo>
                <a:lnTo>
                  <a:pt x="2430" y="4820"/>
                </a:lnTo>
                <a:lnTo>
                  <a:pt x="2440" y="4824"/>
                </a:lnTo>
                <a:lnTo>
                  <a:pt x="2455" y="4844"/>
                </a:lnTo>
                <a:lnTo>
                  <a:pt x="2471" y="4863"/>
                </a:lnTo>
                <a:lnTo>
                  <a:pt x="2486" y="4869"/>
                </a:lnTo>
                <a:lnTo>
                  <a:pt x="2496" y="4860"/>
                </a:lnTo>
                <a:lnTo>
                  <a:pt x="2501" y="4853"/>
                </a:lnTo>
                <a:lnTo>
                  <a:pt x="2508" y="4838"/>
                </a:lnTo>
                <a:lnTo>
                  <a:pt x="2513" y="4791"/>
                </a:lnTo>
                <a:lnTo>
                  <a:pt x="2512" y="4766"/>
                </a:lnTo>
                <a:lnTo>
                  <a:pt x="2511" y="4735"/>
                </a:lnTo>
                <a:lnTo>
                  <a:pt x="2518" y="4706"/>
                </a:lnTo>
                <a:lnTo>
                  <a:pt x="2530" y="4693"/>
                </a:lnTo>
                <a:lnTo>
                  <a:pt x="2539" y="4687"/>
                </a:lnTo>
                <a:lnTo>
                  <a:pt x="2552" y="4679"/>
                </a:lnTo>
                <a:lnTo>
                  <a:pt x="2565" y="4661"/>
                </a:lnTo>
                <a:lnTo>
                  <a:pt x="2563" y="4654"/>
                </a:lnTo>
                <a:lnTo>
                  <a:pt x="2560" y="4646"/>
                </a:lnTo>
                <a:lnTo>
                  <a:pt x="2564" y="4631"/>
                </a:lnTo>
                <a:lnTo>
                  <a:pt x="2572" y="4626"/>
                </a:lnTo>
                <a:lnTo>
                  <a:pt x="2579" y="4619"/>
                </a:lnTo>
                <a:lnTo>
                  <a:pt x="2583" y="4593"/>
                </a:lnTo>
                <a:lnTo>
                  <a:pt x="2579" y="4578"/>
                </a:lnTo>
                <a:lnTo>
                  <a:pt x="2576" y="4567"/>
                </a:lnTo>
                <a:lnTo>
                  <a:pt x="2575" y="4554"/>
                </a:lnTo>
                <a:lnTo>
                  <a:pt x="2582" y="4547"/>
                </a:lnTo>
                <a:lnTo>
                  <a:pt x="2597" y="4546"/>
                </a:lnTo>
                <a:lnTo>
                  <a:pt x="2608" y="4548"/>
                </a:lnTo>
                <a:lnTo>
                  <a:pt x="2621" y="4549"/>
                </a:lnTo>
                <a:lnTo>
                  <a:pt x="2642" y="4545"/>
                </a:lnTo>
                <a:lnTo>
                  <a:pt x="2661" y="4530"/>
                </a:lnTo>
                <a:lnTo>
                  <a:pt x="2681" y="4498"/>
                </a:lnTo>
                <a:lnTo>
                  <a:pt x="2694" y="4475"/>
                </a:lnTo>
                <a:lnTo>
                  <a:pt x="2698" y="4474"/>
                </a:lnTo>
                <a:lnTo>
                  <a:pt x="2728" y="4488"/>
                </a:lnTo>
                <a:lnTo>
                  <a:pt x="2749" y="4502"/>
                </a:lnTo>
                <a:lnTo>
                  <a:pt x="2765" y="4511"/>
                </a:lnTo>
                <a:lnTo>
                  <a:pt x="2786" y="4527"/>
                </a:lnTo>
                <a:lnTo>
                  <a:pt x="2795" y="4543"/>
                </a:lnTo>
                <a:lnTo>
                  <a:pt x="2793" y="4562"/>
                </a:lnTo>
                <a:lnTo>
                  <a:pt x="2787" y="4575"/>
                </a:lnTo>
                <a:lnTo>
                  <a:pt x="2783" y="4588"/>
                </a:lnTo>
                <a:lnTo>
                  <a:pt x="2781" y="4607"/>
                </a:lnTo>
                <a:lnTo>
                  <a:pt x="2787" y="4620"/>
                </a:lnTo>
                <a:lnTo>
                  <a:pt x="2805" y="4630"/>
                </a:lnTo>
                <a:lnTo>
                  <a:pt x="2819" y="4635"/>
                </a:lnTo>
                <a:lnTo>
                  <a:pt x="2839" y="4643"/>
                </a:lnTo>
                <a:lnTo>
                  <a:pt x="2892" y="4653"/>
                </a:lnTo>
                <a:lnTo>
                  <a:pt x="2914" y="4654"/>
                </a:lnTo>
                <a:lnTo>
                  <a:pt x="2937" y="4655"/>
                </a:lnTo>
                <a:lnTo>
                  <a:pt x="2974" y="4669"/>
                </a:lnTo>
                <a:lnTo>
                  <a:pt x="2997" y="4692"/>
                </a:lnTo>
                <a:lnTo>
                  <a:pt x="3000" y="4711"/>
                </a:lnTo>
                <a:lnTo>
                  <a:pt x="2995" y="4724"/>
                </a:lnTo>
                <a:lnTo>
                  <a:pt x="2991" y="4731"/>
                </a:lnTo>
                <a:lnTo>
                  <a:pt x="2985" y="4738"/>
                </a:lnTo>
                <a:lnTo>
                  <a:pt x="2981" y="4751"/>
                </a:lnTo>
                <a:lnTo>
                  <a:pt x="2985" y="4773"/>
                </a:lnTo>
                <a:lnTo>
                  <a:pt x="2998" y="4791"/>
                </a:lnTo>
                <a:lnTo>
                  <a:pt x="3006" y="4801"/>
                </a:lnTo>
                <a:lnTo>
                  <a:pt x="3019" y="4812"/>
                </a:lnTo>
                <a:lnTo>
                  <a:pt x="3032" y="4816"/>
                </a:lnTo>
                <a:lnTo>
                  <a:pt x="3048" y="4810"/>
                </a:lnTo>
                <a:lnTo>
                  <a:pt x="3059" y="4804"/>
                </a:lnTo>
                <a:lnTo>
                  <a:pt x="3073" y="4796"/>
                </a:lnTo>
                <a:lnTo>
                  <a:pt x="3105" y="4791"/>
                </a:lnTo>
                <a:lnTo>
                  <a:pt x="3133" y="4794"/>
                </a:lnTo>
                <a:lnTo>
                  <a:pt x="3150" y="4806"/>
                </a:lnTo>
                <a:lnTo>
                  <a:pt x="3152" y="4815"/>
                </a:lnTo>
                <a:lnTo>
                  <a:pt x="3152" y="4820"/>
                </a:lnTo>
                <a:lnTo>
                  <a:pt x="3158" y="4826"/>
                </a:lnTo>
                <a:lnTo>
                  <a:pt x="3194" y="4833"/>
                </a:lnTo>
                <a:lnTo>
                  <a:pt x="3257" y="4836"/>
                </a:lnTo>
                <a:lnTo>
                  <a:pt x="3281" y="4838"/>
                </a:lnTo>
                <a:lnTo>
                  <a:pt x="3318" y="4848"/>
                </a:lnTo>
                <a:lnTo>
                  <a:pt x="3324" y="4855"/>
                </a:lnTo>
                <a:lnTo>
                  <a:pt x="3330" y="4859"/>
                </a:lnTo>
                <a:lnTo>
                  <a:pt x="3355" y="4861"/>
                </a:lnTo>
                <a:lnTo>
                  <a:pt x="3369" y="4858"/>
                </a:lnTo>
                <a:lnTo>
                  <a:pt x="3384" y="4855"/>
                </a:lnTo>
                <a:lnTo>
                  <a:pt x="3401" y="4859"/>
                </a:lnTo>
                <a:lnTo>
                  <a:pt x="3405" y="4866"/>
                </a:lnTo>
                <a:lnTo>
                  <a:pt x="3406" y="4871"/>
                </a:lnTo>
                <a:lnTo>
                  <a:pt x="3404" y="4880"/>
                </a:lnTo>
                <a:lnTo>
                  <a:pt x="3389" y="4885"/>
                </a:lnTo>
                <a:lnTo>
                  <a:pt x="3379" y="4882"/>
                </a:lnTo>
                <a:lnTo>
                  <a:pt x="3368" y="4879"/>
                </a:lnTo>
                <a:lnTo>
                  <a:pt x="3353" y="4883"/>
                </a:lnTo>
                <a:lnTo>
                  <a:pt x="3352" y="4891"/>
                </a:lnTo>
                <a:lnTo>
                  <a:pt x="3352" y="4897"/>
                </a:lnTo>
                <a:lnTo>
                  <a:pt x="3357" y="4908"/>
                </a:lnTo>
                <a:lnTo>
                  <a:pt x="3371" y="4918"/>
                </a:lnTo>
                <a:lnTo>
                  <a:pt x="3403" y="4917"/>
                </a:lnTo>
                <a:lnTo>
                  <a:pt x="3443" y="4900"/>
                </a:lnTo>
                <a:lnTo>
                  <a:pt x="3464" y="4887"/>
                </a:lnTo>
                <a:lnTo>
                  <a:pt x="3510" y="4851"/>
                </a:lnTo>
                <a:lnTo>
                  <a:pt x="3529" y="4833"/>
                </a:lnTo>
                <a:lnTo>
                  <a:pt x="3551" y="4797"/>
                </a:lnTo>
                <a:lnTo>
                  <a:pt x="3614" y="4698"/>
                </a:lnTo>
                <a:lnTo>
                  <a:pt x="3646" y="4649"/>
                </a:lnTo>
                <a:lnTo>
                  <a:pt x="3677" y="4591"/>
                </a:lnTo>
                <a:lnTo>
                  <a:pt x="3686" y="4566"/>
                </a:lnTo>
                <a:lnTo>
                  <a:pt x="3685" y="4561"/>
                </a:lnTo>
                <a:lnTo>
                  <a:pt x="3682" y="4555"/>
                </a:lnTo>
                <a:lnTo>
                  <a:pt x="3693" y="4545"/>
                </a:lnTo>
                <a:lnTo>
                  <a:pt x="3705" y="4545"/>
                </a:lnTo>
                <a:lnTo>
                  <a:pt x="3712" y="4543"/>
                </a:lnTo>
                <a:lnTo>
                  <a:pt x="3733" y="4523"/>
                </a:lnTo>
                <a:lnTo>
                  <a:pt x="3780" y="4468"/>
                </a:lnTo>
                <a:lnTo>
                  <a:pt x="3815" y="4418"/>
                </a:lnTo>
                <a:lnTo>
                  <a:pt x="3841" y="4379"/>
                </a:lnTo>
                <a:lnTo>
                  <a:pt x="3876" y="4329"/>
                </a:lnTo>
                <a:lnTo>
                  <a:pt x="3901" y="4306"/>
                </a:lnTo>
                <a:lnTo>
                  <a:pt x="3922" y="4304"/>
                </a:lnTo>
                <a:lnTo>
                  <a:pt x="3934" y="4309"/>
                </a:lnTo>
                <a:lnTo>
                  <a:pt x="3943" y="4315"/>
                </a:lnTo>
                <a:lnTo>
                  <a:pt x="3958" y="4319"/>
                </a:lnTo>
                <a:lnTo>
                  <a:pt x="3965" y="4315"/>
                </a:lnTo>
                <a:lnTo>
                  <a:pt x="3967" y="4302"/>
                </a:lnTo>
                <a:lnTo>
                  <a:pt x="3967" y="4291"/>
                </a:lnTo>
                <a:lnTo>
                  <a:pt x="3966" y="4277"/>
                </a:lnTo>
                <a:lnTo>
                  <a:pt x="3958" y="4257"/>
                </a:lnTo>
                <a:lnTo>
                  <a:pt x="3950" y="4255"/>
                </a:lnTo>
                <a:lnTo>
                  <a:pt x="3942" y="4254"/>
                </a:lnTo>
                <a:lnTo>
                  <a:pt x="3933" y="4242"/>
                </a:lnTo>
                <a:lnTo>
                  <a:pt x="3931" y="4233"/>
                </a:lnTo>
                <a:lnTo>
                  <a:pt x="3931" y="4230"/>
                </a:lnTo>
                <a:lnTo>
                  <a:pt x="3937" y="4227"/>
                </a:lnTo>
                <a:lnTo>
                  <a:pt x="3950" y="4232"/>
                </a:lnTo>
                <a:lnTo>
                  <a:pt x="3964" y="4244"/>
                </a:lnTo>
                <a:lnTo>
                  <a:pt x="3975" y="4254"/>
                </a:lnTo>
                <a:lnTo>
                  <a:pt x="3992" y="4261"/>
                </a:lnTo>
                <a:lnTo>
                  <a:pt x="4010" y="4256"/>
                </a:lnTo>
                <a:lnTo>
                  <a:pt x="4035" y="4232"/>
                </a:lnTo>
                <a:lnTo>
                  <a:pt x="4053" y="4213"/>
                </a:lnTo>
                <a:lnTo>
                  <a:pt x="4074" y="4188"/>
                </a:lnTo>
                <a:lnTo>
                  <a:pt x="4095" y="4154"/>
                </a:lnTo>
                <a:lnTo>
                  <a:pt x="4099" y="4137"/>
                </a:lnTo>
                <a:lnTo>
                  <a:pt x="4098" y="4132"/>
                </a:lnTo>
                <a:lnTo>
                  <a:pt x="4097" y="4122"/>
                </a:lnTo>
                <a:lnTo>
                  <a:pt x="4108" y="4117"/>
                </a:lnTo>
                <a:lnTo>
                  <a:pt x="4120" y="4121"/>
                </a:lnTo>
                <a:lnTo>
                  <a:pt x="4128" y="4123"/>
                </a:lnTo>
                <a:lnTo>
                  <a:pt x="4140" y="4122"/>
                </a:lnTo>
                <a:lnTo>
                  <a:pt x="4145" y="4097"/>
                </a:lnTo>
                <a:lnTo>
                  <a:pt x="4140" y="4054"/>
                </a:lnTo>
                <a:lnTo>
                  <a:pt x="4137" y="4023"/>
                </a:lnTo>
                <a:lnTo>
                  <a:pt x="4137" y="3997"/>
                </a:lnTo>
                <a:lnTo>
                  <a:pt x="4140" y="3993"/>
                </a:lnTo>
                <a:lnTo>
                  <a:pt x="4141" y="3996"/>
                </a:lnTo>
                <a:lnTo>
                  <a:pt x="4149" y="4008"/>
                </a:lnTo>
                <a:lnTo>
                  <a:pt x="4167" y="4019"/>
                </a:lnTo>
                <a:lnTo>
                  <a:pt x="4189" y="4015"/>
                </a:lnTo>
                <a:lnTo>
                  <a:pt x="4207" y="3997"/>
                </a:lnTo>
                <a:lnTo>
                  <a:pt x="4212" y="3983"/>
                </a:lnTo>
                <a:lnTo>
                  <a:pt x="4215" y="3974"/>
                </a:lnTo>
                <a:lnTo>
                  <a:pt x="4225" y="3961"/>
                </a:lnTo>
                <a:lnTo>
                  <a:pt x="4238" y="3954"/>
                </a:lnTo>
                <a:lnTo>
                  <a:pt x="4253" y="3952"/>
                </a:lnTo>
                <a:lnTo>
                  <a:pt x="4263" y="3953"/>
                </a:lnTo>
                <a:lnTo>
                  <a:pt x="4275" y="3954"/>
                </a:lnTo>
                <a:lnTo>
                  <a:pt x="4290" y="3950"/>
                </a:lnTo>
                <a:lnTo>
                  <a:pt x="4299" y="3939"/>
                </a:lnTo>
                <a:lnTo>
                  <a:pt x="4302" y="3918"/>
                </a:lnTo>
                <a:lnTo>
                  <a:pt x="4303" y="3902"/>
                </a:lnTo>
                <a:lnTo>
                  <a:pt x="4305" y="3878"/>
                </a:lnTo>
                <a:lnTo>
                  <a:pt x="4313" y="3839"/>
                </a:lnTo>
                <a:lnTo>
                  <a:pt x="4327" y="3815"/>
                </a:lnTo>
                <a:lnTo>
                  <a:pt x="4346" y="3806"/>
                </a:lnTo>
                <a:lnTo>
                  <a:pt x="4358" y="3809"/>
                </a:lnTo>
                <a:lnTo>
                  <a:pt x="4364" y="3811"/>
                </a:lnTo>
                <a:lnTo>
                  <a:pt x="4377" y="3811"/>
                </a:lnTo>
                <a:lnTo>
                  <a:pt x="4395" y="3803"/>
                </a:lnTo>
                <a:lnTo>
                  <a:pt x="4410" y="3780"/>
                </a:lnTo>
                <a:lnTo>
                  <a:pt x="4411" y="3749"/>
                </a:lnTo>
                <a:lnTo>
                  <a:pt x="4405" y="3733"/>
                </a:lnTo>
                <a:lnTo>
                  <a:pt x="4400" y="3723"/>
                </a:lnTo>
                <a:lnTo>
                  <a:pt x="4396" y="3707"/>
                </a:lnTo>
                <a:lnTo>
                  <a:pt x="4399" y="3692"/>
                </a:lnTo>
                <a:lnTo>
                  <a:pt x="4411" y="3675"/>
                </a:lnTo>
                <a:lnTo>
                  <a:pt x="4421" y="3666"/>
                </a:lnTo>
                <a:lnTo>
                  <a:pt x="4435" y="3652"/>
                </a:lnTo>
                <a:lnTo>
                  <a:pt x="4455" y="3620"/>
                </a:lnTo>
                <a:lnTo>
                  <a:pt x="4457" y="3608"/>
                </a:lnTo>
                <a:lnTo>
                  <a:pt x="4458" y="3598"/>
                </a:lnTo>
                <a:lnTo>
                  <a:pt x="4468" y="3591"/>
                </a:lnTo>
                <a:lnTo>
                  <a:pt x="4475" y="3594"/>
                </a:lnTo>
                <a:lnTo>
                  <a:pt x="4484" y="3596"/>
                </a:lnTo>
                <a:lnTo>
                  <a:pt x="4514" y="3592"/>
                </a:lnTo>
                <a:lnTo>
                  <a:pt x="4530" y="3584"/>
                </a:lnTo>
                <a:lnTo>
                  <a:pt x="4540" y="3579"/>
                </a:lnTo>
                <a:lnTo>
                  <a:pt x="4553" y="3567"/>
                </a:lnTo>
                <a:lnTo>
                  <a:pt x="4559" y="3554"/>
                </a:lnTo>
                <a:lnTo>
                  <a:pt x="4559" y="3537"/>
                </a:lnTo>
                <a:lnTo>
                  <a:pt x="4557" y="3529"/>
                </a:lnTo>
                <a:lnTo>
                  <a:pt x="4554" y="3519"/>
                </a:lnTo>
                <a:lnTo>
                  <a:pt x="4555" y="3501"/>
                </a:lnTo>
                <a:lnTo>
                  <a:pt x="4561" y="3485"/>
                </a:lnTo>
                <a:lnTo>
                  <a:pt x="4576" y="3469"/>
                </a:lnTo>
                <a:lnTo>
                  <a:pt x="4587" y="3461"/>
                </a:lnTo>
                <a:lnTo>
                  <a:pt x="4605" y="3449"/>
                </a:lnTo>
                <a:lnTo>
                  <a:pt x="4634" y="3435"/>
                </a:lnTo>
                <a:lnTo>
                  <a:pt x="4642" y="3436"/>
                </a:lnTo>
                <a:lnTo>
                  <a:pt x="4649" y="3434"/>
                </a:lnTo>
                <a:lnTo>
                  <a:pt x="4672" y="3406"/>
                </a:lnTo>
                <a:lnTo>
                  <a:pt x="4684" y="3385"/>
                </a:lnTo>
                <a:lnTo>
                  <a:pt x="4697" y="3364"/>
                </a:lnTo>
                <a:lnTo>
                  <a:pt x="4717" y="3344"/>
                </a:lnTo>
                <a:lnTo>
                  <a:pt x="4728" y="3340"/>
                </a:lnTo>
                <a:lnTo>
                  <a:pt x="4731" y="3342"/>
                </a:lnTo>
                <a:lnTo>
                  <a:pt x="4735" y="3344"/>
                </a:lnTo>
                <a:lnTo>
                  <a:pt x="4742" y="3339"/>
                </a:lnTo>
                <a:lnTo>
                  <a:pt x="4746" y="3310"/>
                </a:lnTo>
                <a:lnTo>
                  <a:pt x="4744" y="3274"/>
                </a:lnTo>
                <a:lnTo>
                  <a:pt x="4742" y="3248"/>
                </a:lnTo>
                <a:lnTo>
                  <a:pt x="4743" y="3215"/>
                </a:lnTo>
                <a:lnTo>
                  <a:pt x="4752" y="3198"/>
                </a:lnTo>
                <a:lnTo>
                  <a:pt x="4772" y="3192"/>
                </a:lnTo>
                <a:lnTo>
                  <a:pt x="4789" y="3190"/>
                </a:lnTo>
                <a:lnTo>
                  <a:pt x="4801" y="3187"/>
                </a:lnTo>
                <a:lnTo>
                  <a:pt x="4821" y="3179"/>
                </a:lnTo>
                <a:lnTo>
                  <a:pt x="4850" y="3155"/>
                </a:lnTo>
                <a:lnTo>
                  <a:pt x="4877" y="3109"/>
                </a:lnTo>
                <a:lnTo>
                  <a:pt x="4887" y="3070"/>
                </a:lnTo>
                <a:lnTo>
                  <a:pt x="4887" y="3042"/>
                </a:lnTo>
                <a:lnTo>
                  <a:pt x="4885" y="3029"/>
                </a:lnTo>
                <a:lnTo>
                  <a:pt x="4882" y="3010"/>
                </a:lnTo>
                <a:lnTo>
                  <a:pt x="4889" y="2979"/>
                </a:lnTo>
                <a:lnTo>
                  <a:pt x="4913" y="2952"/>
                </a:lnTo>
                <a:lnTo>
                  <a:pt x="4953" y="2927"/>
                </a:lnTo>
                <a:lnTo>
                  <a:pt x="4981" y="2915"/>
                </a:lnTo>
                <a:lnTo>
                  <a:pt x="4999" y="2905"/>
                </a:lnTo>
                <a:lnTo>
                  <a:pt x="5013" y="2889"/>
                </a:lnTo>
                <a:lnTo>
                  <a:pt x="5015" y="2877"/>
                </a:lnTo>
                <a:lnTo>
                  <a:pt x="5014" y="2871"/>
                </a:lnTo>
                <a:lnTo>
                  <a:pt x="5012" y="2859"/>
                </a:lnTo>
                <a:lnTo>
                  <a:pt x="5022" y="2832"/>
                </a:lnTo>
                <a:lnTo>
                  <a:pt x="5046" y="2806"/>
                </a:lnTo>
                <a:lnTo>
                  <a:pt x="5076" y="2790"/>
                </a:lnTo>
                <a:lnTo>
                  <a:pt x="5090" y="2788"/>
                </a:lnTo>
                <a:lnTo>
                  <a:pt x="5099" y="2785"/>
                </a:lnTo>
                <a:lnTo>
                  <a:pt x="5119" y="2760"/>
                </a:lnTo>
                <a:lnTo>
                  <a:pt x="5136" y="2721"/>
                </a:lnTo>
                <a:lnTo>
                  <a:pt x="5144" y="2681"/>
                </a:lnTo>
                <a:lnTo>
                  <a:pt x="5142" y="2665"/>
                </a:lnTo>
                <a:lnTo>
                  <a:pt x="5142" y="2657"/>
                </a:lnTo>
                <a:lnTo>
                  <a:pt x="5152" y="2641"/>
                </a:lnTo>
                <a:lnTo>
                  <a:pt x="5187" y="2613"/>
                </a:lnTo>
                <a:lnTo>
                  <a:pt x="5224" y="2592"/>
                </a:lnTo>
                <a:lnTo>
                  <a:pt x="5262" y="2570"/>
                </a:lnTo>
                <a:lnTo>
                  <a:pt x="5297" y="2541"/>
                </a:lnTo>
                <a:lnTo>
                  <a:pt x="5309" y="2522"/>
                </a:lnTo>
                <a:lnTo>
                  <a:pt x="5310" y="2514"/>
                </a:lnTo>
                <a:lnTo>
                  <a:pt x="5310" y="2506"/>
                </a:lnTo>
                <a:lnTo>
                  <a:pt x="5314" y="2493"/>
                </a:lnTo>
                <a:lnTo>
                  <a:pt x="5323" y="2484"/>
                </a:lnTo>
                <a:lnTo>
                  <a:pt x="5335" y="2480"/>
                </a:lnTo>
                <a:lnTo>
                  <a:pt x="5342" y="2480"/>
                </a:lnTo>
                <a:lnTo>
                  <a:pt x="5358" y="2479"/>
                </a:lnTo>
                <a:lnTo>
                  <a:pt x="5385" y="2467"/>
                </a:lnTo>
                <a:lnTo>
                  <a:pt x="5405" y="2446"/>
                </a:lnTo>
                <a:lnTo>
                  <a:pt x="5417" y="2420"/>
                </a:lnTo>
                <a:lnTo>
                  <a:pt x="5418" y="2405"/>
                </a:lnTo>
                <a:lnTo>
                  <a:pt x="5421" y="2385"/>
                </a:lnTo>
                <a:lnTo>
                  <a:pt x="5443" y="2333"/>
                </a:lnTo>
                <a:lnTo>
                  <a:pt x="5479" y="2283"/>
                </a:lnTo>
                <a:lnTo>
                  <a:pt x="5505" y="2258"/>
                </a:lnTo>
                <a:lnTo>
                  <a:pt x="5521" y="2250"/>
                </a:lnTo>
                <a:lnTo>
                  <a:pt x="5527" y="2250"/>
                </a:lnTo>
                <a:lnTo>
                  <a:pt x="5534" y="2250"/>
                </a:lnTo>
                <a:lnTo>
                  <a:pt x="5545" y="2244"/>
                </a:lnTo>
                <a:lnTo>
                  <a:pt x="5555" y="2222"/>
                </a:lnTo>
                <a:lnTo>
                  <a:pt x="5560" y="2197"/>
                </a:lnTo>
                <a:lnTo>
                  <a:pt x="5564" y="2171"/>
                </a:lnTo>
                <a:lnTo>
                  <a:pt x="5586" y="2122"/>
                </a:lnTo>
                <a:lnTo>
                  <a:pt x="5601" y="2106"/>
                </a:lnTo>
                <a:lnTo>
                  <a:pt x="5614" y="2093"/>
                </a:lnTo>
                <a:lnTo>
                  <a:pt x="5634" y="2057"/>
                </a:lnTo>
                <a:lnTo>
                  <a:pt x="5636" y="2041"/>
                </a:lnTo>
                <a:lnTo>
                  <a:pt x="5637" y="2028"/>
                </a:lnTo>
                <a:lnTo>
                  <a:pt x="5647" y="2010"/>
                </a:lnTo>
                <a:lnTo>
                  <a:pt x="5653" y="2008"/>
                </a:lnTo>
                <a:lnTo>
                  <a:pt x="5661" y="2007"/>
                </a:lnTo>
                <a:lnTo>
                  <a:pt x="5671" y="1994"/>
                </a:lnTo>
                <a:lnTo>
                  <a:pt x="5672" y="1985"/>
                </a:lnTo>
                <a:lnTo>
                  <a:pt x="5676" y="1970"/>
                </a:lnTo>
                <a:lnTo>
                  <a:pt x="5713" y="1918"/>
                </a:lnTo>
                <a:lnTo>
                  <a:pt x="5740" y="1888"/>
                </a:lnTo>
                <a:lnTo>
                  <a:pt x="5760" y="1867"/>
                </a:lnTo>
                <a:lnTo>
                  <a:pt x="5787" y="1832"/>
                </a:lnTo>
                <a:lnTo>
                  <a:pt x="5802" y="1802"/>
                </a:lnTo>
                <a:lnTo>
                  <a:pt x="5808" y="1769"/>
                </a:lnTo>
                <a:lnTo>
                  <a:pt x="5808" y="1750"/>
                </a:lnTo>
                <a:lnTo>
                  <a:pt x="5808" y="1721"/>
                </a:lnTo>
                <a:lnTo>
                  <a:pt x="5815" y="1684"/>
                </a:lnTo>
                <a:lnTo>
                  <a:pt x="5824" y="1668"/>
                </a:lnTo>
                <a:lnTo>
                  <a:pt x="5830" y="1663"/>
                </a:lnTo>
                <a:lnTo>
                  <a:pt x="5839" y="1653"/>
                </a:lnTo>
                <a:lnTo>
                  <a:pt x="5851" y="1629"/>
                </a:lnTo>
                <a:lnTo>
                  <a:pt x="5854" y="1617"/>
                </a:lnTo>
                <a:lnTo>
                  <a:pt x="5856" y="1607"/>
                </a:lnTo>
                <a:lnTo>
                  <a:pt x="5874" y="1583"/>
                </a:lnTo>
                <a:lnTo>
                  <a:pt x="5887" y="1574"/>
                </a:lnTo>
                <a:lnTo>
                  <a:pt x="5897" y="1569"/>
                </a:lnTo>
                <a:lnTo>
                  <a:pt x="5910" y="1555"/>
                </a:lnTo>
                <a:lnTo>
                  <a:pt x="5918" y="1534"/>
                </a:lnTo>
                <a:lnTo>
                  <a:pt x="5919" y="1504"/>
                </a:lnTo>
                <a:lnTo>
                  <a:pt x="5917" y="1485"/>
                </a:lnTo>
                <a:lnTo>
                  <a:pt x="5914" y="1456"/>
                </a:lnTo>
                <a:lnTo>
                  <a:pt x="5907" y="1408"/>
                </a:lnTo>
                <a:lnTo>
                  <a:pt x="5902" y="1399"/>
                </a:lnTo>
                <a:lnTo>
                  <a:pt x="5897" y="1389"/>
                </a:lnTo>
                <a:lnTo>
                  <a:pt x="5897" y="1375"/>
                </a:lnTo>
                <a:lnTo>
                  <a:pt x="5907" y="1365"/>
                </a:lnTo>
                <a:lnTo>
                  <a:pt x="5924" y="1364"/>
                </a:lnTo>
                <a:lnTo>
                  <a:pt x="5935" y="1367"/>
                </a:lnTo>
                <a:lnTo>
                  <a:pt x="5941" y="1369"/>
                </a:lnTo>
                <a:lnTo>
                  <a:pt x="5953" y="1367"/>
                </a:lnTo>
                <a:lnTo>
                  <a:pt x="5969" y="1354"/>
                </a:lnTo>
                <a:lnTo>
                  <a:pt x="5979" y="1340"/>
                </a:lnTo>
                <a:lnTo>
                  <a:pt x="5988" y="1321"/>
                </a:lnTo>
                <a:lnTo>
                  <a:pt x="5996" y="1296"/>
                </a:lnTo>
                <a:lnTo>
                  <a:pt x="5989" y="1286"/>
                </a:lnTo>
                <a:lnTo>
                  <a:pt x="5964" y="1284"/>
                </a:lnTo>
                <a:lnTo>
                  <a:pt x="5944" y="1288"/>
                </a:lnTo>
                <a:lnTo>
                  <a:pt x="5922" y="1290"/>
                </a:lnTo>
                <a:lnTo>
                  <a:pt x="5899" y="1287"/>
                </a:lnTo>
                <a:lnTo>
                  <a:pt x="5891" y="1282"/>
                </a:lnTo>
                <a:lnTo>
                  <a:pt x="5889" y="1279"/>
                </a:lnTo>
                <a:lnTo>
                  <a:pt x="5889" y="1276"/>
                </a:lnTo>
                <a:lnTo>
                  <a:pt x="5885" y="1272"/>
                </a:lnTo>
                <a:lnTo>
                  <a:pt x="5874" y="1276"/>
                </a:lnTo>
                <a:lnTo>
                  <a:pt x="5864" y="1282"/>
                </a:lnTo>
                <a:lnTo>
                  <a:pt x="5852" y="1290"/>
                </a:lnTo>
                <a:lnTo>
                  <a:pt x="5822" y="1294"/>
                </a:lnTo>
                <a:lnTo>
                  <a:pt x="5808" y="1291"/>
                </a:lnTo>
                <a:lnTo>
                  <a:pt x="5800" y="1289"/>
                </a:lnTo>
                <a:lnTo>
                  <a:pt x="5784" y="1288"/>
                </a:lnTo>
                <a:lnTo>
                  <a:pt x="5770" y="1293"/>
                </a:lnTo>
                <a:lnTo>
                  <a:pt x="5757" y="1304"/>
                </a:lnTo>
                <a:lnTo>
                  <a:pt x="5751" y="1312"/>
                </a:lnTo>
                <a:lnTo>
                  <a:pt x="5740" y="1326"/>
                </a:lnTo>
                <a:lnTo>
                  <a:pt x="5730" y="1331"/>
                </a:lnTo>
                <a:lnTo>
                  <a:pt x="5726" y="1327"/>
                </a:lnTo>
                <a:lnTo>
                  <a:pt x="5726" y="1322"/>
                </a:lnTo>
                <a:lnTo>
                  <a:pt x="5725" y="1314"/>
                </a:lnTo>
                <a:lnTo>
                  <a:pt x="5711" y="1305"/>
                </a:lnTo>
                <a:lnTo>
                  <a:pt x="5701" y="1307"/>
                </a:lnTo>
                <a:lnTo>
                  <a:pt x="5695" y="1309"/>
                </a:lnTo>
                <a:lnTo>
                  <a:pt x="5684" y="1307"/>
                </a:lnTo>
                <a:lnTo>
                  <a:pt x="5671" y="1292"/>
                </a:lnTo>
                <a:lnTo>
                  <a:pt x="5666" y="1269"/>
                </a:lnTo>
                <a:lnTo>
                  <a:pt x="5663" y="1240"/>
                </a:lnTo>
                <a:lnTo>
                  <a:pt x="5653" y="1237"/>
                </a:lnTo>
                <a:lnTo>
                  <a:pt x="5642" y="1261"/>
                </a:lnTo>
                <a:lnTo>
                  <a:pt x="5634" y="1277"/>
                </a:lnTo>
                <a:lnTo>
                  <a:pt x="5592" y="1318"/>
                </a:lnTo>
                <a:lnTo>
                  <a:pt x="5535" y="1363"/>
                </a:lnTo>
                <a:lnTo>
                  <a:pt x="5474" y="1399"/>
                </a:lnTo>
                <a:lnTo>
                  <a:pt x="5447" y="1410"/>
                </a:lnTo>
                <a:lnTo>
                  <a:pt x="5436" y="1415"/>
                </a:lnTo>
                <a:lnTo>
                  <a:pt x="5421" y="1416"/>
                </a:lnTo>
                <a:lnTo>
                  <a:pt x="5412" y="1409"/>
                </a:lnTo>
                <a:lnTo>
                  <a:pt x="5406" y="1394"/>
                </a:lnTo>
                <a:lnTo>
                  <a:pt x="5405" y="1382"/>
                </a:lnTo>
                <a:lnTo>
                  <a:pt x="5401" y="1340"/>
                </a:lnTo>
                <a:lnTo>
                  <a:pt x="5399" y="1266"/>
                </a:lnTo>
                <a:lnTo>
                  <a:pt x="5402" y="1209"/>
                </a:lnTo>
                <a:lnTo>
                  <a:pt x="5410" y="1184"/>
                </a:lnTo>
                <a:lnTo>
                  <a:pt x="5416" y="1176"/>
                </a:lnTo>
                <a:lnTo>
                  <a:pt x="5420" y="1176"/>
                </a:lnTo>
                <a:lnTo>
                  <a:pt x="5424" y="1175"/>
                </a:lnTo>
                <a:lnTo>
                  <a:pt x="5434" y="1167"/>
                </a:lnTo>
                <a:lnTo>
                  <a:pt x="5447" y="1145"/>
                </a:lnTo>
                <a:lnTo>
                  <a:pt x="5459" y="1105"/>
                </a:lnTo>
                <a:lnTo>
                  <a:pt x="5460" y="1068"/>
                </a:lnTo>
                <a:lnTo>
                  <a:pt x="5454" y="1057"/>
                </a:lnTo>
                <a:lnTo>
                  <a:pt x="5448" y="1049"/>
                </a:lnTo>
                <a:lnTo>
                  <a:pt x="5445" y="1032"/>
                </a:lnTo>
                <a:lnTo>
                  <a:pt x="5452" y="1021"/>
                </a:lnTo>
                <a:lnTo>
                  <a:pt x="5470" y="1019"/>
                </a:lnTo>
                <a:lnTo>
                  <a:pt x="5482" y="1024"/>
                </a:lnTo>
                <a:lnTo>
                  <a:pt x="5491" y="1026"/>
                </a:lnTo>
                <a:lnTo>
                  <a:pt x="5511" y="1022"/>
                </a:lnTo>
                <a:lnTo>
                  <a:pt x="5516" y="1016"/>
                </a:lnTo>
                <a:lnTo>
                  <a:pt x="5517" y="1012"/>
                </a:lnTo>
                <a:lnTo>
                  <a:pt x="5514" y="1003"/>
                </a:lnTo>
                <a:lnTo>
                  <a:pt x="5499" y="992"/>
                </a:lnTo>
                <a:lnTo>
                  <a:pt x="5482" y="987"/>
                </a:lnTo>
                <a:lnTo>
                  <a:pt x="5463" y="981"/>
                </a:lnTo>
                <a:lnTo>
                  <a:pt x="5439" y="965"/>
                </a:lnTo>
                <a:lnTo>
                  <a:pt x="5436" y="956"/>
                </a:lnTo>
                <a:lnTo>
                  <a:pt x="5437" y="950"/>
                </a:lnTo>
                <a:lnTo>
                  <a:pt x="5448" y="945"/>
                </a:lnTo>
                <a:lnTo>
                  <a:pt x="5454" y="949"/>
                </a:lnTo>
                <a:lnTo>
                  <a:pt x="5462" y="952"/>
                </a:lnTo>
                <a:lnTo>
                  <a:pt x="5472" y="947"/>
                </a:lnTo>
                <a:lnTo>
                  <a:pt x="5473" y="940"/>
                </a:lnTo>
                <a:lnTo>
                  <a:pt x="5473" y="932"/>
                </a:lnTo>
                <a:lnTo>
                  <a:pt x="5483" y="927"/>
                </a:lnTo>
                <a:lnTo>
                  <a:pt x="5489" y="931"/>
                </a:lnTo>
                <a:lnTo>
                  <a:pt x="5496" y="933"/>
                </a:lnTo>
                <a:lnTo>
                  <a:pt x="5512" y="929"/>
                </a:lnTo>
                <a:lnTo>
                  <a:pt x="5517" y="921"/>
                </a:lnTo>
                <a:lnTo>
                  <a:pt x="5520" y="915"/>
                </a:lnTo>
                <a:lnTo>
                  <a:pt x="5509" y="905"/>
                </a:lnTo>
                <a:lnTo>
                  <a:pt x="5496" y="904"/>
                </a:lnTo>
                <a:lnTo>
                  <a:pt x="5480" y="903"/>
                </a:lnTo>
                <a:lnTo>
                  <a:pt x="5451" y="891"/>
                </a:lnTo>
                <a:lnTo>
                  <a:pt x="5440" y="882"/>
                </a:lnTo>
                <a:lnTo>
                  <a:pt x="5429" y="871"/>
                </a:lnTo>
                <a:lnTo>
                  <a:pt x="5418" y="876"/>
                </a:lnTo>
                <a:lnTo>
                  <a:pt x="5418" y="891"/>
                </a:lnTo>
                <a:lnTo>
                  <a:pt x="5416" y="903"/>
                </a:lnTo>
                <a:lnTo>
                  <a:pt x="5403" y="920"/>
                </a:lnTo>
                <a:lnTo>
                  <a:pt x="5392" y="921"/>
                </a:lnTo>
                <a:lnTo>
                  <a:pt x="5387" y="922"/>
                </a:lnTo>
                <a:lnTo>
                  <a:pt x="5371" y="933"/>
                </a:lnTo>
                <a:lnTo>
                  <a:pt x="5343" y="965"/>
                </a:lnTo>
                <a:lnTo>
                  <a:pt x="5326" y="994"/>
                </a:lnTo>
                <a:lnTo>
                  <a:pt x="5310" y="1021"/>
                </a:lnTo>
                <a:lnTo>
                  <a:pt x="5284" y="1055"/>
                </a:lnTo>
                <a:lnTo>
                  <a:pt x="5269" y="1065"/>
                </a:lnTo>
                <a:lnTo>
                  <a:pt x="5263" y="1064"/>
                </a:lnTo>
                <a:lnTo>
                  <a:pt x="5255" y="1053"/>
                </a:lnTo>
                <a:lnTo>
                  <a:pt x="5255" y="1036"/>
                </a:lnTo>
                <a:lnTo>
                  <a:pt x="5254" y="1024"/>
                </a:lnTo>
                <a:lnTo>
                  <a:pt x="5244" y="1017"/>
                </a:lnTo>
                <a:lnTo>
                  <a:pt x="5231" y="1030"/>
                </a:lnTo>
                <a:lnTo>
                  <a:pt x="5219" y="1057"/>
                </a:lnTo>
                <a:lnTo>
                  <a:pt x="5215" y="1074"/>
                </a:lnTo>
                <a:lnTo>
                  <a:pt x="5213" y="1082"/>
                </a:lnTo>
                <a:lnTo>
                  <a:pt x="5204" y="1095"/>
                </a:lnTo>
                <a:lnTo>
                  <a:pt x="5185" y="1111"/>
                </a:lnTo>
                <a:lnTo>
                  <a:pt x="5153" y="1116"/>
                </a:lnTo>
                <a:lnTo>
                  <a:pt x="5136" y="1108"/>
                </a:lnTo>
                <a:lnTo>
                  <a:pt x="5129" y="1097"/>
                </a:lnTo>
                <a:lnTo>
                  <a:pt x="5128" y="1090"/>
                </a:lnTo>
                <a:lnTo>
                  <a:pt x="5128" y="1081"/>
                </a:lnTo>
                <a:lnTo>
                  <a:pt x="5126" y="1072"/>
                </a:lnTo>
                <a:lnTo>
                  <a:pt x="5113" y="1076"/>
                </a:lnTo>
                <a:lnTo>
                  <a:pt x="5092" y="1094"/>
                </a:lnTo>
                <a:lnTo>
                  <a:pt x="5070" y="1113"/>
                </a:lnTo>
                <a:lnTo>
                  <a:pt x="5063" y="1105"/>
                </a:lnTo>
                <a:lnTo>
                  <a:pt x="5071" y="1072"/>
                </a:lnTo>
                <a:lnTo>
                  <a:pt x="5077" y="1055"/>
                </a:lnTo>
                <a:lnTo>
                  <a:pt x="5080" y="1033"/>
                </a:lnTo>
                <a:lnTo>
                  <a:pt x="5073" y="1025"/>
                </a:lnTo>
                <a:lnTo>
                  <a:pt x="5053" y="1025"/>
                </a:lnTo>
                <a:lnTo>
                  <a:pt x="5036" y="1027"/>
                </a:lnTo>
                <a:lnTo>
                  <a:pt x="5012" y="1031"/>
                </a:lnTo>
                <a:lnTo>
                  <a:pt x="4995" y="1043"/>
                </a:lnTo>
                <a:lnTo>
                  <a:pt x="4993" y="1055"/>
                </a:lnTo>
                <a:lnTo>
                  <a:pt x="4995" y="1063"/>
                </a:lnTo>
                <a:lnTo>
                  <a:pt x="5000" y="1075"/>
                </a:lnTo>
                <a:lnTo>
                  <a:pt x="4995" y="1083"/>
                </a:lnTo>
                <a:lnTo>
                  <a:pt x="4989" y="1079"/>
                </a:lnTo>
                <a:lnTo>
                  <a:pt x="4983" y="1077"/>
                </a:lnTo>
                <a:lnTo>
                  <a:pt x="4971" y="1084"/>
                </a:lnTo>
                <a:lnTo>
                  <a:pt x="4952" y="1118"/>
                </a:lnTo>
                <a:lnTo>
                  <a:pt x="4938" y="1157"/>
                </a:lnTo>
                <a:lnTo>
                  <a:pt x="4925" y="1193"/>
                </a:lnTo>
                <a:lnTo>
                  <a:pt x="4903" y="1230"/>
                </a:lnTo>
                <a:lnTo>
                  <a:pt x="4891" y="1242"/>
                </a:lnTo>
                <a:lnTo>
                  <a:pt x="4887" y="1242"/>
                </a:lnTo>
                <a:lnTo>
                  <a:pt x="4883" y="1242"/>
                </a:lnTo>
                <a:lnTo>
                  <a:pt x="4875" y="1247"/>
                </a:lnTo>
                <a:lnTo>
                  <a:pt x="4866" y="1264"/>
                </a:lnTo>
                <a:lnTo>
                  <a:pt x="4864" y="1280"/>
                </a:lnTo>
                <a:lnTo>
                  <a:pt x="4861" y="1300"/>
                </a:lnTo>
                <a:lnTo>
                  <a:pt x="4854" y="1326"/>
                </a:lnTo>
                <a:lnTo>
                  <a:pt x="4847" y="1334"/>
                </a:lnTo>
                <a:lnTo>
                  <a:pt x="4843" y="1333"/>
                </a:lnTo>
                <a:lnTo>
                  <a:pt x="4839" y="1324"/>
                </a:lnTo>
                <a:lnTo>
                  <a:pt x="4838" y="1307"/>
                </a:lnTo>
                <a:lnTo>
                  <a:pt x="4838" y="1290"/>
                </a:lnTo>
                <a:lnTo>
                  <a:pt x="4831" y="1266"/>
                </a:lnTo>
                <a:lnTo>
                  <a:pt x="4819" y="1257"/>
                </a:lnTo>
                <a:lnTo>
                  <a:pt x="4802" y="1265"/>
                </a:lnTo>
                <a:lnTo>
                  <a:pt x="4791" y="1275"/>
                </a:lnTo>
                <a:lnTo>
                  <a:pt x="4784" y="1282"/>
                </a:lnTo>
                <a:lnTo>
                  <a:pt x="4777" y="1296"/>
                </a:lnTo>
                <a:lnTo>
                  <a:pt x="4776" y="1321"/>
                </a:lnTo>
                <a:lnTo>
                  <a:pt x="4783" y="1345"/>
                </a:lnTo>
                <a:lnTo>
                  <a:pt x="4790" y="1366"/>
                </a:lnTo>
                <a:lnTo>
                  <a:pt x="4791" y="1389"/>
                </a:lnTo>
                <a:lnTo>
                  <a:pt x="4788" y="1400"/>
                </a:lnTo>
                <a:lnTo>
                  <a:pt x="4783" y="1402"/>
                </a:lnTo>
                <a:lnTo>
                  <a:pt x="4780" y="1403"/>
                </a:lnTo>
                <a:lnTo>
                  <a:pt x="4771" y="1401"/>
                </a:lnTo>
                <a:lnTo>
                  <a:pt x="4755" y="1389"/>
                </a:lnTo>
                <a:lnTo>
                  <a:pt x="4732" y="1356"/>
                </a:lnTo>
                <a:lnTo>
                  <a:pt x="4710" y="1312"/>
                </a:lnTo>
                <a:lnTo>
                  <a:pt x="4702" y="1288"/>
                </a:lnTo>
                <a:lnTo>
                  <a:pt x="4697" y="1272"/>
                </a:lnTo>
                <a:lnTo>
                  <a:pt x="4684" y="1258"/>
                </a:lnTo>
                <a:lnTo>
                  <a:pt x="4677" y="1255"/>
                </a:lnTo>
                <a:lnTo>
                  <a:pt x="4673" y="1257"/>
                </a:lnTo>
                <a:lnTo>
                  <a:pt x="4669" y="1259"/>
                </a:lnTo>
                <a:lnTo>
                  <a:pt x="4658" y="1258"/>
                </a:lnTo>
                <a:lnTo>
                  <a:pt x="4638" y="1250"/>
                </a:lnTo>
                <a:lnTo>
                  <a:pt x="4625" y="1237"/>
                </a:lnTo>
                <a:lnTo>
                  <a:pt x="4611" y="1224"/>
                </a:lnTo>
                <a:lnTo>
                  <a:pt x="4597" y="1219"/>
                </a:lnTo>
                <a:lnTo>
                  <a:pt x="4590" y="1224"/>
                </a:lnTo>
                <a:lnTo>
                  <a:pt x="4587" y="1228"/>
                </a:lnTo>
                <a:lnTo>
                  <a:pt x="4583" y="1236"/>
                </a:lnTo>
                <a:lnTo>
                  <a:pt x="4565" y="1246"/>
                </a:lnTo>
                <a:lnTo>
                  <a:pt x="4554" y="1247"/>
                </a:lnTo>
                <a:lnTo>
                  <a:pt x="4546" y="1247"/>
                </a:lnTo>
                <a:lnTo>
                  <a:pt x="4536" y="1241"/>
                </a:lnTo>
                <a:lnTo>
                  <a:pt x="4532" y="1218"/>
                </a:lnTo>
                <a:lnTo>
                  <a:pt x="4537" y="1184"/>
                </a:lnTo>
                <a:lnTo>
                  <a:pt x="4541" y="1166"/>
                </a:lnTo>
                <a:lnTo>
                  <a:pt x="4543" y="1140"/>
                </a:lnTo>
                <a:lnTo>
                  <a:pt x="4538" y="1124"/>
                </a:lnTo>
                <a:lnTo>
                  <a:pt x="4526" y="1114"/>
                </a:lnTo>
                <a:lnTo>
                  <a:pt x="4517" y="1111"/>
                </a:lnTo>
                <a:lnTo>
                  <a:pt x="4483" y="1099"/>
                </a:lnTo>
                <a:lnTo>
                  <a:pt x="4445" y="1081"/>
                </a:lnTo>
                <a:lnTo>
                  <a:pt x="4429" y="1075"/>
                </a:lnTo>
                <a:lnTo>
                  <a:pt x="4395" y="1071"/>
                </a:lnTo>
                <a:lnTo>
                  <a:pt x="4383" y="1076"/>
                </a:lnTo>
                <a:lnTo>
                  <a:pt x="4372" y="1082"/>
                </a:lnTo>
                <a:lnTo>
                  <a:pt x="4367" y="1074"/>
                </a:lnTo>
                <a:lnTo>
                  <a:pt x="4372" y="1059"/>
                </a:lnTo>
                <a:lnTo>
                  <a:pt x="4376" y="1047"/>
                </a:lnTo>
                <a:lnTo>
                  <a:pt x="4375" y="1038"/>
                </a:lnTo>
                <a:lnTo>
                  <a:pt x="4370" y="1038"/>
                </a:lnTo>
                <a:lnTo>
                  <a:pt x="4367" y="1040"/>
                </a:lnTo>
                <a:lnTo>
                  <a:pt x="4362" y="1041"/>
                </a:lnTo>
                <a:lnTo>
                  <a:pt x="4350" y="1039"/>
                </a:lnTo>
                <a:lnTo>
                  <a:pt x="4326" y="1025"/>
                </a:lnTo>
                <a:lnTo>
                  <a:pt x="4309" y="1008"/>
                </a:lnTo>
                <a:lnTo>
                  <a:pt x="4290" y="992"/>
                </a:lnTo>
                <a:lnTo>
                  <a:pt x="4272" y="983"/>
                </a:lnTo>
                <a:lnTo>
                  <a:pt x="4264" y="987"/>
                </a:lnTo>
                <a:lnTo>
                  <a:pt x="4261" y="992"/>
                </a:lnTo>
                <a:lnTo>
                  <a:pt x="4257" y="1003"/>
                </a:lnTo>
                <a:lnTo>
                  <a:pt x="4243" y="1003"/>
                </a:lnTo>
                <a:lnTo>
                  <a:pt x="4231" y="994"/>
                </a:lnTo>
                <a:lnTo>
                  <a:pt x="4216" y="986"/>
                </a:lnTo>
                <a:lnTo>
                  <a:pt x="4153" y="971"/>
                </a:lnTo>
                <a:lnTo>
                  <a:pt x="4114" y="967"/>
                </a:lnTo>
                <a:lnTo>
                  <a:pt x="4065" y="964"/>
                </a:lnTo>
                <a:lnTo>
                  <a:pt x="4028" y="971"/>
                </a:lnTo>
                <a:lnTo>
                  <a:pt x="4016" y="984"/>
                </a:lnTo>
                <a:lnTo>
                  <a:pt x="4013" y="994"/>
                </a:lnTo>
                <a:lnTo>
                  <a:pt x="4010" y="1002"/>
                </a:lnTo>
                <a:lnTo>
                  <a:pt x="3996" y="1018"/>
                </a:lnTo>
                <a:lnTo>
                  <a:pt x="3962" y="1045"/>
                </a:lnTo>
                <a:lnTo>
                  <a:pt x="3903" y="1079"/>
                </a:lnTo>
                <a:lnTo>
                  <a:pt x="3846" y="1101"/>
                </a:lnTo>
                <a:lnTo>
                  <a:pt x="3823" y="1103"/>
                </a:lnTo>
                <a:lnTo>
                  <a:pt x="3809" y="1104"/>
                </a:lnTo>
                <a:lnTo>
                  <a:pt x="3789" y="1116"/>
                </a:lnTo>
                <a:lnTo>
                  <a:pt x="3787" y="1125"/>
                </a:lnTo>
                <a:lnTo>
                  <a:pt x="3786" y="1129"/>
                </a:lnTo>
                <a:lnTo>
                  <a:pt x="3781" y="1133"/>
                </a:lnTo>
                <a:lnTo>
                  <a:pt x="3772" y="1129"/>
                </a:lnTo>
                <a:lnTo>
                  <a:pt x="3761" y="1116"/>
                </a:lnTo>
                <a:lnTo>
                  <a:pt x="3752" y="1104"/>
                </a:lnTo>
                <a:lnTo>
                  <a:pt x="3740" y="1092"/>
                </a:lnTo>
                <a:lnTo>
                  <a:pt x="3731" y="1092"/>
                </a:lnTo>
                <a:lnTo>
                  <a:pt x="3722" y="1104"/>
                </a:lnTo>
                <a:lnTo>
                  <a:pt x="3716" y="1116"/>
                </a:lnTo>
                <a:lnTo>
                  <a:pt x="3704" y="1134"/>
                </a:lnTo>
                <a:lnTo>
                  <a:pt x="3696" y="1136"/>
                </a:lnTo>
                <a:lnTo>
                  <a:pt x="3695" y="1117"/>
                </a:lnTo>
                <a:lnTo>
                  <a:pt x="3695" y="1109"/>
                </a:lnTo>
                <a:lnTo>
                  <a:pt x="3686" y="1094"/>
                </a:lnTo>
                <a:lnTo>
                  <a:pt x="3657" y="1070"/>
                </a:lnTo>
                <a:lnTo>
                  <a:pt x="3630" y="1057"/>
                </a:lnTo>
                <a:lnTo>
                  <a:pt x="3612" y="1050"/>
                </a:lnTo>
                <a:lnTo>
                  <a:pt x="3588" y="1037"/>
                </a:lnTo>
                <a:lnTo>
                  <a:pt x="3578" y="1025"/>
                </a:lnTo>
                <a:lnTo>
                  <a:pt x="3580" y="1013"/>
                </a:lnTo>
                <a:lnTo>
                  <a:pt x="3586" y="1005"/>
                </a:lnTo>
                <a:lnTo>
                  <a:pt x="3594" y="992"/>
                </a:lnTo>
                <a:lnTo>
                  <a:pt x="3598" y="964"/>
                </a:lnTo>
                <a:lnTo>
                  <a:pt x="3588" y="939"/>
                </a:lnTo>
                <a:lnTo>
                  <a:pt x="3566" y="924"/>
                </a:lnTo>
                <a:lnTo>
                  <a:pt x="3553" y="924"/>
                </a:lnTo>
                <a:lnTo>
                  <a:pt x="3518" y="926"/>
                </a:lnTo>
                <a:lnTo>
                  <a:pt x="3464" y="925"/>
                </a:lnTo>
                <a:lnTo>
                  <a:pt x="3426" y="915"/>
                </a:lnTo>
                <a:lnTo>
                  <a:pt x="3402" y="897"/>
                </a:lnTo>
                <a:lnTo>
                  <a:pt x="3396" y="886"/>
                </a:lnTo>
                <a:lnTo>
                  <a:pt x="3391" y="871"/>
                </a:lnTo>
                <a:lnTo>
                  <a:pt x="3370" y="852"/>
                </a:lnTo>
                <a:lnTo>
                  <a:pt x="3358" y="850"/>
                </a:lnTo>
                <a:lnTo>
                  <a:pt x="3353" y="850"/>
                </a:lnTo>
                <a:lnTo>
                  <a:pt x="3344" y="855"/>
                </a:lnTo>
                <a:lnTo>
                  <a:pt x="3334" y="871"/>
                </a:lnTo>
                <a:lnTo>
                  <a:pt x="3333" y="886"/>
                </a:lnTo>
                <a:lnTo>
                  <a:pt x="3332" y="900"/>
                </a:lnTo>
                <a:lnTo>
                  <a:pt x="3322" y="919"/>
                </a:lnTo>
                <a:lnTo>
                  <a:pt x="3315" y="921"/>
                </a:lnTo>
                <a:lnTo>
                  <a:pt x="3308" y="920"/>
                </a:lnTo>
                <a:lnTo>
                  <a:pt x="3298" y="905"/>
                </a:lnTo>
                <a:lnTo>
                  <a:pt x="3297" y="894"/>
                </a:lnTo>
                <a:lnTo>
                  <a:pt x="3296" y="889"/>
                </a:lnTo>
                <a:lnTo>
                  <a:pt x="3291" y="879"/>
                </a:lnTo>
                <a:lnTo>
                  <a:pt x="3272" y="869"/>
                </a:lnTo>
                <a:lnTo>
                  <a:pt x="3252" y="867"/>
                </a:lnTo>
                <a:lnTo>
                  <a:pt x="3233" y="868"/>
                </a:lnTo>
                <a:lnTo>
                  <a:pt x="3210" y="875"/>
                </a:lnTo>
                <a:lnTo>
                  <a:pt x="3208" y="880"/>
                </a:lnTo>
                <a:lnTo>
                  <a:pt x="3210" y="895"/>
                </a:lnTo>
                <a:lnTo>
                  <a:pt x="3204" y="916"/>
                </a:lnTo>
                <a:lnTo>
                  <a:pt x="3181" y="928"/>
                </a:lnTo>
                <a:lnTo>
                  <a:pt x="3136" y="933"/>
                </a:lnTo>
                <a:lnTo>
                  <a:pt x="3103" y="934"/>
                </a:lnTo>
                <a:lnTo>
                  <a:pt x="3007" y="937"/>
                </a:lnTo>
                <a:lnTo>
                  <a:pt x="2893" y="941"/>
                </a:lnTo>
                <a:lnTo>
                  <a:pt x="2853" y="950"/>
                </a:lnTo>
                <a:lnTo>
                  <a:pt x="2843" y="959"/>
                </a:lnTo>
                <a:lnTo>
                  <a:pt x="2839" y="981"/>
                </a:lnTo>
                <a:lnTo>
                  <a:pt x="2842" y="1003"/>
                </a:lnTo>
                <a:lnTo>
                  <a:pt x="2842" y="1006"/>
                </a:lnTo>
                <a:lnTo>
                  <a:pt x="2833" y="1013"/>
                </a:lnTo>
                <a:lnTo>
                  <a:pt x="2808" y="1021"/>
                </a:lnTo>
                <a:lnTo>
                  <a:pt x="2784" y="1024"/>
                </a:lnTo>
                <a:lnTo>
                  <a:pt x="2759" y="1024"/>
                </a:lnTo>
                <a:lnTo>
                  <a:pt x="2710" y="1033"/>
                </a:lnTo>
                <a:lnTo>
                  <a:pt x="2694" y="1040"/>
                </a:lnTo>
                <a:lnTo>
                  <a:pt x="2683" y="1043"/>
                </a:lnTo>
                <a:lnTo>
                  <a:pt x="2670" y="1045"/>
                </a:lnTo>
                <a:lnTo>
                  <a:pt x="2664" y="1039"/>
                </a:lnTo>
                <a:lnTo>
                  <a:pt x="2664" y="1024"/>
                </a:lnTo>
                <a:lnTo>
                  <a:pt x="2666" y="1011"/>
                </a:lnTo>
                <a:lnTo>
                  <a:pt x="2670" y="993"/>
                </a:lnTo>
                <a:lnTo>
                  <a:pt x="2682" y="976"/>
                </a:lnTo>
                <a:lnTo>
                  <a:pt x="2690" y="970"/>
                </a:lnTo>
                <a:lnTo>
                  <a:pt x="2695" y="970"/>
                </a:lnTo>
                <a:lnTo>
                  <a:pt x="2703" y="971"/>
                </a:lnTo>
                <a:lnTo>
                  <a:pt x="2714" y="965"/>
                </a:lnTo>
                <a:lnTo>
                  <a:pt x="2715" y="952"/>
                </a:lnTo>
                <a:lnTo>
                  <a:pt x="2708" y="938"/>
                </a:lnTo>
                <a:lnTo>
                  <a:pt x="2699" y="931"/>
                </a:lnTo>
                <a:lnTo>
                  <a:pt x="2689" y="925"/>
                </a:lnTo>
                <a:lnTo>
                  <a:pt x="2681" y="909"/>
                </a:lnTo>
                <a:lnTo>
                  <a:pt x="2684" y="895"/>
                </a:lnTo>
                <a:lnTo>
                  <a:pt x="2696" y="887"/>
                </a:lnTo>
                <a:lnTo>
                  <a:pt x="2706" y="886"/>
                </a:lnTo>
                <a:lnTo>
                  <a:pt x="2718" y="883"/>
                </a:lnTo>
                <a:lnTo>
                  <a:pt x="2735" y="865"/>
                </a:lnTo>
                <a:lnTo>
                  <a:pt x="2743" y="836"/>
                </a:lnTo>
                <a:lnTo>
                  <a:pt x="2738" y="807"/>
                </a:lnTo>
                <a:lnTo>
                  <a:pt x="2729" y="796"/>
                </a:lnTo>
                <a:lnTo>
                  <a:pt x="2721" y="787"/>
                </a:lnTo>
                <a:lnTo>
                  <a:pt x="2721" y="778"/>
                </a:lnTo>
                <a:lnTo>
                  <a:pt x="2729" y="777"/>
                </a:lnTo>
                <a:lnTo>
                  <a:pt x="2738" y="775"/>
                </a:lnTo>
                <a:lnTo>
                  <a:pt x="2753" y="755"/>
                </a:lnTo>
                <a:lnTo>
                  <a:pt x="2759" y="741"/>
                </a:lnTo>
                <a:lnTo>
                  <a:pt x="2761" y="727"/>
                </a:lnTo>
                <a:lnTo>
                  <a:pt x="2759" y="715"/>
                </a:lnTo>
                <a:lnTo>
                  <a:pt x="2754" y="713"/>
                </a:lnTo>
                <a:lnTo>
                  <a:pt x="2751" y="715"/>
                </a:lnTo>
                <a:lnTo>
                  <a:pt x="2748" y="717"/>
                </a:lnTo>
                <a:lnTo>
                  <a:pt x="2743" y="713"/>
                </a:lnTo>
                <a:lnTo>
                  <a:pt x="2736" y="698"/>
                </a:lnTo>
                <a:lnTo>
                  <a:pt x="2735" y="681"/>
                </a:lnTo>
                <a:lnTo>
                  <a:pt x="2734" y="662"/>
                </a:lnTo>
                <a:lnTo>
                  <a:pt x="2720" y="626"/>
                </a:lnTo>
                <a:lnTo>
                  <a:pt x="2710" y="616"/>
                </a:lnTo>
                <a:lnTo>
                  <a:pt x="2700" y="605"/>
                </a:lnTo>
                <a:lnTo>
                  <a:pt x="2687" y="569"/>
                </a:lnTo>
                <a:lnTo>
                  <a:pt x="2686" y="551"/>
                </a:lnTo>
                <a:lnTo>
                  <a:pt x="2687" y="531"/>
                </a:lnTo>
                <a:lnTo>
                  <a:pt x="2696" y="512"/>
                </a:lnTo>
                <a:lnTo>
                  <a:pt x="2704" y="506"/>
                </a:lnTo>
                <a:lnTo>
                  <a:pt x="2710" y="505"/>
                </a:lnTo>
                <a:lnTo>
                  <a:pt x="2720" y="504"/>
                </a:lnTo>
                <a:lnTo>
                  <a:pt x="2734" y="489"/>
                </a:lnTo>
                <a:lnTo>
                  <a:pt x="2735" y="478"/>
                </a:lnTo>
                <a:lnTo>
                  <a:pt x="2734" y="467"/>
                </a:lnTo>
                <a:lnTo>
                  <a:pt x="2726" y="454"/>
                </a:lnTo>
                <a:lnTo>
                  <a:pt x="2713" y="453"/>
                </a:lnTo>
                <a:lnTo>
                  <a:pt x="2695" y="463"/>
                </a:lnTo>
                <a:lnTo>
                  <a:pt x="2684" y="473"/>
                </a:lnTo>
                <a:lnTo>
                  <a:pt x="2678" y="478"/>
                </a:lnTo>
                <a:lnTo>
                  <a:pt x="2670" y="482"/>
                </a:lnTo>
                <a:lnTo>
                  <a:pt x="2663" y="474"/>
                </a:lnTo>
                <a:lnTo>
                  <a:pt x="2662" y="454"/>
                </a:lnTo>
                <a:lnTo>
                  <a:pt x="2661" y="439"/>
                </a:lnTo>
                <a:lnTo>
                  <a:pt x="2652" y="421"/>
                </a:lnTo>
                <a:lnTo>
                  <a:pt x="2644" y="415"/>
                </a:lnTo>
                <a:lnTo>
                  <a:pt x="2639" y="415"/>
                </a:lnTo>
                <a:lnTo>
                  <a:pt x="2628" y="413"/>
                </a:lnTo>
                <a:lnTo>
                  <a:pt x="2604" y="393"/>
                </a:lnTo>
                <a:lnTo>
                  <a:pt x="2594" y="378"/>
                </a:lnTo>
                <a:lnTo>
                  <a:pt x="2585" y="365"/>
                </a:lnTo>
                <a:lnTo>
                  <a:pt x="2560" y="348"/>
                </a:lnTo>
                <a:lnTo>
                  <a:pt x="2536" y="341"/>
                </a:lnTo>
                <a:lnTo>
                  <a:pt x="2523" y="345"/>
                </a:lnTo>
                <a:lnTo>
                  <a:pt x="2517" y="353"/>
                </a:lnTo>
                <a:lnTo>
                  <a:pt x="2517" y="358"/>
                </a:lnTo>
                <a:lnTo>
                  <a:pt x="2515" y="365"/>
                </a:lnTo>
                <a:lnTo>
                  <a:pt x="2496" y="379"/>
                </a:lnTo>
                <a:lnTo>
                  <a:pt x="2436" y="398"/>
                </a:lnTo>
                <a:lnTo>
                  <a:pt x="2373" y="407"/>
                </a:lnTo>
                <a:lnTo>
                  <a:pt x="2339" y="412"/>
                </a:lnTo>
                <a:lnTo>
                  <a:pt x="2323" y="408"/>
                </a:lnTo>
                <a:lnTo>
                  <a:pt x="2326" y="401"/>
                </a:lnTo>
                <a:lnTo>
                  <a:pt x="2332" y="394"/>
                </a:lnTo>
                <a:lnTo>
                  <a:pt x="2343" y="381"/>
                </a:lnTo>
                <a:lnTo>
                  <a:pt x="2354" y="356"/>
                </a:lnTo>
                <a:lnTo>
                  <a:pt x="2352" y="337"/>
                </a:lnTo>
                <a:lnTo>
                  <a:pt x="2337" y="328"/>
                </a:lnTo>
                <a:lnTo>
                  <a:pt x="2325" y="331"/>
                </a:lnTo>
                <a:lnTo>
                  <a:pt x="2312" y="336"/>
                </a:lnTo>
                <a:lnTo>
                  <a:pt x="2303" y="331"/>
                </a:lnTo>
                <a:lnTo>
                  <a:pt x="2303" y="323"/>
                </a:lnTo>
                <a:lnTo>
                  <a:pt x="2305" y="317"/>
                </a:lnTo>
                <a:lnTo>
                  <a:pt x="2307" y="305"/>
                </a:lnTo>
                <a:lnTo>
                  <a:pt x="2299" y="286"/>
                </a:lnTo>
                <a:lnTo>
                  <a:pt x="2289" y="280"/>
                </a:lnTo>
                <a:lnTo>
                  <a:pt x="2278" y="275"/>
                </a:lnTo>
                <a:lnTo>
                  <a:pt x="2265" y="253"/>
                </a:lnTo>
                <a:lnTo>
                  <a:pt x="2264" y="241"/>
                </a:lnTo>
                <a:lnTo>
                  <a:pt x="2264" y="232"/>
                </a:lnTo>
                <a:lnTo>
                  <a:pt x="2266" y="223"/>
                </a:lnTo>
                <a:lnTo>
                  <a:pt x="2277" y="223"/>
                </a:lnTo>
                <a:lnTo>
                  <a:pt x="2291" y="233"/>
                </a:lnTo>
                <a:lnTo>
                  <a:pt x="2304" y="243"/>
                </a:lnTo>
                <a:lnTo>
                  <a:pt x="2315" y="243"/>
                </a:lnTo>
                <a:lnTo>
                  <a:pt x="2318" y="239"/>
                </a:lnTo>
                <a:lnTo>
                  <a:pt x="2317" y="225"/>
                </a:lnTo>
                <a:lnTo>
                  <a:pt x="2302" y="199"/>
                </a:lnTo>
                <a:lnTo>
                  <a:pt x="2289" y="185"/>
                </a:lnTo>
                <a:lnTo>
                  <a:pt x="2282" y="177"/>
                </a:lnTo>
                <a:lnTo>
                  <a:pt x="2274" y="160"/>
                </a:lnTo>
                <a:lnTo>
                  <a:pt x="2268" y="129"/>
                </a:lnTo>
                <a:lnTo>
                  <a:pt x="2273" y="103"/>
                </a:lnTo>
                <a:lnTo>
                  <a:pt x="2276" y="86"/>
                </a:lnTo>
                <a:lnTo>
                  <a:pt x="2279" y="65"/>
                </a:lnTo>
                <a:lnTo>
                  <a:pt x="2274" y="56"/>
                </a:lnTo>
                <a:lnTo>
                  <a:pt x="2260" y="57"/>
                </a:lnTo>
                <a:lnTo>
                  <a:pt x="2248" y="62"/>
                </a:lnTo>
                <a:lnTo>
                  <a:pt x="2238" y="64"/>
                </a:lnTo>
                <a:lnTo>
                  <a:pt x="2221" y="64"/>
                </a:lnTo>
                <a:lnTo>
                  <a:pt x="2206" y="57"/>
                </a:lnTo>
                <a:lnTo>
                  <a:pt x="2193" y="45"/>
                </a:lnTo>
                <a:lnTo>
                  <a:pt x="2188" y="36"/>
                </a:lnTo>
                <a:lnTo>
                  <a:pt x="2178" y="21"/>
                </a:lnTo>
                <a:lnTo>
                  <a:pt x="2163" y="3"/>
                </a:lnTo>
                <a:lnTo>
                  <a:pt x="2149" y="0"/>
                </a:lnTo>
                <a:lnTo>
                  <a:pt x="2133" y="8"/>
                </a:lnTo>
                <a:lnTo>
                  <a:pt x="2124" y="18"/>
                </a:lnTo>
                <a:close/>
                <a:moveTo>
                  <a:pt x="2155" y="106"/>
                </a:moveTo>
                <a:lnTo>
                  <a:pt x="2154" y="114"/>
                </a:lnTo>
                <a:lnTo>
                  <a:pt x="2145" y="124"/>
                </a:lnTo>
                <a:lnTo>
                  <a:pt x="2139" y="125"/>
                </a:lnTo>
                <a:lnTo>
                  <a:pt x="2130" y="124"/>
                </a:lnTo>
                <a:lnTo>
                  <a:pt x="2115" y="114"/>
                </a:lnTo>
                <a:lnTo>
                  <a:pt x="2109" y="106"/>
                </a:lnTo>
                <a:lnTo>
                  <a:pt x="2107" y="99"/>
                </a:lnTo>
                <a:lnTo>
                  <a:pt x="2116" y="89"/>
                </a:lnTo>
                <a:lnTo>
                  <a:pt x="2126" y="89"/>
                </a:lnTo>
                <a:lnTo>
                  <a:pt x="2138" y="89"/>
                </a:lnTo>
                <a:lnTo>
                  <a:pt x="2153" y="99"/>
                </a:lnTo>
                <a:lnTo>
                  <a:pt x="2155" y="106"/>
                </a:lnTo>
                <a:close/>
                <a:moveTo>
                  <a:pt x="1892" y="161"/>
                </a:moveTo>
                <a:lnTo>
                  <a:pt x="1885" y="168"/>
                </a:lnTo>
                <a:lnTo>
                  <a:pt x="1853" y="177"/>
                </a:lnTo>
                <a:lnTo>
                  <a:pt x="1832" y="177"/>
                </a:lnTo>
                <a:lnTo>
                  <a:pt x="1783" y="176"/>
                </a:lnTo>
                <a:lnTo>
                  <a:pt x="1829" y="161"/>
                </a:lnTo>
                <a:lnTo>
                  <a:pt x="1870" y="149"/>
                </a:lnTo>
                <a:lnTo>
                  <a:pt x="1895" y="146"/>
                </a:lnTo>
                <a:lnTo>
                  <a:pt x="1896" y="154"/>
                </a:lnTo>
                <a:lnTo>
                  <a:pt x="1892" y="161"/>
                </a:lnTo>
                <a:close/>
                <a:moveTo>
                  <a:pt x="2256" y="190"/>
                </a:moveTo>
                <a:lnTo>
                  <a:pt x="2248" y="215"/>
                </a:lnTo>
                <a:lnTo>
                  <a:pt x="2245" y="231"/>
                </a:lnTo>
                <a:lnTo>
                  <a:pt x="2244" y="235"/>
                </a:lnTo>
                <a:lnTo>
                  <a:pt x="2238" y="239"/>
                </a:lnTo>
                <a:lnTo>
                  <a:pt x="2216" y="240"/>
                </a:lnTo>
                <a:lnTo>
                  <a:pt x="2196" y="237"/>
                </a:lnTo>
                <a:lnTo>
                  <a:pt x="2168" y="231"/>
                </a:lnTo>
                <a:lnTo>
                  <a:pt x="2156" y="236"/>
                </a:lnTo>
                <a:lnTo>
                  <a:pt x="2163" y="248"/>
                </a:lnTo>
                <a:lnTo>
                  <a:pt x="2171" y="257"/>
                </a:lnTo>
                <a:lnTo>
                  <a:pt x="2179" y="270"/>
                </a:lnTo>
                <a:lnTo>
                  <a:pt x="2183" y="283"/>
                </a:lnTo>
                <a:lnTo>
                  <a:pt x="2181" y="288"/>
                </a:lnTo>
                <a:lnTo>
                  <a:pt x="2178" y="288"/>
                </a:lnTo>
                <a:lnTo>
                  <a:pt x="2170" y="286"/>
                </a:lnTo>
                <a:lnTo>
                  <a:pt x="2150" y="261"/>
                </a:lnTo>
                <a:lnTo>
                  <a:pt x="2140" y="242"/>
                </a:lnTo>
                <a:lnTo>
                  <a:pt x="2133" y="228"/>
                </a:lnTo>
                <a:lnTo>
                  <a:pt x="2128" y="208"/>
                </a:lnTo>
                <a:lnTo>
                  <a:pt x="2134" y="200"/>
                </a:lnTo>
                <a:lnTo>
                  <a:pt x="2155" y="198"/>
                </a:lnTo>
                <a:lnTo>
                  <a:pt x="2173" y="198"/>
                </a:lnTo>
                <a:lnTo>
                  <a:pt x="2195" y="196"/>
                </a:lnTo>
                <a:lnTo>
                  <a:pt x="2218" y="189"/>
                </a:lnTo>
                <a:lnTo>
                  <a:pt x="2227" y="182"/>
                </a:lnTo>
                <a:lnTo>
                  <a:pt x="2227" y="179"/>
                </a:lnTo>
                <a:lnTo>
                  <a:pt x="2228" y="171"/>
                </a:lnTo>
                <a:lnTo>
                  <a:pt x="2239" y="162"/>
                </a:lnTo>
                <a:lnTo>
                  <a:pt x="2248" y="161"/>
                </a:lnTo>
                <a:lnTo>
                  <a:pt x="2254" y="163"/>
                </a:lnTo>
                <a:lnTo>
                  <a:pt x="2260" y="178"/>
                </a:lnTo>
                <a:lnTo>
                  <a:pt x="2256" y="190"/>
                </a:lnTo>
                <a:close/>
                <a:moveTo>
                  <a:pt x="2035" y="208"/>
                </a:moveTo>
                <a:lnTo>
                  <a:pt x="2045" y="236"/>
                </a:lnTo>
                <a:lnTo>
                  <a:pt x="2041" y="246"/>
                </a:lnTo>
                <a:lnTo>
                  <a:pt x="2029" y="237"/>
                </a:lnTo>
                <a:lnTo>
                  <a:pt x="2019" y="226"/>
                </a:lnTo>
                <a:lnTo>
                  <a:pt x="2000" y="205"/>
                </a:lnTo>
                <a:lnTo>
                  <a:pt x="1992" y="186"/>
                </a:lnTo>
                <a:lnTo>
                  <a:pt x="2000" y="179"/>
                </a:lnTo>
                <a:lnTo>
                  <a:pt x="2008" y="179"/>
                </a:lnTo>
                <a:lnTo>
                  <a:pt x="2015" y="180"/>
                </a:lnTo>
                <a:lnTo>
                  <a:pt x="2030" y="196"/>
                </a:lnTo>
                <a:lnTo>
                  <a:pt x="2035" y="208"/>
                </a:lnTo>
                <a:close/>
                <a:moveTo>
                  <a:pt x="1774" y="285"/>
                </a:moveTo>
                <a:lnTo>
                  <a:pt x="1772" y="290"/>
                </a:lnTo>
                <a:lnTo>
                  <a:pt x="1753" y="299"/>
                </a:lnTo>
                <a:lnTo>
                  <a:pt x="1737" y="301"/>
                </a:lnTo>
                <a:lnTo>
                  <a:pt x="1723" y="301"/>
                </a:lnTo>
                <a:lnTo>
                  <a:pt x="1708" y="295"/>
                </a:lnTo>
                <a:lnTo>
                  <a:pt x="1702" y="290"/>
                </a:lnTo>
                <a:lnTo>
                  <a:pt x="1702" y="286"/>
                </a:lnTo>
                <a:lnTo>
                  <a:pt x="1704" y="279"/>
                </a:lnTo>
                <a:lnTo>
                  <a:pt x="1723" y="270"/>
                </a:lnTo>
                <a:lnTo>
                  <a:pt x="1737" y="269"/>
                </a:lnTo>
                <a:lnTo>
                  <a:pt x="1753" y="270"/>
                </a:lnTo>
                <a:lnTo>
                  <a:pt x="1772" y="279"/>
                </a:lnTo>
                <a:lnTo>
                  <a:pt x="1774" y="285"/>
                </a:lnTo>
                <a:close/>
                <a:moveTo>
                  <a:pt x="2137" y="295"/>
                </a:moveTo>
                <a:lnTo>
                  <a:pt x="2136" y="300"/>
                </a:lnTo>
                <a:lnTo>
                  <a:pt x="2126" y="311"/>
                </a:lnTo>
                <a:lnTo>
                  <a:pt x="2118" y="315"/>
                </a:lnTo>
                <a:lnTo>
                  <a:pt x="2112" y="318"/>
                </a:lnTo>
                <a:lnTo>
                  <a:pt x="2102" y="314"/>
                </a:lnTo>
                <a:lnTo>
                  <a:pt x="2101" y="307"/>
                </a:lnTo>
                <a:lnTo>
                  <a:pt x="2102" y="300"/>
                </a:lnTo>
                <a:lnTo>
                  <a:pt x="2112" y="289"/>
                </a:lnTo>
                <a:lnTo>
                  <a:pt x="2118" y="288"/>
                </a:lnTo>
                <a:lnTo>
                  <a:pt x="2126" y="288"/>
                </a:lnTo>
                <a:lnTo>
                  <a:pt x="2136" y="292"/>
                </a:lnTo>
                <a:lnTo>
                  <a:pt x="2137" y="295"/>
                </a:lnTo>
                <a:close/>
                <a:moveTo>
                  <a:pt x="2281" y="358"/>
                </a:moveTo>
                <a:lnTo>
                  <a:pt x="2280" y="373"/>
                </a:lnTo>
                <a:lnTo>
                  <a:pt x="2264" y="398"/>
                </a:lnTo>
                <a:lnTo>
                  <a:pt x="2253" y="404"/>
                </a:lnTo>
                <a:lnTo>
                  <a:pt x="2238" y="409"/>
                </a:lnTo>
                <a:lnTo>
                  <a:pt x="2215" y="414"/>
                </a:lnTo>
                <a:lnTo>
                  <a:pt x="2200" y="412"/>
                </a:lnTo>
                <a:lnTo>
                  <a:pt x="2192" y="403"/>
                </a:lnTo>
                <a:lnTo>
                  <a:pt x="2191" y="396"/>
                </a:lnTo>
                <a:lnTo>
                  <a:pt x="2192" y="390"/>
                </a:lnTo>
                <a:lnTo>
                  <a:pt x="2207" y="387"/>
                </a:lnTo>
                <a:lnTo>
                  <a:pt x="2218" y="389"/>
                </a:lnTo>
                <a:lnTo>
                  <a:pt x="2229" y="393"/>
                </a:lnTo>
                <a:lnTo>
                  <a:pt x="2244" y="388"/>
                </a:lnTo>
                <a:lnTo>
                  <a:pt x="2245" y="380"/>
                </a:lnTo>
                <a:lnTo>
                  <a:pt x="2244" y="373"/>
                </a:lnTo>
                <a:lnTo>
                  <a:pt x="2235" y="362"/>
                </a:lnTo>
                <a:lnTo>
                  <a:pt x="2227" y="361"/>
                </a:lnTo>
                <a:lnTo>
                  <a:pt x="2220" y="360"/>
                </a:lnTo>
                <a:lnTo>
                  <a:pt x="2211" y="349"/>
                </a:lnTo>
                <a:lnTo>
                  <a:pt x="2210" y="342"/>
                </a:lnTo>
                <a:lnTo>
                  <a:pt x="2212" y="335"/>
                </a:lnTo>
                <a:lnTo>
                  <a:pt x="2231" y="325"/>
                </a:lnTo>
                <a:lnTo>
                  <a:pt x="2245" y="324"/>
                </a:lnTo>
                <a:lnTo>
                  <a:pt x="2254" y="325"/>
                </a:lnTo>
                <a:lnTo>
                  <a:pt x="2267" y="329"/>
                </a:lnTo>
                <a:lnTo>
                  <a:pt x="2277" y="338"/>
                </a:lnTo>
                <a:lnTo>
                  <a:pt x="2281" y="351"/>
                </a:lnTo>
                <a:lnTo>
                  <a:pt x="2281" y="358"/>
                </a:lnTo>
                <a:close/>
                <a:moveTo>
                  <a:pt x="2015" y="382"/>
                </a:moveTo>
                <a:lnTo>
                  <a:pt x="2018" y="388"/>
                </a:lnTo>
                <a:lnTo>
                  <a:pt x="2024" y="394"/>
                </a:lnTo>
                <a:lnTo>
                  <a:pt x="2034" y="391"/>
                </a:lnTo>
                <a:lnTo>
                  <a:pt x="2044" y="378"/>
                </a:lnTo>
                <a:lnTo>
                  <a:pt x="2050" y="370"/>
                </a:lnTo>
                <a:lnTo>
                  <a:pt x="2059" y="363"/>
                </a:lnTo>
                <a:lnTo>
                  <a:pt x="2072" y="363"/>
                </a:lnTo>
                <a:lnTo>
                  <a:pt x="2084" y="373"/>
                </a:lnTo>
                <a:lnTo>
                  <a:pt x="2090" y="379"/>
                </a:lnTo>
                <a:lnTo>
                  <a:pt x="2096" y="392"/>
                </a:lnTo>
                <a:lnTo>
                  <a:pt x="2094" y="405"/>
                </a:lnTo>
                <a:lnTo>
                  <a:pt x="2083" y="421"/>
                </a:lnTo>
                <a:lnTo>
                  <a:pt x="2075" y="431"/>
                </a:lnTo>
                <a:lnTo>
                  <a:pt x="2062" y="448"/>
                </a:lnTo>
                <a:lnTo>
                  <a:pt x="2052" y="475"/>
                </a:lnTo>
                <a:lnTo>
                  <a:pt x="2051" y="491"/>
                </a:lnTo>
                <a:lnTo>
                  <a:pt x="2053" y="498"/>
                </a:lnTo>
                <a:lnTo>
                  <a:pt x="2057" y="512"/>
                </a:lnTo>
                <a:lnTo>
                  <a:pt x="2050" y="521"/>
                </a:lnTo>
                <a:lnTo>
                  <a:pt x="2037" y="518"/>
                </a:lnTo>
                <a:lnTo>
                  <a:pt x="2026" y="514"/>
                </a:lnTo>
                <a:lnTo>
                  <a:pt x="2006" y="517"/>
                </a:lnTo>
                <a:lnTo>
                  <a:pt x="2001" y="524"/>
                </a:lnTo>
                <a:lnTo>
                  <a:pt x="1995" y="531"/>
                </a:lnTo>
                <a:lnTo>
                  <a:pt x="1983" y="540"/>
                </a:lnTo>
                <a:lnTo>
                  <a:pt x="1977" y="541"/>
                </a:lnTo>
                <a:lnTo>
                  <a:pt x="1973" y="540"/>
                </a:lnTo>
                <a:lnTo>
                  <a:pt x="1968" y="525"/>
                </a:lnTo>
                <a:lnTo>
                  <a:pt x="1967" y="464"/>
                </a:lnTo>
                <a:lnTo>
                  <a:pt x="1971" y="382"/>
                </a:lnTo>
                <a:lnTo>
                  <a:pt x="1973" y="374"/>
                </a:lnTo>
                <a:lnTo>
                  <a:pt x="1983" y="362"/>
                </a:lnTo>
                <a:lnTo>
                  <a:pt x="1990" y="361"/>
                </a:lnTo>
                <a:lnTo>
                  <a:pt x="1997" y="362"/>
                </a:lnTo>
                <a:lnTo>
                  <a:pt x="2012" y="374"/>
                </a:lnTo>
                <a:lnTo>
                  <a:pt x="2015" y="382"/>
                </a:lnTo>
                <a:close/>
                <a:moveTo>
                  <a:pt x="1593" y="415"/>
                </a:moveTo>
                <a:lnTo>
                  <a:pt x="1592" y="421"/>
                </a:lnTo>
                <a:lnTo>
                  <a:pt x="1576" y="431"/>
                </a:lnTo>
                <a:lnTo>
                  <a:pt x="1566" y="432"/>
                </a:lnTo>
                <a:lnTo>
                  <a:pt x="1555" y="431"/>
                </a:lnTo>
                <a:lnTo>
                  <a:pt x="1539" y="421"/>
                </a:lnTo>
                <a:lnTo>
                  <a:pt x="1538" y="415"/>
                </a:lnTo>
                <a:lnTo>
                  <a:pt x="1539" y="407"/>
                </a:lnTo>
                <a:lnTo>
                  <a:pt x="1555" y="398"/>
                </a:lnTo>
                <a:lnTo>
                  <a:pt x="1566" y="396"/>
                </a:lnTo>
                <a:lnTo>
                  <a:pt x="1576" y="398"/>
                </a:lnTo>
                <a:lnTo>
                  <a:pt x="1592" y="407"/>
                </a:lnTo>
                <a:lnTo>
                  <a:pt x="1593" y="415"/>
                </a:lnTo>
                <a:close/>
                <a:moveTo>
                  <a:pt x="1932" y="496"/>
                </a:moveTo>
                <a:lnTo>
                  <a:pt x="1930" y="506"/>
                </a:lnTo>
                <a:lnTo>
                  <a:pt x="1915" y="521"/>
                </a:lnTo>
                <a:lnTo>
                  <a:pt x="1905" y="524"/>
                </a:lnTo>
                <a:lnTo>
                  <a:pt x="1897" y="524"/>
                </a:lnTo>
                <a:lnTo>
                  <a:pt x="1889" y="520"/>
                </a:lnTo>
                <a:lnTo>
                  <a:pt x="1890" y="511"/>
                </a:lnTo>
                <a:lnTo>
                  <a:pt x="1901" y="496"/>
                </a:lnTo>
                <a:lnTo>
                  <a:pt x="1919" y="475"/>
                </a:lnTo>
                <a:lnTo>
                  <a:pt x="1928" y="469"/>
                </a:lnTo>
                <a:lnTo>
                  <a:pt x="1931" y="475"/>
                </a:lnTo>
                <a:lnTo>
                  <a:pt x="1932" y="496"/>
                </a:lnTo>
                <a:close/>
                <a:moveTo>
                  <a:pt x="1883" y="587"/>
                </a:moveTo>
                <a:lnTo>
                  <a:pt x="1894" y="600"/>
                </a:lnTo>
                <a:lnTo>
                  <a:pt x="1910" y="605"/>
                </a:lnTo>
                <a:lnTo>
                  <a:pt x="1921" y="601"/>
                </a:lnTo>
                <a:lnTo>
                  <a:pt x="1927" y="595"/>
                </a:lnTo>
                <a:lnTo>
                  <a:pt x="1935" y="587"/>
                </a:lnTo>
                <a:lnTo>
                  <a:pt x="1953" y="579"/>
                </a:lnTo>
                <a:lnTo>
                  <a:pt x="1966" y="581"/>
                </a:lnTo>
                <a:lnTo>
                  <a:pt x="1972" y="594"/>
                </a:lnTo>
                <a:lnTo>
                  <a:pt x="1973" y="605"/>
                </a:lnTo>
                <a:lnTo>
                  <a:pt x="1972" y="613"/>
                </a:lnTo>
                <a:lnTo>
                  <a:pt x="1965" y="624"/>
                </a:lnTo>
                <a:lnTo>
                  <a:pt x="1942" y="632"/>
                </a:lnTo>
                <a:lnTo>
                  <a:pt x="1901" y="629"/>
                </a:lnTo>
                <a:lnTo>
                  <a:pt x="1871" y="616"/>
                </a:lnTo>
                <a:lnTo>
                  <a:pt x="1856" y="604"/>
                </a:lnTo>
                <a:lnTo>
                  <a:pt x="1851" y="595"/>
                </a:lnTo>
                <a:lnTo>
                  <a:pt x="1842" y="581"/>
                </a:lnTo>
                <a:lnTo>
                  <a:pt x="1840" y="564"/>
                </a:lnTo>
                <a:lnTo>
                  <a:pt x="1851" y="561"/>
                </a:lnTo>
                <a:lnTo>
                  <a:pt x="1871" y="574"/>
                </a:lnTo>
                <a:lnTo>
                  <a:pt x="1883" y="587"/>
                </a:lnTo>
                <a:close/>
                <a:moveTo>
                  <a:pt x="2635" y="614"/>
                </a:moveTo>
                <a:lnTo>
                  <a:pt x="2638" y="620"/>
                </a:lnTo>
                <a:lnTo>
                  <a:pt x="2635" y="631"/>
                </a:lnTo>
                <a:lnTo>
                  <a:pt x="2628" y="632"/>
                </a:lnTo>
                <a:lnTo>
                  <a:pt x="2621" y="631"/>
                </a:lnTo>
                <a:lnTo>
                  <a:pt x="2604" y="620"/>
                </a:lnTo>
                <a:lnTo>
                  <a:pt x="2599" y="614"/>
                </a:lnTo>
                <a:lnTo>
                  <a:pt x="2596" y="606"/>
                </a:lnTo>
                <a:lnTo>
                  <a:pt x="2599" y="596"/>
                </a:lnTo>
                <a:lnTo>
                  <a:pt x="2607" y="595"/>
                </a:lnTo>
                <a:lnTo>
                  <a:pt x="2614" y="596"/>
                </a:lnTo>
                <a:lnTo>
                  <a:pt x="2630" y="606"/>
                </a:lnTo>
                <a:lnTo>
                  <a:pt x="2635" y="614"/>
                </a:lnTo>
                <a:close/>
                <a:moveTo>
                  <a:pt x="1892" y="741"/>
                </a:moveTo>
                <a:lnTo>
                  <a:pt x="1889" y="744"/>
                </a:lnTo>
                <a:lnTo>
                  <a:pt x="1878" y="745"/>
                </a:lnTo>
                <a:lnTo>
                  <a:pt x="1855" y="739"/>
                </a:lnTo>
                <a:lnTo>
                  <a:pt x="1820" y="719"/>
                </a:lnTo>
                <a:lnTo>
                  <a:pt x="1795" y="694"/>
                </a:lnTo>
                <a:lnTo>
                  <a:pt x="1792" y="684"/>
                </a:lnTo>
                <a:lnTo>
                  <a:pt x="1793" y="681"/>
                </a:lnTo>
                <a:lnTo>
                  <a:pt x="1802" y="680"/>
                </a:lnTo>
                <a:lnTo>
                  <a:pt x="1826" y="686"/>
                </a:lnTo>
                <a:lnTo>
                  <a:pt x="1846" y="695"/>
                </a:lnTo>
                <a:lnTo>
                  <a:pt x="1868" y="708"/>
                </a:lnTo>
                <a:lnTo>
                  <a:pt x="1889" y="727"/>
                </a:lnTo>
                <a:lnTo>
                  <a:pt x="1893" y="737"/>
                </a:lnTo>
                <a:lnTo>
                  <a:pt x="1892" y="741"/>
                </a:lnTo>
                <a:close/>
                <a:moveTo>
                  <a:pt x="3478" y="958"/>
                </a:moveTo>
                <a:lnTo>
                  <a:pt x="3477" y="965"/>
                </a:lnTo>
                <a:lnTo>
                  <a:pt x="3466" y="975"/>
                </a:lnTo>
                <a:lnTo>
                  <a:pt x="3458" y="976"/>
                </a:lnTo>
                <a:lnTo>
                  <a:pt x="3452" y="975"/>
                </a:lnTo>
                <a:lnTo>
                  <a:pt x="3448" y="965"/>
                </a:lnTo>
                <a:lnTo>
                  <a:pt x="3451" y="958"/>
                </a:lnTo>
                <a:lnTo>
                  <a:pt x="3455" y="951"/>
                </a:lnTo>
                <a:lnTo>
                  <a:pt x="3466" y="941"/>
                </a:lnTo>
                <a:lnTo>
                  <a:pt x="3471" y="940"/>
                </a:lnTo>
                <a:lnTo>
                  <a:pt x="3474" y="941"/>
                </a:lnTo>
                <a:lnTo>
                  <a:pt x="3478" y="951"/>
                </a:lnTo>
                <a:lnTo>
                  <a:pt x="3478" y="958"/>
                </a:lnTo>
                <a:close/>
                <a:moveTo>
                  <a:pt x="4103" y="1103"/>
                </a:moveTo>
                <a:lnTo>
                  <a:pt x="4107" y="1109"/>
                </a:lnTo>
                <a:lnTo>
                  <a:pt x="4103" y="1120"/>
                </a:lnTo>
                <a:lnTo>
                  <a:pt x="4097" y="1121"/>
                </a:lnTo>
                <a:lnTo>
                  <a:pt x="4089" y="1120"/>
                </a:lnTo>
                <a:lnTo>
                  <a:pt x="4073" y="1109"/>
                </a:lnTo>
                <a:lnTo>
                  <a:pt x="4067" y="1103"/>
                </a:lnTo>
                <a:lnTo>
                  <a:pt x="4064" y="1095"/>
                </a:lnTo>
                <a:lnTo>
                  <a:pt x="4067" y="1086"/>
                </a:lnTo>
                <a:lnTo>
                  <a:pt x="4075" y="1084"/>
                </a:lnTo>
                <a:lnTo>
                  <a:pt x="4083" y="1086"/>
                </a:lnTo>
                <a:lnTo>
                  <a:pt x="4099" y="1095"/>
                </a:lnTo>
                <a:lnTo>
                  <a:pt x="4103" y="1103"/>
                </a:lnTo>
                <a:close/>
                <a:moveTo>
                  <a:pt x="5001" y="1111"/>
                </a:moveTo>
                <a:lnTo>
                  <a:pt x="5000" y="1115"/>
                </a:lnTo>
                <a:lnTo>
                  <a:pt x="4991" y="1126"/>
                </a:lnTo>
                <a:lnTo>
                  <a:pt x="4983" y="1130"/>
                </a:lnTo>
                <a:lnTo>
                  <a:pt x="4976" y="1133"/>
                </a:lnTo>
                <a:lnTo>
                  <a:pt x="4966" y="1129"/>
                </a:lnTo>
                <a:lnTo>
                  <a:pt x="4965" y="1122"/>
                </a:lnTo>
                <a:lnTo>
                  <a:pt x="4966" y="1115"/>
                </a:lnTo>
                <a:lnTo>
                  <a:pt x="4976" y="1104"/>
                </a:lnTo>
                <a:lnTo>
                  <a:pt x="4983" y="1103"/>
                </a:lnTo>
                <a:lnTo>
                  <a:pt x="4991" y="1103"/>
                </a:lnTo>
                <a:lnTo>
                  <a:pt x="5000" y="1107"/>
                </a:lnTo>
                <a:lnTo>
                  <a:pt x="5001" y="1111"/>
                </a:lnTo>
                <a:close/>
                <a:moveTo>
                  <a:pt x="4113" y="1192"/>
                </a:moveTo>
                <a:lnTo>
                  <a:pt x="4112" y="1200"/>
                </a:lnTo>
                <a:lnTo>
                  <a:pt x="4102" y="1216"/>
                </a:lnTo>
                <a:lnTo>
                  <a:pt x="4095" y="1220"/>
                </a:lnTo>
                <a:lnTo>
                  <a:pt x="4088" y="1224"/>
                </a:lnTo>
                <a:lnTo>
                  <a:pt x="4077" y="1214"/>
                </a:lnTo>
                <a:lnTo>
                  <a:pt x="4076" y="1204"/>
                </a:lnTo>
                <a:lnTo>
                  <a:pt x="4077" y="1192"/>
                </a:lnTo>
                <a:lnTo>
                  <a:pt x="4088" y="1177"/>
                </a:lnTo>
                <a:lnTo>
                  <a:pt x="4095" y="1176"/>
                </a:lnTo>
                <a:lnTo>
                  <a:pt x="4102" y="1176"/>
                </a:lnTo>
                <a:lnTo>
                  <a:pt x="4112" y="1186"/>
                </a:lnTo>
                <a:lnTo>
                  <a:pt x="4113" y="1192"/>
                </a:lnTo>
                <a:close/>
                <a:moveTo>
                  <a:pt x="4693" y="1364"/>
                </a:moveTo>
                <a:lnTo>
                  <a:pt x="4692" y="1368"/>
                </a:lnTo>
                <a:lnTo>
                  <a:pt x="4682" y="1379"/>
                </a:lnTo>
                <a:lnTo>
                  <a:pt x="4674" y="1383"/>
                </a:lnTo>
                <a:lnTo>
                  <a:pt x="4668" y="1387"/>
                </a:lnTo>
                <a:lnTo>
                  <a:pt x="4658" y="1382"/>
                </a:lnTo>
                <a:lnTo>
                  <a:pt x="4657" y="1377"/>
                </a:lnTo>
                <a:lnTo>
                  <a:pt x="4658" y="1368"/>
                </a:lnTo>
                <a:lnTo>
                  <a:pt x="4668" y="1357"/>
                </a:lnTo>
                <a:lnTo>
                  <a:pt x="4674" y="1356"/>
                </a:lnTo>
                <a:lnTo>
                  <a:pt x="4682" y="1357"/>
                </a:lnTo>
                <a:lnTo>
                  <a:pt x="4692" y="1360"/>
                </a:lnTo>
                <a:lnTo>
                  <a:pt x="4693" y="1364"/>
                </a:lnTo>
                <a:close/>
                <a:moveTo>
                  <a:pt x="5430" y="1524"/>
                </a:moveTo>
                <a:lnTo>
                  <a:pt x="5427" y="1531"/>
                </a:lnTo>
                <a:lnTo>
                  <a:pt x="5421" y="1526"/>
                </a:lnTo>
                <a:lnTo>
                  <a:pt x="5420" y="1513"/>
                </a:lnTo>
                <a:lnTo>
                  <a:pt x="5420" y="1499"/>
                </a:lnTo>
                <a:lnTo>
                  <a:pt x="5423" y="1488"/>
                </a:lnTo>
                <a:lnTo>
                  <a:pt x="5427" y="1487"/>
                </a:lnTo>
                <a:lnTo>
                  <a:pt x="5429" y="1489"/>
                </a:lnTo>
                <a:lnTo>
                  <a:pt x="5433" y="1494"/>
                </a:lnTo>
                <a:lnTo>
                  <a:pt x="5434" y="1513"/>
                </a:lnTo>
                <a:lnTo>
                  <a:pt x="5430" y="1524"/>
                </a:lnTo>
                <a:close/>
                <a:moveTo>
                  <a:pt x="5690" y="1502"/>
                </a:moveTo>
                <a:lnTo>
                  <a:pt x="5689" y="1508"/>
                </a:lnTo>
                <a:lnTo>
                  <a:pt x="5678" y="1518"/>
                </a:lnTo>
                <a:lnTo>
                  <a:pt x="5670" y="1519"/>
                </a:lnTo>
                <a:lnTo>
                  <a:pt x="5664" y="1518"/>
                </a:lnTo>
                <a:lnTo>
                  <a:pt x="5660" y="1508"/>
                </a:lnTo>
                <a:lnTo>
                  <a:pt x="5663" y="1502"/>
                </a:lnTo>
                <a:lnTo>
                  <a:pt x="5668" y="1494"/>
                </a:lnTo>
                <a:lnTo>
                  <a:pt x="5678" y="1484"/>
                </a:lnTo>
                <a:lnTo>
                  <a:pt x="5683" y="1483"/>
                </a:lnTo>
                <a:lnTo>
                  <a:pt x="5685" y="1484"/>
                </a:lnTo>
                <a:lnTo>
                  <a:pt x="5689" y="1494"/>
                </a:lnTo>
                <a:lnTo>
                  <a:pt x="5690" y="1502"/>
                </a:lnTo>
                <a:close/>
                <a:moveTo>
                  <a:pt x="5273" y="1650"/>
                </a:moveTo>
                <a:lnTo>
                  <a:pt x="5272" y="1656"/>
                </a:lnTo>
                <a:lnTo>
                  <a:pt x="5263" y="1664"/>
                </a:lnTo>
                <a:lnTo>
                  <a:pt x="5255" y="1665"/>
                </a:lnTo>
                <a:lnTo>
                  <a:pt x="5248" y="1663"/>
                </a:lnTo>
                <a:lnTo>
                  <a:pt x="5238" y="1640"/>
                </a:lnTo>
                <a:lnTo>
                  <a:pt x="5237" y="1622"/>
                </a:lnTo>
                <a:lnTo>
                  <a:pt x="5237" y="1602"/>
                </a:lnTo>
                <a:lnTo>
                  <a:pt x="5245" y="1596"/>
                </a:lnTo>
                <a:lnTo>
                  <a:pt x="5255" y="1610"/>
                </a:lnTo>
                <a:lnTo>
                  <a:pt x="5268" y="1633"/>
                </a:lnTo>
                <a:lnTo>
                  <a:pt x="5273" y="1650"/>
                </a:lnTo>
                <a:close/>
                <a:moveTo>
                  <a:pt x="306" y="2570"/>
                </a:moveTo>
                <a:lnTo>
                  <a:pt x="305" y="2577"/>
                </a:lnTo>
                <a:lnTo>
                  <a:pt x="295" y="2588"/>
                </a:lnTo>
                <a:lnTo>
                  <a:pt x="287" y="2589"/>
                </a:lnTo>
                <a:lnTo>
                  <a:pt x="281" y="2588"/>
                </a:lnTo>
                <a:lnTo>
                  <a:pt x="270" y="2577"/>
                </a:lnTo>
                <a:lnTo>
                  <a:pt x="269" y="2570"/>
                </a:lnTo>
                <a:lnTo>
                  <a:pt x="270" y="2563"/>
                </a:lnTo>
                <a:lnTo>
                  <a:pt x="281" y="2553"/>
                </a:lnTo>
                <a:lnTo>
                  <a:pt x="287" y="2552"/>
                </a:lnTo>
                <a:lnTo>
                  <a:pt x="295" y="2553"/>
                </a:lnTo>
                <a:lnTo>
                  <a:pt x="305" y="2563"/>
                </a:lnTo>
                <a:lnTo>
                  <a:pt x="306" y="2570"/>
                </a:lnTo>
                <a:close/>
                <a:moveTo>
                  <a:pt x="119" y="2600"/>
                </a:moveTo>
                <a:lnTo>
                  <a:pt x="113" y="2603"/>
                </a:lnTo>
                <a:lnTo>
                  <a:pt x="94" y="2604"/>
                </a:lnTo>
                <a:lnTo>
                  <a:pt x="84" y="2601"/>
                </a:lnTo>
                <a:lnTo>
                  <a:pt x="76" y="2597"/>
                </a:lnTo>
                <a:lnTo>
                  <a:pt x="82" y="2591"/>
                </a:lnTo>
                <a:lnTo>
                  <a:pt x="95" y="2590"/>
                </a:lnTo>
                <a:lnTo>
                  <a:pt x="109" y="2590"/>
                </a:lnTo>
                <a:lnTo>
                  <a:pt x="120" y="2593"/>
                </a:lnTo>
                <a:lnTo>
                  <a:pt x="121" y="2597"/>
                </a:lnTo>
                <a:lnTo>
                  <a:pt x="119" y="2600"/>
                </a:lnTo>
                <a:close/>
                <a:moveTo>
                  <a:pt x="160" y="2697"/>
                </a:moveTo>
                <a:lnTo>
                  <a:pt x="159" y="2710"/>
                </a:lnTo>
                <a:lnTo>
                  <a:pt x="154" y="2715"/>
                </a:lnTo>
                <a:lnTo>
                  <a:pt x="143" y="2710"/>
                </a:lnTo>
                <a:lnTo>
                  <a:pt x="133" y="2697"/>
                </a:lnTo>
                <a:lnTo>
                  <a:pt x="131" y="2690"/>
                </a:lnTo>
                <a:lnTo>
                  <a:pt x="134" y="2680"/>
                </a:lnTo>
                <a:lnTo>
                  <a:pt x="141" y="2679"/>
                </a:lnTo>
                <a:lnTo>
                  <a:pt x="148" y="2680"/>
                </a:lnTo>
                <a:lnTo>
                  <a:pt x="159" y="2690"/>
                </a:lnTo>
                <a:lnTo>
                  <a:pt x="160" y="2697"/>
                </a:lnTo>
                <a:close/>
                <a:moveTo>
                  <a:pt x="523" y="2715"/>
                </a:moveTo>
                <a:lnTo>
                  <a:pt x="522" y="2722"/>
                </a:lnTo>
                <a:lnTo>
                  <a:pt x="512" y="2732"/>
                </a:lnTo>
                <a:lnTo>
                  <a:pt x="503" y="2733"/>
                </a:lnTo>
                <a:lnTo>
                  <a:pt x="497" y="2732"/>
                </a:lnTo>
                <a:lnTo>
                  <a:pt x="493" y="2722"/>
                </a:lnTo>
                <a:lnTo>
                  <a:pt x="496" y="2715"/>
                </a:lnTo>
                <a:lnTo>
                  <a:pt x="501" y="2707"/>
                </a:lnTo>
                <a:lnTo>
                  <a:pt x="512" y="2697"/>
                </a:lnTo>
                <a:lnTo>
                  <a:pt x="516" y="2697"/>
                </a:lnTo>
                <a:lnTo>
                  <a:pt x="518" y="2697"/>
                </a:lnTo>
                <a:lnTo>
                  <a:pt x="522" y="2707"/>
                </a:lnTo>
                <a:lnTo>
                  <a:pt x="523" y="2715"/>
                </a:lnTo>
                <a:close/>
                <a:moveTo>
                  <a:pt x="432" y="3095"/>
                </a:moveTo>
                <a:lnTo>
                  <a:pt x="431" y="3103"/>
                </a:lnTo>
                <a:lnTo>
                  <a:pt x="416" y="3113"/>
                </a:lnTo>
                <a:lnTo>
                  <a:pt x="405" y="3114"/>
                </a:lnTo>
                <a:lnTo>
                  <a:pt x="395" y="3113"/>
                </a:lnTo>
                <a:lnTo>
                  <a:pt x="380" y="3103"/>
                </a:lnTo>
                <a:lnTo>
                  <a:pt x="378" y="3095"/>
                </a:lnTo>
                <a:lnTo>
                  <a:pt x="380" y="3088"/>
                </a:lnTo>
                <a:lnTo>
                  <a:pt x="395" y="3078"/>
                </a:lnTo>
                <a:lnTo>
                  <a:pt x="405" y="3078"/>
                </a:lnTo>
                <a:lnTo>
                  <a:pt x="416" y="3078"/>
                </a:lnTo>
                <a:lnTo>
                  <a:pt x="431" y="3088"/>
                </a:lnTo>
                <a:lnTo>
                  <a:pt x="432" y="3095"/>
                </a:lnTo>
                <a:close/>
                <a:moveTo>
                  <a:pt x="306" y="3114"/>
                </a:moveTo>
                <a:lnTo>
                  <a:pt x="304" y="3120"/>
                </a:lnTo>
                <a:lnTo>
                  <a:pt x="289" y="3131"/>
                </a:lnTo>
                <a:lnTo>
                  <a:pt x="279" y="3132"/>
                </a:lnTo>
                <a:lnTo>
                  <a:pt x="268" y="3131"/>
                </a:lnTo>
                <a:lnTo>
                  <a:pt x="253" y="3120"/>
                </a:lnTo>
                <a:lnTo>
                  <a:pt x="252" y="3114"/>
                </a:lnTo>
                <a:lnTo>
                  <a:pt x="253" y="3106"/>
                </a:lnTo>
                <a:lnTo>
                  <a:pt x="268" y="3096"/>
                </a:lnTo>
                <a:lnTo>
                  <a:pt x="279" y="3095"/>
                </a:lnTo>
                <a:lnTo>
                  <a:pt x="289" y="3096"/>
                </a:lnTo>
                <a:lnTo>
                  <a:pt x="304" y="3106"/>
                </a:lnTo>
                <a:lnTo>
                  <a:pt x="306" y="3114"/>
                </a:lnTo>
                <a:close/>
                <a:moveTo>
                  <a:pt x="632" y="3206"/>
                </a:moveTo>
                <a:lnTo>
                  <a:pt x="631" y="3209"/>
                </a:lnTo>
                <a:lnTo>
                  <a:pt x="624" y="3215"/>
                </a:lnTo>
                <a:lnTo>
                  <a:pt x="603" y="3220"/>
                </a:lnTo>
                <a:lnTo>
                  <a:pt x="583" y="3220"/>
                </a:lnTo>
                <a:lnTo>
                  <a:pt x="563" y="3219"/>
                </a:lnTo>
                <a:lnTo>
                  <a:pt x="553" y="3214"/>
                </a:lnTo>
                <a:lnTo>
                  <a:pt x="565" y="3209"/>
                </a:lnTo>
                <a:lnTo>
                  <a:pt x="577" y="3206"/>
                </a:lnTo>
                <a:lnTo>
                  <a:pt x="594" y="3192"/>
                </a:lnTo>
                <a:lnTo>
                  <a:pt x="595" y="3184"/>
                </a:lnTo>
                <a:lnTo>
                  <a:pt x="596" y="3178"/>
                </a:lnTo>
                <a:lnTo>
                  <a:pt x="607" y="3173"/>
                </a:lnTo>
                <a:lnTo>
                  <a:pt x="614" y="3177"/>
                </a:lnTo>
                <a:lnTo>
                  <a:pt x="621" y="3182"/>
                </a:lnTo>
                <a:lnTo>
                  <a:pt x="631" y="3197"/>
                </a:lnTo>
                <a:lnTo>
                  <a:pt x="632" y="3206"/>
                </a:lnTo>
                <a:close/>
                <a:moveTo>
                  <a:pt x="4067" y="4092"/>
                </a:moveTo>
                <a:lnTo>
                  <a:pt x="4071" y="4098"/>
                </a:lnTo>
                <a:lnTo>
                  <a:pt x="4066" y="4109"/>
                </a:lnTo>
                <a:lnTo>
                  <a:pt x="4060" y="4110"/>
                </a:lnTo>
                <a:lnTo>
                  <a:pt x="4052" y="4109"/>
                </a:lnTo>
                <a:lnTo>
                  <a:pt x="4041" y="4098"/>
                </a:lnTo>
                <a:lnTo>
                  <a:pt x="4040" y="4092"/>
                </a:lnTo>
                <a:lnTo>
                  <a:pt x="4040" y="4084"/>
                </a:lnTo>
                <a:lnTo>
                  <a:pt x="4045" y="4074"/>
                </a:lnTo>
                <a:lnTo>
                  <a:pt x="4048" y="4073"/>
                </a:lnTo>
                <a:lnTo>
                  <a:pt x="4052" y="4074"/>
                </a:lnTo>
                <a:lnTo>
                  <a:pt x="4063" y="4084"/>
                </a:lnTo>
                <a:lnTo>
                  <a:pt x="4067" y="4092"/>
                </a:lnTo>
                <a:close/>
                <a:moveTo>
                  <a:pt x="4029" y="4198"/>
                </a:moveTo>
                <a:lnTo>
                  <a:pt x="4024" y="4202"/>
                </a:lnTo>
                <a:lnTo>
                  <a:pt x="4004" y="4192"/>
                </a:lnTo>
                <a:lnTo>
                  <a:pt x="3986" y="4171"/>
                </a:lnTo>
                <a:lnTo>
                  <a:pt x="3976" y="4150"/>
                </a:lnTo>
                <a:lnTo>
                  <a:pt x="3978" y="4143"/>
                </a:lnTo>
                <a:lnTo>
                  <a:pt x="3981" y="4140"/>
                </a:lnTo>
                <a:lnTo>
                  <a:pt x="3988" y="4138"/>
                </a:lnTo>
                <a:lnTo>
                  <a:pt x="4003" y="4146"/>
                </a:lnTo>
                <a:lnTo>
                  <a:pt x="4013" y="4159"/>
                </a:lnTo>
                <a:lnTo>
                  <a:pt x="4022" y="4172"/>
                </a:lnTo>
                <a:lnTo>
                  <a:pt x="4032" y="4194"/>
                </a:lnTo>
                <a:lnTo>
                  <a:pt x="4029" y="4198"/>
                </a:lnTo>
                <a:close/>
                <a:moveTo>
                  <a:pt x="2949" y="4541"/>
                </a:moveTo>
                <a:lnTo>
                  <a:pt x="2950" y="4549"/>
                </a:lnTo>
                <a:lnTo>
                  <a:pt x="2939" y="4556"/>
                </a:lnTo>
                <a:lnTo>
                  <a:pt x="2927" y="4552"/>
                </a:lnTo>
                <a:lnTo>
                  <a:pt x="2920" y="4549"/>
                </a:lnTo>
                <a:lnTo>
                  <a:pt x="2908" y="4549"/>
                </a:lnTo>
                <a:lnTo>
                  <a:pt x="2898" y="4562"/>
                </a:lnTo>
                <a:lnTo>
                  <a:pt x="2896" y="4583"/>
                </a:lnTo>
                <a:lnTo>
                  <a:pt x="2896" y="4626"/>
                </a:lnTo>
                <a:lnTo>
                  <a:pt x="2876" y="4584"/>
                </a:lnTo>
                <a:lnTo>
                  <a:pt x="2868" y="4569"/>
                </a:lnTo>
                <a:lnTo>
                  <a:pt x="2848" y="4547"/>
                </a:lnTo>
                <a:lnTo>
                  <a:pt x="2840" y="4545"/>
                </a:lnTo>
                <a:lnTo>
                  <a:pt x="2834" y="4544"/>
                </a:lnTo>
                <a:lnTo>
                  <a:pt x="2830" y="4535"/>
                </a:lnTo>
                <a:lnTo>
                  <a:pt x="2833" y="4529"/>
                </a:lnTo>
                <a:lnTo>
                  <a:pt x="2840" y="4521"/>
                </a:lnTo>
                <a:lnTo>
                  <a:pt x="2873" y="4516"/>
                </a:lnTo>
                <a:lnTo>
                  <a:pt x="2912" y="4519"/>
                </a:lnTo>
                <a:lnTo>
                  <a:pt x="2936" y="4528"/>
                </a:lnTo>
                <a:lnTo>
                  <a:pt x="2947" y="4536"/>
                </a:lnTo>
                <a:lnTo>
                  <a:pt x="2949" y="4541"/>
                </a:lnTo>
                <a:close/>
                <a:moveTo>
                  <a:pt x="1511" y="4760"/>
                </a:moveTo>
                <a:lnTo>
                  <a:pt x="1514" y="4768"/>
                </a:lnTo>
                <a:lnTo>
                  <a:pt x="1509" y="4783"/>
                </a:lnTo>
                <a:lnTo>
                  <a:pt x="1502" y="4790"/>
                </a:lnTo>
                <a:lnTo>
                  <a:pt x="1495" y="4792"/>
                </a:lnTo>
                <a:lnTo>
                  <a:pt x="1485" y="4783"/>
                </a:lnTo>
                <a:lnTo>
                  <a:pt x="1484" y="4773"/>
                </a:lnTo>
                <a:lnTo>
                  <a:pt x="1484" y="4761"/>
                </a:lnTo>
                <a:lnTo>
                  <a:pt x="1488" y="4747"/>
                </a:lnTo>
                <a:lnTo>
                  <a:pt x="1495" y="4744"/>
                </a:lnTo>
                <a:lnTo>
                  <a:pt x="1506" y="4751"/>
                </a:lnTo>
                <a:lnTo>
                  <a:pt x="1511" y="4760"/>
                </a:lnTo>
                <a:close/>
                <a:moveTo>
                  <a:pt x="1810" y="4871"/>
                </a:moveTo>
                <a:lnTo>
                  <a:pt x="1809" y="4884"/>
                </a:lnTo>
                <a:lnTo>
                  <a:pt x="1801" y="4909"/>
                </a:lnTo>
                <a:lnTo>
                  <a:pt x="1794" y="4916"/>
                </a:lnTo>
                <a:lnTo>
                  <a:pt x="1791" y="4917"/>
                </a:lnTo>
                <a:lnTo>
                  <a:pt x="1785" y="4912"/>
                </a:lnTo>
                <a:lnTo>
                  <a:pt x="1779" y="4893"/>
                </a:lnTo>
                <a:lnTo>
                  <a:pt x="1778" y="4872"/>
                </a:lnTo>
                <a:lnTo>
                  <a:pt x="1779" y="4853"/>
                </a:lnTo>
                <a:lnTo>
                  <a:pt x="1789" y="4830"/>
                </a:lnTo>
                <a:lnTo>
                  <a:pt x="1801" y="4830"/>
                </a:lnTo>
                <a:lnTo>
                  <a:pt x="1809" y="4850"/>
                </a:lnTo>
                <a:lnTo>
                  <a:pt x="1810" y="4871"/>
                </a:lnTo>
                <a:close/>
                <a:moveTo>
                  <a:pt x="1745" y="4905"/>
                </a:moveTo>
                <a:lnTo>
                  <a:pt x="1741" y="4907"/>
                </a:lnTo>
                <a:lnTo>
                  <a:pt x="1727" y="4898"/>
                </a:lnTo>
                <a:lnTo>
                  <a:pt x="1712" y="4878"/>
                </a:lnTo>
                <a:lnTo>
                  <a:pt x="1703" y="4855"/>
                </a:lnTo>
                <a:lnTo>
                  <a:pt x="1702" y="4844"/>
                </a:lnTo>
                <a:lnTo>
                  <a:pt x="1703" y="4840"/>
                </a:lnTo>
                <a:lnTo>
                  <a:pt x="1707" y="4838"/>
                </a:lnTo>
                <a:lnTo>
                  <a:pt x="1718" y="4847"/>
                </a:lnTo>
                <a:lnTo>
                  <a:pt x="1729" y="4860"/>
                </a:lnTo>
                <a:lnTo>
                  <a:pt x="1739" y="4874"/>
                </a:lnTo>
                <a:lnTo>
                  <a:pt x="1747" y="4899"/>
                </a:lnTo>
                <a:lnTo>
                  <a:pt x="1745" y="490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91" name="Freeform 915">
            <a:extLst>
              <a:ext uri="{FF2B5EF4-FFF2-40B4-BE49-F238E27FC236}">
                <a16:creationId xmlns:a16="http://schemas.microsoft.com/office/drawing/2014/main" id="{BCA00ADC-BCA7-41B4-ADB7-43612AC16399}"/>
              </a:ext>
            </a:extLst>
          </p:cNvPr>
          <p:cNvSpPr>
            <a:spLocks noEditPoints="1"/>
          </p:cNvSpPr>
          <p:nvPr/>
        </p:nvSpPr>
        <p:spPr bwMode="auto">
          <a:xfrm>
            <a:off x="5586945" y="4767153"/>
            <a:ext cx="1829422" cy="1310013"/>
          </a:xfrm>
          <a:custGeom>
            <a:avLst/>
            <a:gdLst>
              <a:gd name="T0" fmla="*/ 3992 w 7966"/>
              <a:gd name="T1" fmla="*/ 378 h 5698"/>
              <a:gd name="T2" fmla="*/ 3115 w 7966"/>
              <a:gd name="T3" fmla="*/ 1007 h 5698"/>
              <a:gd name="T4" fmla="*/ 2196 w 7966"/>
              <a:gd name="T5" fmla="*/ 1690 h 5698"/>
              <a:gd name="T6" fmla="*/ 1479 w 7966"/>
              <a:gd name="T7" fmla="*/ 2269 h 5698"/>
              <a:gd name="T8" fmla="*/ 1219 w 7966"/>
              <a:gd name="T9" fmla="*/ 2592 h 5698"/>
              <a:gd name="T10" fmla="*/ 840 w 7966"/>
              <a:gd name="T11" fmla="*/ 3012 h 5698"/>
              <a:gd name="T12" fmla="*/ 350 w 7966"/>
              <a:gd name="T13" fmla="*/ 3400 h 5698"/>
              <a:gd name="T14" fmla="*/ 607 w 7966"/>
              <a:gd name="T15" fmla="*/ 3673 h 5698"/>
              <a:gd name="T16" fmla="*/ 1024 w 7966"/>
              <a:gd name="T17" fmla="*/ 3764 h 5698"/>
              <a:gd name="T18" fmla="*/ 836 w 7966"/>
              <a:gd name="T19" fmla="*/ 4034 h 5698"/>
              <a:gd name="T20" fmla="*/ 568 w 7966"/>
              <a:gd name="T21" fmla="*/ 4482 h 5698"/>
              <a:gd name="T22" fmla="*/ 61 w 7966"/>
              <a:gd name="T23" fmla="*/ 4906 h 5698"/>
              <a:gd name="T24" fmla="*/ 324 w 7966"/>
              <a:gd name="T25" fmla="*/ 5350 h 5698"/>
              <a:gd name="T26" fmla="*/ 953 w 7966"/>
              <a:gd name="T27" fmla="*/ 5235 h 5698"/>
              <a:gd name="T28" fmla="*/ 866 w 7966"/>
              <a:gd name="T29" fmla="*/ 5471 h 5698"/>
              <a:gd name="T30" fmla="*/ 1338 w 7966"/>
              <a:gd name="T31" fmla="*/ 5365 h 5698"/>
              <a:gd name="T32" fmla="*/ 2170 w 7966"/>
              <a:gd name="T33" fmla="*/ 5148 h 5698"/>
              <a:gd name="T34" fmla="*/ 2620 w 7966"/>
              <a:gd name="T35" fmla="*/ 5057 h 5698"/>
              <a:gd name="T36" fmla="*/ 2536 w 7966"/>
              <a:gd name="T37" fmla="*/ 5302 h 5698"/>
              <a:gd name="T38" fmla="*/ 3697 w 7966"/>
              <a:gd name="T39" fmla="*/ 4798 h 5698"/>
              <a:gd name="T40" fmla="*/ 4175 w 7966"/>
              <a:gd name="T41" fmla="*/ 4915 h 5698"/>
              <a:gd name="T42" fmla="*/ 4624 w 7966"/>
              <a:gd name="T43" fmla="*/ 4658 h 5698"/>
              <a:gd name="T44" fmla="*/ 5218 w 7966"/>
              <a:gd name="T45" fmla="*/ 4161 h 5698"/>
              <a:gd name="T46" fmla="*/ 5727 w 7966"/>
              <a:gd name="T47" fmla="*/ 4042 h 5698"/>
              <a:gd name="T48" fmla="*/ 6065 w 7966"/>
              <a:gd name="T49" fmla="*/ 3876 h 5698"/>
              <a:gd name="T50" fmla="*/ 6069 w 7966"/>
              <a:gd name="T51" fmla="*/ 4182 h 5698"/>
              <a:gd name="T52" fmla="*/ 6292 w 7966"/>
              <a:gd name="T53" fmla="*/ 3939 h 5698"/>
              <a:gd name="T54" fmla="*/ 6528 w 7966"/>
              <a:gd name="T55" fmla="*/ 4058 h 5698"/>
              <a:gd name="T56" fmla="*/ 6456 w 7966"/>
              <a:gd name="T57" fmla="*/ 3718 h 5698"/>
              <a:gd name="T58" fmla="*/ 6764 w 7966"/>
              <a:gd name="T59" fmla="*/ 3679 h 5698"/>
              <a:gd name="T60" fmla="*/ 6789 w 7966"/>
              <a:gd name="T61" fmla="*/ 3547 h 5698"/>
              <a:gd name="T62" fmla="*/ 7124 w 7966"/>
              <a:gd name="T63" fmla="*/ 3112 h 5698"/>
              <a:gd name="T64" fmla="*/ 7280 w 7966"/>
              <a:gd name="T65" fmla="*/ 2808 h 5698"/>
              <a:gd name="T66" fmla="*/ 7479 w 7966"/>
              <a:gd name="T67" fmla="*/ 2211 h 5698"/>
              <a:gd name="T68" fmla="*/ 7583 w 7966"/>
              <a:gd name="T69" fmla="*/ 1861 h 5698"/>
              <a:gd name="T70" fmla="*/ 7936 w 7966"/>
              <a:gd name="T71" fmla="*/ 1178 h 5698"/>
              <a:gd name="T72" fmla="*/ 7594 w 7966"/>
              <a:gd name="T73" fmla="*/ 1195 h 5698"/>
              <a:gd name="T74" fmla="*/ 7113 w 7966"/>
              <a:gd name="T75" fmla="*/ 1492 h 5698"/>
              <a:gd name="T76" fmla="*/ 6890 w 7966"/>
              <a:gd name="T77" fmla="*/ 1482 h 5698"/>
              <a:gd name="T78" fmla="*/ 7215 w 7966"/>
              <a:gd name="T79" fmla="*/ 1085 h 5698"/>
              <a:gd name="T80" fmla="*/ 7215 w 7966"/>
              <a:gd name="T81" fmla="*/ 629 h 5698"/>
              <a:gd name="T82" fmla="*/ 7161 w 7966"/>
              <a:gd name="T83" fmla="*/ 365 h 5698"/>
              <a:gd name="T84" fmla="*/ 6561 w 7966"/>
              <a:gd name="T85" fmla="*/ 693 h 5698"/>
              <a:gd name="T86" fmla="*/ 6131 w 7966"/>
              <a:gd name="T87" fmla="*/ 597 h 5698"/>
              <a:gd name="T88" fmla="*/ 6040 w 7966"/>
              <a:gd name="T89" fmla="*/ 282 h 5698"/>
              <a:gd name="T90" fmla="*/ 5748 w 7966"/>
              <a:gd name="T91" fmla="*/ 409 h 5698"/>
              <a:gd name="T92" fmla="*/ 4884 w 7966"/>
              <a:gd name="T93" fmla="*/ 542 h 5698"/>
              <a:gd name="T94" fmla="*/ 4722 w 7966"/>
              <a:gd name="T95" fmla="*/ 395 h 5698"/>
              <a:gd name="T96" fmla="*/ 4713 w 7966"/>
              <a:gd name="T97" fmla="*/ 44 h 5698"/>
              <a:gd name="T98" fmla="*/ 7325 w 7966"/>
              <a:gd name="T99" fmla="*/ 497 h 5698"/>
              <a:gd name="T100" fmla="*/ 4294 w 7966"/>
              <a:gd name="T101" fmla="*/ 803 h 5698"/>
              <a:gd name="T102" fmla="*/ 4223 w 7966"/>
              <a:gd name="T103" fmla="*/ 831 h 5698"/>
              <a:gd name="T104" fmla="*/ 6213 w 7966"/>
              <a:gd name="T105" fmla="*/ 894 h 5698"/>
              <a:gd name="T106" fmla="*/ 6978 w 7966"/>
              <a:gd name="T107" fmla="*/ 1022 h 5698"/>
              <a:gd name="T108" fmla="*/ 7730 w 7966"/>
              <a:gd name="T109" fmla="*/ 1498 h 5698"/>
              <a:gd name="T110" fmla="*/ 916 w 7966"/>
              <a:gd name="T111" fmla="*/ 3530 h 5698"/>
              <a:gd name="T112" fmla="*/ 1020 w 7966"/>
              <a:gd name="T113" fmla="*/ 3573 h 5698"/>
              <a:gd name="T114" fmla="*/ 6619 w 7966"/>
              <a:gd name="T115" fmla="*/ 3700 h 5698"/>
              <a:gd name="T116" fmla="*/ 6563 w 7966"/>
              <a:gd name="T117" fmla="*/ 3820 h 5698"/>
              <a:gd name="T118" fmla="*/ 6528 w 7966"/>
              <a:gd name="T119" fmla="*/ 4018 h 5698"/>
              <a:gd name="T120" fmla="*/ 4493 w 7966"/>
              <a:gd name="T121" fmla="*/ 4571 h 5698"/>
              <a:gd name="T122" fmla="*/ 2385 w 7966"/>
              <a:gd name="T123" fmla="*/ 5025 h 5698"/>
              <a:gd name="T124" fmla="*/ 1074 w 7966"/>
              <a:gd name="T125" fmla="*/ 5431 h 56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7966" h="5698">
                <a:moveTo>
                  <a:pt x="4604" y="9"/>
                </a:moveTo>
                <a:lnTo>
                  <a:pt x="4586" y="17"/>
                </a:lnTo>
                <a:lnTo>
                  <a:pt x="4560" y="35"/>
                </a:lnTo>
                <a:lnTo>
                  <a:pt x="4547" y="56"/>
                </a:lnTo>
                <a:lnTo>
                  <a:pt x="4548" y="76"/>
                </a:lnTo>
                <a:lnTo>
                  <a:pt x="4555" y="85"/>
                </a:lnTo>
                <a:lnTo>
                  <a:pt x="4563" y="93"/>
                </a:lnTo>
                <a:lnTo>
                  <a:pt x="4570" y="103"/>
                </a:lnTo>
                <a:lnTo>
                  <a:pt x="4545" y="110"/>
                </a:lnTo>
                <a:lnTo>
                  <a:pt x="4486" y="113"/>
                </a:lnTo>
                <a:lnTo>
                  <a:pt x="4455" y="114"/>
                </a:lnTo>
                <a:lnTo>
                  <a:pt x="4393" y="106"/>
                </a:lnTo>
                <a:lnTo>
                  <a:pt x="4374" y="100"/>
                </a:lnTo>
                <a:lnTo>
                  <a:pt x="4364" y="96"/>
                </a:lnTo>
                <a:lnTo>
                  <a:pt x="4344" y="94"/>
                </a:lnTo>
                <a:lnTo>
                  <a:pt x="4317" y="101"/>
                </a:lnTo>
                <a:lnTo>
                  <a:pt x="4297" y="117"/>
                </a:lnTo>
                <a:lnTo>
                  <a:pt x="4288" y="130"/>
                </a:lnTo>
                <a:lnTo>
                  <a:pt x="4285" y="144"/>
                </a:lnTo>
                <a:lnTo>
                  <a:pt x="4289" y="159"/>
                </a:lnTo>
                <a:lnTo>
                  <a:pt x="4294" y="167"/>
                </a:lnTo>
                <a:lnTo>
                  <a:pt x="4299" y="172"/>
                </a:lnTo>
                <a:lnTo>
                  <a:pt x="4304" y="185"/>
                </a:lnTo>
                <a:lnTo>
                  <a:pt x="4300" y="206"/>
                </a:lnTo>
                <a:lnTo>
                  <a:pt x="4289" y="222"/>
                </a:lnTo>
                <a:lnTo>
                  <a:pt x="4281" y="233"/>
                </a:lnTo>
                <a:lnTo>
                  <a:pt x="4267" y="246"/>
                </a:lnTo>
                <a:lnTo>
                  <a:pt x="4251" y="248"/>
                </a:lnTo>
                <a:lnTo>
                  <a:pt x="4229" y="242"/>
                </a:lnTo>
                <a:lnTo>
                  <a:pt x="4214" y="235"/>
                </a:lnTo>
                <a:lnTo>
                  <a:pt x="4200" y="229"/>
                </a:lnTo>
                <a:lnTo>
                  <a:pt x="4177" y="222"/>
                </a:lnTo>
                <a:lnTo>
                  <a:pt x="4160" y="223"/>
                </a:lnTo>
                <a:lnTo>
                  <a:pt x="4141" y="234"/>
                </a:lnTo>
                <a:lnTo>
                  <a:pt x="4131" y="243"/>
                </a:lnTo>
                <a:lnTo>
                  <a:pt x="4115" y="259"/>
                </a:lnTo>
                <a:lnTo>
                  <a:pt x="4107" y="279"/>
                </a:lnTo>
                <a:lnTo>
                  <a:pt x="4112" y="292"/>
                </a:lnTo>
                <a:lnTo>
                  <a:pt x="4116" y="298"/>
                </a:lnTo>
                <a:lnTo>
                  <a:pt x="4126" y="310"/>
                </a:lnTo>
                <a:lnTo>
                  <a:pt x="4125" y="321"/>
                </a:lnTo>
                <a:lnTo>
                  <a:pt x="4113" y="322"/>
                </a:lnTo>
                <a:lnTo>
                  <a:pt x="4099" y="324"/>
                </a:lnTo>
                <a:lnTo>
                  <a:pt x="4074" y="344"/>
                </a:lnTo>
                <a:lnTo>
                  <a:pt x="4057" y="371"/>
                </a:lnTo>
                <a:lnTo>
                  <a:pt x="4056" y="389"/>
                </a:lnTo>
                <a:lnTo>
                  <a:pt x="4061" y="397"/>
                </a:lnTo>
                <a:lnTo>
                  <a:pt x="4066" y="401"/>
                </a:lnTo>
                <a:lnTo>
                  <a:pt x="4069" y="403"/>
                </a:lnTo>
                <a:lnTo>
                  <a:pt x="4071" y="406"/>
                </a:lnTo>
                <a:lnTo>
                  <a:pt x="4062" y="410"/>
                </a:lnTo>
                <a:lnTo>
                  <a:pt x="4045" y="411"/>
                </a:lnTo>
                <a:lnTo>
                  <a:pt x="4029" y="410"/>
                </a:lnTo>
                <a:lnTo>
                  <a:pt x="4001" y="396"/>
                </a:lnTo>
                <a:lnTo>
                  <a:pt x="3995" y="385"/>
                </a:lnTo>
                <a:lnTo>
                  <a:pt x="3992" y="378"/>
                </a:lnTo>
                <a:lnTo>
                  <a:pt x="3984" y="369"/>
                </a:lnTo>
                <a:lnTo>
                  <a:pt x="3971" y="369"/>
                </a:lnTo>
                <a:lnTo>
                  <a:pt x="3957" y="380"/>
                </a:lnTo>
                <a:lnTo>
                  <a:pt x="3927" y="402"/>
                </a:lnTo>
                <a:lnTo>
                  <a:pt x="3890" y="422"/>
                </a:lnTo>
                <a:lnTo>
                  <a:pt x="3873" y="433"/>
                </a:lnTo>
                <a:lnTo>
                  <a:pt x="3839" y="472"/>
                </a:lnTo>
                <a:lnTo>
                  <a:pt x="3827" y="494"/>
                </a:lnTo>
                <a:lnTo>
                  <a:pt x="3815" y="517"/>
                </a:lnTo>
                <a:lnTo>
                  <a:pt x="3793" y="548"/>
                </a:lnTo>
                <a:lnTo>
                  <a:pt x="3786" y="554"/>
                </a:lnTo>
                <a:lnTo>
                  <a:pt x="3773" y="561"/>
                </a:lnTo>
                <a:lnTo>
                  <a:pt x="3733" y="593"/>
                </a:lnTo>
                <a:lnTo>
                  <a:pt x="3692" y="632"/>
                </a:lnTo>
                <a:lnTo>
                  <a:pt x="3665" y="666"/>
                </a:lnTo>
                <a:lnTo>
                  <a:pt x="3661" y="673"/>
                </a:lnTo>
                <a:lnTo>
                  <a:pt x="3659" y="683"/>
                </a:lnTo>
                <a:lnTo>
                  <a:pt x="3639" y="715"/>
                </a:lnTo>
                <a:lnTo>
                  <a:pt x="3623" y="732"/>
                </a:lnTo>
                <a:lnTo>
                  <a:pt x="3612" y="743"/>
                </a:lnTo>
                <a:lnTo>
                  <a:pt x="3593" y="758"/>
                </a:lnTo>
                <a:lnTo>
                  <a:pt x="3572" y="764"/>
                </a:lnTo>
                <a:lnTo>
                  <a:pt x="3548" y="761"/>
                </a:lnTo>
                <a:lnTo>
                  <a:pt x="3533" y="757"/>
                </a:lnTo>
                <a:lnTo>
                  <a:pt x="3518" y="753"/>
                </a:lnTo>
                <a:lnTo>
                  <a:pt x="3491" y="751"/>
                </a:lnTo>
                <a:lnTo>
                  <a:pt x="3446" y="761"/>
                </a:lnTo>
                <a:lnTo>
                  <a:pt x="3408" y="781"/>
                </a:lnTo>
                <a:lnTo>
                  <a:pt x="3385" y="793"/>
                </a:lnTo>
                <a:lnTo>
                  <a:pt x="3356" y="812"/>
                </a:lnTo>
                <a:lnTo>
                  <a:pt x="3342" y="831"/>
                </a:lnTo>
                <a:lnTo>
                  <a:pt x="3340" y="854"/>
                </a:lnTo>
                <a:lnTo>
                  <a:pt x="3343" y="869"/>
                </a:lnTo>
                <a:lnTo>
                  <a:pt x="3345" y="890"/>
                </a:lnTo>
                <a:lnTo>
                  <a:pt x="3343" y="911"/>
                </a:lnTo>
                <a:lnTo>
                  <a:pt x="3337" y="919"/>
                </a:lnTo>
                <a:lnTo>
                  <a:pt x="3333" y="920"/>
                </a:lnTo>
                <a:lnTo>
                  <a:pt x="3326" y="921"/>
                </a:lnTo>
                <a:lnTo>
                  <a:pt x="3321" y="930"/>
                </a:lnTo>
                <a:lnTo>
                  <a:pt x="3324" y="936"/>
                </a:lnTo>
                <a:lnTo>
                  <a:pt x="3326" y="941"/>
                </a:lnTo>
                <a:lnTo>
                  <a:pt x="3321" y="953"/>
                </a:lnTo>
                <a:lnTo>
                  <a:pt x="3298" y="976"/>
                </a:lnTo>
                <a:lnTo>
                  <a:pt x="3273" y="993"/>
                </a:lnTo>
                <a:lnTo>
                  <a:pt x="3248" y="1008"/>
                </a:lnTo>
                <a:lnTo>
                  <a:pt x="3209" y="1041"/>
                </a:lnTo>
                <a:lnTo>
                  <a:pt x="3201" y="1053"/>
                </a:lnTo>
                <a:lnTo>
                  <a:pt x="3196" y="1059"/>
                </a:lnTo>
                <a:lnTo>
                  <a:pt x="3195" y="1049"/>
                </a:lnTo>
                <a:lnTo>
                  <a:pt x="3197" y="1034"/>
                </a:lnTo>
                <a:lnTo>
                  <a:pt x="3199" y="1018"/>
                </a:lnTo>
                <a:lnTo>
                  <a:pt x="3193" y="992"/>
                </a:lnTo>
                <a:lnTo>
                  <a:pt x="3185" y="987"/>
                </a:lnTo>
                <a:lnTo>
                  <a:pt x="3173" y="984"/>
                </a:lnTo>
                <a:lnTo>
                  <a:pt x="3145" y="991"/>
                </a:lnTo>
                <a:lnTo>
                  <a:pt x="3115" y="1007"/>
                </a:lnTo>
                <a:lnTo>
                  <a:pt x="3087" y="1031"/>
                </a:lnTo>
                <a:lnTo>
                  <a:pt x="3063" y="1058"/>
                </a:lnTo>
                <a:lnTo>
                  <a:pt x="3045" y="1087"/>
                </a:lnTo>
                <a:lnTo>
                  <a:pt x="3037" y="1114"/>
                </a:lnTo>
                <a:lnTo>
                  <a:pt x="3040" y="1134"/>
                </a:lnTo>
                <a:lnTo>
                  <a:pt x="3049" y="1141"/>
                </a:lnTo>
                <a:lnTo>
                  <a:pt x="3054" y="1144"/>
                </a:lnTo>
                <a:lnTo>
                  <a:pt x="3058" y="1149"/>
                </a:lnTo>
                <a:lnTo>
                  <a:pt x="3051" y="1155"/>
                </a:lnTo>
                <a:lnTo>
                  <a:pt x="3034" y="1156"/>
                </a:lnTo>
                <a:lnTo>
                  <a:pt x="3017" y="1157"/>
                </a:lnTo>
                <a:lnTo>
                  <a:pt x="2996" y="1168"/>
                </a:lnTo>
                <a:lnTo>
                  <a:pt x="2986" y="1179"/>
                </a:lnTo>
                <a:lnTo>
                  <a:pt x="2984" y="1184"/>
                </a:lnTo>
                <a:lnTo>
                  <a:pt x="2979" y="1193"/>
                </a:lnTo>
                <a:lnTo>
                  <a:pt x="2968" y="1204"/>
                </a:lnTo>
                <a:lnTo>
                  <a:pt x="2940" y="1208"/>
                </a:lnTo>
                <a:lnTo>
                  <a:pt x="2908" y="1205"/>
                </a:lnTo>
                <a:lnTo>
                  <a:pt x="2875" y="1200"/>
                </a:lnTo>
                <a:lnTo>
                  <a:pt x="2832" y="1206"/>
                </a:lnTo>
                <a:lnTo>
                  <a:pt x="2806" y="1217"/>
                </a:lnTo>
                <a:lnTo>
                  <a:pt x="2793" y="1224"/>
                </a:lnTo>
                <a:lnTo>
                  <a:pt x="2761" y="1246"/>
                </a:lnTo>
                <a:lnTo>
                  <a:pt x="2713" y="1284"/>
                </a:lnTo>
                <a:lnTo>
                  <a:pt x="2681" y="1319"/>
                </a:lnTo>
                <a:lnTo>
                  <a:pt x="2665" y="1349"/>
                </a:lnTo>
                <a:lnTo>
                  <a:pt x="2664" y="1364"/>
                </a:lnTo>
                <a:lnTo>
                  <a:pt x="2664" y="1371"/>
                </a:lnTo>
                <a:lnTo>
                  <a:pt x="2657" y="1385"/>
                </a:lnTo>
                <a:lnTo>
                  <a:pt x="2638" y="1406"/>
                </a:lnTo>
                <a:lnTo>
                  <a:pt x="2596" y="1431"/>
                </a:lnTo>
                <a:lnTo>
                  <a:pt x="2543" y="1448"/>
                </a:lnTo>
                <a:lnTo>
                  <a:pt x="2514" y="1453"/>
                </a:lnTo>
                <a:lnTo>
                  <a:pt x="2493" y="1458"/>
                </a:lnTo>
                <a:lnTo>
                  <a:pt x="2451" y="1485"/>
                </a:lnTo>
                <a:lnTo>
                  <a:pt x="2416" y="1524"/>
                </a:lnTo>
                <a:lnTo>
                  <a:pt x="2401" y="1556"/>
                </a:lnTo>
                <a:lnTo>
                  <a:pt x="2398" y="1574"/>
                </a:lnTo>
                <a:lnTo>
                  <a:pt x="2400" y="1583"/>
                </a:lnTo>
                <a:lnTo>
                  <a:pt x="2402" y="1599"/>
                </a:lnTo>
                <a:lnTo>
                  <a:pt x="2391" y="1625"/>
                </a:lnTo>
                <a:lnTo>
                  <a:pt x="2370" y="1640"/>
                </a:lnTo>
                <a:lnTo>
                  <a:pt x="2353" y="1640"/>
                </a:lnTo>
                <a:lnTo>
                  <a:pt x="2342" y="1632"/>
                </a:lnTo>
                <a:lnTo>
                  <a:pt x="2338" y="1627"/>
                </a:lnTo>
                <a:lnTo>
                  <a:pt x="2334" y="1622"/>
                </a:lnTo>
                <a:lnTo>
                  <a:pt x="2327" y="1618"/>
                </a:lnTo>
                <a:lnTo>
                  <a:pt x="2314" y="1622"/>
                </a:lnTo>
                <a:lnTo>
                  <a:pt x="2304" y="1634"/>
                </a:lnTo>
                <a:lnTo>
                  <a:pt x="2293" y="1644"/>
                </a:lnTo>
                <a:lnTo>
                  <a:pt x="2269" y="1655"/>
                </a:lnTo>
                <a:lnTo>
                  <a:pt x="2260" y="1654"/>
                </a:lnTo>
                <a:lnTo>
                  <a:pt x="2248" y="1650"/>
                </a:lnTo>
                <a:lnTo>
                  <a:pt x="2228" y="1655"/>
                </a:lnTo>
                <a:lnTo>
                  <a:pt x="2210" y="1668"/>
                </a:lnTo>
                <a:lnTo>
                  <a:pt x="2196" y="1690"/>
                </a:lnTo>
                <a:lnTo>
                  <a:pt x="2186" y="1717"/>
                </a:lnTo>
                <a:lnTo>
                  <a:pt x="2182" y="1747"/>
                </a:lnTo>
                <a:lnTo>
                  <a:pt x="2183" y="1779"/>
                </a:lnTo>
                <a:lnTo>
                  <a:pt x="2191" y="1811"/>
                </a:lnTo>
                <a:lnTo>
                  <a:pt x="2198" y="1825"/>
                </a:lnTo>
                <a:lnTo>
                  <a:pt x="2203" y="1834"/>
                </a:lnTo>
                <a:lnTo>
                  <a:pt x="2193" y="1829"/>
                </a:lnTo>
                <a:lnTo>
                  <a:pt x="2180" y="1815"/>
                </a:lnTo>
                <a:lnTo>
                  <a:pt x="2170" y="1804"/>
                </a:lnTo>
                <a:lnTo>
                  <a:pt x="2154" y="1791"/>
                </a:lnTo>
                <a:lnTo>
                  <a:pt x="2138" y="1787"/>
                </a:lnTo>
                <a:lnTo>
                  <a:pt x="2122" y="1792"/>
                </a:lnTo>
                <a:lnTo>
                  <a:pt x="2111" y="1797"/>
                </a:lnTo>
                <a:lnTo>
                  <a:pt x="2075" y="1819"/>
                </a:lnTo>
                <a:lnTo>
                  <a:pt x="2019" y="1862"/>
                </a:lnTo>
                <a:lnTo>
                  <a:pt x="1989" y="1893"/>
                </a:lnTo>
                <a:lnTo>
                  <a:pt x="1971" y="1910"/>
                </a:lnTo>
                <a:lnTo>
                  <a:pt x="1923" y="1932"/>
                </a:lnTo>
                <a:lnTo>
                  <a:pt x="1901" y="1934"/>
                </a:lnTo>
                <a:lnTo>
                  <a:pt x="1882" y="1936"/>
                </a:lnTo>
                <a:lnTo>
                  <a:pt x="1851" y="1950"/>
                </a:lnTo>
                <a:lnTo>
                  <a:pt x="1837" y="1974"/>
                </a:lnTo>
                <a:lnTo>
                  <a:pt x="1840" y="2004"/>
                </a:lnTo>
                <a:lnTo>
                  <a:pt x="1850" y="2018"/>
                </a:lnTo>
                <a:lnTo>
                  <a:pt x="1858" y="2029"/>
                </a:lnTo>
                <a:lnTo>
                  <a:pt x="1859" y="2041"/>
                </a:lnTo>
                <a:lnTo>
                  <a:pt x="1848" y="2043"/>
                </a:lnTo>
                <a:lnTo>
                  <a:pt x="1828" y="2033"/>
                </a:lnTo>
                <a:lnTo>
                  <a:pt x="1818" y="2023"/>
                </a:lnTo>
                <a:lnTo>
                  <a:pt x="1811" y="2018"/>
                </a:lnTo>
                <a:lnTo>
                  <a:pt x="1800" y="2012"/>
                </a:lnTo>
                <a:lnTo>
                  <a:pt x="1782" y="2018"/>
                </a:lnTo>
                <a:lnTo>
                  <a:pt x="1766" y="2032"/>
                </a:lnTo>
                <a:lnTo>
                  <a:pt x="1752" y="2046"/>
                </a:lnTo>
                <a:lnTo>
                  <a:pt x="1707" y="2076"/>
                </a:lnTo>
                <a:lnTo>
                  <a:pt x="1684" y="2088"/>
                </a:lnTo>
                <a:lnTo>
                  <a:pt x="1661" y="2101"/>
                </a:lnTo>
                <a:lnTo>
                  <a:pt x="1639" y="2128"/>
                </a:lnTo>
                <a:lnTo>
                  <a:pt x="1632" y="2144"/>
                </a:lnTo>
                <a:lnTo>
                  <a:pt x="1630" y="2151"/>
                </a:lnTo>
                <a:lnTo>
                  <a:pt x="1630" y="2161"/>
                </a:lnTo>
                <a:lnTo>
                  <a:pt x="1624" y="2174"/>
                </a:lnTo>
                <a:lnTo>
                  <a:pt x="1611" y="2184"/>
                </a:lnTo>
                <a:lnTo>
                  <a:pt x="1588" y="2191"/>
                </a:lnTo>
                <a:lnTo>
                  <a:pt x="1573" y="2192"/>
                </a:lnTo>
                <a:lnTo>
                  <a:pt x="1548" y="2195"/>
                </a:lnTo>
                <a:lnTo>
                  <a:pt x="1524" y="2206"/>
                </a:lnTo>
                <a:lnTo>
                  <a:pt x="1517" y="2215"/>
                </a:lnTo>
                <a:lnTo>
                  <a:pt x="1518" y="2219"/>
                </a:lnTo>
                <a:lnTo>
                  <a:pt x="1518" y="2229"/>
                </a:lnTo>
                <a:lnTo>
                  <a:pt x="1504" y="2241"/>
                </a:lnTo>
                <a:lnTo>
                  <a:pt x="1493" y="2243"/>
                </a:lnTo>
                <a:lnTo>
                  <a:pt x="1483" y="2244"/>
                </a:lnTo>
                <a:lnTo>
                  <a:pt x="1474" y="2254"/>
                </a:lnTo>
                <a:lnTo>
                  <a:pt x="1477" y="2260"/>
                </a:lnTo>
                <a:lnTo>
                  <a:pt x="1479" y="2269"/>
                </a:lnTo>
                <a:lnTo>
                  <a:pt x="1467" y="2284"/>
                </a:lnTo>
                <a:lnTo>
                  <a:pt x="1455" y="2290"/>
                </a:lnTo>
                <a:lnTo>
                  <a:pt x="1421" y="2301"/>
                </a:lnTo>
                <a:lnTo>
                  <a:pt x="1382" y="2319"/>
                </a:lnTo>
                <a:lnTo>
                  <a:pt x="1366" y="2325"/>
                </a:lnTo>
                <a:lnTo>
                  <a:pt x="1336" y="2330"/>
                </a:lnTo>
                <a:lnTo>
                  <a:pt x="1326" y="2325"/>
                </a:lnTo>
                <a:lnTo>
                  <a:pt x="1316" y="2322"/>
                </a:lnTo>
                <a:lnTo>
                  <a:pt x="1282" y="2325"/>
                </a:lnTo>
                <a:lnTo>
                  <a:pt x="1265" y="2331"/>
                </a:lnTo>
                <a:lnTo>
                  <a:pt x="1248" y="2338"/>
                </a:lnTo>
                <a:lnTo>
                  <a:pt x="1241" y="2346"/>
                </a:lnTo>
                <a:lnTo>
                  <a:pt x="1245" y="2349"/>
                </a:lnTo>
                <a:lnTo>
                  <a:pt x="1252" y="2349"/>
                </a:lnTo>
                <a:lnTo>
                  <a:pt x="1268" y="2351"/>
                </a:lnTo>
                <a:lnTo>
                  <a:pt x="1300" y="2373"/>
                </a:lnTo>
                <a:lnTo>
                  <a:pt x="1325" y="2407"/>
                </a:lnTo>
                <a:lnTo>
                  <a:pt x="1338" y="2445"/>
                </a:lnTo>
                <a:lnTo>
                  <a:pt x="1337" y="2463"/>
                </a:lnTo>
                <a:lnTo>
                  <a:pt x="1334" y="2481"/>
                </a:lnTo>
                <a:lnTo>
                  <a:pt x="1324" y="2498"/>
                </a:lnTo>
                <a:lnTo>
                  <a:pt x="1315" y="2505"/>
                </a:lnTo>
                <a:lnTo>
                  <a:pt x="1310" y="2505"/>
                </a:lnTo>
                <a:lnTo>
                  <a:pt x="1301" y="2506"/>
                </a:lnTo>
                <a:lnTo>
                  <a:pt x="1282" y="2512"/>
                </a:lnTo>
                <a:lnTo>
                  <a:pt x="1276" y="2518"/>
                </a:lnTo>
                <a:lnTo>
                  <a:pt x="1265" y="2526"/>
                </a:lnTo>
                <a:lnTo>
                  <a:pt x="1239" y="2534"/>
                </a:lnTo>
                <a:lnTo>
                  <a:pt x="1214" y="2530"/>
                </a:lnTo>
                <a:lnTo>
                  <a:pt x="1203" y="2520"/>
                </a:lnTo>
                <a:lnTo>
                  <a:pt x="1202" y="2510"/>
                </a:lnTo>
                <a:lnTo>
                  <a:pt x="1203" y="2505"/>
                </a:lnTo>
                <a:lnTo>
                  <a:pt x="1206" y="2493"/>
                </a:lnTo>
                <a:lnTo>
                  <a:pt x="1203" y="2481"/>
                </a:lnTo>
                <a:lnTo>
                  <a:pt x="1190" y="2481"/>
                </a:lnTo>
                <a:lnTo>
                  <a:pt x="1170" y="2493"/>
                </a:lnTo>
                <a:lnTo>
                  <a:pt x="1159" y="2505"/>
                </a:lnTo>
                <a:lnTo>
                  <a:pt x="1149" y="2516"/>
                </a:lnTo>
                <a:lnTo>
                  <a:pt x="1123" y="2531"/>
                </a:lnTo>
                <a:lnTo>
                  <a:pt x="1113" y="2532"/>
                </a:lnTo>
                <a:lnTo>
                  <a:pt x="1102" y="2533"/>
                </a:lnTo>
                <a:lnTo>
                  <a:pt x="1089" y="2542"/>
                </a:lnTo>
                <a:lnTo>
                  <a:pt x="1087" y="2548"/>
                </a:lnTo>
                <a:lnTo>
                  <a:pt x="1089" y="2555"/>
                </a:lnTo>
                <a:lnTo>
                  <a:pt x="1108" y="2559"/>
                </a:lnTo>
                <a:lnTo>
                  <a:pt x="1124" y="2556"/>
                </a:lnTo>
                <a:lnTo>
                  <a:pt x="1138" y="2550"/>
                </a:lnTo>
                <a:lnTo>
                  <a:pt x="1157" y="2535"/>
                </a:lnTo>
                <a:lnTo>
                  <a:pt x="1159" y="2526"/>
                </a:lnTo>
                <a:lnTo>
                  <a:pt x="1159" y="2523"/>
                </a:lnTo>
                <a:lnTo>
                  <a:pt x="1165" y="2522"/>
                </a:lnTo>
                <a:lnTo>
                  <a:pt x="1180" y="2530"/>
                </a:lnTo>
                <a:lnTo>
                  <a:pt x="1194" y="2543"/>
                </a:lnTo>
                <a:lnTo>
                  <a:pt x="1206" y="2557"/>
                </a:lnTo>
                <a:lnTo>
                  <a:pt x="1220" y="2584"/>
                </a:lnTo>
                <a:lnTo>
                  <a:pt x="1219" y="2592"/>
                </a:lnTo>
                <a:lnTo>
                  <a:pt x="1218" y="2596"/>
                </a:lnTo>
                <a:lnTo>
                  <a:pt x="1220" y="2603"/>
                </a:lnTo>
                <a:lnTo>
                  <a:pt x="1235" y="2612"/>
                </a:lnTo>
                <a:lnTo>
                  <a:pt x="1249" y="2618"/>
                </a:lnTo>
                <a:lnTo>
                  <a:pt x="1260" y="2620"/>
                </a:lnTo>
                <a:lnTo>
                  <a:pt x="1273" y="2626"/>
                </a:lnTo>
                <a:lnTo>
                  <a:pt x="1276" y="2634"/>
                </a:lnTo>
                <a:lnTo>
                  <a:pt x="1272" y="2645"/>
                </a:lnTo>
                <a:lnTo>
                  <a:pt x="1266" y="2651"/>
                </a:lnTo>
                <a:lnTo>
                  <a:pt x="1258" y="2663"/>
                </a:lnTo>
                <a:lnTo>
                  <a:pt x="1253" y="2693"/>
                </a:lnTo>
                <a:lnTo>
                  <a:pt x="1257" y="2705"/>
                </a:lnTo>
                <a:lnTo>
                  <a:pt x="1260" y="2716"/>
                </a:lnTo>
                <a:lnTo>
                  <a:pt x="1251" y="2730"/>
                </a:lnTo>
                <a:lnTo>
                  <a:pt x="1239" y="2732"/>
                </a:lnTo>
                <a:lnTo>
                  <a:pt x="1229" y="2731"/>
                </a:lnTo>
                <a:lnTo>
                  <a:pt x="1220" y="2721"/>
                </a:lnTo>
                <a:lnTo>
                  <a:pt x="1223" y="2713"/>
                </a:lnTo>
                <a:lnTo>
                  <a:pt x="1225" y="2710"/>
                </a:lnTo>
                <a:lnTo>
                  <a:pt x="1224" y="2705"/>
                </a:lnTo>
                <a:lnTo>
                  <a:pt x="1211" y="2705"/>
                </a:lnTo>
                <a:lnTo>
                  <a:pt x="1192" y="2711"/>
                </a:lnTo>
                <a:lnTo>
                  <a:pt x="1175" y="2720"/>
                </a:lnTo>
                <a:lnTo>
                  <a:pt x="1153" y="2742"/>
                </a:lnTo>
                <a:lnTo>
                  <a:pt x="1151" y="2751"/>
                </a:lnTo>
                <a:lnTo>
                  <a:pt x="1149" y="2766"/>
                </a:lnTo>
                <a:lnTo>
                  <a:pt x="1132" y="2801"/>
                </a:lnTo>
                <a:lnTo>
                  <a:pt x="1109" y="2834"/>
                </a:lnTo>
                <a:lnTo>
                  <a:pt x="1086" y="2856"/>
                </a:lnTo>
                <a:lnTo>
                  <a:pt x="1076" y="2858"/>
                </a:lnTo>
                <a:lnTo>
                  <a:pt x="1066" y="2860"/>
                </a:lnTo>
                <a:lnTo>
                  <a:pt x="1037" y="2882"/>
                </a:lnTo>
                <a:lnTo>
                  <a:pt x="1021" y="2898"/>
                </a:lnTo>
                <a:lnTo>
                  <a:pt x="1009" y="2913"/>
                </a:lnTo>
                <a:lnTo>
                  <a:pt x="1004" y="2924"/>
                </a:lnTo>
                <a:lnTo>
                  <a:pt x="1006" y="2925"/>
                </a:lnTo>
                <a:lnTo>
                  <a:pt x="1010" y="2923"/>
                </a:lnTo>
                <a:lnTo>
                  <a:pt x="1025" y="2916"/>
                </a:lnTo>
                <a:lnTo>
                  <a:pt x="1034" y="2914"/>
                </a:lnTo>
                <a:lnTo>
                  <a:pt x="1017" y="2935"/>
                </a:lnTo>
                <a:lnTo>
                  <a:pt x="985" y="2958"/>
                </a:lnTo>
                <a:lnTo>
                  <a:pt x="959" y="2974"/>
                </a:lnTo>
                <a:lnTo>
                  <a:pt x="937" y="2979"/>
                </a:lnTo>
                <a:lnTo>
                  <a:pt x="927" y="2972"/>
                </a:lnTo>
                <a:lnTo>
                  <a:pt x="922" y="2966"/>
                </a:lnTo>
                <a:lnTo>
                  <a:pt x="914" y="2952"/>
                </a:lnTo>
                <a:lnTo>
                  <a:pt x="906" y="2954"/>
                </a:lnTo>
                <a:lnTo>
                  <a:pt x="906" y="2967"/>
                </a:lnTo>
                <a:lnTo>
                  <a:pt x="905" y="2980"/>
                </a:lnTo>
                <a:lnTo>
                  <a:pt x="898" y="2982"/>
                </a:lnTo>
                <a:lnTo>
                  <a:pt x="891" y="2971"/>
                </a:lnTo>
                <a:lnTo>
                  <a:pt x="888" y="2966"/>
                </a:lnTo>
                <a:lnTo>
                  <a:pt x="879" y="2962"/>
                </a:lnTo>
                <a:lnTo>
                  <a:pt x="864" y="2973"/>
                </a:lnTo>
                <a:lnTo>
                  <a:pt x="852" y="2994"/>
                </a:lnTo>
                <a:lnTo>
                  <a:pt x="840" y="3012"/>
                </a:lnTo>
                <a:lnTo>
                  <a:pt x="816" y="3032"/>
                </a:lnTo>
                <a:lnTo>
                  <a:pt x="801" y="3038"/>
                </a:lnTo>
                <a:lnTo>
                  <a:pt x="793" y="3039"/>
                </a:lnTo>
                <a:lnTo>
                  <a:pt x="780" y="3041"/>
                </a:lnTo>
                <a:lnTo>
                  <a:pt x="769" y="3048"/>
                </a:lnTo>
                <a:lnTo>
                  <a:pt x="768" y="3055"/>
                </a:lnTo>
                <a:lnTo>
                  <a:pt x="770" y="3058"/>
                </a:lnTo>
                <a:lnTo>
                  <a:pt x="771" y="3063"/>
                </a:lnTo>
                <a:lnTo>
                  <a:pt x="758" y="3073"/>
                </a:lnTo>
                <a:lnTo>
                  <a:pt x="734" y="3077"/>
                </a:lnTo>
                <a:lnTo>
                  <a:pt x="708" y="3075"/>
                </a:lnTo>
                <a:lnTo>
                  <a:pt x="697" y="3070"/>
                </a:lnTo>
                <a:lnTo>
                  <a:pt x="693" y="3071"/>
                </a:lnTo>
                <a:lnTo>
                  <a:pt x="672" y="3092"/>
                </a:lnTo>
                <a:lnTo>
                  <a:pt x="661" y="3108"/>
                </a:lnTo>
                <a:lnTo>
                  <a:pt x="648" y="3123"/>
                </a:lnTo>
                <a:lnTo>
                  <a:pt x="628" y="3136"/>
                </a:lnTo>
                <a:lnTo>
                  <a:pt x="617" y="3138"/>
                </a:lnTo>
                <a:lnTo>
                  <a:pt x="612" y="3137"/>
                </a:lnTo>
                <a:lnTo>
                  <a:pt x="607" y="3134"/>
                </a:lnTo>
                <a:lnTo>
                  <a:pt x="600" y="3134"/>
                </a:lnTo>
                <a:lnTo>
                  <a:pt x="599" y="3143"/>
                </a:lnTo>
                <a:lnTo>
                  <a:pt x="605" y="3157"/>
                </a:lnTo>
                <a:lnTo>
                  <a:pt x="610" y="3173"/>
                </a:lnTo>
                <a:lnTo>
                  <a:pt x="605" y="3180"/>
                </a:lnTo>
                <a:lnTo>
                  <a:pt x="592" y="3170"/>
                </a:lnTo>
                <a:lnTo>
                  <a:pt x="585" y="3164"/>
                </a:lnTo>
                <a:lnTo>
                  <a:pt x="571" y="3158"/>
                </a:lnTo>
                <a:lnTo>
                  <a:pt x="545" y="3160"/>
                </a:lnTo>
                <a:lnTo>
                  <a:pt x="520" y="3172"/>
                </a:lnTo>
                <a:lnTo>
                  <a:pt x="498" y="3182"/>
                </a:lnTo>
                <a:lnTo>
                  <a:pt x="482" y="3197"/>
                </a:lnTo>
                <a:lnTo>
                  <a:pt x="479" y="3207"/>
                </a:lnTo>
                <a:lnTo>
                  <a:pt x="484" y="3222"/>
                </a:lnTo>
                <a:lnTo>
                  <a:pt x="518" y="3243"/>
                </a:lnTo>
                <a:lnTo>
                  <a:pt x="545" y="3254"/>
                </a:lnTo>
                <a:lnTo>
                  <a:pt x="582" y="3267"/>
                </a:lnTo>
                <a:lnTo>
                  <a:pt x="585" y="3273"/>
                </a:lnTo>
                <a:lnTo>
                  <a:pt x="553" y="3268"/>
                </a:lnTo>
                <a:lnTo>
                  <a:pt x="529" y="3266"/>
                </a:lnTo>
                <a:lnTo>
                  <a:pt x="472" y="3267"/>
                </a:lnTo>
                <a:lnTo>
                  <a:pt x="449" y="3270"/>
                </a:lnTo>
                <a:lnTo>
                  <a:pt x="434" y="3272"/>
                </a:lnTo>
                <a:lnTo>
                  <a:pt x="415" y="3279"/>
                </a:lnTo>
                <a:lnTo>
                  <a:pt x="409" y="3287"/>
                </a:lnTo>
                <a:lnTo>
                  <a:pt x="411" y="3301"/>
                </a:lnTo>
                <a:lnTo>
                  <a:pt x="417" y="3311"/>
                </a:lnTo>
                <a:lnTo>
                  <a:pt x="423" y="3324"/>
                </a:lnTo>
                <a:lnTo>
                  <a:pt x="425" y="3345"/>
                </a:lnTo>
                <a:lnTo>
                  <a:pt x="417" y="3358"/>
                </a:lnTo>
                <a:lnTo>
                  <a:pt x="395" y="3364"/>
                </a:lnTo>
                <a:lnTo>
                  <a:pt x="380" y="3366"/>
                </a:lnTo>
                <a:lnTo>
                  <a:pt x="368" y="3367"/>
                </a:lnTo>
                <a:lnTo>
                  <a:pt x="351" y="3381"/>
                </a:lnTo>
                <a:lnTo>
                  <a:pt x="349" y="3390"/>
                </a:lnTo>
                <a:lnTo>
                  <a:pt x="350" y="3400"/>
                </a:lnTo>
                <a:lnTo>
                  <a:pt x="364" y="3410"/>
                </a:lnTo>
                <a:lnTo>
                  <a:pt x="374" y="3407"/>
                </a:lnTo>
                <a:lnTo>
                  <a:pt x="387" y="3405"/>
                </a:lnTo>
                <a:lnTo>
                  <a:pt x="413" y="3412"/>
                </a:lnTo>
                <a:lnTo>
                  <a:pt x="435" y="3430"/>
                </a:lnTo>
                <a:lnTo>
                  <a:pt x="444" y="3445"/>
                </a:lnTo>
                <a:lnTo>
                  <a:pt x="444" y="3455"/>
                </a:lnTo>
                <a:lnTo>
                  <a:pt x="442" y="3460"/>
                </a:lnTo>
                <a:lnTo>
                  <a:pt x="435" y="3465"/>
                </a:lnTo>
                <a:lnTo>
                  <a:pt x="405" y="3469"/>
                </a:lnTo>
                <a:lnTo>
                  <a:pt x="385" y="3465"/>
                </a:lnTo>
                <a:lnTo>
                  <a:pt x="365" y="3461"/>
                </a:lnTo>
                <a:lnTo>
                  <a:pt x="352" y="3463"/>
                </a:lnTo>
                <a:lnTo>
                  <a:pt x="350" y="3470"/>
                </a:lnTo>
                <a:lnTo>
                  <a:pt x="352" y="3474"/>
                </a:lnTo>
                <a:lnTo>
                  <a:pt x="359" y="3481"/>
                </a:lnTo>
                <a:lnTo>
                  <a:pt x="380" y="3492"/>
                </a:lnTo>
                <a:lnTo>
                  <a:pt x="390" y="3493"/>
                </a:lnTo>
                <a:lnTo>
                  <a:pt x="401" y="3494"/>
                </a:lnTo>
                <a:lnTo>
                  <a:pt x="414" y="3509"/>
                </a:lnTo>
                <a:lnTo>
                  <a:pt x="417" y="3520"/>
                </a:lnTo>
                <a:lnTo>
                  <a:pt x="418" y="3530"/>
                </a:lnTo>
                <a:lnTo>
                  <a:pt x="433" y="3545"/>
                </a:lnTo>
                <a:lnTo>
                  <a:pt x="444" y="3547"/>
                </a:lnTo>
                <a:lnTo>
                  <a:pt x="449" y="3547"/>
                </a:lnTo>
                <a:lnTo>
                  <a:pt x="459" y="3554"/>
                </a:lnTo>
                <a:lnTo>
                  <a:pt x="469" y="3573"/>
                </a:lnTo>
                <a:lnTo>
                  <a:pt x="471" y="3594"/>
                </a:lnTo>
                <a:lnTo>
                  <a:pt x="470" y="3617"/>
                </a:lnTo>
                <a:lnTo>
                  <a:pt x="461" y="3632"/>
                </a:lnTo>
                <a:lnTo>
                  <a:pt x="450" y="3633"/>
                </a:lnTo>
                <a:lnTo>
                  <a:pt x="444" y="3630"/>
                </a:lnTo>
                <a:lnTo>
                  <a:pt x="417" y="3619"/>
                </a:lnTo>
                <a:lnTo>
                  <a:pt x="387" y="3607"/>
                </a:lnTo>
                <a:lnTo>
                  <a:pt x="374" y="3602"/>
                </a:lnTo>
                <a:lnTo>
                  <a:pt x="362" y="3608"/>
                </a:lnTo>
                <a:lnTo>
                  <a:pt x="363" y="3618"/>
                </a:lnTo>
                <a:lnTo>
                  <a:pt x="368" y="3626"/>
                </a:lnTo>
                <a:lnTo>
                  <a:pt x="378" y="3635"/>
                </a:lnTo>
                <a:lnTo>
                  <a:pt x="384" y="3634"/>
                </a:lnTo>
                <a:lnTo>
                  <a:pt x="389" y="3633"/>
                </a:lnTo>
                <a:lnTo>
                  <a:pt x="417" y="3649"/>
                </a:lnTo>
                <a:lnTo>
                  <a:pt x="433" y="3662"/>
                </a:lnTo>
                <a:lnTo>
                  <a:pt x="448" y="3676"/>
                </a:lnTo>
                <a:lnTo>
                  <a:pt x="464" y="3684"/>
                </a:lnTo>
                <a:lnTo>
                  <a:pt x="470" y="3684"/>
                </a:lnTo>
                <a:lnTo>
                  <a:pt x="471" y="3681"/>
                </a:lnTo>
                <a:lnTo>
                  <a:pt x="473" y="3673"/>
                </a:lnTo>
                <a:lnTo>
                  <a:pt x="502" y="3651"/>
                </a:lnTo>
                <a:lnTo>
                  <a:pt x="523" y="3643"/>
                </a:lnTo>
                <a:lnTo>
                  <a:pt x="551" y="3633"/>
                </a:lnTo>
                <a:lnTo>
                  <a:pt x="575" y="3633"/>
                </a:lnTo>
                <a:lnTo>
                  <a:pt x="584" y="3642"/>
                </a:lnTo>
                <a:lnTo>
                  <a:pt x="586" y="3648"/>
                </a:lnTo>
                <a:lnTo>
                  <a:pt x="593" y="3661"/>
                </a:lnTo>
                <a:lnTo>
                  <a:pt x="607" y="3673"/>
                </a:lnTo>
                <a:lnTo>
                  <a:pt x="622" y="3669"/>
                </a:lnTo>
                <a:lnTo>
                  <a:pt x="634" y="3649"/>
                </a:lnTo>
                <a:lnTo>
                  <a:pt x="640" y="3634"/>
                </a:lnTo>
                <a:lnTo>
                  <a:pt x="645" y="3619"/>
                </a:lnTo>
                <a:lnTo>
                  <a:pt x="654" y="3606"/>
                </a:lnTo>
                <a:lnTo>
                  <a:pt x="660" y="3605"/>
                </a:lnTo>
                <a:lnTo>
                  <a:pt x="662" y="3607"/>
                </a:lnTo>
                <a:lnTo>
                  <a:pt x="670" y="3610"/>
                </a:lnTo>
                <a:lnTo>
                  <a:pt x="692" y="3605"/>
                </a:lnTo>
                <a:lnTo>
                  <a:pt x="703" y="3596"/>
                </a:lnTo>
                <a:lnTo>
                  <a:pt x="717" y="3585"/>
                </a:lnTo>
                <a:lnTo>
                  <a:pt x="730" y="3584"/>
                </a:lnTo>
                <a:lnTo>
                  <a:pt x="735" y="3592"/>
                </a:lnTo>
                <a:lnTo>
                  <a:pt x="737" y="3597"/>
                </a:lnTo>
                <a:lnTo>
                  <a:pt x="742" y="3605"/>
                </a:lnTo>
                <a:lnTo>
                  <a:pt x="754" y="3612"/>
                </a:lnTo>
                <a:lnTo>
                  <a:pt x="760" y="3610"/>
                </a:lnTo>
                <a:lnTo>
                  <a:pt x="769" y="3607"/>
                </a:lnTo>
                <a:lnTo>
                  <a:pt x="801" y="3611"/>
                </a:lnTo>
                <a:lnTo>
                  <a:pt x="819" y="3618"/>
                </a:lnTo>
                <a:lnTo>
                  <a:pt x="832" y="3622"/>
                </a:lnTo>
                <a:lnTo>
                  <a:pt x="846" y="3630"/>
                </a:lnTo>
                <a:lnTo>
                  <a:pt x="838" y="3637"/>
                </a:lnTo>
                <a:lnTo>
                  <a:pt x="803" y="3645"/>
                </a:lnTo>
                <a:lnTo>
                  <a:pt x="783" y="3650"/>
                </a:lnTo>
                <a:lnTo>
                  <a:pt x="752" y="3667"/>
                </a:lnTo>
                <a:lnTo>
                  <a:pt x="733" y="3687"/>
                </a:lnTo>
                <a:lnTo>
                  <a:pt x="731" y="3708"/>
                </a:lnTo>
                <a:lnTo>
                  <a:pt x="737" y="3717"/>
                </a:lnTo>
                <a:lnTo>
                  <a:pt x="745" y="3723"/>
                </a:lnTo>
                <a:lnTo>
                  <a:pt x="759" y="3729"/>
                </a:lnTo>
                <a:lnTo>
                  <a:pt x="771" y="3723"/>
                </a:lnTo>
                <a:lnTo>
                  <a:pt x="778" y="3710"/>
                </a:lnTo>
                <a:lnTo>
                  <a:pt x="779" y="3700"/>
                </a:lnTo>
                <a:lnTo>
                  <a:pt x="780" y="3689"/>
                </a:lnTo>
                <a:lnTo>
                  <a:pt x="794" y="3676"/>
                </a:lnTo>
                <a:lnTo>
                  <a:pt x="815" y="3674"/>
                </a:lnTo>
                <a:lnTo>
                  <a:pt x="834" y="3683"/>
                </a:lnTo>
                <a:lnTo>
                  <a:pt x="842" y="3692"/>
                </a:lnTo>
                <a:lnTo>
                  <a:pt x="849" y="3701"/>
                </a:lnTo>
                <a:lnTo>
                  <a:pt x="869" y="3710"/>
                </a:lnTo>
                <a:lnTo>
                  <a:pt x="891" y="3706"/>
                </a:lnTo>
                <a:lnTo>
                  <a:pt x="907" y="3690"/>
                </a:lnTo>
                <a:lnTo>
                  <a:pt x="911" y="3679"/>
                </a:lnTo>
                <a:lnTo>
                  <a:pt x="915" y="3668"/>
                </a:lnTo>
                <a:lnTo>
                  <a:pt x="920" y="3676"/>
                </a:lnTo>
                <a:lnTo>
                  <a:pt x="922" y="3695"/>
                </a:lnTo>
                <a:lnTo>
                  <a:pt x="922" y="3710"/>
                </a:lnTo>
                <a:lnTo>
                  <a:pt x="928" y="3731"/>
                </a:lnTo>
                <a:lnTo>
                  <a:pt x="940" y="3742"/>
                </a:lnTo>
                <a:lnTo>
                  <a:pt x="963" y="3746"/>
                </a:lnTo>
                <a:lnTo>
                  <a:pt x="980" y="3746"/>
                </a:lnTo>
                <a:lnTo>
                  <a:pt x="1002" y="3747"/>
                </a:lnTo>
                <a:lnTo>
                  <a:pt x="1021" y="3754"/>
                </a:lnTo>
                <a:lnTo>
                  <a:pt x="1026" y="3760"/>
                </a:lnTo>
                <a:lnTo>
                  <a:pt x="1024" y="3764"/>
                </a:lnTo>
                <a:lnTo>
                  <a:pt x="1017" y="3771"/>
                </a:lnTo>
                <a:lnTo>
                  <a:pt x="992" y="3781"/>
                </a:lnTo>
                <a:lnTo>
                  <a:pt x="977" y="3782"/>
                </a:lnTo>
                <a:lnTo>
                  <a:pt x="964" y="3784"/>
                </a:lnTo>
                <a:lnTo>
                  <a:pt x="946" y="3797"/>
                </a:lnTo>
                <a:lnTo>
                  <a:pt x="942" y="3817"/>
                </a:lnTo>
                <a:lnTo>
                  <a:pt x="951" y="3837"/>
                </a:lnTo>
                <a:lnTo>
                  <a:pt x="962" y="3846"/>
                </a:lnTo>
                <a:lnTo>
                  <a:pt x="966" y="3849"/>
                </a:lnTo>
                <a:lnTo>
                  <a:pt x="969" y="3859"/>
                </a:lnTo>
                <a:lnTo>
                  <a:pt x="963" y="3877"/>
                </a:lnTo>
                <a:lnTo>
                  <a:pt x="950" y="3893"/>
                </a:lnTo>
                <a:lnTo>
                  <a:pt x="931" y="3913"/>
                </a:lnTo>
                <a:lnTo>
                  <a:pt x="928" y="3925"/>
                </a:lnTo>
                <a:lnTo>
                  <a:pt x="939" y="3927"/>
                </a:lnTo>
                <a:lnTo>
                  <a:pt x="950" y="3927"/>
                </a:lnTo>
                <a:lnTo>
                  <a:pt x="968" y="3926"/>
                </a:lnTo>
                <a:lnTo>
                  <a:pt x="1004" y="3914"/>
                </a:lnTo>
                <a:lnTo>
                  <a:pt x="1032" y="3896"/>
                </a:lnTo>
                <a:lnTo>
                  <a:pt x="1043" y="3880"/>
                </a:lnTo>
                <a:lnTo>
                  <a:pt x="1045" y="3869"/>
                </a:lnTo>
                <a:lnTo>
                  <a:pt x="1043" y="3863"/>
                </a:lnTo>
                <a:lnTo>
                  <a:pt x="1042" y="3859"/>
                </a:lnTo>
                <a:lnTo>
                  <a:pt x="1045" y="3849"/>
                </a:lnTo>
                <a:lnTo>
                  <a:pt x="1058" y="3835"/>
                </a:lnTo>
                <a:lnTo>
                  <a:pt x="1075" y="3830"/>
                </a:lnTo>
                <a:lnTo>
                  <a:pt x="1092" y="3825"/>
                </a:lnTo>
                <a:lnTo>
                  <a:pt x="1114" y="3824"/>
                </a:lnTo>
                <a:lnTo>
                  <a:pt x="1121" y="3836"/>
                </a:lnTo>
                <a:lnTo>
                  <a:pt x="1117" y="3863"/>
                </a:lnTo>
                <a:lnTo>
                  <a:pt x="1111" y="3884"/>
                </a:lnTo>
                <a:lnTo>
                  <a:pt x="1106" y="3894"/>
                </a:lnTo>
                <a:lnTo>
                  <a:pt x="1094" y="3913"/>
                </a:lnTo>
                <a:lnTo>
                  <a:pt x="1069" y="3936"/>
                </a:lnTo>
                <a:lnTo>
                  <a:pt x="1022" y="3953"/>
                </a:lnTo>
                <a:lnTo>
                  <a:pt x="964" y="3957"/>
                </a:lnTo>
                <a:lnTo>
                  <a:pt x="931" y="3952"/>
                </a:lnTo>
                <a:lnTo>
                  <a:pt x="907" y="3949"/>
                </a:lnTo>
                <a:lnTo>
                  <a:pt x="878" y="3952"/>
                </a:lnTo>
                <a:lnTo>
                  <a:pt x="865" y="3958"/>
                </a:lnTo>
                <a:lnTo>
                  <a:pt x="863" y="3961"/>
                </a:lnTo>
                <a:lnTo>
                  <a:pt x="858" y="3969"/>
                </a:lnTo>
                <a:lnTo>
                  <a:pt x="865" y="3975"/>
                </a:lnTo>
                <a:lnTo>
                  <a:pt x="873" y="3972"/>
                </a:lnTo>
                <a:lnTo>
                  <a:pt x="884" y="3970"/>
                </a:lnTo>
                <a:lnTo>
                  <a:pt x="911" y="3975"/>
                </a:lnTo>
                <a:lnTo>
                  <a:pt x="923" y="3982"/>
                </a:lnTo>
                <a:lnTo>
                  <a:pt x="939" y="3992"/>
                </a:lnTo>
                <a:lnTo>
                  <a:pt x="939" y="4007"/>
                </a:lnTo>
                <a:lnTo>
                  <a:pt x="923" y="4018"/>
                </a:lnTo>
                <a:lnTo>
                  <a:pt x="911" y="4025"/>
                </a:lnTo>
                <a:lnTo>
                  <a:pt x="879" y="4031"/>
                </a:lnTo>
                <a:lnTo>
                  <a:pt x="866" y="4028"/>
                </a:lnTo>
                <a:lnTo>
                  <a:pt x="853" y="4026"/>
                </a:lnTo>
                <a:lnTo>
                  <a:pt x="838" y="4030"/>
                </a:lnTo>
                <a:lnTo>
                  <a:pt x="836" y="4034"/>
                </a:lnTo>
                <a:lnTo>
                  <a:pt x="836" y="4040"/>
                </a:lnTo>
                <a:lnTo>
                  <a:pt x="826" y="4071"/>
                </a:lnTo>
                <a:lnTo>
                  <a:pt x="817" y="4088"/>
                </a:lnTo>
                <a:lnTo>
                  <a:pt x="806" y="4109"/>
                </a:lnTo>
                <a:lnTo>
                  <a:pt x="803" y="4132"/>
                </a:lnTo>
                <a:lnTo>
                  <a:pt x="807" y="4143"/>
                </a:lnTo>
                <a:lnTo>
                  <a:pt x="811" y="4148"/>
                </a:lnTo>
                <a:lnTo>
                  <a:pt x="816" y="4152"/>
                </a:lnTo>
                <a:lnTo>
                  <a:pt x="820" y="4163"/>
                </a:lnTo>
                <a:lnTo>
                  <a:pt x="815" y="4182"/>
                </a:lnTo>
                <a:lnTo>
                  <a:pt x="803" y="4195"/>
                </a:lnTo>
                <a:lnTo>
                  <a:pt x="794" y="4203"/>
                </a:lnTo>
                <a:lnTo>
                  <a:pt x="779" y="4212"/>
                </a:lnTo>
                <a:lnTo>
                  <a:pt x="751" y="4213"/>
                </a:lnTo>
                <a:lnTo>
                  <a:pt x="722" y="4205"/>
                </a:lnTo>
                <a:lnTo>
                  <a:pt x="702" y="4197"/>
                </a:lnTo>
                <a:lnTo>
                  <a:pt x="679" y="4195"/>
                </a:lnTo>
                <a:lnTo>
                  <a:pt x="671" y="4198"/>
                </a:lnTo>
                <a:lnTo>
                  <a:pt x="670" y="4200"/>
                </a:lnTo>
                <a:lnTo>
                  <a:pt x="671" y="4207"/>
                </a:lnTo>
                <a:lnTo>
                  <a:pt x="687" y="4215"/>
                </a:lnTo>
                <a:lnTo>
                  <a:pt x="699" y="4217"/>
                </a:lnTo>
                <a:lnTo>
                  <a:pt x="709" y="4218"/>
                </a:lnTo>
                <a:lnTo>
                  <a:pt x="718" y="4228"/>
                </a:lnTo>
                <a:lnTo>
                  <a:pt x="716" y="4235"/>
                </a:lnTo>
                <a:lnTo>
                  <a:pt x="709" y="4243"/>
                </a:lnTo>
                <a:lnTo>
                  <a:pt x="695" y="4247"/>
                </a:lnTo>
                <a:lnTo>
                  <a:pt x="688" y="4244"/>
                </a:lnTo>
                <a:lnTo>
                  <a:pt x="680" y="4242"/>
                </a:lnTo>
                <a:lnTo>
                  <a:pt x="655" y="4255"/>
                </a:lnTo>
                <a:lnTo>
                  <a:pt x="641" y="4265"/>
                </a:lnTo>
                <a:lnTo>
                  <a:pt x="622" y="4285"/>
                </a:lnTo>
                <a:lnTo>
                  <a:pt x="621" y="4298"/>
                </a:lnTo>
                <a:lnTo>
                  <a:pt x="635" y="4302"/>
                </a:lnTo>
                <a:lnTo>
                  <a:pt x="648" y="4303"/>
                </a:lnTo>
                <a:lnTo>
                  <a:pt x="665" y="4308"/>
                </a:lnTo>
                <a:lnTo>
                  <a:pt x="686" y="4321"/>
                </a:lnTo>
                <a:lnTo>
                  <a:pt x="688" y="4327"/>
                </a:lnTo>
                <a:lnTo>
                  <a:pt x="686" y="4335"/>
                </a:lnTo>
                <a:lnTo>
                  <a:pt x="669" y="4341"/>
                </a:lnTo>
                <a:lnTo>
                  <a:pt x="656" y="4340"/>
                </a:lnTo>
                <a:lnTo>
                  <a:pt x="642" y="4338"/>
                </a:lnTo>
                <a:lnTo>
                  <a:pt x="622" y="4344"/>
                </a:lnTo>
                <a:lnTo>
                  <a:pt x="619" y="4349"/>
                </a:lnTo>
                <a:lnTo>
                  <a:pt x="616" y="4358"/>
                </a:lnTo>
                <a:lnTo>
                  <a:pt x="591" y="4385"/>
                </a:lnTo>
                <a:lnTo>
                  <a:pt x="572" y="4400"/>
                </a:lnTo>
                <a:lnTo>
                  <a:pt x="553" y="4415"/>
                </a:lnTo>
                <a:lnTo>
                  <a:pt x="528" y="4450"/>
                </a:lnTo>
                <a:lnTo>
                  <a:pt x="525" y="4463"/>
                </a:lnTo>
                <a:lnTo>
                  <a:pt x="525" y="4473"/>
                </a:lnTo>
                <a:lnTo>
                  <a:pt x="533" y="4485"/>
                </a:lnTo>
                <a:lnTo>
                  <a:pt x="545" y="4488"/>
                </a:lnTo>
                <a:lnTo>
                  <a:pt x="562" y="4482"/>
                </a:lnTo>
                <a:lnTo>
                  <a:pt x="572" y="4474"/>
                </a:lnTo>
                <a:lnTo>
                  <a:pt x="568" y="4482"/>
                </a:lnTo>
                <a:lnTo>
                  <a:pt x="512" y="4537"/>
                </a:lnTo>
                <a:lnTo>
                  <a:pt x="482" y="4569"/>
                </a:lnTo>
                <a:lnTo>
                  <a:pt x="435" y="4611"/>
                </a:lnTo>
                <a:lnTo>
                  <a:pt x="425" y="4615"/>
                </a:lnTo>
                <a:lnTo>
                  <a:pt x="418" y="4619"/>
                </a:lnTo>
                <a:lnTo>
                  <a:pt x="382" y="4650"/>
                </a:lnTo>
                <a:lnTo>
                  <a:pt x="358" y="4673"/>
                </a:lnTo>
                <a:lnTo>
                  <a:pt x="300" y="4732"/>
                </a:lnTo>
                <a:lnTo>
                  <a:pt x="346" y="4744"/>
                </a:lnTo>
                <a:lnTo>
                  <a:pt x="369" y="4751"/>
                </a:lnTo>
                <a:lnTo>
                  <a:pt x="362" y="4757"/>
                </a:lnTo>
                <a:lnTo>
                  <a:pt x="330" y="4759"/>
                </a:lnTo>
                <a:lnTo>
                  <a:pt x="306" y="4759"/>
                </a:lnTo>
                <a:lnTo>
                  <a:pt x="283" y="4753"/>
                </a:lnTo>
                <a:lnTo>
                  <a:pt x="277" y="4747"/>
                </a:lnTo>
                <a:lnTo>
                  <a:pt x="278" y="4744"/>
                </a:lnTo>
                <a:lnTo>
                  <a:pt x="281" y="4737"/>
                </a:lnTo>
                <a:lnTo>
                  <a:pt x="272" y="4723"/>
                </a:lnTo>
                <a:lnTo>
                  <a:pt x="262" y="4716"/>
                </a:lnTo>
                <a:lnTo>
                  <a:pt x="251" y="4714"/>
                </a:lnTo>
                <a:lnTo>
                  <a:pt x="236" y="4718"/>
                </a:lnTo>
                <a:lnTo>
                  <a:pt x="235" y="4724"/>
                </a:lnTo>
                <a:lnTo>
                  <a:pt x="234" y="4732"/>
                </a:lnTo>
                <a:lnTo>
                  <a:pt x="219" y="4741"/>
                </a:lnTo>
                <a:lnTo>
                  <a:pt x="208" y="4743"/>
                </a:lnTo>
                <a:lnTo>
                  <a:pt x="197" y="4741"/>
                </a:lnTo>
                <a:lnTo>
                  <a:pt x="182" y="4732"/>
                </a:lnTo>
                <a:lnTo>
                  <a:pt x="181" y="4724"/>
                </a:lnTo>
                <a:lnTo>
                  <a:pt x="179" y="4721"/>
                </a:lnTo>
                <a:lnTo>
                  <a:pt x="174" y="4716"/>
                </a:lnTo>
                <a:lnTo>
                  <a:pt x="154" y="4720"/>
                </a:lnTo>
                <a:lnTo>
                  <a:pt x="135" y="4727"/>
                </a:lnTo>
                <a:lnTo>
                  <a:pt x="116" y="4737"/>
                </a:lnTo>
                <a:lnTo>
                  <a:pt x="96" y="4752"/>
                </a:lnTo>
                <a:lnTo>
                  <a:pt x="93" y="4770"/>
                </a:lnTo>
                <a:lnTo>
                  <a:pt x="110" y="4796"/>
                </a:lnTo>
                <a:lnTo>
                  <a:pt x="126" y="4814"/>
                </a:lnTo>
                <a:lnTo>
                  <a:pt x="139" y="4831"/>
                </a:lnTo>
                <a:lnTo>
                  <a:pt x="151" y="4858"/>
                </a:lnTo>
                <a:lnTo>
                  <a:pt x="149" y="4876"/>
                </a:lnTo>
                <a:lnTo>
                  <a:pt x="132" y="4881"/>
                </a:lnTo>
                <a:lnTo>
                  <a:pt x="117" y="4876"/>
                </a:lnTo>
                <a:lnTo>
                  <a:pt x="111" y="4874"/>
                </a:lnTo>
                <a:lnTo>
                  <a:pt x="103" y="4874"/>
                </a:lnTo>
                <a:lnTo>
                  <a:pt x="99" y="4885"/>
                </a:lnTo>
                <a:lnTo>
                  <a:pt x="102" y="4901"/>
                </a:lnTo>
                <a:lnTo>
                  <a:pt x="104" y="4916"/>
                </a:lnTo>
                <a:lnTo>
                  <a:pt x="97" y="4944"/>
                </a:lnTo>
                <a:lnTo>
                  <a:pt x="88" y="4952"/>
                </a:lnTo>
                <a:lnTo>
                  <a:pt x="77" y="4958"/>
                </a:lnTo>
                <a:lnTo>
                  <a:pt x="72" y="4949"/>
                </a:lnTo>
                <a:lnTo>
                  <a:pt x="77" y="4936"/>
                </a:lnTo>
                <a:lnTo>
                  <a:pt x="82" y="4921"/>
                </a:lnTo>
                <a:lnTo>
                  <a:pt x="76" y="4909"/>
                </a:lnTo>
                <a:lnTo>
                  <a:pt x="67" y="4906"/>
                </a:lnTo>
                <a:lnTo>
                  <a:pt x="61" y="4906"/>
                </a:lnTo>
                <a:lnTo>
                  <a:pt x="49" y="4907"/>
                </a:lnTo>
                <a:lnTo>
                  <a:pt x="39" y="4921"/>
                </a:lnTo>
                <a:lnTo>
                  <a:pt x="42" y="4933"/>
                </a:lnTo>
                <a:lnTo>
                  <a:pt x="46" y="4945"/>
                </a:lnTo>
                <a:lnTo>
                  <a:pt x="36" y="4965"/>
                </a:lnTo>
                <a:lnTo>
                  <a:pt x="26" y="4971"/>
                </a:lnTo>
                <a:lnTo>
                  <a:pt x="13" y="4977"/>
                </a:lnTo>
                <a:lnTo>
                  <a:pt x="0" y="4997"/>
                </a:lnTo>
                <a:lnTo>
                  <a:pt x="3" y="5018"/>
                </a:lnTo>
                <a:lnTo>
                  <a:pt x="21" y="5031"/>
                </a:lnTo>
                <a:lnTo>
                  <a:pt x="36" y="5032"/>
                </a:lnTo>
                <a:lnTo>
                  <a:pt x="50" y="5033"/>
                </a:lnTo>
                <a:lnTo>
                  <a:pt x="71" y="5039"/>
                </a:lnTo>
                <a:lnTo>
                  <a:pt x="74" y="5045"/>
                </a:lnTo>
                <a:lnTo>
                  <a:pt x="80" y="5099"/>
                </a:lnTo>
                <a:lnTo>
                  <a:pt x="79" y="5159"/>
                </a:lnTo>
                <a:lnTo>
                  <a:pt x="74" y="5183"/>
                </a:lnTo>
                <a:lnTo>
                  <a:pt x="70" y="5188"/>
                </a:lnTo>
                <a:lnTo>
                  <a:pt x="64" y="5193"/>
                </a:lnTo>
                <a:lnTo>
                  <a:pt x="55" y="5204"/>
                </a:lnTo>
                <a:lnTo>
                  <a:pt x="52" y="5231"/>
                </a:lnTo>
                <a:lnTo>
                  <a:pt x="63" y="5276"/>
                </a:lnTo>
                <a:lnTo>
                  <a:pt x="90" y="5325"/>
                </a:lnTo>
                <a:lnTo>
                  <a:pt x="110" y="5349"/>
                </a:lnTo>
                <a:lnTo>
                  <a:pt x="133" y="5373"/>
                </a:lnTo>
                <a:lnTo>
                  <a:pt x="167" y="5403"/>
                </a:lnTo>
                <a:lnTo>
                  <a:pt x="185" y="5411"/>
                </a:lnTo>
                <a:lnTo>
                  <a:pt x="191" y="5410"/>
                </a:lnTo>
                <a:lnTo>
                  <a:pt x="195" y="5396"/>
                </a:lnTo>
                <a:lnTo>
                  <a:pt x="189" y="5378"/>
                </a:lnTo>
                <a:lnTo>
                  <a:pt x="187" y="5369"/>
                </a:lnTo>
                <a:lnTo>
                  <a:pt x="188" y="5354"/>
                </a:lnTo>
                <a:lnTo>
                  <a:pt x="196" y="5347"/>
                </a:lnTo>
                <a:lnTo>
                  <a:pt x="213" y="5344"/>
                </a:lnTo>
                <a:lnTo>
                  <a:pt x="226" y="5344"/>
                </a:lnTo>
                <a:lnTo>
                  <a:pt x="240" y="5344"/>
                </a:lnTo>
                <a:lnTo>
                  <a:pt x="259" y="5346"/>
                </a:lnTo>
                <a:lnTo>
                  <a:pt x="262" y="5353"/>
                </a:lnTo>
                <a:lnTo>
                  <a:pt x="253" y="5366"/>
                </a:lnTo>
                <a:lnTo>
                  <a:pt x="244" y="5376"/>
                </a:lnTo>
                <a:lnTo>
                  <a:pt x="237" y="5385"/>
                </a:lnTo>
                <a:lnTo>
                  <a:pt x="229" y="5400"/>
                </a:lnTo>
                <a:lnTo>
                  <a:pt x="228" y="5413"/>
                </a:lnTo>
                <a:lnTo>
                  <a:pt x="234" y="5423"/>
                </a:lnTo>
                <a:lnTo>
                  <a:pt x="250" y="5431"/>
                </a:lnTo>
                <a:lnTo>
                  <a:pt x="286" y="5425"/>
                </a:lnTo>
                <a:lnTo>
                  <a:pt x="308" y="5412"/>
                </a:lnTo>
                <a:lnTo>
                  <a:pt x="321" y="5402"/>
                </a:lnTo>
                <a:lnTo>
                  <a:pt x="324" y="5391"/>
                </a:lnTo>
                <a:lnTo>
                  <a:pt x="316" y="5383"/>
                </a:lnTo>
                <a:lnTo>
                  <a:pt x="309" y="5378"/>
                </a:lnTo>
                <a:lnTo>
                  <a:pt x="299" y="5370"/>
                </a:lnTo>
                <a:lnTo>
                  <a:pt x="297" y="5357"/>
                </a:lnTo>
                <a:lnTo>
                  <a:pt x="306" y="5351"/>
                </a:lnTo>
                <a:lnTo>
                  <a:pt x="313" y="5347"/>
                </a:lnTo>
                <a:lnTo>
                  <a:pt x="324" y="5350"/>
                </a:lnTo>
                <a:lnTo>
                  <a:pt x="325" y="5357"/>
                </a:lnTo>
                <a:lnTo>
                  <a:pt x="327" y="5364"/>
                </a:lnTo>
                <a:lnTo>
                  <a:pt x="343" y="5375"/>
                </a:lnTo>
                <a:lnTo>
                  <a:pt x="352" y="5376"/>
                </a:lnTo>
                <a:lnTo>
                  <a:pt x="363" y="5375"/>
                </a:lnTo>
                <a:lnTo>
                  <a:pt x="378" y="5366"/>
                </a:lnTo>
                <a:lnTo>
                  <a:pt x="380" y="5360"/>
                </a:lnTo>
                <a:lnTo>
                  <a:pt x="382" y="5352"/>
                </a:lnTo>
                <a:lnTo>
                  <a:pt x="398" y="5338"/>
                </a:lnTo>
                <a:lnTo>
                  <a:pt x="422" y="5328"/>
                </a:lnTo>
                <a:lnTo>
                  <a:pt x="443" y="5326"/>
                </a:lnTo>
                <a:lnTo>
                  <a:pt x="449" y="5331"/>
                </a:lnTo>
                <a:lnTo>
                  <a:pt x="451" y="5336"/>
                </a:lnTo>
                <a:lnTo>
                  <a:pt x="437" y="5356"/>
                </a:lnTo>
                <a:lnTo>
                  <a:pt x="423" y="5367"/>
                </a:lnTo>
                <a:lnTo>
                  <a:pt x="404" y="5383"/>
                </a:lnTo>
                <a:lnTo>
                  <a:pt x="406" y="5394"/>
                </a:lnTo>
                <a:lnTo>
                  <a:pt x="431" y="5395"/>
                </a:lnTo>
                <a:lnTo>
                  <a:pt x="447" y="5396"/>
                </a:lnTo>
                <a:lnTo>
                  <a:pt x="464" y="5406"/>
                </a:lnTo>
                <a:lnTo>
                  <a:pt x="470" y="5416"/>
                </a:lnTo>
                <a:lnTo>
                  <a:pt x="471" y="5423"/>
                </a:lnTo>
                <a:lnTo>
                  <a:pt x="471" y="5429"/>
                </a:lnTo>
                <a:lnTo>
                  <a:pt x="477" y="5437"/>
                </a:lnTo>
                <a:lnTo>
                  <a:pt x="494" y="5441"/>
                </a:lnTo>
                <a:lnTo>
                  <a:pt x="526" y="5434"/>
                </a:lnTo>
                <a:lnTo>
                  <a:pt x="560" y="5412"/>
                </a:lnTo>
                <a:lnTo>
                  <a:pt x="574" y="5396"/>
                </a:lnTo>
                <a:lnTo>
                  <a:pt x="583" y="5385"/>
                </a:lnTo>
                <a:lnTo>
                  <a:pt x="594" y="5377"/>
                </a:lnTo>
                <a:lnTo>
                  <a:pt x="597" y="5377"/>
                </a:lnTo>
                <a:lnTo>
                  <a:pt x="597" y="5379"/>
                </a:lnTo>
                <a:lnTo>
                  <a:pt x="600" y="5382"/>
                </a:lnTo>
                <a:lnTo>
                  <a:pt x="634" y="5356"/>
                </a:lnTo>
                <a:lnTo>
                  <a:pt x="659" y="5333"/>
                </a:lnTo>
                <a:lnTo>
                  <a:pt x="685" y="5307"/>
                </a:lnTo>
                <a:lnTo>
                  <a:pt x="740" y="5267"/>
                </a:lnTo>
                <a:lnTo>
                  <a:pt x="759" y="5259"/>
                </a:lnTo>
                <a:lnTo>
                  <a:pt x="776" y="5252"/>
                </a:lnTo>
                <a:lnTo>
                  <a:pt x="789" y="5244"/>
                </a:lnTo>
                <a:lnTo>
                  <a:pt x="791" y="5238"/>
                </a:lnTo>
                <a:lnTo>
                  <a:pt x="790" y="5235"/>
                </a:lnTo>
                <a:lnTo>
                  <a:pt x="787" y="5233"/>
                </a:lnTo>
                <a:lnTo>
                  <a:pt x="794" y="5223"/>
                </a:lnTo>
                <a:lnTo>
                  <a:pt x="820" y="5203"/>
                </a:lnTo>
                <a:lnTo>
                  <a:pt x="846" y="5188"/>
                </a:lnTo>
                <a:lnTo>
                  <a:pt x="869" y="5175"/>
                </a:lnTo>
                <a:lnTo>
                  <a:pt x="900" y="5160"/>
                </a:lnTo>
                <a:lnTo>
                  <a:pt x="919" y="5160"/>
                </a:lnTo>
                <a:lnTo>
                  <a:pt x="938" y="5172"/>
                </a:lnTo>
                <a:lnTo>
                  <a:pt x="950" y="5184"/>
                </a:lnTo>
                <a:lnTo>
                  <a:pt x="959" y="5195"/>
                </a:lnTo>
                <a:lnTo>
                  <a:pt x="971" y="5210"/>
                </a:lnTo>
                <a:lnTo>
                  <a:pt x="972" y="5221"/>
                </a:lnTo>
                <a:lnTo>
                  <a:pt x="963" y="5229"/>
                </a:lnTo>
                <a:lnTo>
                  <a:pt x="953" y="5235"/>
                </a:lnTo>
                <a:lnTo>
                  <a:pt x="940" y="5244"/>
                </a:lnTo>
                <a:lnTo>
                  <a:pt x="926" y="5261"/>
                </a:lnTo>
                <a:lnTo>
                  <a:pt x="926" y="5273"/>
                </a:lnTo>
                <a:lnTo>
                  <a:pt x="941" y="5277"/>
                </a:lnTo>
                <a:lnTo>
                  <a:pt x="955" y="5273"/>
                </a:lnTo>
                <a:lnTo>
                  <a:pt x="968" y="5269"/>
                </a:lnTo>
                <a:lnTo>
                  <a:pt x="976" y="5273"/>
                </a:lnTo>
                <a:lnTo>
                  <a:pt x="971" y="5282"/>
                </a:lnTo>
                <a:lnTo>
                  <a:pt x="965" y="5290"/>
                </a:lnTo>
                <a:lnTo>
                  <a:pt x="944" y="5301"/>
                </a:lnTo>
                <a:lnTo>
                  <a:pt x="922" y="5303"/>
                </a:lnTo>
                <a:lnTo>
                  <a:pt x="907" y="5296"/>
                </a:lnTo>
                <a:lnTo>
                  <a:pt x="906" y="5287"/>
                </a:lnTo>
                <a:lnTo>
                  <a:pt x="904" y="5282"/>
                </a:lnTo>
                <a:lnTo>
                  <a:pt x="884" y="5277"/>
                </a:lnTo>
                <a:lnTo>
                  <a:pt x="869" y="5281"/>
                </a:lnTo>
                <a:lnTo>
                  <a:pt x="861" y="5283"/>
                </a:lnTo>
                <a:lnTo>
                  <a:pt x="848" y="5291"/>
                </a:lnTo>
                <a:lnTo>
                  <a:pt x="839" y="5304"/>
                </a:lnTo>
                <a:lnTo>
                  <a:pt x="833" y="5320"/>
                </a:lnTo>
                <a:lnTo>
                  <a:pt x="833" y="5327"/>
                </a:lnTo>
                <a:lnTo>
                  <a:pt x="834" y="5341"/>
                </a:lnTo>
                <a:lnTo>
                  <a:pt x="839" y="5352"/>
                </a:lnTo>
                <a:lnTo>
                  <a:pt x="843" y="5354"/>
                </a:lnTo>
                <a:lnTo>
                  <a:pt x="846" y="5352"/>
                </a:lnTo>
                <a:lnTo>
                  <a:pt x="852" y="5349"/>
                </a:lnTo>
                <a:lnTo>
                  <a:pt x="872" y="5353"/>
                </a:lnTo>
                <a:lnTo>
                  <a:pt x="882" y="5362"/>
                </a:lnTo>
                <a:lnTo>
                  <a:pt x="894" y="5370"/>
                </a:lnTo>
                <a:lnTo>
                  <a:pt x="914" y="5372"/>
                </a:lnTo>
                <a:lnTo>
                  <a:pt x="920" y="5365"/>
                </a:lnTo>
                <a:lnTo>
                  <a:pt x="941" y="5346"/>
                </a:lnTo>
                <a:lnTo>
                  <a:pt x="983" y="5316"/>
                </a:lnTo>
                <a:lnTo>
                  <a:pt x="1007" y="5301"/>
                </a:lnTo>
                <a:lnTo>
                  <a:pt x="1027" y="5297"/>
                </a:lnTo>
                <a:lnTo>
                  <a:pt x="1032" y="5302"/>
                </a:lnTo>
                <a:lnTo>
                  <a:pt x="1032" y="5308"/>
                </a:lnTo>
                <a:lnTo>
                  <a:pt x="1032" y="5312"/>
                </a:lnTo>
                <a:lnTo>
                  <a:pt x="1024" y="5324"/>
                </a:lnTo>
                <a:lnTo>
                  <a:pt x="999" y="5345"/>
                </a:lnTo>
                <a:lnTo>
                  <a:pt x="977" y="5357"/>
                </a:lnTo>
                <a:lnTo>
                  <a:pt x="963" y="5362"/>
                </a:lnTo>
                <a:lnTo>
                  <a:pt x="944" y="5375"/>
                </a:lnTo>
                <a:lnTo>
                  <a:pt x="933" y="5388"/>
                </a:lnTo>
                <a:lnTo>
                  <a:pt x="931" y="5401"/>
                </a:lnTo>
                <a:lnTo>
                  <a:pt x="933" y="5409"/>
                </a:lnTo>
                <a:lnTo>
                  <a:pt x="937" y="5420"/>
                </a:lnTo>
                <a:lnTo>
                  <a:pt x="935" y="5429"/>
                </a:lnTo>
                <a:lnTo>
                  <a:pt x="931" y="5427"/>
                </a:lnTo>
                <a:lnTo>
                  <a:pt x="923" y="5423"/>
                </a:lnTo>
                <a:lnTo>
                  <a:pt x="898" y="5425"/>
                </a:lnTo>
                <a:lnTo>
                  <a:pt x="884" y="5433"/>
                </a:lnTo>
                <a:lnTo>
                  <a:pt x="868" y="5441"/>
                </a:lnTo>
                <a:lnTo>
                  <a:pt x="859" y="5457"/>
                </a:lnTo>
                <a:lnTo>
                  <a:pt x="861" y="5465"/>
                </a:lnTo>
                <a:lnTo>
                  <a:pt x="866" y="5471"/>
                </a:lnTo>
                <a:lnTo>
                  <a:pt x="870" y="5474"/>
                </a:lnTo>
                <a:lnTo>
                  <a:pt x="884" y="5476"/>
                </a:lnTo>
                <a:lnTo>
                  <a:pt x="913" y="5471"/>
                </a:lnTo>
                <a:lnTo>
                  <a:pt x="939" y="5460"/>
                </a:lnTo>
                <a:lnTo>
                  <a:pt x="969" y="5444"/>
                </a:lnTo>
                <a:lnTo>
                  <a:pt x="988" y="5442"/>
                </a:lnTo>
                <a:lnTo>
                  <a:pt x="990" y="5453"/>
                </a:lnTo>
                <a:lnTo>
                  <a:pt x="989" y="5463"/>
                </a:lnTo>
                <a:lnTo>
                  <a:pt x="987" y="5476"/>
                </a:lnTo>
                <a:lnTo>
                  <a:pt x="968" y="5499"/>
                </a:lnTo>
                <a:lnTo>
                  <a:pt x="938" y="5516"/>
                </a:lnTo>
                <a:lnTo>
                  <a:pt x="897" y="5525"/>
                </a:lnTo>
                <a:lnTo>
                  <a:pt x="875" y="5526"/>
                </a:lnTo>
                <a:lnTo>
                  <a:pt x="858" y="5528"/>
                </a:lnTo>
                <a:lnTo>
                  <a:pt x="841" y="5538"/>
                </a:lnTo>
                <a:lnTo>
                  <a:pt x="835" y="5549"/>
                </a:lnTo>
                <a:lnTo>
                  <a:pt x="835" y="5556"/>
                </a:lnTo>
                <a:lnTo>
                  <a:pt x="833" y="5590"/>
                </a:lnTo>
                <a:lnTo>
                  <a:pt x="824" y="5642"/>
                </a:lnTo>
                <a:lnTo>
                  <a:pt x="821" y="5660"/>
                </a:lnTo>
                <a:lnTo>
                  <a:pt x="820" y="5684"/>
                </a:lnTo>
                <a:lnTo>
                  <a:pt x="826" y="5695"/>
                </a:lnTo>
                <a:lnTo>
                  <a:pt x="839" y="5698"/>
                </a:lnTo>
                <a:lnTo>
                  <a:pt x="849" y="5697"/>
                </a:lnTo>
                <a:lnTo>
                  <a:pt x="857" y="5696"/>
                </a:lnTo>
                <a:lnTo>
                  <a:pt x="872" y="5688"/>
                </a:lnTo>
                <a:lnTo>
                  <a:pt x="890" y="5671"/>
                </a:lnTo>
                <a:lnTo>
                  <a:pt x="896" y="5653"/>
                </a:lnTo>
                <a:lnTo>
                  <a:pt x="902" y="5636"/>
                </a:lnTo>
                <a:lnTo>
                  <a:pt x="917" y="5619"/>
                </a:lnTo>
                <a:lnTo>
                  <a:pt x="928" y="5612"/>
                </a:lnTo>
                <a:lnTo>
                  <a:pt x="933" y="5612"/>
                </a:lnTo>
                <a:lnTo>
                  <a:pt x="946" y="5609"/>
                </a:lnTo>
                <a:lnTo>
                  <a:pt x="990" y="5582"/>
                </a:lnTo>
                <a:lnTo>
                  <a:pt x="1013" y="5561"/>
                </a:lnTo>
                <a:lnTo>
                  <a:pt x="1068" y="5511"/>
                </a:lnTo>
                <a:lnTo>
                  <a:pt x="1113" y="5476"/>
                </a:lnTo>
                <a:lnTo>
                  <a:pt x="1130" y="5469"/>
                </a:lnTo>
                <a:lnTo>
                  <a:pt x="1136" y="5469"/>
                </a:lnTo>
                <a:lnTo>
                  <a:pt x="1150" y="5470"/>
                </a:lnTo>
                <a:lnTo>
                  <a:pt x="1181" y="5462"/>
                </a:lnTo>
                <a:lnTo>
                  <a:pt x="1211" y="5446"/>
                </a:lnTo>
                <a:lnTo>
                  <a:pt x="1230" y="5428"/>
                </a:lnTo>
                <a:lnTo>
                  <a:pt x="1232" y="5420"/>
                </a:lnTo>
                <a:lnTo>
                  <a:pt x="1233" y="5409"/>
                </a:lnTo>
                <a:lnTo>
                  <a:pt x="1243" y="5396"/>
                </a:lnTo>
                <a:lnTo>
                  <a:pt x="1250" y="5395"/>
                </a:lnTo>
                <a:lnTo>
                  <a:pt x="1257" y="5392"/>
                </a:lnTo>
                <a:lnTo>
                  <a:pt x="1267" y="5377"/>
                </a:lnTo>
                <a:lnTo>
                  <a:pt x="1268" y="5367"/>
                </a:lnTo>
                <a:lnTo>
                  <a:pt x="1268" y="5356"/>
                </a:lnTo>
                <a:lnTo>
                  <a:pt x="1274" y="5344"/>
                </a:lnTo>
                <a:lnTo>
                  <a:pt x="1286" y="5341"/>
                </a:lnTo>
                <a:lnTo>
                  <a:pt x="1309" y="5350"/>
                </a:lnTo>
                <a:lnTo>
                  <a:pt x="1325" y="5358"/>
                </a:lnTo>
                <a:lnTo>
                  <a:pt x="1338" y="5365"/>
                </a:lnTo>
                <a:lnTo>
                  <a:pt x="1356" y="5367"/>
                </a:lnTo>
                <a:lnTo>
                  <a:pt x="1359" y="5363"/>
                </a:lnTo>
                <a:lnTo>
                  <a:pt x="1362" y="5356"/>
                </a:lnTo>
                <a:lnTo>
                  <a:pt x="1394" y="5337"/>
                </a:lnTo>
                <a:lnTo>
                  <a:pt x="1418" y="5327"/>
                </a:lnTo>
                <a:lnTo>
                  <a:pt x="1548" y="5281"/>
                </a:lnTo>
                <a:lnTo>
                  <a:pt x="1671" y="5228"/>
                </a:lnTo>
                <a:lnTo>
                  <a:pt x="1714" y="5202"/>
                </a:lnTo>
                <a:lnTo>
                  <a:pt x="1722" y="5194"/>
                </a:lnTo>
                <a:lnTo>
                  <a:pt x="1729" y="5183"/>
                </a:lnTo>
                <a:lnTo>
                  <a:pt x="1757" y="5166"/>
                </a:lnTo>
                <a:lnTo>
                  <a:pt x="1771" y="5164"/>
                </a:lnTo>
                <a:lnTo>
                  <a:pt x="1806" y="5159"/>
                </a:lnTo>
                <a:lnTo>
                  <a:pt x="1848" y="5148"/>
                </a:lnTo>
                <a:lnTo>
                  <a:pt x="1873" y="5143"/>
                </a:lnTo>
                <a:lnTo>
                  <a:pt x="1883" y="5145"/>
                </a:lnTo>
                <a:lnTo>
                  <a:pt x="1879" y="5153"/>
                </a:lnTo>
                <a:lnTo>
                  <a:pt x="1872" y="5161"/>
                </a:lnTo>
                <a:lnTo>
                  <a:pt x="1861" y="5173"/>
                </a:lnTo>
                <a:lnTo>
                  <a:pt x="1849" y="5193"/>
                </a:lnTo>
                <a:lnTo>
                  <a:pt x="1851" y="5207"/>
                </a:lnTo>
                <a:lnTo>
                  <a:pt x="1864" y="5210"/>
                </a:lnTo>
                <a:lnTo>
                  <a:pt x="1875" y="5206"/>
                </a:lnTo>
                <a:lnTo>
                  <a:pt x="1887" y="5203"/>
                </a:lnTo>
                <a:lnTo>
                  <a:pt x="1909" y="5214"/>
                </a:lnTo>
                <a:lnTo>
                  <a:pt x="1918" y="5226"/>
                </a:lnTo>
                <a:lnTo>
                  <a:pt x="1925" y="5238"/>
                </a:lnTo>
                <a:lnTo>
                  <a:pt x="1936" y="5242"/>
                </a:lnTo>
                <a:lnTo>
                  <a:pt x="1943" y="5238"/>
                </a:lnTo>
                <a:lnTo>
                  <a:pt x="1946" y="5233"/>
                </a:lnTo>
                <a:lnTo>
                  <a:pt x="1950" y="5225"/>
                </a:lnTo>
                <a:lnTo>
                  <a:pt x="1946" y="5214"/>
                </a:lnTo>
                <a:lnTo>
                  <a:pt x="1939" y="5213"/>
                </a:lnTo>
                <a:lnTo>
                  <a:pt x="1934" y="5213"/>
                </a:lnTo>
                <a:lnTo>
                  <a:pt x="1929" y="5209"/>
                </a:lnTo>
                <a:lnTo>
                  <a:pt x="1930" y="5194"/>
                </a:lnTo>
                <a:lnTo>
                  <a:pt x="1939" y="5177"/>
                </a:lnTo>
                <a:lnTo>
                  <a:pt x="1951" y="5160"/>
                </a:lnTo>
                <a:lnTo>
                  <a:pt x="2004" y="5122"/>
                </a:lnTo>
                <a:lnTo>
                  <a:pt x="2069" y="5089"/>
                </a:lnTo>
                <a:lnTo>
                  <a:pt x="2110" y="5075"/>
                </a:lnTo>
                <a:lnTo>
                  <a:pt x="2131" y="5073"/>
                </a:lnTo>
                <a:lnTo>
                  <a:pt x="2136" y="5075"/>
                </a:lnTo>
                <a:lnTo>
                  <a:pt x="2144" y="5078"/>
                </a:lnTo>
                <a:lnTo>
                  <a:pt x="2157" y="5075"/>
                </a:lnTo>
                <a:lnTo>
                  <a:pt x="2160" y="5069"/>
                </a:lnTo>
                <a:lnTo>
                  <a:pt x="2164" y="5061"/>
                </a:lnTo>
                <a:lnTo>
                  <a:pt x="2180" y="5062"/>
                </a:lnTo>
                <a:lnTo>
                  <a:pt x="2193" y="5070"/>
                </a:lnTo>
                <a:lnTo>
                  <a:pt x="2200" y="5075"/>
                </a:lnTo>
                <a:lnTo>
                  <a:pt x="2209" y="5084"/>
                </a:lnTo>
                <a:lnTo>
                  <a:pt x="2206" y="5096"/>
                </a:lnTo>
                <a:lnTo>
                  <a:pt x="2187" y="5107"/>
                </a:lnTo>
                <a:lnTo>
                  <a:pt x="2175" y="5114"/>
                </a:lnTo>
                <a:lnTo>
                  <a:pt x="2166" y="5132"/>
                </a:lnTo>
                <a:lnTo>
                  <a:pt x="2170" y="5148"/>
                </a:lnTo>
                <a:lnTo>
                  <a:pt x="2187" y="5158"/>
                </a:lnTo>
                <a:lnTo>
                  <a:pt x="2202" y="5159"/>
                </a:lnTo>
                <a:lnTo>
                  <a:pt x="2212" y="5158"/>
                </a:lnTo>
                <a:lnTo>
                  <a:pt x="2221" y="5144"/>
                </a:lnTo>
                <a:lnTo>
                  <a:pt x="2218" y="5132"/>
                </a:lnTo>
                <a:lnTo>
                  <a:pt x="2214" y="5119"/>
                </a:lnTo>
                <a:lnTo>
                  <a:pt x="2222" y="5111"/>
                </a:lnTo>
                <a:lnTo>
                  <a:pt x="2236" y="5115"/>
                </a:lnTo>
                <a:lnTo>
                  <a:pt x="2251" y="5120"/>
                </a:lnTo>
                <a:lnTo>
                  <a:pt x="2262" y="5120"/>
                </a:lnTo>
                <a:lnTo>
                  <a:pt x="2265" y="5115"/>
                </a:lnTo>
                <a:lnTo>
                  <a:pt x="2261" y="5104"/>
                </a:lnTo>
                <a:lnTo>
                  <a:pt x="2242" y="5081"/>
                </a:lnTo>
                <a:lnTo>
                  <a:pt x="2226" y="5064"/>
                </a:lnTo>
                <a:lnTo>
                  <a:pt x="2205" y="5047"/>
                </a:lnTo>
                <a:lnTo>
                  <a:pt x="2199" y="5037"/>
                </a:lnTo>
                <a:lnTo>
                  <a:pt x="2208" y="5037"/>
                </a:lnTo>
                <a:lnTo>
                  <a:pt x="2217" y="5039"/>
                </a:lnTo>
                <a:lnTo>
                  <a:pt x="2230" y="5041"/>
                </a:lnTo>
                <a:lnTo>
                  <a:pt x="2243" y="5037"/>
                </a:lnTo>
                <a:lnTo>
                  <a:pt x="2247" y="5028"/>
                </a:lnTo>
                <a:lnTo>
                  <a:pt x="2247" y="5023"/>
                </a:lnTo>
                <a:lnTo>
                  <a:pt x="2248" y="5012"/>
                </a:lnTo>
                <a:lnTo>
                  <a:pt x="2264" y="4997"/>
                </a:lnTo>
                <a:lnTo>
                  <a:pt x="2274" y="4996"/>
                </a:lnTo>
                <a:lnTo>
                  <a:pt x="2285" y="4997"/>
                </a:lnTo>
                <a:lnTo>
                  <a:pt x="2301" y="5008"/>
                </a:lnTo>
                <a:lnTo>
                  <a:pt x="2302" y="5015"/>
                </a:lnTo>
                <a:lnTo>
                  <a:pt x="2303" y="5022"/>
                </a:lnTo>
                <a:lnTo>
                  <a:pt x="2313" y="5026"/>
                </a:lnTo>
                <a:lnTo>
                  <a:pt x="2320" y="5023"/>
                </a:lnTo>
                <a:lnTo>
                  <a:pt x="2330" y="5018"/>
                </a:lnTo>
                <a:lnTo>
                  <a:pt x="2339" y="5019"/>
                </a:lnTo>
                <a:lnTo>
                  <a:pt x="2334" y="5033"/>
                </a:lnTo>
                <a:lnTo>
                  <a:pt x="2319" y="5051"/>
                </a:lnTo>
                <a:lnTo>
                  <a:pt x="2307" y="5061"/>
                </a:lnTo>
                <a:lnTo>
                  <a:pt x="2297" y="5069"/>
                </a:lnTo>
                <a:lnTo>
                  <a:pt x="2291" y="5078"/>
                </a:lnTo>
                <a:lnTo>
                  <a:pt x="2315" y="5083"/>
                </a:lnTo>
                <a:lnTo>
                  <a:pt x="2365" y="5079"/>
                </a:lnTo>
                <a:lnTo>
                  <a:pt x="2401" y="5075"/>
                </a:lnTo>
                <a:lnTo>
                  <a:pt x="2443" y="5064"/>
                </a:lnTo>
                <a:lnTo>
                  <a:pt x="2458" y="5056"/>
                </a:lnTo>
                <a:lnTo>
                  <a:pt x="2462" y="5052"/>
                </a:lnTo>
                <a:lnTo>
                  <a:pt x="2466" y="5044"/>
                </a:lnTo>
                <a:lnTo>
                  <a:pt x="2488" y="5033"/>
                </a:lnTo>
                <a:lnTo>
                  <a:pt x="2501" y="5032"/>
                </a:lnTo>
                <a:lnTo>
                  <a:pt x="2515" y="5031"/>
                </a:lnTo>
                <a:lnTo>
                  <a:pt x="2540" y="5021"/>
                </a:lnTo>
                <a:lnTo>
                  <a:pt x="2546" y="5014"/>
                </a:lnTo>
                <a:lnTo>
                  <a:pt x="2556" y="5002"/>
                </a:lnTo>
                <a:lnTo>
                  <a:pt x="2580" y="4994"/>
                </a:lnTo>
                <a:lnTo>
                  <a:pt x="2603" y="5002"/>
                </a:lnTo>
                <a:lnTo>
                  <a:pt x="2618" y="5025"/>
                </a:lnTo>
                <a:lnTo>
                  <a:pt x="2620" y="5041"/>
                </a:lnTo>
                <a:lnTo>
                  <a:pt x="2620" y="5057"/>
                </a:lnTo>
                <a:lnTo>
                  <a:pt x="2611" y="5079"/>
                </a:lnTo>
                <a:lnTo>
                  <a:pt x="2593" y="5088"/>
                </a:lnTo>
                <a:lnTo>
                  <a:pt x="2575" y="5082"/>
                </a:lnTo>
                <a:lnTo>
                  <a:pt x="2566" y="5070"/>
                </a:lnTo>
                <a:lnTo>
                  <a:pt x="2563" y="5065"/>
                </a:lnTo>
                <a:lnTo>
                  <a:pt x="2553" y="5061"/>
                </a:lnTo>
                <a:lnTo>
                  <a:pt x="2532" y="5060"/>
                </a:lnTo>
                <a:lnTo>
                  <a:pt x="2500" y="5071"/>
                </a:lnTo>
                <a:lnTo>
                  <a:pt x="2469" y="5093"/>
                </a:lnTo>
                <a:lnTo>
                  <a:pt x="2459" y="5107"/>
                </a:lnTo>
                <a:lnTo>
                  <a:pt x="2447" y="5121"/>
                </a:lnTo>
                <a:lnTo>
                  <a:pt x="2412" y="5139"/>
                </a:lnTo>
                <a:lnTo>
                  <a:pt x="2391" y="5140"/>
                </a:lnTo>
                <a:lnTo>
                  <a:pt x="2366" y="5143"/>
                </a:lnTo>
                <a:lnTo>
                  <a:pt x="2306" y="5157"/>
                </a:lnTo>
                <a:lnTo>
                  <a:pt x="2251" y="5181"/>
                </a:lnTo>
                <a:lnTo>
                  <a:pt x="2222" y="5199"/>
                </a:lnTo>
                <a:lnTo>
                  <a:pt x="2212" y="5210"/>
                </a:lnTo>
                <a:lnTo>
                  <a:pt x="2211" y="5215"/>
                </a:lnTo>
                <a:lnTo>
                  <a:pt x="2212" y="5221"/>
                </a:lnTo>
                <a:lnTo>
                  <a:pt x="2222" y="5225"/>
                </a:lnTo>
                <a:lnTo>
                  <a:pt x="2229" y="5222"/>
                </a:lnTo>
                <a:lnTo>
                  <a:pt x="2236" y="5220"/>
                </a:lnTo>
                <a:lnTo>
                  <a:pt x="2246" y="5228"/>
                </a:lnTo>
                <a:lnTo>
                  <a:pt x="2247" y="5238"/>
                </a:lnTo>
                <a:lnTo>
                  <a:pt x="2246" y="5250"/>
                </a:lnTo>
                <a:lnTo>
                  <a:pt x="2231" y="5266"/>
                </a:lnTo>
                <a:lnTo>
                  <a:pt x="2220" y="5267"/>
                </a:lnTo>
                <a:lnTo>
                  <a:pt x="2209" y="5269"/>
                </a:lnTo>
                <a:lnTo>
                  <a:pt x="2194" y="5279"/>
                </a:lnTo>
                <a:lnTo>
                  <a:pt x="2193" y="5287"/>
                </a:lnTo>
                <a:lnTo>
                  <a:pt x="2194" y="5291"/>
                </a:lnTo>
                <a:lnTo>
                  <a:pt x="2200" y="5298"/>
                </a:lnTo>
                <a:lnTo>
                  <a:pt x="2221" y="5300"/>
                </a:lnTo>
                <a:lnTo>
                  <a:pt x="2244" y="5295"/>
                </a:lnTo>
                <a:lnTo>
                  <a:pt x="2286" y="5284"/>
                </a:lnTo>
                <a:lnTo>
                  <a:pt x="2310" y="5278"/>
                </a:lnTo>
                <a:lnTo>
                  <a:pt x="2344" y="5269"/>
                </a:lnTo>
                <a:lnTo>
                  <a:pt x="2416" y="5242"/>
                </a:lnTo>
                <a:lnTo>
                  <a:pt x="2451" y="5228"/>
                </a:lnTo>
                <a:lnTo>
                  <a:pt x="2492" y="5219"/>
                </a:lnTo>
                <a:lnTo>
                  <a:pt x="2509" y="5219"/>
                </a:lnTo>
                <a:lnTo>
                  <a:pt x="2514" y="5221"/>
                </a:lnTo>
                <a:lnTo>
                  <a:pt x="2516" y="5224"/>
                </a:lnTo>
                <a:lnTo>
                  <a:pt x="2509" y="5231"/>
                </a:lnTo>
                <a:lnTo>
                  <a:pt x="2501" y="5232"/>
                </a:lnTo>
                <a:lnTo>
                  <a:pt x="2490" y="5233"/>
                </a:lnTo>
                <a:lnTo>
                  <a:pt x="2467" y="5249"/>
                </a:lnTo>
                <a:lnTo>
                  <a:pt x="2445" y="5275"/>
                </a:lnTo>
                <a:lnTo>
                  <a:pt x="2430" y="5303"/>
                </a:lnTo>
                <a:lnTo>
                  <a:pt x="2429" y="5316"/>
                </a:lnTo>
                <a:lnTo>
                  <a:pt x="2429" y="5322"/>
                </a:lnTo>
                <a:lnTo>
                  <a:pt x="2437" y="5327"/>
                </a:lnTo>
                <a:lnTo>
                  <a:pt x="2466" y="5324"/>
                </a:lnTo>
                <a:lnTo>
                  <a:pt x="2503" y="5313"/>
                </a:lnTo>
                <a:lnTo>
                  <a:pt x="2536" y="5302"/>
                </a:lnTo>
                <a:lnTo>
                  <a:pt x="2594" y="5287"/>
                </a:lnTo>
                <a:lnTo>
                  <a:pt x="2612" y="5286"/>
                </a:lnTo>
                <a:lnTo>
                  <a:pt x="2626" y="5285"/>
                </a:lnTo>
                <a:lnTo>
                  <a:pt x="2644" y="5274"/>
                </a:lnTo>
                <a:lnTo>
                  <a:pt x="2646" y="5265"/>
                </a:lnTo>
                <a:lnTo>
                  <a:pt x="2646" y="5261"/>
                </a:lnTo>
                <a:lnTo>
                  <a:pt x="2654" y="5254"/>
                </a:lnTo>
                <a:lnTo>
                  <a:pt x="2677" y="5250"/>
                </a:lnTo>
                <a:lnTo>
                  <a:pt x="2701" y="5253"/>
                </a:lnTo>
                <a:lnTo>
                  <a:pt x="2716" y="5256"/>
                </a:lnTo>
                <a:lnTo>
                  <a:pt x="2739" y="5254"/>
                </a:lnTo>
                <a:lnTo>
                  <a:pt x="2752" y="5246"/>
                </a:lnTo>
                <a:lnTo>
                  <a:pt x="2761" y="5226"/>
                </a:lnTo>
                <a:lnTo>
                  <a:pt x="2764" y="5211"/>
                </a:lnTo>
                <a:lnTo>
                  <a:pt x="2770" y="5190"/>
                </a:lnTo>
                <a:lnTo>
                  <a:pt x="2782" y="5172"/>
                </a:lnTo>
                <a:lnTo>
                  <a:pt x="2793" y="5169"/>
                </a:lnTo>
                <a:lnTo>
                  <a:pt x="2799" y="5170"/>
                </a:lnTo>
                <a:lnTo>
                  <a:pt x="2809" y="5172"/>
                </a:lnTo>
                <a:lnTo>
                  <a:pt x="2834" y="5162"/>
                </a:lnTo>
                <a:lnTo>
                  <a:pt x="2843" y="5151"/>
                </a:lnTo>
                <a:lnTo>
                  <a:pt x="2850" y="5145"/>
                </a:lnTo>
                <a:lnTo>
                  <a:pt x="2863" y="5136"/>
                </a:lnTo>
                <a:lnTo>
                  <a:pt x="2887" y="5134"/>
                </a:lnTo>
                <a:lnTo>
                  <a:pt x="2908" y="5140"/>
                </a:lnTo>
                <a:lnTo>
                  <a:pt x="2930" y="5148"/>
                </a:lnTo>
                <a:lnTo>
                  <a:pt x="2978" y="5148"/>
                </a:lnTo>
                <a:lnTo>
                  <a:pt x="3028" y="5135"/>
                </a:lnTo>
                <a:lnTo>
                  <a:pt x="3076" y="5107"/>
                </a:lnTo>
                <a:lnTo>
                  <a:pt x="3099" y="5086"/>
                </a:lnTo>
                <a:lnTo>
                  <a:pt x="3112" y="5075"/>
                </a:lnTo>
                <a:lnTo>
                  <a:pt x="3138" y="5057"/>
                </a:lnTo>
                <a:lnTo>
                  <a:pt x="3163" y="5046"/>
                </a:lnTo>
                <a:lnTo>
                  <a:pt x="3187" y="5041"/>
                </a:lnTo>
                <a:lnTo>
                  <a:pt x="3199" y="5041"/>
                </a:lnTo>
                <a:lnTo>
                  <a:pt x="3211" y="5041"/>
                </a:lnTo>
                <a:lnTo>
                  <a:pt x="3232" y="5039"/>
                </a:lnTo>
                <a:lnTo>
                  <a:pt x="3249" y="5031"/>
                </a:lnTo>
                <a:lnTo>
                  <a:pt x="3264" y="5016"/>
                </a:lnTo>
                <a:lnTo>
                  <a:pt x="3272" y="5007"/>
                </a:lnTo>
                <a:lnTo>
                  <a:pt x="3289" y="4986"/>
                </a:lnTo>
                <a:lnTo>
                  <a:pt x="3368" y="4931"/>
                </a:lnTo>
                <a:lnTo>
                  <a:pt x="3417" y="4903"/>
                </a:lnTo>
                <a:lnTo>
                  <a:pt x="3464" y="4877"/>
                </a:lnTo>
                <a:lnTo>
                  <a:pt x="3528" y="4838"/>
                </a:lnTo>
                <a:lnTo>
                  <a:pt x="3534" y="4829"/>
                </a:lnTo>
                <a:lnTo>
                  <a:pt x="3536" y="4823"/>
                </a:lnTo>
                <a:lnTo>
                  <a:pt x="3548" y="4815"/>
                </a:lnTo>
                <a:lnTo>
                  <a:pt x="3558" y="4814"/>
                </a:lnTo>
                <a:lnTo>
                  <a:pt x="3585" y="4808"/>
                </a:lnTo>
                <a:lnTo>
                  <a:pt x="3629" y="4789"/>
                </a:lnTo>
                <a:lnTo>
                  <a:pt x="3645" y="4781"/>
                </a:lnTo>
                <a:lnTo>
                  <a:pt x="3667" y="4772"/>
                </a:lnTo>
                <a:lnTo>
                  <a:pt x="3681" y="4774"/>
                </a:lnTo>
                <a:lnTo>
                  <a:pt x="3692" y="4787"/>
                </a:lnTo>
                <a:lnTo>
                  <a:pt x="3697" y="4798"/>
                </a:lnTo>
                <a:lnTo>
                  <a:pt x="3707" y="4812"/>
                </a:lnTo>
                <a:lnTo>
                  <a:pt x="3731" y="4831"/>
                </a:lnTo>
                <a:lnTo>
                  <a:pt x="3741" y="4833"/>
                </a:lnTo>
                <a:lnTo>
                  <a:pt x="3757" y="4831"/>
                </a:lnTo>
                <a:lnTo>
                  <a:pt x="3796" y="4809"/>
                </a:lnTo>
                <a:lnTo>
                  <a:pt x="3833" y="4774"/>
                </a:lnTo>
                <a:lnTo>
                  <a:pt x="3859" y="4736"/>
                </a:lnTo>
                <a:lnTo>
                  <a:pt x="3865" y="4719"/>
                </a:lnTo>
                <a:lnTo>
                  <a:pt x="3868" y="4700"/>
                </a:lnTo>
                <a:lnTo>
                  <a:pt x="3887" y="4681"/>
                </a:lnTo>
                <a:lnTo>
                  <a:pt x="3907" y="4681"/>
                </a:lnTo>
                <a:lnTo>
                  <a:pt x="3921" y="4700"/>
                </a:lnTo>
                <a:lnTo>
                  <a:pt x="3922" y="4719"/>
                </a:lnTo>
                <a:lnTo>
                  <a:pt x="3922" y="4731"/>
                </a:lnTo>
                <a:lnTo>
                  <a:pt x="3927" y="4747"/>
                </a:lnTo>
                <a:lnTo>
                  <a:pt x="3937" y="4756"/>
                </a:lnTo>
                <a:lnTo>
                  <a:pt x="3954" y="4760"/>
                </a:lnTo>
                <a:lnTo>
                  <a:pt x="3966" y="4760"/>
                </a:lnTo>
                <a:lnTo>
                  <a:pt x="3981" y="4760"/>
                </a:lnTo>
                <a:lnTo>
                  <a:pt x="3993" y="4763"/>
                </a:lnTo>
                <a:lnTo>
                  <a:pt x="3995" y="4768"/>
                </a:lnTo>
                <a:lnTo>
                  <a:pt x="3982" y="4789"/>
                </a:lnTo>
                <a:lnTo>
                  <a:pt x="3941" y="4836"/>
                </a:lnTo>
                <a:lnTo>
                  <a:pt x="3916" y="4865"/>
                </a:lnTo>
                <a:lnTo>
                  <a:pt x="3897" y="4898"/>
                </a:lnTo>
                <a:lnTo>
                  <a:pt x="3893" y="4912"/>
                </a:lnTo>
                <a:lnTo>
                  <a:pt x="3896" y="4921"/>
                </a:lnTo>
                <a:lnTo>
                  <a:pt x="3907" y="4922"/>
                </a:lnTo>
                <a:lnTo>
                  <a:pt x="3934" y="4910"/>
                </a:lnTo>
                <a:lnTo>
                  <a:pt x="3963" y="4889"/>
                </a:lnTo>
                <a:lnTo>
                  <a:pt x="3988" y="4871"/>
                </a:lnTo>
                <a:lnTo>
                  <a:pt x="4014" y="4862"/>
                </a:lnTo>
                <a:lnTo>
                  <a:pt x="4028" y="4866"/>
                </a:lnTo>
                <a:lnTo>
                  <a:pt x="4034" y="4871"/>
                </a:lnTo>
                <a:lnTo>
                  <a:pt x="4045" y="4877"/>
                </a:lnTo>
                <a:lnTo>
                  <a:pt x="4056" y="4881"/>
                </a:lnTo>
                <a:lnTo>
                  <a:pt x="4059" y="4877"/>
                </a:lnTo>
                <a:lnTo>
                  <a:pt x="4061" y="4874"/>
                </a:lnTo>
                <a:lnTo>
                  <a:pt x="4063" y="4866"/>
                </a:lnTo>
                <a:lnTo>
                  <a:pt x="4089" y="4846"/>
                </a:lnTo>
                <a:lnTo>
                  <a:pt x="4126" y="4827"/>
                </a:lnTo>
                <a:lnTo>
                  <a:pt x="4156" y="4819"/>
                </a:lnTo>
                <a:lnTo>
                  <a:pt x="4164" y="4822"/>
                </a:lnTo>
                <a:lnTo>
                  <a:pt x="4163" y="4827"/>
                </a:lnTo>
                <a:lnTo>
                  <a:pt x="4135" y="4862"/>
                </a:lnTo>
                <a:lnTo>
                  <a:pt x="4111" y="4884"/>
                </a:lnTo>
                <a:lnTo>
                  <a:pt x="3980" y="5001"/>
                </a:lnTo>
                <a:lnTo>
                  <a:pt x="3913" y="5071"/>
                </a:lnTo>
                <a:lnTo>
                  <a:pt x="3918" y="5081"/>
                </a:lnTo>
                <a:lnTo>
                  <a:pt x="3933" y="5077"/>
                </a:lnTo>
                <a:lnTo>
                  <a:pt x="3954" y="5070"/>
                </a:lnTo>
                <a:lnTo>
                  <a:pt x="4003" y="5040"/>
                </a:lnTo>
                <a:lnTo>
                  <a:pt x="4024" y="5023"/>
                </a:lnTo>
                <a:lnTo>
                  <a:pt x="4071" y="4984"/>
                </a:lnTo>
                <a:lnTo>
                  <a:pt x="4124" y="4949"/>
                </a:lnTo>
                <a:lnTo>
                  <a:pt x="4175" y="4915"/>
                </a:lnTo>
                <a:lnTo>
                  <a:pt x="4219" y="4879"/>
                </a:lnTo>
                <a:lnTo>
                  <a:pt x="4237" y="4864"/>
                </a:lnTo>
                <a:lnTo>
                  <a:pt x="4264" y="4846"/>
                </a:lnTo>
                <a:lnTo>
                  <a:pt x="4270" y="4846"/>
                </a:lnTo>
                <a:lnTo>
                  <a:pt x="4278" y="4850"/>
                </a:lnTo>
                <a:lnTo>
                  <a:pt x="4289" y="4852"/>
                </a:lnTo>
                <a:lnTo>
                  <a:pt x="4292" y="4848"/>
                </a:lnTo>
                <a:lnTo>
                  <a:pt x="4287" y="4839"/>
                </a:lnTo>
                <a:lnTo>
                  <a:pt x="4279" y="4835"/>
                </a:lnTo>
                <a:lnTo>
                  <a:pt x="4270" y="4827"/>
                </a:lnTo>
                <a:lnTo>
                  <a:pt x="4264" y="4807"/>
                </a:lnTo>
                <a:lnTo>
                  <a:pt x="4267" y="4798"/>
                </a:lnTo>
                <a:lnTo>
                  <a:pt x="4274" y="4790"/>
                </a:lnTo>
                <a:lnTo>
                  <a:pt x="4294" y="4781"/>
                </a:lnTo>
                <a:lnTo>
                  <a:pt x="4316" y="4778"/>
                </a:lnTo>
                <a:lnTo>
                  <a:pt x="4330" y="4785"/>
                </a:lnTo>
                <a:lnTo>
                  <a:pt x="4330" y="4791"/>
                </a:lnTo>
                <a:lnTo>
                  <a:pt x="4329" y="4804"/>
                </a:lnTo>
                <a:lnTo>
                  <a:pt x="4331" y="4819"/>
                </a:lnTo>
                <a:lnTo>
                  <a:pt x="4340" y="4820"/>
                </a:lnTo>
                <a:lnTo>
                  <a:pt x="4356" y="4808"/>
                </a:lnTo>
                <a:lnTo>
                  <a:pt x="4368" y="4797"/>
                </a:lnTo>
                <a:lnTo>
                  <a:pt x="4383" y="4781"/>
                </a:lnTo>
                <a:lnTo>
                  <a:pt x="4400" y="4750"/>
                </a:lnTo>
                <a:lnTo>
                  <a:pt x="4401" y="4740"/>
                </a:lnTo>
                <a:lnTo>
                  <a:pt x="4399" y="4728"/>
                </a:lnTo>
                <a:lnTo>
                  <a:pt x="4409" y="4714"/>
                </a:lnTo>
                <a:lnTo>
                  <a:pt x="4426" y="4713"/>
                </a:lnTo>
                <a:lnTo>
                  <a:pt x="4441" y="4725"/>
                </a:lnTo>
                <a:lnTo>
                  <a:pt x="4447" y="4737"/>
                </a:lnTo>
                <a:lnTo>
                  <a:pt x="4451" y="4756"/>
                </a:lnTo>
                <a:lnTo>
                  <a:pt x="4455" y="4756"/>
                </a:lnTo>
                <a:lnTo>
                  <a:pt x="4458" y="4737"/>
                </a:lnTo>
                <a:lnTo>
                  <a:pt x="4459" y="4730"/>
                </a:lnTo>
                <a:lnTo>
                  <a:pt x="4464" y="4719"/>
                </a:lnTo>
                <a:lnTo>
                  <a:pt x="4482" y="4708"/>
                </a:lnTo>
                <a:lnTo>
                  <a:pt x="4499" y="4706"/>
                </a:lnTo>
                <a:lnTo>
                  <a:pt x="4519" y="4706"/>
                </a:lnTo>
                <a:lnTo>
                  <a:pt x="4527" y="4698"/>
                </a:lnTo>
                <a:lnTo>
                  <a:pt x="4523" y="4690"/>
                </a:lnTo>
                <a:lnTo>
                  <a:pt x="4517" y="4684"/>
                </a:lnTo>
                <a:lnTo>
                  <a:pt x="4507" y="4673"/>
                </a:lnTo>
                <a:lnTo>
                  <a:pt x="4497" y="4648"/>
                </a:lnTo>
                <a:lnTo>
                  <a:pt x="4500" y="4621"/>
                </a:lnTo>
                <a:lnTo>
                  <a:pt x="4517" y="4591"/>
                </a:lnTo>
                <a:lnTo>
                  <a:pt x="4532" y="4575"/>
                </a:lnTo>
                <a:lnTo>
                  <a:pt x="4546" y="4561"/>
                </a:lnTo>
                <a:lnTo>
                  <a:pt x="4562" y="4551"/>
                </a:lnTo>
                <a:lnTo>
                  <a:pt x="4567" y="4552"/>
                </a:lnTo>
                <a:lnTo>
                  <a:pt x="4567" y="4556"/>
                </a:lnTo>
                <a:lnTo>
                  <a:pt x="4572" y="4584"/>
                </a:lnTo>
                <a:lnTo>
                  <a:pt x="4586" y="4624"/>
                </a:lnTo>
                <a:lnTo>
                  <a:pt x="4591" y="4639"/>
                </a:lnTo>
                <a:lnTo>
                  <a:pt x="4602" y="4657"/>
                </a:lnTo>
                <a:lnTo>
                  <a:pt x="4612" y="4662"/>
                </a:lnTo>
                <a:lnTo>
                  <a:pt x="4624" y="4658"/>
                </a:lnTo>
                <a:lnTo>
                  <a:pt x="4632" y="4651"/>
                </a:lnTo>
                <a:lnTo>
                  <a:pt x="4643" y="4639"/>
                </a:lnTo>
                <a:lnTo>
                  <a:pt x="4651" y="4609"/>
                </a:lnTo>
                <a:lnTo>
                  <a:pt x="4648" y="4594"/>
                </a:lnTo>
                <a:lnTo>
                  <a:pt x="4646" y="4581"/>
                </a:lnTo>
                <a:lnTo>
                  <a:pt x="4658" y="4546"/>
                </a:lnTo>
                <a:lnTo>
                  <a:pt x="4682" y="4513"/>
                </a:lnTo>
                <a:lnTo>
                  <a:pt x="4710" y="4490"/>
                </a:lnTo>
                <a:lnTo>
                  <a:pt x="4724" y="4488"/>
                </a:lnTo>
                <a:lnTo>
                  <a:pt x="4731" y="4487"/>
                </a:lnTo>
                <a:lnTo>
                  <a:pt x="4750" y="4470"/>
                </a:lnTo>
                <a:lnTo>
                  <a:pt x="4762" y="4458"/>
                </a:lnTo>
                <a:lnTo>
                  <a:pt x="4776" y="4438"/>
                </a:lnTo>
                <a:lnTo>
                  <a:pt x="4784" y="4443"/>
                </a:lnTo>
                <a:lnTo>
                  <a:pt x="4780" y="4466"/>
                </a:lnTo>
                <a:lnTo>
                  <a:pt x="4777" y="4487"/>
                </a:lnTo>
                <a:lnTo>
                  <a:pt x="4784" y="4540"/>
                </a:lnTo>
                <a:lnTo>
                  <a:pt x="4793" y="4564"/>
                </a:lnTo>
                <a:lnTo>
                  <a:pt x="4807" y="4596"/>
                </a:lnTo>
                <a:lnTo>
                  <a:pt x="4818" y="4605"/>
                </a:lnTo>
                <a:lnTo>
                  <a:pt x="4823" y="4594"/>
                </a:lnTo>
                <a:lnTo>
                  <a:pt x="4825" y="4583"/>
                </a:lnTo>
                <a:lnTo>
                  <a:pt x="4829" y="4566"/>
                </a:lnTo>
                <a:lnTo>
                  <a:pt x="4824" y="4543"/>
                </a:lnTo>
                <a:lnTo>
                  <a:pt x="4818" y="4539"/>
                </a:lnTo>
                <a:lnTo>
                  <a:pt x="4814" y="4537"/>
                </a:lnTo>
                <a:lnTo>
                  <a:pt x="4810" y="4524"/>
                </a:lnTo>
                <a:lnTo>
                  <a:pt x="4813" y="4490"/>
                </a:lnTo>
                <a:lnTo>
                  <a:pt x="4823" y="4456"/>
                </a:lnTo>
                <a:lnTo>
                  <a:pt x="4829" y="4439"/>
                </a:lnTo>
                <a:lnTo>
                  <a:pt x="4845" y="4408"/>
                </a:lnTo>
                <a:lnTo>
                  <a:pt x="4864" y="4380"/>
                </a:lnTo>
                <a:lnTo>
                  <a:pt x="4887" y="4356"/>
                </a:lnTo>
                <a:lnTo>
                  <a:pt x="4913" y="4337"/>
                </a:lnTo>
                <a:lnTo>
                  <a:pt x="4941" y="4323"/>
                </a:lnTo>
                <a:lnTo>
                  <a:pt x="4969" y="4316"/>
                </a:lnTo>
                <a:lnTo>
                  <a:pt x="4998" y="4315"/>
                </a:lnTo>
                <a:lnTo>
                  <a:pt x="5012" y="4319"/>
                </a:lnTo>
                <a:lnTo>
                  <a:pt x="5032" y="4321"/>
                </a:lnTo>
                <a:lnTo>
                  <a:pt x="5072" y="4312"/>
                </a:lnTo>
                <a:lnTo>
                  <a:pt x="5107" y="4289"/>
                </a:lnTo>
                <a:lnTo>
                  <a:pt x="5123" y="4267"/>
                </a:lnTo>
                <a:lnTo>
                  <a:pt x="5130" y="4249"/>
                </a:lnTo>
                <a:lnTo>
                  <a:pt x="5130" y="4240"/>
                </a:lnTo>
                <a:lnTo>
                  <a:pt x="5131" y="4236"/>
                </a:lnTo>
                <a:lnTo>
                  <a:pt x="5136" y="4227"/>
                </a:lnTo>
                <a:lnTo>
                  <a:pt x="5155" y="4219"/>
                </a:lnTo>
                <a:lnTo>
                  <a:pt x="5171" y="4217"/>
                </a:lnTo>
                <a:lnTo>
                  <a:pt x="5195" y="4215"/>
                </a:lnTo>
                <a:lnTo>
                  <a:pt x="5198" y="4207"/>
                </a:lnTo>
                <a:lnTo>
                  <a:pt x="5179" y="4192"/>
                </a:lnTo>
                <a:lnTo>
                  <a:pt x="5165" y="4180"/>
                </a:lnTo>
                <a:lnTo>
                  <a:pt x="5160" y="4167"/>
                </a:lnTo>
                <a:lnTo>
                  <a:pt x="5165" y="4160"/>
                </a:lnTo>
                <a:lnTo>
                  <a:pt x="5181" y="4156"/>
                </a:lnTo>
                <a:lnTo>
                  <a:pt x="5218" y="4161"/>
                </a:lnTo>
                <a:lnTo>
                  <a:pt x="5242" y="4170"/>
                </a:lnTo>
                <a:lnTo>
                  <a:pt x="5269" y="4177"/>
                </a:lnTo>
                <a:lnTo>
                  <a:pt x="5320" y="4177"/>
                </a:lnTo>
                <a:lnTo>
                  <a:pt x="5350" y="4168"/>
                </a:lnTo>
                <a:lnTo>
                  <a:pt x="5373" y="4159"/>
                </a:lnTo>
                <a:lnTo>
                  <a:pt x="5413" y="4152"/>
                </a:lnTo>
                <a:lnTo>
                  <a:pt x="5421" y="4156"/>
                </a:lnTo>
                <a:lnTo>
                  <a:pt x="5431" y="4159"/>
                </a:lnTo>
                <a:lnTo>
                  <a:pt x="5439" y="4151"/>
                </a:lnTo>
                <a:lnTo>
                  <a:pt x="5434" y="4132"/>
                </a:lnTo>
                <a:lnTo>
                  <a:pt x="5421" y="4107"/>
                </a:lnTo>
                <a:lnTo>
                  <a:pt x="5410" y="4096"/>
                </a:lnTo>
                <a:lnTo>
                  <a:pt x="5400" y="4084"/>
                </a:lnTo>
                <a:lnTo>
                  <a:pt x="5390" y="4063"/>
                </a:lnTo>
                <a:lnTo>
                  <a:pt x="5393" y="4058"/>
                </a:lnTo>
                <a:lnTo>
                  <a:pt x="5397" y="4055"/>
                </a:lnTo>
                <a:lnTo>
                  <a:pt x="5415" y="4061"/>
                </a:lnTo>
                <a:lnTo>
                  <a:pt x="5424" y="4069"/>
                </a:lnTo>
                <a:lnTo>
                  <a:pt x="5434" y="4077"/>
                </a:lnTo>
                <a:lnTo>
                  <a:pt x="5463" y="4089"/>
                </a:lnTo>
                <a:lnTo>
                  <a:pt x="5476" y="4090"/>
                </a:lnTo>
                <a:lnTo>
                  <a:pt x="5483" y="4090"/>
                </a:lnTo>
                <a:lnTo>
                  <a:pt x="5501" y="4098"/>
                </a:lnTo>
                <a:lnTo>
                  <a:pt x="5529" y="4120"/>
                </a:lnTo>
                <a:lnTo>
                  <a:pt x="5545" y="4139"/>
                </a:lnTo>
                <a:lnTo>
                  <a:pt x="5563" y="4162"/>
                </a:lnTo>
                <a:lnTo>
                  <a:pt x="5574" y="4170"/>
                </a:lnTo>
                <a:lnTo>
                  <a:pt x="5574" y="4162"/>
                </a:lnTo>
                <a:lnTo>
                  <a:pt x="5570" y="4153"/>
                </a:lnTo>
                <a:lnTo>
                  <a:pt x="5565" y="4138"/>
                </a:lnTo>
                <a:lnTo>
                  <a:pt x="5544" y="4110"/>
                </a:lnTo>
                <a:lnTo>
                  <a:pt x="5534" y="4102"/>
                </a:lnTo>
                <a:lnTo>
                  <a:pt x="5527" y="4098"/>
                </a:lnTo>
                <a:lnTo>
                  <a:pt x="5519" y="4089"/>
                </a:lnTo>
                <a:lnTo>
                  <a:pt x="5520" y="4074"/>
                </a:lnTo>
                <a:lnTo>
                  <a:pt x="5530" y="4061"/>
                </a:lnTo>
                <a:lnTo>
                  <a:pt x="5542" y="4049"/>
                </a:lnTo>
                <a:lnTo>
                  <a:pt x="5573" y="4036"/>
                </a:lnTo>
                <a:lnTo>
                  <a:pt x="5601" y="4037"/>
                </a:lnTo>
                <a:lnTo>
                  <a:pt x="5614" y="4046"/>
                </a:lnTo>
                <a:lnTo>
                  <a:pt x="5616" y="4057"/>
                </a:lnTo>
                <a:lnTo>
                  <a:pt x="5614" y="4063"/>
                </a:lnTo>
                <a:lnTo>
                  <a:pt x="5610" y="4074"/>
                </a:lnTo>
                <a:lnTo>
                  <a:pt x="5613" y="4094"/>
                </a:lnTo>
                <a:lnTo>
                  <a:pt x="5617" y="4099"/>
                </a:lnTo>
                <a:lnTo>
                  <a:pt x="5625" y="4100"/>
                </a:lnTo>
                <a:lnTo>
                  <a:pt x="5640" y="4083"/>
                </a:lnTo>
                <a:lnTo>
                  <a:pt x="5647" y="4067"/>
                </a:lnTo>
                <a:lnTo>
                  <a:pt x="5651" y="4051"/>
                </a:lnTo>
                <a:lnTo>
                  <a:pt x="5660" y="4043"/>
                </a:lnTo>
                <a:lnTo>
                  <a:pt x="5665" y="4045"/>
                </a:lnTo>
                <a:lnTo>
                  <a:pt x="5666" y="4048"/>
                </a:lnTo>
                <a:lnTo>
                  <a:pt x="5672" y="4056"/>
                </a:lnTo>
                <a:lnTo>
                  <a:pt x="5691" y="4061"/>
                </a:lnTo>
                <a:lnTo>
                  <a:pt x="5712" y="4056"/>
                </a:lnTo>
                <a:lnTo>
                  <a:pt x="5727" y="4042"/>
                </a:lnTo>
                <a:lnTo>
                  <a:pt x="5728" y="4032"/>
                </a:lnTo>
                <a:lnTo>
                  <a:pt x="5729" y="4022"/>
                </a:lnTo>
                <a:lnTo>
                  <a:pt x="5743" y="4000"/>
                </a:lnTo>
                <a:lnTo>
                  <a:pt x="5764" y="3984"/>
                </a:lnTo>
                <a:lnTo>
                  <a:pt x="5787" y="3976"/>
                </a:lnTo>
                <a:lnTo>
                  <a:pt x="5797" y="3977"/>
                </a:lnTo>
                <a:lnTo>
                  <a:pt x="5802" y="3978"/>
                </a:lnTo>
                <a:lnTo>
                  <a:pt x="5810" y="3975"/>
                </a:lnTo>
                <a:lnTo>
                  <a:pt x="5817" y="3959"/>
                </a:lnTo>
                <a:lnTo>
                  <a:pt x="5818" y="3942"/>
                </a:lnTo>
                <a:lnTo>
                  <a:pt x="5819" y="3921"/>
                </a:lnTo>
                <a:lnTo>
                  <a:pt x="5827" y="3913"/>
                </a:lnTo>
                <a:lnTo>
                  <a:pt x="5835" y="3925"/>
                </a:lnTo>
                <a:lnTo>
                  <a:pt x="5840" y="3933"/>
                </a:lnTo>
                <a:lnTo>
                  <a:pt x="5852" y="3942"/>
                </a:lnTo>
                <a:lnTo>
                  <a:pt x="5865" y="3944"/>
                </a:lnTo>
                <a:lnTo>
                  <a:pt x="5885" y="3938"/>
                </a:lnTo>
                <a:lnTo>
                  <a:pt x="5897" y="3933"/>
                </a:lnTo>
                <a:lnTo>
                  <a:pt x="5917" y="3924"/>
                </a:lnTo>
                <a:lnTo>
                  <a:pt x="5950" y="3922"/>
                </a:lnTo>
                <a:lnTo>
                  <a:pt x="5972" y="3935"/>
                </a:lnTo>
                <a:lnTo>
                  <a:pt x="5977" y="3961"/>
                </a:lnTo>
                <a:lnTo>
                  <a:pt x="5973" y="3980"/>
                </a:lnTo>
                <a:lnTo>
                  <a:pt x="5967" y="3995"/>
                </a:lnTo>
                <a:lnTo>
                  <a:pt x="5953" y="4015"/>
                </a:lnTo>
                <a:lnTo>
                  <a:pt x="5946" y="4018"/>
                </a:lnTo>
                <a:lnTo>
                  <a:pt x="5939" y="4017"/>
                </a:lnTo>
                <a:lnTo>
                  <a:pt x="5936" y="4002"/>
                </a:lnTo>
                <a:lnTo>
                  <a:pt x="5938" y="3993"/>
                </a:lnTo>
                <a:lnTo>
                  <a:pt x="5941" y="3981"/>
                </a:lnTo>
                <a:lnTo>
                  <a:pt x="5935" y="3961"/>
                </a:lnTo>
                <a:lnTo>
                  <a:pt x="5917" y="3950"/>
                </a:lnTo>
                <a:lnTo>
                  <a:pt x="5899" y="3955"/>
                </a:lnTo>
                <a:lnTo>
                  <a:pt x="5891" y="3963"/>
                </a:lnTo>
                <a:lnTo>
                  <a:pt x="5887" y="3976"/>
                </a:lnTo>
                <a:lnTo>
                  <a:pt x="5892" y="4022"/>
                </a:lnTo>
                <a:lnTo>
                  <a:pt x="5909" y="4075"/>
                </a:lnTo>
                <a:lnTo>
                  <a:pt x="5924" y="4106"/>
                </a:lnTo>
                <a:lnTo>
                  <a:pt x="5935" y="4119"/>
                </a:lnTo>
                <a:lnTo>
                  <a:pt x="5940" y="4121"/>
                </a:lnTo>
                <a:lnTo>
                  <a:pt x="5945" y="4121"/>
                </a:lnTo>
                <a:lnTo>
                  <a:pt x="5955" y="4114"/>
                </a:lnTo>
                <a:lnTo>
                  <a:pt x="5974" y="4090"/>
                </a:lnTo>
                <a:lnTo>
                  <a:pt x="6000" y="4042"/>
                </a:lnTo>
                <a:lnTo>
                  <a:pt x="6016" y="3989"/>
                </a:lnTo>
                <a:lnTo>
                  <a:pt x="6019" y="3969"/>
                </a:lnTo>
                <a:lnTo>
                  <a:pt x="6021" y="3955"/>
                </a:lnTo>
                <a:lnTo>
                  <a:pt x="6040" y="3924"/>
                </a:lnTo>
                <a:lnTo>
                  <a:pt x="6054" y="3912"/>
                </a:lnTo>
                <a:lnTo>
                  <a:pt x="6069" y="3902"/>
                </a:lnTo>
                <a:lnTo>
                  <a:pt x="6088" y="3877"/>
                </a:lnTo>
                <a:lnTo>
                  <a:pt x="6090" y="3868"/>
                </a:lnTo>
                <a:lnTo>
                  <a:pt x="6089" y="3863"/>
                </a:lnTo>
                <a:lnTo>
                  <a:pt x="6086" y="3860"/>
                </a:lnTo>
                <a:lnTo>
                  <a:pt x="6075" y="3864"/>
                </a:lnTo>
                <a:lnTo>
                  <a:pt x="6065" y="3876"/>
                </a:lnTo>
                <a:lnTo>
                  <a:pt x="6053" y="3892"/>
                </a:lnTo>
                <a:lnTo>
                  <a:pt x="6039" y="3900"/>
                </a:lnTo>
                <a:lnTo>
                  <a:pt x="6034" y="3899"/>
                </a:lnTo>
                <a:lnTo>
                  <a:pt x="6029" y="3887"/>
                </a:lnTo>
                <a:lnTo>
                  <a:pt x="6036" y="3857"/>
                </a:lnTo>
                <a:lnTo>
                  <a:pt x="6046" y="3836"/>
                </a:lnTo>
                <a:lnTo>
                  <a:pt x="6056" y="3820"/>
                </a:lnTo>
                <a:lnTo>
                  <a:pt x="6081" y="3790"/>
                </a:lnTo>
                <a:lnTo>
                  <a:pt x="6108" y="3771"/>
                </a:lnTo>
                <a:lnTo>
                  <a:pt x="6131" y="3765"/>
                </a:lnTo>
                <a:lnTo>
                  <a:pt x="6138" y="3770"/>
                </a:lnTo>
                <a:lnTo>
                  <a:pt x="6139" y="3775"/>
                </a:lnTo>
                <a:lnTo>
                  <a:pt x="6133" y="3815"/>
                </a:lnTo>
                <a:lnTo>
                  <a:pt x="6125" y="3842"/>
                </a:lnTo>
                <a:lnTo>
                  <a:pt x="6119" y="3871"/>
                </a:lnTo>
                <a:lnTo>
                  <a:pt x="6115" y="3918"/>
                </a:lnTo>
                <a:lnTo>
                  <a:pt x="6120" y="3931"/>
                </a:lnTo>
                <a:lnTo>
                  <a:pt x="6124" y="3938"/>
                </a:lnTo>
                <a:lnTo>
                  <a:pt x="6121" y="3943"/>
                </a:lnTo>
                <a:lnTo>
                  <a:pt x="6112" y="3938"/>
                </a:lnTo>
                <a:lnTo>
                  <a:pt x="6103" y="3936"/>
                </a:lnTo>
                <a:lnTo>
                  <a:pt x="6083" y="3948"/>
                </a:lnTo>
                <a:lnTo>
                  <a:pt x="6074" y="3961"/>
                </a:lnTo>
                <a:lnTo>
                  <a:pt x="6059" y="3993"/>
                </a:lnTo>
                <a:lnTo>
                  <a:pt x="6057" y="4012"/>
                </a:lnTo>
                <a:lnTo>
                  <a:pt x="6067" y="4012"/>
                </a:lnTo>
                <a:lnTo>
                  <a:pt x="6078" y="4007"/>
                </a:lnTo>
                <a:lnTo>
                  <a:pt x="6083" y="4003"/>
                </a:lnTo>
                <a:lnTo>
                  <a:pt x="6087" y="4005"/>
                </a:lnTo>
                <a:lnTo>
                  <a:pt x="6082" y="4014"/>
                </a:lnTo>
                <a:lnTo>
                  <a:pt x="6045" y="4060"/>
                </a:lnTo>
                <a:lnTo>
                  <a:pt x="6009" y="4094"/>
                </a:lnTo>
                <a:lnTo>
                  <a:pt x="5986" y="4113"/>
                </a:lnTo>
                <a:lnTo>
                  <a:pt x="5988" y="4125"/>
                </a:lnTo>
                <a:lnTo>
                  <a:pt x="6014" y="4126"/>
                </a:lnTo>
                <a:lnTo>
                  <a:pt x="6030" y="4125"/>
                </a:lnTo>
                <a:lnTo>
                  <a:pt x="6052" y="4115"/>
                </a:lnTo>
                <a:lnTo>
                  <a:pt x="6054" y="4108"/>
                </a:lnTo>
                <a:lnTo>
                  <a:pt x="6056" y="4100"/>
                </a:lnTo>
                <a:lnTo>
                  <a:pt x="6065" y="4090"/>
                </a:lnTo>
                <a:lnTo>
                  <a:pt x="6073" y="4090"/>
                </a:lnTo>
                <a:lnTo>
                  <a:pt x="6085" y="4092"/>
                </a:lnTo>
                <a:lnTo>
                  <a:pt x="6092" y="4102"/>
                </a:lnTo>
                <a:lnTo>
                  <a:pt x="6084" y="4118"/>
                </a:lnTo>
                <a:lnTo>
                  <a:pt x="6060" y="4133"/>
                </a:lnTo>
                <a:lnTo>
                  <a:pt x="6044" y="4137"/>
                </a:lnTo>
                <a:lnTo>
                  <a:pt x="6023" y="4144"/>
                </a:lnTo>
                <a:lnTo>
                  <a:pt x="6008" y="4157"/>
                </a:lnTo>
                <a:lnTo>
                  <a:pt x="6005" y="4169"/>
                </a:lnTo>
                <a:lnTo>
                  <a:pt x="6008" y="4175"/>
                </a:lnTo>
                <a:lnTo>
                  <a:pt x="6015" y="4199"/>
                </a:lnTo>
                <a:lnTo>
                  <a:pt x="6019" y="4219"/>
                </a:lnTo>
                <a:lnTo>
                  <a:pt x="6020" y="4228"/>
                </a:lnTo>
                <a:lnTo>
                  <a:pt x="6029" y="4230"/>
                </a:lnTo>
                <a:lnTo>
                  <a:pt x="6048" y="4213"/>
                </a:lnTo>
                <a:lnTo>
                  <a:pt x="6069" y="4182"/>
                </a:lnTo>
                <a:lnTo>
                  <a:pt x="6079" y="4161"/>
                </a:lnTo>
                <a:lnTo>
                  <a:pt x="6091" y="4137"/>
                </a:lnTo>
                <a:lnTo>
                  <a:pt x="6100" y="4098"/>
                </a:lnTo>
                <a:lnTo>
                  <a:pt x="6098" y="4088"/>
                </a:lnTo>
                <a:lnTo>
                  <a:pt x="6095" y="4082"/>
                </a:lnTo>
                <a:lnTo>
                  <a:pt x="6099" y="4073"/>
                </a:lnTo>
                <a:lnTo>
                  <a:pt x="6106" y="4072"/>
                </a:lnTo>
                <a:lnTo>
                  <a:pt x="6111" y="4070"/>
                </a:lnTo>
                <a:lnTo>
                  <a:pt x="6127" y="4047"/>
                </a:lnTo>
                <a:lnTo>
                  <a:pt x="6164" y="3970"/>
                </a:lnTo>
                <a:lnTo>
                  <a:pt x="6201" y="3876"/>
                </a:lnTo>
                <a:lnTo>
                  <a:pt x="6208" y="3862"/>
                </a:lnTo>
                <a:lnTo>
                  <a:pt x="6230" y="3843"/>
                </a:lnTo>
                <a:lnTo>
                  <a:pt x="6253" y="3835"/>
                </a:lnTo>
                <a:lnTo>
                  <a:pt x="6267" y="3840"/>
                </a:lnTo>
                <a:lnTo>
                  <a:pt x="6272" y="3848"/>
                </a:lnTo>
                <a:lnTo>
                  <a:pt x="6272" y="3855"/>
                </a:lnTo>
                <a:lnTo>
                  <a:pt x="6274" y="3861"/>
                </a:lnTo>
                <a:lnTo>
                  <a:pt x="6294" y="3872"/>
                </a:lnTo>
                <a:lnTo>
                  <a:pt x="6308" y="3873"/>
                </a:lnTo>
                <a:lnTo>
                  <a:pt x="6323" y="3873"/>
                </a:lnTo>
                <a:lnTo>
                  <a:pt x="6343" y="3883"/>
                </a:lnTo>
                <a:lnTo>
                  <a:pt x="6345" y="3889"/>
                </a:lnTo>
                <a:lnTo>
                  <a:pt x="6344" y="3900"/>
                </a:lnTo>
                <a:lnTo>
                  <a:pt x="6332" y="3914"/>
                </a:lnTo>
                <a:lnTo>
                  <a:pt x="6312" y="3920"/>
                </a:lnTo>
                <a:lnTo>
                  <a:pt x="6287" y="3915"/>
                </a:lnTo>
                <a:lnTo>
                  <a:pt x="6274" y="3909"/>
                </a:lnTo>
                <a:lnTo>
                  <a:pt x="6262" y="3903"/>
                </a:lnTo>
                <a:lnTo>
                  <a:pt x="6246" y="3901"/>
                </a:lnTo>
                <a:lnTo>
                  <a:pt x="6234" y="3913"/>
                </a:lnTo>
                <a:lnTo>
                  <a:pt x="6222" y="3943"/>
                </a:lnTo>
                <a:lnTo>
                  <a:pt x="6214" y="3967"/>
                </a:lnTo>
                <a:lnTo>
                  <a:pt x="6206" y="3999"/>
                </a:lnTo>
                <a:lnTo>
                  <a:pt x="6187" y="4046"/>
                </a:lnTo>
                <a:lnTo>
                  <a:pt x="6182" y="4053"/>
                </a:lnTo>
                <a:lnTo>
                  <a:pt x="6170" y="4067"/>
                </a:lnTo>
                <a:lnTo>
                  <a:pt x="6150" y="4099"/>
                </a:lnTo>
                <a:lnTo>
                  <a:pt x="6138" y="4132"/>
                </a:lnTo>
                <a:lnTo>
                  <a:pt x="6138" y="4160"/>
                </a:lnTo>
                <a:lnTo>
                  <a:pt x="6144" y="4168"/>
                </a:lnTo>
                <a:lnTo>
                  <a:pt x="6148" y="4172"/>
                </a:lnTo>
                <a:lnTo>
                  <a:pt x="6157" y="4173"/>
                </a:lnTo>
                <a:lnTo>
                  <a:pt x="6168" y="4158"/>
                </a:lnTo>
                <a:lnTo>
                  <a:pt x="6174" y="4134"/>
                </a:lnTo>
                <a:lnTo>
                  <a:pt x="6181" y="4110"/>
                </a:lnTo>
                <a:lnTo>
                  <a:pt x="6200" y="4062"/>
                </a:lnTo>
                <a:lnTo>
                  <a:pt x="6210" y="4045"/>
                </a:lnTo>
                <a:lnTo>
                  <a:pt x="6221" y="4028"/>
                </a:lnTo>
                <a:lnTo>
                  <a:pt x="6234" y="3994"/>
                </a:lnTo>
                <a:lnTo>
                  <a:pt x="6236" y="3980"/>
                </a:lnTo>
                <a:lnTo>
                  <a:pt x="6237" y="3968"/>
                </a:lnTo>
                <a:lnTo>
                  <a:pt x="6252" y="3946"/>
                </a:lnTo>
                <a:lnTo>
                  <a:pt x="6263" y="3939"/>
                </a:lnTo>
                <a:lnTo>
                  <a:pt x="6274" y="3936"/>
                </a:lnTo>
                <a:lnTo>
                  <a:pt x="6292" y="3939"/>
                </a:lnTo>
                <a:lnTo>
                  <a:pt x="6304" y="3952"/>
                </a:lnTo>
                <a:lnTo>
                  <a:pt x="6306" y="3970"/>
                </a:lnTo>
                <a:lnTo>
                  <a:pt x="6301" y="3980"/>
                </a:lnTo>
                <a:lnTo>
                  <a:pt x="6299" y="3987"/>
                </a:lnTo>
                <a:lnTo>
                  <a:pt x="6310" y="4001"/>
                </a:lnTo>
                <a:lnTo>
                  <a:pt x="6321" y="4007"/>
                </a:lnTo>
                <a:lnTo>
                  <a:pt x="6330" y="4011"/>
                </a:lnTo>
                <a:lnTo>
                  <a:pt x="6338" y="4019"/>
                </a:lnTo>
                <a:lnTo>
                  <a:pt x="6333" y="4034"/>
                </a:lnTo>
                <a:lnTo>
                  <a:pt x="6312" y="4053"/>
                </a:lnTo>
                <a:lnTo>
                  <a:pt x="6295" y="4069"/>
                </a:lnTo>
                <a:lnTo>
                  <a:pt x="6267" y="4088"/>
                </a:lnTo>
                <a:lnTo>
                  <a:pt x="6259" y="4090"/>
                </a:lnTo>
                <a:lnTo>
                  <a:pt x="6255" y="4092"/>
                </a:lnTo>
                <a:lnTo>
                  <a:pt x="6245" y="4102"/>
                </a:lnTo>
                <a:lnTo>
                  <a:pt x="6226" y="4133"/>
                </a:lnTo>
                <a:lnTo>
                  <a:pt x="6205" y="4186"/>
                </a:lnTo>
                <a:lnTo>
                  <a:pt x="6194" y="4233"/>
                </a:lnTo>
                <a:lnTo>
                  <a:pt x="6196" y="4244"/>
                </a:lnTo>
                <a:lnTo>
                  <a:pt x="6198" y="4247"/>
                </a:lnTo>
                <a:lnTo>
                  <a:pt x="6203" y="4246"/>
                </a:lnTo>
                <a:lnTo>
                  <a:pt x="6213" y="4233"/>
                </a:lnTo>
                <a:lnTo>
                  <a:pt x="6220" y="4215"/>
                </a:lnTo>
                <a:lnTo>
                  <a:pt x="6227" y="4190"/>
                </a:lnTo>
                <a:lnTo>
                  <a:pt x="6256" y="4142"/>
                </a:lnTo>
                <a:lnTo>
                  <a:pt x="6294" y="4100"/>
                </a:lnTo>
                <a:lnTo>
                  <a:pt x="6337" y="4070"/>
                </a:lnTo>
                <a:lnTo>
                  <a:pt x="6359" y="4063"/>
                </a:lnTo>
                <a:lnTo>
                  <a:pt x="6381" y="4057"/>
                </a:lnTo>
                <a:lnTo>
                  <a:pt x="6392" y="4048"/>
                </a:lnTo>
                <a:lnTo>
                  <a:pt x="6388" y="4040"/>
                </a:lnTo>
                <a:lnTo>
                  <a:pt x="6383" y="4037"/>
                </a:lnTo>
                <a:lnTo>
                  <a:pt x="6374" y="4030"/>
                </a:lnTo>
                <a:lnTo>
                  <a:pt x="6364" y="4003"/>
                </a:lnTo>
                <a:lnTo>
                  <a:pt x="6367" y="3990"/>
                </a:lnTo>
                <a:lnTo>
                  <a:pt x="6368" y="3980"/>
                </a:lnTo>
                <a:lnTo>
                  <a:pt x="6372" y="3968"/>
                </a:lnTo>
                <a:lnTo>
                  <a:pt x="6383" y="3970"/>
                </a:lnTo>
                <a:lnTo>
                  <a:pt x="6400" y="3987"/>
                </a:lnTo>
                <a:lnTo>
                  <a:pt x="6413" y="3998"/>
                </a:lnTo>
                <a:lnTo>
                  <a:pt x="6435" y="4008"/>
                </a:lnTo>
                <a:lnTo>
                  <a:pt x="6443" y="4005"/>
                </a:lnTo>
                <a:lnTo>
                  <a:pt x="6445" y="4002"/>
                </a:lnTo>
                <a:lnTo>
                  <a:pt x="6448" y="4005"/>
                </a:lnTo>
                <a:lnTo>
                  <a:pt x="6453" y="4017"/>
                </a:lnTo>
                <a:lnTo>
                  <a:pt x="6454" y="4032"/>
                </a:lnTo>
                <a:lnTo>
                  <a:pt x="6455" y="4048"/>
                </a:lnTo>
                <a:lnTo>
                  <a:pt x="6465" y="4070"/>
                </a:lnTo>
                <a:lnTo>
                  <a:pt x="6471" y="4072"/>
                </a:lnTo>
                <a:lnTo>
                  <a:pt x="6479" y="4071"/>
                </a:lnTo>
                <a:lnTo>
                  <a:pt x="6488" y="4061"/>
                </a:lnTo>
                <a:lnTo>
                  <a:pt x="6490" y="4053"/>
                </a:lnTo>
                <a:lnTo>
                  <a:pt x="6490" y="4048"/>
                </a:lnTo>
                <a:lnTo>
                  <a:pt x="6495" y="4042"/>
                </a:lnTo>
                <a:lnTo>
                  <a:pt x="6507" y="4042"/>
                </a:lnTo>
                <a:lnTo>
                  <a:pt x="6528" y="4058"/>
                </a:lnTo>
                <a:lnTo>
                  <a:pt x="6544" y="4083"/>
                </a:lnTo>
                <a:lnTo>
                  <a:pt x="6546" y="4097"/>
                </a:lnTo>
                <a:lnTo>
                  <a:pt x="6547" y="4115"/>
                </a:lnTo>
                <a:lnTo>
                  <a:pt x="6552" y="4119"/>
                </a:lnTo>
                <a:lnTo>
                  <a:pt x="6557" y="4102"/>
                </a:lnTo>
                <a:lnTo>
                  <a:pt x="6560" y="4090"/>
                </a:lnTo>
                <a:lnTo>
                  <a:pt x="6572" y="4075"/>
                </a:lnTo>
                <a:lnTo>
                  <a:pt x="6586" y="4073"/>
                </a:lnTo>
                <a:lnTo>
                  <a:pt x="6599" y="4083"/>
                </a:lnTo>
                <a:lnTo>
                  <a:pt x="6606" y="4094"/>
                </a:lnTo>
                <a:lnTo>
                  <a:pt x="6607" y="4098"/>
                </a:lnTo>
                <a:lnTo>
                  <a:pt x="6610" y="4099"/>
                </a:lnTo>
                <a:lnTo>
                  <a:pt x="6611" y="4089"/>
                </a:lnTo>
                <a:lnTo>
                  <a:pt x="6611" y="4072"/>
                </a:lnTo>
                <a:lnTo>
                  <a:pt x="6610" y="4060"/>
                </a:lnTo>
                <a:lnTo>
                  <a:pt x="6605" y="4043"/>
                </a:lnTo>
                <a:lnTo>
                  <a:pt x="6595" y="4034"/>
                </a:lnTo>
                <a:lnTo>
                  <a:pt x="6581" y="4031"/>
                </a:lnTo>
                <a:lnTo>
                  <a:pt x="6571" y="4032"/>
                </a:lnTo>
                <a:lnTo>
                  <a:pt x="6557" y="4034"/>
                </a:lnTo>
                <a:lnTo>
                  <a:pt x="6546" y="4032"/>
                </a:lnTo>
                <a:lnTo>
                  <a:pt x="6545" y="4028"/>
                </a:lnTo>
                <a:lnTo>
                  <a:pt x="6547" y="4025"/>
                </a:lnTo>
                <a:lnTo>
                  <a:pt x="6552" y="4018"/>
                </a:lnTo>
                <a:lnTo>
                  <a:pt x="6547" y="3996"/>
                </a:lnTo>
                <a:lnTo>
                  <a:pt x="6541" y="3985"/>
                </a:lnTo>
                <a:lnTo>
                  <a:pt x="6534" y="3977"/>
                </a:lnTo>
                <a:lnTo>
                  <a:pt x="6530" y="3965"/>
                </a:lnTo>
                <a:lnTo>
                  <a:pt x="6540" y="3946"/>
                </a:lnTo>
                <a:lnTo>
                  <a:pt x="6562" y="3927"/>
                </a:lnTo>
                <a:lnTo>
                  <a:pt x="6577" y="3915"/>
                </a:lnTo>
                <a:lnTo>
                  <a:pt x="6598" y="3905"/>
                </a:lnTo>
                <a:lnTo>
                  <a:pt x="6618" y="3908"/>
                </a:lnTo>
                <a:lnTo>
                  <a:pt x="6646" y="3926"/>
                </a:lnTo>
                <a:lnTo>
                  <a:pt x="6667" y="3942"/>
                </a:lnTo>
                <a:lnTo>
                  <a:pt x="6701" y="3965"/>
                </a:lnTo>
                <a:lnTo>
                  <a:pt x="6728" y="3975"/>
                </a:lnTo>
                <a:lnTo>
                  <a:pt x="6740" y="3969"/>
                </a:lnTo>
                <a:lnTo>
                  <a:pt x="6745" y="3961"/>
                </a:lnTo>
                <a:lnTo>
                  <a:pt x="6754" y="3947"/>
                </a:lnTo>
                <a:lnTo>
                  <a:pt x="6760" y="3926"/>
                </a:lnTo>
                <a:lnTo>
                  <a:pt x="6754" y="3917"/>
                </a:lnTo>
                <a:lnTo>
                  <a:pt x="6734" y="3915"/>
                </a:lnTo>
                <a:lnTo>
                  <a:pt x="6718" y="3920"/>
                </a:lnTo>
                <a:lnTo>
                  <a:pt x="6706" y="3922"/>
                </a:lnTo>
                <a:lnTo>
                  <a:pt x="6684" y="3920"/>
                </a:lnTo>
                <a:lnTo>
                  <a:pt x="6662" y="3906"/>
                </a:lnTo>
                <a:lnTo>
                  <a:pt x="6639" y="3880"/>
                </a:lnTo>
                <a:lnTo>
                  <a:pt x="6623" y="3860"/>
                </a:lnTo>
                <a:lnTo>
                  <a:pt x="6597" y="3825"/>
                </a:lnTo>
                <a:lnTo>
                  <a:pt x="6544" y="3764"/>
                </a:lnTo>
                <a:lnTo>
                  <a:pt x="6499" y="3723"/>
                </a:lnTo>
                <a:lnTo>
                  <a:pt x="6475" y="3709"/>
                </a:lnTo>
                <a:lnTo>
                  <a:pt x="6465" y="3709"/>
                </a:lnTo>
                <a:lnTo>
                  <a:pt x="6462" y="3711"/>
                </a:lnTo>
                <a:lnTo>
                  <a:pt x="6456" y="3718"/>
                </a:lnTo>
                <a:lnTo>
                  <a:pt x="6441" y="3726"/>
                </a:lnTo>
                <a:lnTo>
                  <a:pt x="6433" y="3727"/>
                </a:lnTo>
                <a:lnTo>
                  <a:pt x="6426" y="3726"/>
                </a:lnTo>
                <a:lnTo>
                  <a:pt x="6423" y="3717"/>
                </a:lnTo>
                <a:lnTo>
                  <a:pt x="6426" y="3710"/>
                </a:lnTo>
                <a:lnTo>
                  <a:pt x="6428" y="3707"/>
                </a:lnTo>
                <a:lnTo>
                  <a:pt x="6425" y="3700"/>
                </a:lnTo>
                <a:lnTo>
                  <a:pt x="6413" y="3693"/>
                </a:lnTo>
                <a:lnTo>
                  <a:pt x="6399" y="3692"/>
                </a:lnTo>
                <a:lnTo>
                  <a:pt x="6384" y="3690"/>
                </a:lnTo>
                <a:lnTo>
                  <a:pt x="6372" y="3683"/>
                </a:lnTo>
                <a:lnTo>
                  <a:pt x="6370" y="3676"/>
                </a:lnTo>
                <a:lnTo>
                  <a:pt x="6372" y="3673"/>
                </a:lnTo>
                <a:lnTo>
                  <a:pt x="6375" y="3668"/>
                </a:lnTo>
                <a:lnTo>
                  <a:pt x="6387" y="3660"/>
                </a:lnTo>
                <a:lnTo>
                  <a:pt x="6410" y="3655"/>
                </a:lnTo>
                <a:lnTo>
                  <a:pt x="6451" y="3663"/>
                </a:lnTo>
                <a:lnTo>
                  <a:pt x="6499" y="3686"/>
                </a:lnTo>
                <a:lnTo>
                  <a:pt x="6524" y="3705"/>
                </a:lnTo>
                <a:lnTo>
                  <a:pt x="6550" y="3725"/>
                </a:lnTo>
                <a:lnTo>
                  <a:pt x="6593" y="3763"/>
                </a:lnTo>
                <a:lnTo>
                  <a:pt x="6602" y="3775"/>
                </a:lnTo>
                <a:lnTo>
                  <a:pt x="6611" y="3786"/>
                </a:lnTo>
                <a:lnTo>
                  <a:pt x="6648" y="3809"/>
                </a:lnTo>
                <a:lnTo>
                  <a:pt x="6694" y="3826"/>
                </a:lnTo>
                <a:lnTo>
                  <a:pt x="6731" y="3833"/>
                </a:lnTo>
                <a:lnTo>
                  <a:pt x="6740" y="3830"/>
                </a:lnTo>
                <a:lnTo>
                  <a:pt x="6742" y="3823"/>
                </a:lnTo>
                <a:lnTo>
                  <a:pt x="6735" y="3808"/>
                </a:lnTo>
                <a:lnTo>
                  <a:pt x="6727" y="3800"/>
                </a:lnTo>
                <a:lnTo>
                  <a:pt x="6721" y="3797"/>
                </a:lnTo>
                <a:lnTo>
                  <a:pt x="6714" y="3787"/>
                </a:lnTo>
                <a:lnTo>
                  <a:pt x="6711" y="3769"/>
                </a:lnTo>
                <a:lnTo>
                  <a:pt x="6716" y="3754"/>
                </a:lnTo>
                <a:lnTo>
                  <a:pt x="6726" y="3733"/>
                </a:lnTo>
                <a:lnTo>
                  <a:pt x="6733" y="3732"/>
                </a:lnTo>
                <a:lnTo>
                  <a:pt x="6738" y="3751"/>
                </a:lnTo>
                <a:lnTo>
                  <a:pt x="6743" y="3763"/>
                </a:lnTo>
                <a:lnTo>
                  <a:pt x="6756" y="3775"/>
                </a:lnTo>
                <a:lnTo>
                  <a:pt x="6764" y="3773"/>
                </a:lnTo>
                <a:lnTo>
                  <a:pt x="6770" y="3770"/>
                </a:lnTo>
                <a:lnTo>
                  <a:pt x="6779" y="3780"/>
                </a:lnTo>
                <a:lnTo>
                  <a:pt x="6780" y="3789"/>
                </a:lnTo>
                <a:lnTo>
                  <a:pt x="6780" y="3796"/>
                </a:lnTo>
                <a:lnTo>
                  <a:pt x="6785" y="3807"/>
                </a:lnTo>
                <a:lnTo>
                  <a:pt x="6804" y="3817"/>
                </a:lnTo>
                <a:lnTo>
                  <a:pt x="6821" y="3819"/>
                </a:lnTo>
                <a:lnTo>
                  <a:pt x="6834" y="3818"/>
                </a:lnTo>
                <a:lnTo>
                  <a:pt x="6848" y="3815"/>
                </a:lnTo>
                <a:lnTo>
                  <a:pt x="6842" y="3801"/>
                </a:lnTo>
                <a:lnTo>
                  <a:pt x="6813" y="3776"/>
                </a:lnTo>
                <a:lnTo>
                  <a:pt x="6791" y="3758"/>
                </a:lnTo>
                <a:lnTo>
                  <a:pt x="6764" y="3718"/>
                </a:lnTo>
                <a:lnTo>
                  <a:pt x="6761" y="3702"/>
                </a:lnTo>
                <a:lnTo>
                  <a:pt x="6761" y="3692"/>
                </a:lnTo>
                <a:lnTo>
                  <a:pt x="6764" y="3679"/>
                </a:lnTo>
                <a:lnTo>
                  <a:pt x="6775" y="3680"/>
                </a:lnTo>
                <a:lnTo>
                  <a:pt x="6794" y="3697"/>
                </a:lnTo>
                <a:lnTo>
                  <a:pt x="6809" y="3710"/>
                </a:lnTo>
                <a:lnTo>
                  <a:pt x="6833" y="3719"/>
                </a:lnTo>
                <a:lnTo>
                  <a:pt x="6843" y="3709"/>
                </a:lnTo>
                <a:lnTo>
                  <a:pt x="6835" y="3687"/>
                </a:lnTo>
                <a:lnTo>
                  <a:pt x="6823" y="3672"/>
                </a:lnTo>
                <a:lnTo>
                  <a:pt x="6814" y="3661"/>
                </a:lnTo>
                <a:lnTo>
                  <a:pt x="6805" y="3649"/>
                </a:lnTo>
                <a:lnTo>
                  <a:pt x="6814" y="3643"/>
                </a:lnTo>
                <a:lnTo>
                  <a:pt x="6841" y="3645"/>
                </a:lnTo>
                <a:lnTo>
                  <a:pt x="6862" y="3648"/>
                </a:lnTo>
                <a:lnTo>
                  <a:pt x="6902" y="3664"/>
                </a:lnTo>
                <a:lnTo>
                  <a:pt x="6916" y="3673"/>
                </a:lnTo>
                <a:lnTo>
                  <a:pt x="6927" y="3682"/>
                </a:lnTo>
                <a:lnTo>
                  <a:pt x="6939" y="3684"/>
                </a:lnTo>
                <a:lnTo>
                  <a:pt x="6942" y="3681"/>
                </a:lnTo>
                <a:lnTo>
                  <a:pt x="6943" y="3677"/>
                </a:lnTo>
                <a:lnTo>
                  <a:pt x="6941" y="3669"/>
                </a:lnTo>
                <a:lnTo>
                  <a:pt x="6929" y="3655"/>
                </a:lnTo>
                <a:lnTo>
                  <a:pt x="6921" y="3650"/>
                </a:lnTo>
                <a:lnTo>
                  <a:pt x="6915" y="3648"/>
                </a:lnTo>
                <a:lnTo>
                  <a:pt x="6907" y="3642"/>
                </a:lnTo>
                <a:lnTo>
                  <a:pt x="6907" y="3625"/>
                </a:lnTo>
                <a:lnTo>
                  <a:pt x="6916" y="3608"/>
                </a:lnTo>
                <a:lnTo>
                  <a:pt x="6922" y="3593"/>
                </a:lnTo>
                <a:lnTo>
                  <a:pt x="6929" y="3555"/>
                </a:lnTo>
                <a:lnTo>
                  <a:pt x="6926" y="3519"/>
                </a:lnTo>
                <a:lnTo>
                  <a:pt x="6918" y="3499"/>
                </a:lnTo>
                <a:lnTo>
                  <a:pt x="6910" y="3493"/>
                </a:lnTo>
                <a:lnTo>
                  <a:pt x="6906" y="3493"/>
                </a:lnTo>
                <a:lnTo>
                  <a:pt x="6903" y="3493"/>
                </a:lnTo>
                <a:lnTo>
                  <a:pt x="6896" y="3501"/>
                </a:lnTo>
                <a:lnTo>
                  <a:pt x="6888" y="3526"/>
                </a:lnTo>
                <a:lnTo>
                  <a:pt x="6884" y="3550"/>
                </a:lnTo>
                <a:lnTo>
                  <a:pt x="6883" y="3570"/>
                </a:lnTo>
                <a:lnTo>
                  <a:pt x="6879" y="3592"/>
                </a:lnTo>
                <a:lnTo>
                  <a:pt x="6871" y="3596"/>
                </a:lnTo>
                <a:lnTo>
                  <a:pt x="6857" y="3585"/>
                </a:lnTo>
                <a:lnTo>
                  <a:pt x="6846" y="3574"/>
                </a:lnTo>
                <a:lnTo>
                  <a:pt x="6831" y="3558"/>
                </a:lnTo>
                <a:lnTo>
                  <a:pt x="6826" y="3540"/>
                </a:lnTo>
                <a:lnTo>
                  <a:pt x="6829" y="3532"/>
                </a:lnTo>
                <a:lnTo>
                  <a:pt x="6834" y="3529"/>
                </a:lnTo>
                <a:lnTo>
                  <a:pt x="6843" y="3522"/>
                </a:lnTo>
                <a:lnTo>
                  <a:pt x="6841" y="3510"/>
                </a:lnTo>
                <a:lnTo>
                  <a:pt x="6829" y="3505"/>
                </a:lnTo>
                <a:lnTo>
                  <a:pt x="6818" y="3502"/>
                </a:lnTo>
                <a:lnTo>
                  <a:pt x="6790" y="3506"/>
                </a:lnTo>
                <a:lnTo>
                  <a:pt x="6778" y="3512"/>
                </a:lnTo>
                <a:lnTo>
                  <a:pt x="6766" y="3521"/>
                </a:lnTo>
                <a:lnTo>
                  <a:pt x="6765" y="3529"/>
                </a:lnTo>
                <a:lnTo>
                  <a:pt x="6776" y="3529"/>
                </a:lnTo>
                <a:lnTo>
                  <a:pt x="6784" y="3530"/>
                </a:lnTo>
                <a:lnTo>
                  <a:pt x="6791" y="3539"/>
                </a:lnTo>
                <a:lnTo>
                  <a:pt x="6789" y="3547"/>
                </a:lnTo>
                <a:lnTo>
                  <a:pt x="6783" y="3554"/>
                </a:lnTo>
                <a:lnTo>
                  <a:pt x="6768" y="3559"/>
                </a:lnTo>
                <a:lnTo>
                  <a:pt x="6761" y="3556"/>
                </a:lnTo>
                <a:lnTo>
                  <a:pt x="6755" y="3552"/>
                </a:lnTo>
                <a:lnTo>
                  <a:pt x="6740" y="3558"/>
                </a:lnTo>
                <a:lnTo>
                  <a:pt x="6734" y="3564"/>
                </a:lnTo>
                <a:lnTo>
                  <a:pt x="6729" y="3572"/>
                </a:lnTo>
                <a:lnTo>
                  <a:pt x="6705" y="3582"/>
                </a:lnTo>
                <a:lnTo>
                  <a:pt x="6693" y="3583"/>
                </a:lnTo>
                <a:lnTo>
                  <a:pt x="6674" y="3582"/>
                </a:lnTo>
                <a:lnTo>
                  <a:pt x="6676" y="3574"/>
                </a:lnTo>
                <a:lnTo>
                  <a:pt x="6694" y="3563"/>
                </a:lnTo>
                <a:lnTo>
                  <a:pt x="6707" y="3555"/>
                </a:lnTo>
                <a:lnTo>
                  <a:pt x="6722" y="3536"/>
                </a:lnTo>
                <a:lnTo>
                  <a:pt x="6723" y="3521"/>
                </a:lnTo>
                <a:lnTo>
                  <a:pt x="6710" y="3511"/>
                </a:lnTo>
                <a:lnTo>
                  <a:pt x="6698" y="3510"/>
                </a:lnTo>
                <a:lnTo>
                  <a:pt x="6687" y="3511"/>
                </a:lnTo>
                <a:lnTo>
                  <a:pt x="6672" y="3521"/>
                </a:lnTo>
                <a:lnTo>
                  <a:pt x="6671" y="3529"/>
                </a:lnTo>
                <a:lnTo>
                  <a:pt x="6669" y="3539"/>
                </a:lnTo>
                <a:lnTo>
                  <a:pt x="6656" y="3548"/>
                </a:lnTo>
                <a:lnTo>
                  <a:pt x="6637" y="3542"/>
                </a:lnTo>
                <a:lnTo>
                  <a:pt x="6624" y="3524"/>
                </a:lnTo>
                <a:lnTo>
                  <a:pt x="6622" y="3512"/>
                </a:lnTo>
                <a:lnTo>
                  <a:pt x="6622" y="3502"/>
                </a:lnTo>
                <a:lnTo>
                  <a:pt x="6630" y="3485"/>
                </a:lnTo>
                <a:lnTo>
                  <a:pt x="6647" y="3469"/>
                </a:lnTo>
                <a:lnTo>
                  <a:pt x="6676" y="3454"/>
                </a:lnTo>
                <a:lnTo>
                  <a:pt x="6694" y="3445"/>
                </a:lnTo>
                <a:lnTo>
                  <a:pt x="6727" y="3432"/>
                </a:lnTo>
                <a:lnTo>
                  <a:pt x="6783" y="3417"/>
                </a:lnTo>
                <a:lnTo>
                  <a:pt x="6797" y="3417"/>
                </a:lnTo>
                <a:lnTo>
                  <a:pt x="6822" y="3418"/>
                </a:lnTo>
                <a:lnTo>
                  <a:pt x="6868" y="3411"/>
                </a:lnTo>
                <a:lnTo>
                  <a:pt x="6907" y="3394"/>
                </a:lnTo>
                <a:lnTo>
                  <a:pt x="6937" y="3368"/>
                </a:lnTo>
                <a:lnTo>
                  <a:pt x="6946" y="3351"/>
                </a:lnTo>
                <a:lnTo>
                  <a:pt x="6952" y="3341"/>
                </a:lnTo>
                <a:lnTo>
                  <a:pt x="6971" y="3318"/>
                </a:lnTo>
                <a:lnTo>
                  <a:pt x="7009" y="3285"/>
                </a:lnTo>
                <a:lnTo>
                  <a:pt x="7039" y="3270"/>
                </a:lnTo>
                <a:lnTo>
                  <a:pt x="7065" y="3256"/>
                </a:lnTo>
                <a:lnTo>
                  <a:pt x="7094" y="3232"/>
                </a:lnTo>
                <a:lnTo>
                  <a:pt x="7105" y="3217"/>
                </a:lnTo>
                <a:lnTo>
                  <a:pt x="7106" y="3210"/>
                </a:lnTo>
                <a:lnTo>
                  <a:pt x="7108" y="3196"/>
                </a:lnTo>
                <a:lnTo>
                  <a:pt x="7130" y="3159"/>
                </a:lnTo>
                <a:lnTo>
                  <a:pt x="7148" y="3143"/>
                </a:lnTo>
                <a:lnTo>
                  <a:pt x="7166" y="3125"/>
                </a:lnTo>
                <a:lnTo>
                  <a:pt x="7172" y="3114"/>
                </a:lnTo>
                <a:lnTo>
                  <a:pt x="7164" y="3116"/>
                </a:lnTo>
                <a:lnTo>
                  <a:pt x="7156" y="3118"/>
                </a:lnTo>
                <a:lnTo>
                  <a:pt x="7143" y="3121"/>
                </a:lnTo>
                <a:lnTo>
                  <a:pt x="7126" y="3118"/>
                </a:lnTo>
                <a:lnTo>
                  <a:pt x="7124" y="3112"/>
                </a:lnTo>
                <a:lnTo>
                  <a:pt x="7126" y="3105"/>
                </a:lnTo>
                <a:lnTo>
                  <a:pt x="7139" y="3095"/>
                </a:lnTo>
                <a:lnTo>
                  <a:pt x="7150" y="3094"/>
                </a:lnTo>
                <a:lnTo>
                  <a:pt x="7155" y="3093"/>
                </a:lnTo>
                <a:lnTo>
                  <a:pt x="7166" y="3084"/>
                </a:lnTo>
                <a:lnTo>
                  <a:pt x="7181" y="3061"/>
                </a:lnTo>
                <a:lnTo>
                  <a:pt x="7188" y="3039"/>
                </a:lnTo>
                <a:lnTo>
                  <a:pt x="7195" y="3010"/>
                </a:lnTo>
                <a:lnTo>
                  <a:pt x="7206" y="2996"/>
                </a:lnTo>
                <a:lnTo>
                  <a:pt x="7218" y="2999"/>
                </a:lnTo>
                <a:lnTo>
                  <a:pt x="7226" y="3005"/>
                </a:lnTo>
                <a:lnTo>
                  <a:pt x="7236" y="3014"/>
                </a:lnTo>
                <a:lnTo>
                  <a:pt x="7248" y="3034"/>
                </a:lnTo>
                <a:lnTo>
                  <a:pt x="7251" y="3048"/>
                </a:lnTo>
                <a:lnTo>
                  <a:pt x="7242" y="3052"/>
                </a:lnTo>
                <a:lnTo>
                  <a:pt x="7232" y="3048"/>
                </a:lnTo>
                <a:lnTo>
                  <a:pt x="7226" y="3045"/>
                </a:lnTo>
                <a:lnTo>
                  <a:pt x="7216" y="3049"/>
                </a:lnTo>
                <a:lnTo>
                  <a:pt x="7215" y="3056"/>
                </a:lnTo>
                <a:lnTo>
                  <a:pt x="7217" y="3064"/>
                </a:lnTo>
                <a:lnTo>
                  <a:pt x="7237" y="3085"/>
                </a:lnTo>
                <a:lnTo>
                  <a:pt x="7251" y="3094"/>
                </a:lnTo>
                <a:lnTo>
                  <a:pt x="7271" y="3104"/>
                </a:lnTo>
                <a:lnTo>
                  <a:pt x="7284" y="3101"/>
                </a:lnTo>
                <a:lnTo>
                  <a:pt x="7287" y="3089"/>
                </a:lnTo>
                <a:lnTo>
                  <a:pt x="7287" y="3080"/>
                </a:lnTo>
                <a:lnTo>
                  <a:pt x="7288" y="3066"/>
                </a:lnTo>
                <a:lnTo>
                  <a:pt x="7300" y="3036"/>
                </a:lnTo>
                <a:lnTo>
                  <a:pt x="7309" y="3025"/>
                </a:lnTo>
                <a:lnTo>
                  <a:pt x="7319" y="3014"/>
                </a:lnTo>
                <a:lnTo>
                  <a:pt x="7319" y="3004"/>
                </a:lnTo>
                <a:lnTo>
                  <a:pt x="7309" y="3004"/>
                </a:lnTo>
                <a:lnTo>
                  <a:pt x="7304" y="3002"/>
                </a:lnTo>
                <a:lnTo>
                  <a:pt x="7297" y="2995"/>
                </a:lnTo>
                <a:lnTo>
                  <a:pt x="7288" y="2974"/>
                </a:lnTo>
                <a:lnTo>
                  <a:pt x="7287" y="2956"/>
                </a:lnTo>
                <a:lnTo>
                  <a:pt x="7286" y="2938"/>
                </a:lnTo>
                <a:lnTo>
                  <a:pt x="7280" y="2922"/>
                </a:lnTo>
                <a:lnTo>
                  <a:pt x="7274" y="2920"/>
                </a:lnTo>
                <a:lnTo>
                  <a:pt x="7271" y="2922"/>
                </a:lnTo>
                <a:lnTo>
                  <a:pt x="7264" y="2925"/>
                </a:lnTo>
                <a:lnTo>
                  <a:pt x="7249" y="2922"/>
                </a:lnTo>
                <a:lnTo>
                  <a:pt x="7243" y="2917"/>
                </a:lnTo>
                <a:lnTo>
                  <a:pt x="7242" y="2912"/>
                </a:lnTo>
                <a:lnTo>
                  <a:pt x="7244" y="2901"/>
                </a:lnTo>
                <a:lnTo>
                  <a:pt x="7257" y="2882"/>
                </a:lnTo>
                <a:lnTo>
                  <a:pt x="7287" y="2859"/>
                </a:lnTo>
                <a:lnTo>
                  <a:pt x="7310" y="2849"/>
                </a:lnTo>
                <a:lnTo>
                  <a:pt x="7323" y="2849"/>
                </a:lnTo>
                <a:lnTo>
                  <a:pt x="7327" y="2851"/>
                </a:lnTo>
                <a:lnTo>
                  <a:pt x="7335" y="2855"/>
                </a:lnTo>
                <a:lnTo>
                  <a:pt x="7340" y="2848"/>
                </a:lnTo>
                <a:lnTo>
                  <a:pt x="7338" y="2838"/>
                </a:lnTo>
                <a:lnTo>
                  <a:pt x="7331" y="2824"/>
                </a:lnTo>
                <a:lnTo>
                  <a:pt x="7310" y="2809"/>
                </a:lnTo>
                <a:lnTo>
                  <a:pt x="7280" y="2808"/>
                </a:lnTo>
                <a:lnTo>
                  <a:pt x="7253" y="2822"/>
                </a:lnTo>
                <a:lnTo>
                  <a:pt x="7242" y="2835"/>
                </a:lnTo>
                <a:lnTo>
                  <a:pt x="7227" y="2854"/>
                </a:lnTo>
                <a:lnTo>
                  <a:pt x="7216" y="2856"/>
                </a:lnTo>
                <a:lnTo>
                  <a:pt x="7210" y="2843"/>
                </a:lnTo>
                <a:lnTo>
                  <a:pt x="7205" y="2831"/>
                </a:lnTo>
                <a:lnTo>
                  <a:pt x="7192" y="2794"/>
                </a:lnTo>
                <a:lnTo>
                  <a:pt x="7177" y="2754"/>
                </a:lnTo>
                <a:lnTo>
                  <a:pt x="7168" y="2732"/>
                </a:lnTo>
                <a:lnTo>
                  <a:pt x="7161" y="2704"/>
                </a:lnTo>
                <a:lnTo>
                  <a:pt x="7167" y="2689"/>
                </a:lnTo>
                <a:lnTo>
                  <a:pt x="7188" y="2687"/>
                </a:lnTo>
                <a:lnTo>
                  <a:pt x="7204" y="2689"/>
                </a:lnTo>
                <a:lnTo>
                  <a:pt x="7215" y="2692"/>
                </a:lnTo>
                <a:lnTo>
                  <a:pt x="7236" y="2689"/>
                </a:lnTo>
                <a:lnTo>
                  <a:pt x="7256" y="2683"/>
                </a:lnTo>
                <a:lnTo>
                  <a:pt x="7277" y="2669"/>
                </a:lnTo>
                <a:lnTo>
                  <a:pt x="7287" y="2659"/>
                </a:lnTo>
                <a:lnTo>
                  <a:pt x="7325" y="2621"/>
                </a:lnTo>
                <a:lnTo>
                  <a:pt x="7289" y="2610"/>
                </a:lnTo>
                <a:lnTo>
                  <a:pt x="7274" y="2605"/>
                </a:lnTo>
                <a:lnTo>
                  <a:pt x="7253" y="2581"/>
                </a:lnTo>
                <a:lnTo>
                  <a:pt x="7251" y="2567"/>
                </a:lnTo>
                <a:lnTo>
                  <a:pt x="7251" y="2557"/>
                </a:lnTo>
                <a:lnTo>
                  <a:pt x="7255" y="2545"/>
                </a:lnTo>
                <a:lnTo>
                  <a:pt x="7265" y="2538"/>
                </a:lnTo>
                <a:lnTo>
                  <a:pt x="7281" y="2539"/>
                </a:lnTo>
                <a:lnTo>
                  <a:pt x="7292" y="2542"/>
                </a:lnTo>
                <a:lnTo>
                  <a:pt x="7303" y="2544"/>
                </a:lnTo>
                <a:lnTo>
                  <a:pt x="7322" y="2543"/>
                </a:lnTo>
                <a:lnTo>
                  <a:pt x="7336" y="2535"/>
                </a:lnTo>
                <a:lnTo>
                  <a:pt x="7348" y="2518"/>
                </a:lnTo>
                <a:lnTo>
                  <a:pt x="7354" y="2505"/>
                </a:lnTo>
                <a:lnTo>
                  <a:pt x="7362" y="2486"/>
                </a:lnTo>
                <a:lnTo>
                  <a:pt x="7367" y="2451"/>
                </a:lnTo>
                <a:lnTo>
                  <a:pt x="7363" y="2423"/>
                </a:lnTo>
                <a:lnTo>
                  <a:pt x="7350" y="2407"/>
                </a:lnTo>
                <a:lnTo>
                  <a:pt x="7340" y="2406"/>
                </a:lnTo>
                <a:lnTo>
                  <a:pt x="7334" y="2405"/>
                </a:lnTo>
                <a:lnTo>
                  <a:pt x="7326" y="2401"/>
                </a:lnTo>
                <a:lnTo>
                  <a:pt x="7323" y="2390"/>
                </a:lnTo>
                <a:lnTo>
                  <a:pt x="7331" y="2366"/>
                </a:lnTo>
                <a:lnTo>
                  <a:pt x="7353" y="2338"/>
                </a:lnTo>
                <a:lnTo>
                  <a:pt x="7368" y="2325"/>
                </a:lnTo>
                <a:lnTo>
                  <a:pt x="7387" y="2310"/>
                </a:lnTo>
                <a:lnTo>
                  <a:pt x="7412" y="2272"/>
                </a:lnTo>
                <a:lnTo>
                  <a:pt x="7414" y="2255"/>
                </a:lnTo>
                <a:lnTo>
                  <a:pt x="7414" y="2246"/>
                </a:lnTo>
                <a:lnTo>
                  <a:pt x="7418" y="2233"/>
                </a:lnTo>
                <a:lnTo>
                  <a:pt x="7427" y="2228"/>
                </a:lnTo>
                <a:lnTo>
                  <a:pt x="7442" y="2228"/>
                </a:lnTo>
                <a:lnTo>
                  <a:pt x="7452" y="2230"/>
                </a:lnTo>
                <a:lnTo>
                  <a:pt x="7470" y="2234"/>
                </a:lnTo>
                <a:lnTo>
                  <a:pt x="7482" y="2229"/>
                </a:lnTo>
                <a:lnTo>
                  <a:pt x="7482" y="2219"/>
                </a:lnTo>
                <a:lnTo>
                  <a:pt x="7479" y="2211"/>
                </a:lnTo>
                <a:lnTo>
                  <a:pt x="7471" y="2186"/>
                </a:lnTo>
                <a:lnTo>
                  <a:pt x="7469" y="2165"/>
                </a:lnTo>
                <a:lnTo>
                  <a:pt x="7467" y="2160"/>
                </a:lnTo>
                <a:lnTo>
                  <a:pt x="7461" y="2160"/>
                </a:lnTo>
                <a:lnTo>
                  <a:pt x="7441" y="2174"/>
                </a:lnTo>
                <a:lnTo>
                  <a:pt x="7423" y="2194"/>
                </a:lnTo>
                <a:lnTo>
                  <a:pt x="7405" y="2211"/>
                </a:lnTo>
                <a:lnTo>
                  <a:pt x="7373" y="2234"/>
                </a:lnTo>
                <a:lnTo>
                  <a:pt x="7345" y="2242"/>
                </a:lnTo>
                <a:lnTo>
                  <a:pt x="7323" y="2234"/>
                </a:lnTo>
                <a:lnTo>
                  <a:pt x="7314" y="2224"/>
                </a:lnTo>
                <a:lnTo>
                  <a:pt x="7311" y="2217"/>
                </a:lnTo>
                <a:lnTo>
                  <a:pt x="7312" y="2207"/>
                </a:lnTo>
                <a:lnTo>
                  <a:pt x="7318" y="2206"/>
                </a:lnTo>
                <a:lnTo>
                  <a:pt x="7335" y="2203"/>
                </a:lnTo>
                <a:lnTo>
                  <a:pt x="7358" y="2190"/>
                </a:lnTo>
                <a:lnTo>
                  <a:pt x="7365" y="2185"/>
                </a:lnTo>
                <a:lnTo>
                  <a:pt x="7374" y="2175"/>
                </a:lnTo>
                <a:lnTo>
                  <a:pt x="7375" y="2166"/>
                </a:lnTo>
                <a:lnTo>
                  <a:pt x="7367" y="2151"/>
                </a:lnTo>
                <a:lnTo>
                  <a:pt x="7360" y="2143"/>
                </a:lnTo>
                <a:lnTo>
                  <a:pt x="7349" y="2128"/>
                </a:lnTo>
                <a:lnTo>
                  <a:pt x="7346" y="2110"/>
                </a:lnTo>
                <a:lnTo>
                  <a:pt x="7351" y="2099"/>
                </a:lnTo>
                <a:lnTo>
                  <a:pt x="7356" y="2094"/>
                </a:lnTo>
                <a:lnTo>
                  <a:pt x="7367" y="2084"/>
                </a:lnTo>
                <a:lnTo>
                  <a:pt x="7377" y="2088"/>
                </a:lnTo>
                <a:lnTo>
                  <a:pt x="7378" y="2103"/>
                </a:lnTo>
                <a:lnTo>
                  <a:pt x="7379" y="2115"/>
                </a:lnTo>
                <a:lnTo>
                  <a:pt x="7395" y="2132"/>
                </a:lnTo>
                <a:lnTo>
                  <a:pt x="7405" y="2134"/>
                </a:lnTo>
                <a:lnTo>
                  <a:pt x="7416" y="2133"/>
                </a:lnTo>
                <a:lnTo>
                  <a:pt x="7429" y="2123"/>
                </a:lnTo>
                <a:lnTo>
                  <a:pt x="7432" y="2110"/>
                </a:lnTo>
                <a:lnTo>
                  <a:pt x="7422" y="2098"/>
                </a:lnTo>
                <a:lnTo>
                  <a:pt x="7412" y="2094"/>
                </a:lnTo>
                <a:lnTo>
                  <a:pt x="7407" y="2092"/>
                </a:lnTo>
                <a:lnTo>
                  <a:pt x="7401" y="2084"/>
                </a:lnTo>
                <a:lnTo>
                  <a:pt x="7401" y="2069"/>
                </a:lnTo>
                <a:lnTo>
                  <a:pt x="7418" y="2041"/>
                </a:lnTo>
                <a:lnTo>
                  <a:pt x="7453" y="2008"/>
                </a:lnTo>
                <a:lnTo>
                  <a:pt x="7477" y="1991"/>
                </a:lnTo>
                <a:lnTo>
                  <a:pt x="7502" y="1972"/>
                </a:lnTo>
                <a:lnTo>
                  <a:pt x="7531" y="1944"/>
                </a:lnTo>
                <a:lnTo>
                  <a:pt x="7540" y="1928"/>
                </a:lnTo>
                <a:lnTo>
                  <a:pt x="7541" y="1922"/>
                </a:lnTo>
                <a:lnTo>
                  <a:pt x="7542" y="1912"/>
                </a:lnTo>
                <a:lnTo>
                  <a:pt x="7553" y="1905"/>
                </a:lnTo>
                <a:lnTo>
                  <a:pt x="7563" y="1909"/>
                </a:lnTo>
                <a:lnTo>
                  <a:pt x="7572" y="1915"/>
                </a:lnTo>
                <a:lnTo>
                  <a:pt x="7576" y="1906"/>
                </a:lnTo>
                <a:lnTo>
                  <a:pt x="7572" y="1893"/>
                </a:lnTo>
                <a:lnTo>
                  <a:pt x="7567" y="1880"/>
                </a:lnTo>
                <a:lnTo>
                  <a:pt x="7572" y="1863"/>
                </a:lnTo>
                <a:lnTo>
                  <a:pt x="7579" y="1862"/>
                </a:lnTo>
                <a:lnTo>
                  <a:pt x="7583" y="1861"/>
                </a:lnTo>
                <a:lnTo>
                  <a:pt x="7589" y="1856"/>
                </a:lnTo>
                <a:lnTo>
                  <a:pt x="7593" y="1841"/>
                </a:lnTo>
                <a:lnTo>
                  <a:pt x="7590" y="1825"/>
                </a:lnTo>
                <a:lnTo>
                  <a:pt x="7587" y="1810"/>
                </a:lnTo>
                <a:lnTo>
                  <a:pt x="7591" y="1795"/>
                </a:lnTo>
                <a:lnTo>
                  <a:pt x="7598" y="1790"/>
                </a:lnTo>
                <a:lnTo>
                  <a:pt x="7602" y="1790"/>
                </a:lnTo>
                <a:lnTo>
                  <a:pt x="7611" y="1788"/>
                </a:lnTo>
                <a:lnTo>
                  <a:pt x="7626" y="1783"/>
                </a:lnTo>
                <a:lnTo>
                  <a:pt x="7648" y="1763"/>
                </a:lnTo>
                <a:lnTo>
                  <a:pt x="7671" y="1722"/>
                </a:lnTo>
                <a:lnTo>
                  <a:pt x="7685" y="1669"/>
                </a:lnTo>
                <a:lnTo>
                  <a:pt x="7686" y="1641"/>
                </a:lnTo>
                <a:lnTo>
                  <a:pt x="7687" y="1603"/>
                </a:lnTo>
                <a:lnTo>
                  <a:pt x="7694" y="1581"/>
                </a:lnTo>
                <a:lnTo>
                  <a:pt x="7702" y="1581"/>
                </a:lnTo>
                <a:lnTo>
                  <a:pt x="7708" y="1586"/>
                </a:lnTo>
                <a:lnTo>
                  <a:pt x="7720" y="1597"/>
                </a:lnTo>
                <a:lnTo>
                  <a:pt x="7738" y="1607"/>
                </a:lnTo>
                <a:lnTo>
                  <a:pt x="7751" y="1602"/>
                </a:lnTo>
                <a:lnTo>
                  <a:pt x="7758" y="1581"/>
                </a:lnTo>
                <a:lnTo>
                  <a:pt x="7759" y="1565"/>
                </a:lnTo>
                <a:lnTo>
                  <a:pt x="7760" y="1547"/>
                </a:lnTo>
                <a:lnTo>
                  <a:pt x="7771" y="1519"/>
                </a:lnTo>
                <a:lnTo>
                  <a:pt x="7781" y="1515"/>
                </a:lnTo>
                <a:lnTo>
                  <a:pt x="7785" y="1511"/>
                </a:lnTo>
                <a:lnTo>
                  <a:pt x="7794" y="1497"/>
                </a:lnTo>
                <a:lnTo>
                  <a:pt x="7804" y="1464"/>
                </a:lnTo>
                <a:lnTo>
                  <a:pt x="7808" y="1434"/>
                </a:lnTo>
                <a:lnTo>
                  <a:pt x="7810" y="1404"/>
                </a:lnTo>
                <a:lnTo>
                  <a:pt x="7824" y="1366"/>
                </a:lnTo>
                <a:lnTo>
                  <a:pt x="7836" y="1346"/>
                </a:lnTo>
                <a:lnTo>
                  <a:pt x="7844" y="1341"/>
                </a:lnTo>
                <a:lnTo>
                  <a:pt x="7859" y="1328"/>
                </a:lnTo>
                <a:lnTo>
                  <a:pt x="7864" y="1315"/>
                </a:lnTo>
                <a:lnTo>
                  <a:pt x="7860" y="1308"/>
                </a:lnTo>
                <a:lnTo>
                  <a:pt x="7855" y="1306"/>
                </a:lnTo>
                <a:lnTo>
                  <a:pt x="7844" y="1300"/>
                </a:lnTo>
                <a:lnTo>
                  <a:pt x="7832" y="1287"/>
                </a:lnTo>
                <a:lnTo>
                  <a:pt x="7834" y="1274"/>
                </a:lnTo>
                <a:lnTo>
                  <a:pt x="7847" y="1265"/>
                </a:lnTo>
                <a:lnTo>
                  <a:pt x="7858" y="1265"/>
                </a:lnTo>
                <a:lnTo>
                  <a:pt x="7869" y="1266"/>
                </a:lnTo>
                <a:lnTo>
                  <a:pt x="7884" y="1278"/>
                </a:lnTo>
                <a:lnTo>
                  <a:pt x="7885" y="1286"/>
                </a:lnTo>
                <a:lnTo>
                  <a:pt x="7886" y="1296"/>
                </a:lnTo>
                <a:lnTo>
                  <a:pt x="7895" y="1294"/>
                </a:lnTo>
                <a:lnTo>
                  <a:pt x="7904" y="1282"/>
                </a:lnTo>
                <a:lnTo>
                  <a:pt x="7909" y="1269"/>
                </a:lnTo>
                <a:lnTo>
                  <a:pt x="7912" y="1231"/>
                </a:lnTo>
                <a:lnTo>
                  <a:pt x="7909" y="1211"/>
                </a:lnTo>
                <a:lnTo>
                  <a:pt x="7906" y="1198"/>
                </a:lnTo>
                <a:lnTo>
                  <a:pt x="7905" y="1182"/>
                </a:lnTo>
                <a:lnTo>
                  <a:pt x="7910" y="1174"/>
                </a:lnTo>
                <a:lnTo>
                  <a:pt x="7925" y="1174"/>
                </a:lnTo>
                <a:lnTo>
                  <a:pt x="7936" y="1178"/>
                </a:lnTo>
                <a:lnTo>
                  <a:pt x="7958" y="1182"/>
                </a:lnTo>
                <a:lnTo>
                  <a:pt x="7966" y="1172"/>
                </a:lnTo>
                <a:lnTo>
                  <a:pt x="7956" y="1154"/>
                </a:lnTo>
                <a:lnTo>
                  <a:pt x="7949" y="1136"/>
                </a:lnTo>
                <a:lnTo>
                  <a:pt x="7949" y="1103"/>
                </a:lnTo>
                <a:lnTo>
                  <a:pt x="7956" y="1085"/>
                </a:lnTo>
                <a:lnTo>
                  <a:pt x="7965" y="1067"/>
                </a:lnTo>
                <a:lnTo>
                  <a:pt x="7963" y="1051"/>
                </a:lnTo>
                <a:lnTo>
                  <a:pt x="7955" y="1043"/>
                </a:lnTo>
                <a:lnTo>
                  <a:pt x="7947" y="1040"/>
                </a:lnTo>
                <a:lnTo>
                  <a:pt x="7933" y="1034"/>
                </a:lnTo>
                <a:lnTo>
                  <a:pt x="7917" y="1030"/>
                </a:lnTo>
                <a:lnTo>
                  <a:pt x="7910" y="1034"/>
                </a:lnTo>
                <a:lnTo>
                  <a:pt x="7912" y="1052"/>
                </a:lnTo>
                <a:lnTo>
                  <a:pt x="7917" y="1065"/>
                </a:lnTo>
                <a:lnTo>
                  <a:pt x="7920" y="1083"/>
                </a:lnTo>
                <a:lnTo>
                  <a:pt x="7916" y="1094"/>
                </a:lnTo>
                <a:lnTo>
                  <a:pt x="7906" y="1094"/>
                </a:lnTo>
                <a:lnTo>
                  <a:pt x="7898" y="1092"/>
                </a:lnTo>
                <a:lnTo>
                  <a:pt x="7886" y="1089"/>
                </a:lnTo>
                <a:lnTo>
                  <a:pt x="7858" y="1098"/>
                </a:lnTo>
                <a:lnTo>
                  <a:pt x="7846" y="1108"/>
                </a:lnTo>
                <a:lnTo>
                  <a:pt x="7832" y="1120"/>
                </a:lnTo>
                <a:lnTo>
                  <a:pt x="7814" y="1124"/>
                </a:lnTo>
                <a:lnTo>
                  <a:pt x="7804" y="1120"/>
                </a:lnTo>
                <a:lnTo>
                  <a:pt x="7798" y="1116"/>
                </a:lnTo>
                <a:lnTo>
                  <a:pt x="7789" y="1109"/>
                </a:lnTo>
                <a:lnTo>
                  <a:pt x="7770" y="1107"/>
                </a:lnTo>
                <a:lnTo>
                  <a:pt x="7752" y="1115"/>
                </a:lnTo>
                <a:lnTo>
                  <a:pt x="7747" y="1131"/>
                </a:lnTo>
                <a:lnTo>
                  <a:pt x="7751" y="1141"/>
                </a:lnTo>
                <a:lnTo>
                  <a:pt x="7754" y="1145"/>
                </a:lnTo>
                <a:lnTo>
                  <a:pt x="7752" y="1150"/>
                </a:lnTo>
                <a:lnTo>
                  <a:pt x="7740" y="1152"/>
                </a:lnTo>
                <a:lnTo>
                  <a:pt x="7722" y="1146"/>
                </a:lnTo>
                <a:lnTo>
                  <a:pt x="7710" y="1143"/>
                </a:lnTo>
                <a:lnTo>
                  <a:pt x="7696" y="1141"/>
                </a:lnTo>
                <a:lnTo>
                  <a:pt x="7689" y="1147"/>
                </a:lnTo>
                <a:lnTo>
                  <a:pt x="7691" y="1161"/>
                </a:lnTo>
                <a:lnTo>
                  <a:pt x="7695" y="1173"/>
                </a:lnTo>
                <a:lnTo>
                  <a:pt x="7699" y="1185"/>
                </a:lnTo>
                <a:lnTo>
                  <a:pt x="7701" y="1200"/>
                </a:lnTo>
                <a:lnTo>
                  <a:pt x="7696" y="1206"/>
                </a:lnTo>
                <a:lnTo>
                  <a:pt x="7681" y="1205"/>
                </a:lnTo>
                <a:lnTo>
                  <a:pt x="7670" y="1200"/>
                </a:lnTo>
                <a:lnTo>
                  <a:pt x="7657" y="1197"/>
                </a:lnTo>
                <a:lnTo>
                  <a:pt x="7641" y="1196"/>
                </a:lnTo>
                <a:lnTo>
                  <a:pt x="7636" y="1204"/>
                </a:lnTo>
                <a:lnTo>
                  <a:pt x="7639" y="1224"/>
                </a:lnTo>
                <a:lnTo>
                  <a:pt x="7643" y="1241"/>
                </a:lnTo>
                <a:lnTo>
                  <a:pt x="7656" y="1292"/>
                </a:lnTo>
                <a:lnTo>
                  <a:pt x="7612" y="1248"/>
                </a:lnTo>
                <a:lnTo>
                  <a:pt x="7591" y="1225"/>
                </a:lnTo>
                <a:lnTo>
                  <a:pt x="7583" y="1206"/>
                </a:lnTo>
                <a:lnTo>
                  <a:pt x="7587" y="1197"/>
                </a:lnTo>
                <a:lnTo>
                  <a:pt x="7594" y="1195"/>
                </a:lnTo>
                <a:lnTo>
                  <a:pt x="7608" y="1189"/>
                </a:lnTo>
                <a:lnTo>
                  <a:pt x="7640" y="1165"/>
                </a:lnTo>
                <a:lnTo>
                  <a:pt x="7668" y="1135"/>
                </a:lnTo>
                <a:lnTo>
                  <a:pt x="7678" y="1117"/>
                </a:lnTo>
                <a:lnTo>
                  <a:pt x="7680" y="1108"/>
                </a:lnTo>
                <a:lnTo>
                  <a:pt x="7677" y="1105"/>
                </a:lnTo>
                <a:lnTo>
                  <a:pt x="7672" y="1102"/>
                </a:lnTo>
                <a:lnTo>
                  <a:pt x="7657" y="1109"/>
                </a:lnTo>
                <a:lnTo>
                  <a:pt x="7650" y="1119"/>
                </a:lnTo>
                <a:lnTo>
                  <a:pt x="7643" y="1129"/>
                </a:lnTo>
                <a:lnTo>
                  <a:pt x="7633" y="1136"/>
                </a:lnTo>
                <a:lnTo>
                  <a:pt x="7632" y="1132"/>
                </a:lnTo>
                <a:lnTo>
                  <a:pt x="7631" y="1129"/>
                </a:lnTo>
                <a:lnTo>
                  <a:pt x="7624" y="1129"/>
                </a:lnTo>
                <a:lnTo>
                  <a:pt x="7601" y="1140"/>
                </a:lnTo>
                <a:lnTo>
                  <a:pt x="7525" y="1197"/>
                </a:lnTo>
                <a:lnTo>
                  <a:pt x="7455" y="1260"/>
                </a:lnTo>
                <a:lnTo>
                  <a:pt x="7424" y="1289"/>
                </a:lnTo>
                <a:lnTo>
                  <a:pt x="7383" y="1322"/>
                </a:lnTo>
                <a:lnTo>
                  <a:pt x="7378" y="1322"/>
                </a:lnTo>
                <a:lnTo>
                  <a:pt x="7377" y="1320"/>
                </a:lnTo>
                <a:lnTo>
                  <a:pt x="7370" y="1323"/>
                </a:lnTo>
                <a:lnTo>
                  <a:pt x="7349" y="1343"/>
                </a:lnTo>
                <a:lnTo>
                  <a:pt x="7330" y="1364"/>
                </a:lnTo>
                <a:lnTo>
                  <a:pt x="7312" y="1384"/>
                </a:lnTo>
                <a:lnTo>
                  <a:pt x="7297" y="1398"/>
                </a:lnTo>
                <a:lnTo>
                  <a:pt x="7293" y="1398"/>
                </a:lnTo>
                <a:lnTo>
                  <a:pt x="7294" y="1395"/>
                </a:lnTo>
                <a:lnTo>
                  <a:pt x="7299" y="1386"/>
                </a:lnTo>
                <a:lnTo>
                  <a:pt x="7301" y="1374"/>
                </a:lnTo>
                <a:lnTo>
                  <a:pt x="7298" y="1373"/>
                </a:lnTo>
                <a:lnTo>
                  <a:pt x="7293" y="1375"/>
                </a:lnTo>
                <a:lnTo>
                  <a:pt x="7277" y="1396"/>
                </a:lnTo>
                <a:lnTo>
                  <a:pt x="7267" y="1411"/>
                </a:lnTo>
                <a:lnTo>
                  <a:pt x="7259" y="1429"/>
                </a:lnTo>
                <a:lnTo>
                  <a:pt x="7256" y="1441"/>
                </a:lnTo>
                <a:lnTo>
                  <a:pt x="7262" y="1441"/>
                </a:lnTo>
                <a:lnTo>
                  <a:pt x="7267" y="1439"/>
                </a:lnTo>
                <a:lnTo>
                  <a:pt x="7275" y="1434"/>
                </a:lnTo>
                <a:lnTo>
                  <a:pt x="7286" y="1437"/>
                </a:lnTo>
                <a:lnTo>
                  <a:pt x="7287" y="1444"/>
                </a:lnTo>
                <a:lnTo>
                  <a:pt x="7287" y="1447"/>
                </a:lnTo>
                <a:lnTo>
                  <a:pt x="7280" y="1454"/>
                </a:lnTo>
                <a:lnTo>
                  <a:pt x="7263" y="1459"/>
                </a:lnTo>
                <a:lnTo>
                  <a:pt x="7248" y="1458"/>
                </a:lnTo>
                <a:lnTo>
                  <a:pt x="7236" y="1458"/>
                </a:lnTo>
                <a:lnTo>
                  <a:pt x="7220" y="1459"/>
                </a:lnTo>
                <a:lnTo>
                  <a:pt x="7212" y="1467"/>
                </a:lnTo>
                <a:lnTo>
                  <a:pt x="7210" y="1480"/>
                </a:lnTo>
                <a:lnTo>
                  <a:pt x="7211" y="1489"/>
                </a:lnTo>
                <a:lnTo>
                  <a:pt x="7214" y="1507"/>
                </a:lnTo>
                <a:lnTo>
                  <a:pt x="7206" y="1515"/>
                </a:lnTo>
                <a:lnTo>
                  <a:pt x="7193" y="1505"/>
                </a:lnTo>
                <a:lnTo>
                  <a:pt x="7181" y="1497"/>
                </a:lnTo>
                <a:lnTo>
                  <a:pt x="7149" y="1490"/>
                </a:lnTo>
                <a:lnTo>
                  <a:pt x="7113" y="1492"/>
                </a:lnTo>
                <a:lnTo>
                  <a:pt x="7078" y="1504"/>
                </a:lnTo>
                <a:lnTo>
                  <a:pt x="7064" y="1515"/>
                </a:lnTo>
                <a:lnTo>
                  <a:pt x="7054" y="1522"/>
                </a:lnTo>
                <a:lnTo>
                  <a:pt x="7033" y="1528"/>
                </a:lnTo>
                <a:lnTo>
                  <a:pt x="7028" y="1523"/>
                </a:lnTo>
                <a:lnTo>
                  <a:pt x="7019" y="1517"/>
                </a:lnTo>
                <a:lnTo>
                  <a:pt x="7014" y="1525"/>
                </a:lnTo>
                <a:lnTo>
                  <a:pt x="7026" y="1566"/>
                </a:lnTo>
                <a:lnTo>
                  <a:pt x="7044" y="1602"/>
                </a:lnTo>
                <a:lnTo>
                  <a:pt x="7056" y="1619"/>
                </a:lnTo>
                <a:lnTo>
                  <a:pt x="7068" y="1648"/>
                </a:lnTo>
                <a:lnTo>
                  <a:pt x="7066" y="1654"/>
                </a:lnTo>
                <a:lnTo>
                  <a:pt x="7060" y="1655"/>
                </a:lnTo>
                <a:lnTo>
                  <a:pt x="7028" y="1633"/>
                </a:lnTo>
                <a:lnTo>
                  <a:pt x="6991" y="1597"/>
                </a:lnTo>
                <a:lnTo>
                  <a:pt x="6964" y="1562"/>
                </a:lnTo>
                <a:lnTo>
                  <a:pt x="6961" y="1553"/>
                </a:lnTo>
                <a:lnTo>
                  <a:pt x="6959" y="1545"/>
                </a:lnTo>
                <a:lnTo>
                  <a:pt x="6949" y="1542"/>
                </a:lnTo>
                <a:lnTo>
                  <a:pt x="6941" y="1545"/>
                </a:lnTo>
                <a:lnTo>
                  <a:pt x="6933" y="1552"/>
                </a:lnTo>
                <a:lnTo>
                  <a:pt x="6928" y="1571"/>
                </a:lnTo>
                <a:lnTo>
                  <a:pt x="6930" y="1580"/>
                </a:lnTo>
                <a:lnTo>
                  <a:pt x="6931" y="1585"/>
                </a:lnTo>
                <a:lnTo>
                  <a:pt x="6928" y="1598"/>
                </a:lnTo>
                <a:lnTo>
                  <a:pt x="6910" y="1621"/>
                </a:lnTo>
                <a:lnTo>
                  <a:pt x="6875" y="1650"/>
                </a:lnTo>
                <a:lnTo>
                  <a:pt x="6834" y="1670"/>
                </a:lnTo>
                <a:lnTo>
                  <a:pt x="6818" y="1672"/>
                </a:lnTo>
                <a:lnTo>
                  <a:pt x="6806" y="1671"/>
                </a:lnTo>
                <a:lnTo>
                  <a:pt x="6790" y="1660"/>
                </a:lnTo>
                <a:lnTo>
                  <a:pt x="6789" y="1654"/>
                </a:lnTo>
                <a:lnTo>
                  <a:pt x="6788" y="1645"/>
                </a:lnTo>
                <a:lnTo>
                  <a:pt x="6779" y="1622"/>
                </a:lnTo>
                <a:lnTo>
                  <a:pt x="6772" y="1612"/>
                </a:lnTo>
                <a:lnTo>
                  <a:pt x="6765" y="1598"/>
                </a:lnTo>
                <a:lnTo>
                  <a:pt x="6765" y="1581"/>
                </a:lnTo>
                <a:lnTo>
                  <a:pt x="6780" y="1574"/>
                </a:lnTo>
                <a:lnTo>
                  <a:pt x="6807" y="1581"/>
                </a:lnTo>
                <a:lnTo>
                  <a:pt x="6825" y="1591"/>
                </a:lnTo>
                <a:lnTo>
                  <a:pt x="6844" y="1599"/>
                </a:lnTo>
                <a:lnTo>
                  <a:pt x="6875" y="1607"/>
                </a:lnTo>
                <a:lnTo>
                  <a:pt x="6881" y="1603"/>
                </a:lnTo>
                <a:lnTo>
                  <a:pt x="6885" y="1596"/>
                </a:lnTo>
                <a:lnTo>
                  <a:pt x="6884" y="1580"/>
                </a:lnTo>
                <a:lnTo>
                  <a:pt x="6874" y="1567"/>
                </a:lnTo>
                <a:lnTo>
                  <a:pt x="6858" y="1560"/>
                </a:lnTo>
                <a:lnTo>
                  <a:pt x="6851" y="1563"/>
                </a:lnTo>
                <a:lnTo>
                  <a:pt x="6840" y="1569"/>
                </a:lnTo>
                <a:lnTo>
                  <a:pt x="6833" y="1568"/>
                </a:lnTo>
                <a:lnTo>
                  <a:pt x="6847" y="1545"/>
                </a:lnTo>
                <a:lnTo>
                  <a:pt x="6874" y="1518"/>
                </a:lnTo>
                <a:lnTo>
                  <a:pt x="6889" y="1504"/>
                </a:lnTo>
                <a:lnTo>
                  <a:pt x="6896" y="1487"/>
                </a:lnTo>
                <a:lnTo>
                  <a:pt x="6894" y="1482"/>
                </a:lnTo>
                <a:lnTo>
                  <a:pt x="6890" y="1482"/>
                </a:lnTo>
                <a:lnTo>
                  <a:pt x="6882" y="1481"/>
                </a:lnTo>
                <a:lnTo>
                  <a:pt x="6877" y="1470"/>
                </a:lnTo>
                <a:lnTo>
                  <a:pt x="6879" y="1464"/>
                </a:lnTo>
                <a:lnTo>
                  <a:pt x="6884" y="1454"/>
                </a:lnTo>
                <a:lnTo>
                  <a:pt x="6883" y="1446"/>
                </a:lnTo>
                <a:lnTo>
                  <a:pt x="6853" y="1457"/>
                </a:lnTo>
                <a:lnTo>
                  <a:pt x="6807" y="1485"/>
                </a:lnTo>
                <a:lnTo>
                  <a:pt x="6782" y="1504"/>
                </a:lnTo>
                <a:lnTo>
                  <a:pt x="6746" y="1541"/>
                </a:lnTo>
                <a:lnTo>
                  <a:pt x="6742" y="1554"/>
                </a:lnTo>
                <a:lnTo>
                  <a:pt x="6741" y="1567"/>
                </a:lnTo>
                <a:lnTo>
                  <a:pt x="6735" y="1568"/>
                </a:lnTo>
                <a:lnTo>
                  <a:pt x="6731" y="1558"/>
                </a:lnTo>
                <a:lnTo>
                  <a:pt x="6730" y="1553"/>
                </a:lnTo>
                <a:lnTo>
                  <a:pt x="6735" y="1536"/>
                </a:lnTo>
                <a:lnTo>
                  <a:pt x="6756" y="1505"/>
                </a:lnTo>
                <a:lnTo>
                  <a:pt x="6796" y="1462"/>
                </a:lnTo>
                <a:lnTo>
                  <a:pt x="6823" y="1442"/>
                </a:lnTo>
                <a:lnTo>
                  <a:pt x="6838" y="1437"/>
                </a:lnTo>
                <a:lnTo>
                  <a:pt x="6841" y="1440"/>
                </a:lnTo>
                <a:lnTo>
                  <a:pt x="6845" y="1444"/>
                </a:lnTo>
                <a:lnTo>
                  <a:pt x="6852" y="1437"/>
                </a:lnTo>
                <a:lnTo>
                  <a:pt x="6852" y="1428"/>
                </a:lnTo>
                <a:lnTo>
                  <a:pt x="6852" y="1421"/>
                </a:lnTo>
                <a:lnTo>
                  <a:pt x="6855" y="1415"/>
                </a:lnTo>
                <a:lnTo>
                  <a:pt x="6865" y="1416"/>
                </a:lnTo>
                <a:lnTo>
                  <a:pt x="6879" y="1428"/>
                </a:lnTo>
                <a:lnTo>
                  <a:pt x="6887" y="1432"/>
                </a:lnTo>
                <a:lnTo>
                  <a:pt x="6901" y="1437"/>
                </a:lnTo>
                <a:lnTo>
                  <a:pt x="6922" y="1436"/>
                </a:lnTo>
                <a:lnTo>
                  <a:pt x="6945" y="1417"/>
                </a:lnTo>
                <a:lnTo>
                  <a:pt x="6958" y="1385"/>
                </a:lnTo>
                <a:lnTo>
                  <a:pt x="6957" y="1366"/>
                </a:lnTo>
                <a:lnTo>
                  <a:pt x="6957" y="1350"/>
                </a:lnTo>
                <a:lnTo>
                  <a:pt x="6974" y="1311"/>
                </a:lnTo>
                <a:lnTo>
                  <a:pt x="7003" y="1273"/>
                </a:lnTo>
                <a:lnTo>
                  <a:pt x="7027" y="1254"/>
                </a:lnTo>
                <a:lnTo>
                  <a:pt x="7043" y="1247"/>
                </a:lnTo>
                <a:lnTo>
                  <a:pt x="7050" y="1246"/>
                </a:lnTo>
                <a:lnTo>
                  <a:pt x="7057" y="1245"/>
                </a:lnTo>
                <a:lnTo>
                  <a:pt x="7068" y="1232"/>
                </a:lnTo>
                <a:lnTo>
                  <a:pt x="7069" y="1222"/>
                </a:lnTo>
                <a:lnTo>
                  <a:pt x="7073" y="1209"/>
                </a:lnTo>
                <a:lnTo>
                  <a:pt x="7096" y="1177"/>
                </a:lnTo>
                <a:lnTo>
                  <a:pt x="7131" y="1146"/>
                </a:lnTo>
                <a:lnTo>
                  <a:pt x="7154" y="1133"/>
                </a:lnTo>
                <a:lnTo>
                  <a:pt x="7166" y="1132"/>
                </a:lnTo>
                <a:lnTo>
                  <a:pt x="7169" y="1134"/>
                </a:lnTo>
                <a:lnTo>
                  <a:pt x="7174" y="1137"/>
                </a:lnTo>
                <a:lnTo>
                  <a:pt x="7177" y="1129"/>
                </a:lnTo>
                <a:lnTo>
                  <a:pt x="7175" y="1119"/>
                </a:lnTo>
                <a:lnTo>
                  <a:pt x="7174" y="1109"/>
                </a:lnTo>
                <a:lnTo>
                  <a:pt x="7182" y="1096"/>
                </a:lnTo>
                <a:lnTo>
                  <a:pt x="7191" y="1096"/>
                </a:lnTo>
                <a:lnTo>
                  <a:pt x="7200" y="1096"/>
                </a:lnTo>
                <a:lnTo>
                  <a:pt x="7215" y="1085"/>
                </a:lnTo>
                <a:lnTo>
                  <a:pt x="7220" y="1075"/>
                </a:lnTo>
                <a:lnTo>
                  <a:pt x="7223" y="1065"/>
                </a:lnTo>
                <a:lnTo>
                  <a:pt x="7213" y="1046"/>
                </a:lnTo>
                <a:lnTo>
                  <a:pt x="7192" y="1035"/>
                </a:lnTo>
                <a:lnTo>
                  <a:pt x="7168" y="1034"/>
                </a:lnTo>
                <a:lnTo>
                  <a:pt x="7156" y="1040"/>
                </a:lnTo>
                <a:lnTo>
                  <a:pt x="7149" y="1044"/>
                </a:lnTo>
                <a:lnTo>
                  <a:pt x="7143" y="1036"/>
                </a:lnTo>
                <a:lnTo>
                  <a:pt x="7145" y="1027"/>
                </a:lnTo>
                <a:lnTo>
                  <a:pt x="7149" y="1021"/>
                </a:lnTo>
                <a:lnTo>
                  <a:pt x="7161" y="1012"/>
                </a:lnTo>
                <a:lnTo>
                  <a:pt x="7193" y="1006"/>
                </a:lnTo>
                <a:lnTo>
                  <a:pt x="7227" y="1007"/>
                </a:lnTo>
                <a:lnTo>
                  <a:pt x="7259" y="1008"/>
                </a:lnTo>
                <a:lnTo>
                  <a:pt x="7312" y="1001"/>
                </a:lnTo>
                <a:lnTo>
                  <a:pt x="7353" y="981"/>
                </a:lnTo>
                <a:lnTo>
                  <a:pt x="7372" y="960"/>
                </a:lnTo>
                <a:lnTo>
                  <a:pt x="7377" y="945"/>
                </a:lnTo>
                <a:lnTo>
                  <a:pt x="7378" y="936"/>
                </a:lnTo>
                <a:lnTo>
                  <a:pt x="7377" y="929"/>
                </a:lnTo>
                <a:lnTo>
                  <a:pt x="7365" y="914"/>
                </a:lnTo>
                <a:lnTo>
                  <a:pt x="7340" y="901"/>
                </a:lnTo>
                <a:lnTo>
                  <a:pt x="7301" y="889"/>
                </a:lnTo>
                <a:lnTo>
                  <a:pt x="7275" y="882"/>
                </a:lnTo>
                <a:lnTo>
                  <a:pt x="7236" y="871"/>
                </a:lnTo>
                <a:lnTo>
                  <a:pt x="7184" y="851"/>
                </a:lnTo>
                <a:lnTo>
                  <a:pt x="7166" y="834"/>
                </a:lnTo>
                <a:lnTo>
                  <a:pt x="7164" y="824"/>
                </a:lnTo>
                <a:lnTo>
                  <a:pt x="7170" y="815"/>
                </a:lnTo>
                <a:lnTo>
                  <a:pt x="7186" y="806"/>
                </a:lnTo>
                <a:lnTo>
                  <a:pt x="7197" y="803"/>
                </a:lnTo>
                <a:lnTo>
                  <a:pt x="7211" y="797"/>
                </a:lnTo>
                <a:lnTo>
                  <a:pt x="7223" y="786"/>
                </a:lnTo>
                <a:lnTo>
                  <a:pt x="7225" y="779"/>
                </a:lnTo>
                <a:lnTo>
                  <a:pt x="7224" y="776"/>
                </a:lnTo>
                <a:lnTo>
                  <a:pt x="7220" y="768"/>
                </a:lnTo>
                <a:lnTo>
                  <a:pt x="7226" y="754"/>
                </a:lnTo>
                <a:lnTo>
                  <a:pt x="7232" y="748"/>
                </a:lnTo>
                <a:lnTo>
                  <a:pt x="7240" y="742"/>
                </a:lnTo>
                <a:lnTo>
                  <a:pt x="7244" y="728"/>
                </a:lnTo>
                <a:lnTo>
                  <a:pt x="7242" y="721"/>
                </a:lnTo>
                <a:lnTo>
                  <a:pt x="7240" y="718"/>
                </a:lnTo>
                <a:lnTo>
                  <a:pt x="7242" y="711"/>
                </a:lnTo>
                <a:lnTo>
                  <a:pt x="7255" y="702"/>
                </a:lnTo>
                <a:lnTo>
                  <a:pt x="7269" y="697"/>
                </a:lnTo>
                <a:lnTo>
                  <a:pt x="7284" y="692"/>
                </a:lnTo>
                <a:lnTo>
                  <a:pt x="7303" y="670"/>
                </a:lnTo>
                <a:lnTo>
                  <a:pt x="7305" y="657"/>
                </a:lnTo>
                <a:lnTo>
                  <a:pt x="7305" y="651"/>
                </a:lnTo>
                <a:lnTo>
                  <a:pt x="7301" y="641"/>
                </a:lnTo>
                <a:lnTo>
                  <a:pt x="7293" y="635"/>
                </a:lnTo>
                <a:lnTo>
                  <a:pt x="7281" y="635"/>
                </a:lnTo>
                <a:lnTo>
                  <a:pt x="7275" y="637"/>
                </a:lnTo>
                <a:lnTo>
                  <a:pt x="7260" y="641"/>
                </a:lnTo>
                <a:lnTo>
                  <a:pt x="7227" y="635"/>
                </a:lnTo>
                <a:lnTo>
                  <a:pt x="7215" y="629"/>
                </a:lnTo>
                <a:lnTo>
                  <a:pt x="7202" y="618"/>
                </a:lnTo>
                <a:lnTo>
                  <a:pt x="7209" y="614"/>
                </a:lnTo>
                <a:lnTo>
                  <a:pt x="7229" y="618"/>
                </a:lnTo>
                <a:lnTo>
                  <a:pt x="7239" y="620"/>
                </a:lnTo>
                <a:lnTo>
                  <a:pt x="7256" y="619"/>
                </a:lnTo>
                <a:lnTo>
                  <a:pt x="7271" y="612"/>
                </a:lnTo>
                <a:lnTo>
                  <a:pt x="7283" y="601"/>
                </a:lnTo>
                <a:lnTo>
                  <a:pt x="7287" y="592"/>
                </a:lnTo>
                <a:lnTo>
                  <a:pt x="7297" y="579"/>
                </a:lnTo>
                <a:lnTo>
                  <a:pt x="7326" y="560"/>
                </a:lnTo>
                <a:lnTo>
                  <a:pt x="7341" y="558"/>
                </a:lnTo>
                <a:lnTo>
                  <a:pt x="7374" y="555"/>
                </a:lnTo>
                <a:lnTo>
                  <a:pt x="7405" y="547"/>
                </a:lnTo>
                <a:lnTo>
                  <a:pt x="7420" y="541"/>
                </a:lnTo>
                <a:lnTo>
                  <a:pt x="7423" y="529"/>
                </a:lnTo>
                <a:lnTo>
                  <a:pt x="7411" y="520"/>
                </a:lnTo>
                <a:lnTo>
                  <a:pt x="7404" y="516"/>
                </a:lnTo>
                <a:lnTo>
                  <a:pt x="7398" y="508"/>
                </a:lnTo>
                <a:lnTo>
                  <a:pt x="7399" y="494"/>
                </a:lnTo>
                <a:lnTo>
                  <a:pt x="7411" y="482"/>
                </a:lnTo>
                <a:lnTo>
                  <a:pt x="7421" y="470"/>
                </a:lnTo>
                <a:lnTo>
                  <a:pt x="7432" y="446"/>
                </a:lnTo>
                <a:lnTo>
                  <a:pt x="7429" y="427"/>
                </a:lnTo>
                <a:lnTo>
                  <a:pt x="7416" y="414"/>
                </a:lnTo>
                <a:lnTo>
                  <a:pt x="7405" y="413"/>
                </a:lnTo>
                <a:lnTo>
                  <a:pt x="7398" y="413"/>
                </a:lnTo>
                <a:lnTo>
                  <a:pt x="7387" y="406"/>
                </a:lnTo>
                <a:lnTo>
                  <a:pt x="7378" y="390"/>
                </a:lnTo>
                <a:lnTo>
                  <a:pt x="7381" y="359"/>
                </a:lnTo>
                <a:lnTo>
                  <a:pt x="7395" y="340"/>
                </a:lnTo>
                <a:lnTo>
                  <a:pt x="7407" y="330"/>
                </a:lnTo>
                <a:lnTo>
                  <a:pt x="7414" y="328"/>
                </a:lnTo>
                <a:lnTo>
                  <a:pt x="7429" y="322"/>
                </a:lnTo>
                <a:lnTo>
                  <a:pt x="7446" y="306"/>
                </a:lnTo>
                <a:lnTo>
                  <a:pt x="7445" y="297"/>
                </a:lnTo>
                <a:lnTo>
                  <a:pt x="7439" y="288"/>
                </a:lnTo>
                <a:lnTo>
                  <a:pt x="7409" y="276"/>
                </a:lnTo>
                <a:lnTo>
                  <a:pt x="7368" y="270"/>
                </a:lnTo>
                <a:lnTo>
                  <a:pt x="7330" y="276"/>
                </a:lnTo>
                <a:lnTo>
                  <a:pt x="7318" y="282"/>
                </a:lnTo>
                <a:lnTo>
                  <a:pt x="7305" y="289"/>
                </a:lnTo>
                <a:lnTo>
                  <a:pt x="7259" y="294"/>
                </a:lnTo>
                <a:lnTo>
                  <a:pt x="7232" y="293"/>
                </a:lnTo>
                <a:lnTo>
                  <a:pt x="7169" y="288"/>
                </a:lnTo>
                <a:lnTo>
                  <a:pt x="7211" y="322"/>
                </a:lnTo>
                <a:lnTo>
                  <a:pt x="7229" y="338"/>
                </a:lnTo>
                <a:lnTo>
                  <a:pt x="7239" y="356"/>
                </a:lnTo>
                <a:lnTo>
                  <a:pt x="7236" y="366"/>
                </a:lnTo>
                <a:lnTo>
                  <a:pt x="7231" y="369"/>
                </a:lnTo>
                <a:lnTo>
                  <a:pt x="7222" y="372"/>
                </a:lnTo>
                <a:lnTo>
                  <a:pt x="7201" y="366"/>
                </a:lnTo>
                <a:lnTo>
                  <a:pt x="7193" y="357"/>
                </a:lnTo>
                <a:lnTo>
                  <a:pt x="7185" y="344"/>
                </a:lnTo>
                <a:lnTo>
                  <a:pt x="7172" y="343"/>
                </a:lnTo>
                <a:lnTo>
                  <a:pt x="7166" y="353"/>
                </a:lnTo>
                <a:lnTo>
                  <a:pt x="7161" y="365"/>
                </a:lnTo>
                <a:lnTo>
                  <a:pt x="7147" y="376"/>
                </a:lnTo>
                <a:lnTo>
                  <a:pt x="7133" y="374"/>
                </a:lnTo>
                <a:lnTo>
                  <a:pt x="7125" y="360"/>
                </a:lnTo>
                <a:lnTo>
                  <a:pt x="7124" y="349"/>
                </a:lnTo>
                <a:lnTo>
                  <a:pt x="7123" y="339"/>
                </a:lnTo>
                <a:lnTo>
                  <a:pt x="7112" y="323"/>
                </a:lnTo>
                <a:lnTo>
                  <a:pt x="7104" y="322"/>
                </a:lnTo>
                <a:lnTo>
                  <a:pt x="7100" y="322"/>
                </a:lnTo>
                <a:lnTo>
                  <a:pt x="7095" y="329"/>
                </a:lnTo>
                <a:lnTo>
                  <a:pt x="7093" y="344"/>
                </a:lnTo>
                <a:lnTo>
                  <a:pt x="7096" y="358"/>
                </a:lnTo>
                <a:lnTo>
                  <a:pt x="7100" y="373"/>
                </a:lnTo>
                <a:lnTo>
                  <a:pt x="7099" y="389"/>
                </a:lnTo>
                <a:lnTo>
                  <a:pt x="7094" y="394"/>
                </a:lnTo>
                <a:lnTo>
                  <a:pt x="7091" y="395"/>
                </a:lnTo>
                <a:lnTo>
                  <a:pt x="7083" y="393"/>
                </a:lnTo>
                <a:lnTo>
                  <a:pt x="7067" y="370"/>
                </a:lnTo>
                <a:lnTo>
                  <a:pt x="7061" y="353"/>
                </a:lnTo>
                <a:lnTo>
                  <a:pt x="7053" y="332"/>
                </a:lnTo>
                <a:lnTo>
                  <a:pt x="7044" y="329"/>
                </a:lnTo>
                <a:lnTo>
                  <a:pt x="7039" y="346"/>
                </a:lnTo>
                <a:lnTo>
                  <a:pt x="7036" y="357"/>
                </a:lnTo>
                <a:lnTo>
                  <a:pt x="7023" y="370"/>
                </a:lnTo>
                <a:lnTo>
                  <a:pt x="7015" y="368"/>
                </a:lnTo>
                <a:lnTo>
                  <a:pt x="7008" y="366"/>
                </a:lnTo>
                <a:lnTo>
                  <a:pt x="6989" y="376"/>
                </a:lnTo>
                <a:lnTo>
                  <a:pt x="6979" y="385"/>
                </a:lnTo>
                <a:lnTo>
                  <a:pt x="6968" y="396"/>
                </a:lnTo>
                <a:lnTo>
                  <a:pt x="6940" y="411"/>
                </a:lnTo>
                <a:lnTo>
                  <a:pt x="6928" y="413"/>
                </a:lnTo>
                <a:lnTo>
                  <a:pt x="6915" y="414"/>
                </a:lnTo>
                <a:lnTo>
                  <a:pt x="6910" y="423"/>
                </a:lnTo>
                <a:lnTo>
                  <a:pt x="6921" y="434"/>
                </a:lnTo>
                <a:lnTo>
                  <a:pt x="6932" y="446"/>
                </a:lnTo>
                <a:lnTo>
                  <a:pt x="6942" y="466"/>
                </a:lnTo>
                <a:lnTo>
                  <a:pt x="6940" y="478"/>
                </a:lnTo>
                <a:lnTo>
                  <a:pt x="6924" y="481"/>
                </a:lnTo>
                <a:lnTo>
                  <a:pt x="6910" y="478"/>
                </a:lnTo>
                <a:lnTo>
                  <a:pt x="6903" y="477"/>
                </a:lnTo>
                <a:lnTo>
                  <a:pt x="6885" y="479"/>
                </a:lnTo>
                <a:lnTo>
                  <a:pt x="6854" y="491"/>
                </a:lnTo>
                <a:lnTo>
                  <a:pt x="6802" y="522"/>
                </a:lnTo>
                <a:lnTo>
                  <a:pt x="6747" y="569"/>
                </a:lnTo>
                <a:lnTo>
                  <a:pt x="6721" y="596"/>
                </a:lnTo>
                <a:lnTo>
                  <a:pt x="6703" y="616"/>
                </a:lnTo>
                <a:lnTo>
                  <a:pt x="6685" y="626"/>
                </a:lnTo>
                <a:lnTo>
                  <a:pt x="6679" y="621"/>
                </a:lnTo>
                <a:lnTo>
                  <a:pt x="6677" y="616"/>
                </a:lnTo>
                <a:lnTo>
                  <a:pt x="6673" y="610"/>
                </a:lnTo>
                <a:lnTo>
                  <a:pt x="6666" y="608"/>
                </a:lnTo>
                <a:lnTo>
                  <a:pt x="6651" y="620"/>
                </a:lnTo>
                <a:lnTo>
                  <a:pt x="6636" y="641"/>
                </a:lnTo>
                <a:lnTo>
                  <a:pt x="6628" y="655"/>
                </a:lnTo>
                <a:lnTo>
                  <a:pt x="6610" y="674"/>
                </a:lnTo>
                <a:lnTo>
                  <a:pt x="6589" y="686"/>
                </a:lnTo>
                <a:lnTo>
                  <a:pt x="6561" y="693"/>
                </a:lnTo>
                <a:lnTo>
                  <a:pt x="6544" y="694"/>
                </a:lnTo>
                <a:lnTo>
                  <a:pt x="6517" y="694"/>
                </a:lnTo>
                <a:lnTo>
                  <a:pt x="6468" y="686"/>
                </a:lnTo>
                <a:lnTo>
                  <a:pt x="6454" y="679"/>
                </a:lnTo>
                <a:lnTo>
                  <a:pt x="6439" y="669"/>
                </a:lnTo>
                <a:lnTo>
                  <a:pt x="6436" y="671"/>
                </a:lnTo>
                <a:lnTo>
                  <a:pt x="6448" y="683"/>
                </a:lnTo>
                <a:lnTo>
                  <a:pt x="6456" y="694"/>
                </a:lnTo>
                <a:lnTo>
                  <a:pt x="6461" y="721"/>
                </a:lnTo>
                <a:lnTo>
                  <a:pt x="6459" y="733"/>
                </a:lnTo>
                <a:lnTo>
                  <a:pt x="6456" y="742"/>
                </a:lnTo>
                <a:lnTo>
                  <a:pt x="6448" y="748"/>
                </a:lnTo>
                <a:lnTo>
                  <a:pt x="6434" y="742"/>
                </a:lnTo>
                <a:lnTo>
                  <a:pt x="6417" y="721"/>
                </a:lnTo>
                <a:lnTo>
                  <a:pt x="6408" y="709"/>
                </a:lnTo>
                <a:lnTo>
                  <a:pt x="6395" y="695"/>
                </a:lnTo>
                <a:lnTo>
                  <a:pt x="6383" y="692"/>
                </a:lnTo>
                <a:lnTo>
                  <a:pt x="6372" y="701"/>
                </a:lnTo>
                <a:lnTo>
                  <a:pt x="6364" y="708"/>
                </a:lnTo>
                <a:lnTo>
                  <a:pt x="6358" y="717"/>
                </a:lnTo>
                <a:lnTo>
                  <a:pt x="6354" y="729"/>
                </a:lnTo>
                <a:lnTo>
                  <a:pt x="6360" y="741"/>
                </a:lnTo>
                <a:lnTo>
                  <a:pt x="6379" y="748"/>
                </a:lnTo>
                <a:lnTo>
                  <a:pt x="6395" y="753"/>
                </a:lnTo>
                <a:lnTo>
                  <a:pt x="6414" y="769"/>
                </a:lnTo>
                <a:lnTo>
                  <a:pt x="6417" y="777"/>
                </a:lnTo>
                <a:lnTo>
                  <a:pt x="6416" y="784"/>
                </a:lnTo>
                <a:lnTo>
                  <a:pt x="6407" y="787"/>
                </a:lnTo>
                <a:lnTo>
                  <a:pt x="6399" y="784"/>
                </a:lnTo>
                <a:lnTo>
                  <a:pt x="6392" y="781"/>
                </a:lnTo>
                <a:lnTo>
                  <a:pt x="6382" y="785"/>
                </a:lnTo>
                <a:lnTo>
                  <a:pt x="6381" y="792"/>
                </a:lnTo>
                <a:lnTo>
                  <a:pt x="6380" y="803"/>
                </a:lnTo>
                <a:lnTo>
                  <a:pt x="6370" y="812"/>
                </a:lnTo>
                <a:lnTo>
                  <a:pt x="6356" y="806"/>
                </a:lnTo>
                <a:lnTo>
                  <a:pt x="6341" y="787"/>
                </a:lnTo>
                <a:lnTo>
                  <a:pt x="6335" y="773"/>
                </a:lnTo>
                <a:lnTo>
                  <a:pt x="6329" y="757"/>
                </a:lnTo>
                <a:lnTo>
                  <a:pt x="6317" y="748"/>
                </a:lnTo>
                <a:lnTo>
                  <a:pt x="6307" y="751"/>
                </a:lnTo>
                <a:lnTo>
                  <a:pt x="6301" y="755"/>
                </a:lnTo>
                <a:lnTo>
                  <a:pt x="6290" y="762"/>
                </a:lnTo>
                <a:lnTo>
                  <a:pt x="6267" y="762"/>
                </a:lnTo>
                <a:lnTo>
                  <a:pt x="6253" y="757"/>
                </a:lnTo>
                <a:lnTo>
                  <a:pt x="6242" y="751"/>
                </a:lnTo>
                <a:lnTo>
                  <a:pt x="6209" y="747"/>
                </a:lnTo>
                <a:lnTo>
                  <a:pt x="6196" y="749"/>
                </a:lnTo>
                <a:lnTo>
                  <a:pt x="6182" y="753"/>
                </a:lnTo>
                <a:lnTo>
                  <a:pt x="6168" y="748"/>
                </a:lnTo>
                <a:lnTo>
                  <a:pt x="6162" y="741"/>
                </a:lnTo>
                <a:lnTo>
                  <a:pt x="6161" y="735"/>
                </a:lnTo>
                <a:lnTo>
                  <a:pt x="6159" y="709"/>
                </a:lnTo>
                <a:lnTo>
                  <a:pt x="6146" y="653"/>
                </a:lnTo>
                <a:lnTo>
                  <a:pt x="6134" y="623"/>
                </a:lnTo>
                <a:lnTo>
                  <a:pt x="6128" y="606"/>
                </a:lnTo>
                <a:lnTo>
                  <a:pt x="6131" y="597"/>
                </a:lnTo>
                <a:lnTo>
                  <a:pt x="6137" y="598"/>
                </a:lnTo>
                <a:lnTo>
                  <a:pt x="6144" y="602"/>
                </a:lnTo>
                <a:lnTo>
                  <a:pt x="6152" y="605"/>
                </a:lnTo>
                <a:lnTo>
                  <a:pt x="6180" y="602"/>
                </a:lnTo>
                <a:lnTo>
                  <a:pt x="6193" y="594"/>
                </a:lnTo>
                <a:lnTo>
                  <a:pt x="6199" y="588"/>
                </a:lnTo>
                <a:lnTo>
                  <a:pt x="6207" y="576"/>
                </a:lnTo>
                <a:lnTo>
                  <a:pt x="6208" y="565"/>
                </a:lnTo>
                <a:lnTo>
                  <a:pt x="6202" y="553"/>
                </a:lnTo>
                <a:lnTo>
                  <a:pt x="6196" y="545"/>
                </a:lnTo>
                <a:lnTo>
                  <a:pt x="6189" y="538"/>
                </a:lnTo>
                <a:lnTo>
                  <a:pt x="6184" y="526"/>
                </a:lnTo>
                <a:lnTo>
                  <a:pt x="6186" y="515"/>
                </a:lnTo>
                <a:lnTo>
                  <a:pt x="6196" y="506"/>
                </a:lnTo>
                <a:lnTo>
                  <a:pt x="6205" y="502"/>
                </a:lnTo>
                <a:lnTo>
                  <a:pt x="6216" y="492"/>
                </a:lnTo>
                <a:lnTo>
                  <a:pt x="6234" y="468"/>
                </a:lnTo>
                <a:lnTo>
                  <a:pt x="6236" y="456"/>
                </a:lnTo>
                <a:lnTo>
                  <a:pt x="6234" y="443"/>
                </a:lnTo>
                <a:lnTo>
                  <a:pt x="6219" y="424"/>
                </a:lnTo>
                <a:lnTo>
                  <a:pt x="6195" y="417"/>
                </a:lnTo>
                <a:lnTo>
                  <a:pt x="6166" y="422"/>
                </a:lnTo>
                <a:lnTo>
                  <a:pt x="6154" y="431"/>
                </a:lnTo>
                <a:lnTo>
                  <a:pt x="6146" y="438"/>
                </a:lnTo>
                <a:lnTo>
                  <a:pt x="6135" y="443"/>
                </a:lnTo>
                <a:lnTo>
                  <a:pt x="6127" y="434"/>
                </a:lnTo>
                <a:lnTo>
                  <a:pt x="6127" y="413"/>
                </a:lnTo>
                <a:lnTo>
                  <a:pt x="6128" y="395"/>
                </a:lnTo>
                <a:lnTo>
                  <a:pt x="6137" y="382"/>
                </a:lnTo>
                <a:lnTo>
                  <a:pt x="6147" y="381"/>
                </a:lnTo>
                <a:lnTo>
                  <a:pt x="6152" y="382"/>
                </a:lnTo>
                <a:lnTo>
                  <a:pt x="6164" y="386"/>
                </a:lnTo>
                <a:lnTo>
                  <a:pt x="6173" y="379"/>
                </a:lnTo>
                <a:lnTo>
                  <a:pt x="6169" y="368"/>
                </a:lnTo>
                <a:lnTo>
                  <a:pt x="6165" y="360"/>
                </a:lnTo>
                <a:lnTo>
                  <a:pt x="6159" y="353"/>
                </a:lnTo>
                <a:lnTo>
                  <a:pt x="6141" y="352"/>
                </a:lnTo>
                <a:lnTo>
                  <a:pt x="6123" y="360"/>
                </a:lnTo>
                <a:lnTo>
                  <a:pt x="6108" y="368"/>
                </a:lnTo>
                <a:lnTo>
                  <a:pt x="6097" y="370"/>
                </a:lnTo>
                <a:lnTo>
                  <a:pt x="6096" y="366"/>
                </a:lnTo>
                <a:lnTo>
                  <a:pt x="6098" y="363"/>
                </a:lnTo>
                <a:lnTo>
                  <a:pt x="6102" y="353"/>
                </a:lnTo>
                <a:lnTo>
                  <a:pt x="6101" y="328"/>
                </a:lnTo>
                <a:lnTo>
                  <a:pt x="6092" y="304"/>
                </a:lnTo>
                <a:lnTo>
                  <a:pt x="6077" y="288"/>
                </a:lnTo>
                <a:lnTo>
                  <a:pt x="6069" y="286"/>
                </a:lnTo>
                <a:lnTo>
                  <a:pt x="6062" y="288"/>
                </a:lnTo>
                <a:lnTo>
                  <a:pt x="6059" y="303"/>
                </a:lnTo>
                <a:lnTo>
                  <a:pt x="6062" y="315"/>
                </a:lnTo>
                <a:lnTo>
                  <a:pt x="6065" y="326"/>
                </a:lnTo>
                <a:lnTo>
                  <a:pt x="6061" y="334"/>
                </a:lnTo>
                <a:lnTo>
                  <a:pt x="6052" y="331"/>
                </a:lnTo>
                <a:lnTo>
                  <a:pt x="6046" y="324"/>
                </a:lnTo>
                <a:lnTo>
                  <a:pt x="6038" y="297"/>
                </a:lnTo>
                <a:lnTo>
                  <a:pt x="6040" y="282"/>
                </a:lnTo>
                <a:lnTo>
                  <a:pt x="6041" y="273"/>
                </a:lnTo>
                <a:lnTo>
                  <a:pt x="6039" y="258"/>
                </a:lnTo>
                <a:lnTo>
                  <a:pt x="6032" y="247"/>
                </a:lnTo>
                <a:lnTo>
                  <a:pt x="6021" y="241"/>
                </a:lnTo>
                <a:lnTo>
                  <a:pt x="6013" y="239"/>
                </a:lnTo>
                <a:lnTo>
                  <a:pt x="6003" y="238"/>
                </a:lnTo>
                <a:lnTo>
                  <a:pt x="5990" y="240"/>
                </a:lnTo>
                <a:lnTo>
                  <a:pt x="5985" y="249"/>
                </a:lnTo>
                <a:lnTo>
                  <a:pt x="5986" y="266"/>
                </a:lnTo>
                <a:lnTo>
                  <a:pt x="5989" y="279"/>
                </a:lnTo>
                <a:lnTo>
                  <a:pt x="5994" y="297"/>
                </a:lnTo>
                <a:lnTo>
                  <a:pt x="5991" y="316"/>
                </a:lnTo>
                <a:lnTo>
                  <a:pt x="5986" y="321"/>
                </a:lnTo>
                <a:lnTo>
                  <a:pt x="5982" y="322"/>
                </a:lnTo>
                <a:lnTo>
                  <a:pt x="5975" y="321"/>
                </a:lnTo>
                <a:lnTo>
                  <a:pt x="5965" y="309"/>
                </a:lnTo>
                <a:lnTo>
                  <a:pt x="5964" y="301"/>
                </a:lnTo>
                <a:lnTo>
                  <a:pt x="5963" y="293"/>
                </a:lnTo>
                <a:lnTo>
                  <a:pt x="5959" y="286"/>
                </a:lnTo>
                <a:lnTo>
                  <a:pt x="5954" y="290"/>
                </a:lnTo>
                <a:lnTo>
                  <a:pt x="5950" y="297"/>
                </a:lnTo>
                <a:lnTo>
                  <a:pt x="5952" y="319"/>
                </a:lnTo>
                <a:lnTo>
                  <a:pt x="5966" y="341"/>
                </a:lnTo>
                <a:lnTo>
                  <a:pt x="5986" y="355"/>
                </a:lnTo>
                <a:lnTo>
                  <a:pt x="5997" y="355"/>
                </a:lnTo>
                <a:lnTo>
                  <a:pt x="6008" y="354"/>
                </a:lnTo>
                <a:lnTo>
                  <a:pt x="6027" y="365"/>
                </a:lnTo>
                <a:lnTo>
                  <a:pt x="6033" y="374"/>
                </a:lnTo>
                <a:lnTo>
                  <a:pt x="6035" y="384"/>
                </a:lnTo>
                <a:lnTo>
                  <a:pt x="6028" y="392"/>
                </a:lnTo>
                <a:lnTo>
                  <a:pt x="6020" y="388"/>
                </a:lnTo>
                <a:lnTo>
                  <a:pt x="6011" y="383"/>
                </a:lnTo>
                <a:lnTo>
                  <a:pt x="6002" y="388"/>
                </a:lnTo>
                <a:lnTo>
                  <a:pt x="6002" y="406"/>
                </a:lnTo>
                <a:lnTo>
                  <a:pt x="6011" y="435"/>
                </a:lnTo>
                <a:lnTo>
                  <a:pt x="6020" y="453"/>
                </a:lnTo>
                <a:lnTo>
                  <a:pt x="6026" y="464"/>
                </a:lnTo>
                <a:lnTo>
                  <a:pt x="6029" y="476"/>
                </a:lnTo>
                <a:lnTo>
                  <a:pt x="6013" y="468"/>
                </a:lnTo>
                <a:lnTo>
                  <a:pt x="5978" y="442"/>
                </a:lnTo>
                <a:lnTo>
                  <a:pt x="5952" y="423"/>
                </a:lnTo>
                <a:lnTo>
                  <a:pt x="5910" y="397"/>
                </a:lnTo>
                <a:lnTo>
                  <a:pt x="5900" y="395"/>
                </a:lnTo>
                <a:lnTo>
                  <a:pt x="5893" y="393"/>
                </a:lnTo>
                <a:lnTo>
                  <a:pt x="5874" y="378"/>
                </a:lnTo>
                <a:lnTo>
                  <a:pt x="5864" y="366"/>
                </a:lnTo>
                <a:lnTo>
                  <a:pt x="5859" y="359"/>
                </a:lnTo>
                <a:lnTo>
                  <a:pt x="5846" y="351"/>
                </a:lnTo>
                <a:lnTo>
                  <a:pt x="5822" y="345"/>
                </a:lnTo>
                <a:lnTo>
                  <a:pt x="5789" y="354"/>
                </a:lnTo>
                <a:lnTo>
                  <a:pt x="5772" y="368"/>
                </a:lnTo>
                <a:lnTo>
                  <a:pt x="5765" y="382"/>
                </a:lnTo>
                <a:lnTo>
                  <a:pt x="5764" y="390"/>
                </a:lnTo>
                <a:lnTo>
                  <a:pt x="5764" y="396"/>
                </a:lnTo>
                <a:lnTo>
                  <a:pt x="5760" y="405"/>
                </a:lnTo>
                <a:lnTo>
                  <a:pt x="5748" y="409"/>
                </a:lnTo>
                <a:lnTo>
                  <a:pt x="5736" y="406"/>
                </a:lnTo>
                <a:lnTo>
                  <a:pt x="5702" y="395"/>
                </a:lnTo>
                <a:lnTo>
                  <a:pt x="5660" y="384"/>
                </a:lnTo>
                <a:lnTo>
                  <a:pt x="5604" y="371"/>
                </a:lnTo>
                <a:lnTo>
                  <a:pt x="5573" y="357"/>
                </a:lnTo>
                <a:lnTo>
                  <a:pt x="5570" y="347"/>
                </a:lnTo>
                <a:lnTo>
                  <a:pt x="5574" y="341"/>
                </a:lnTo>
                <a:lnTo>
                  <a:pt x="5581" y="331"/>
                </a:lnTo>
                <a:lnTo>
                  <a:pt x="5599" y="331"/>
                </a:lnTo>
                <a:lnTo>
                  <a:pt x="5611" y="341"/>
                </a:lnTo>
                <a:lnTo>
                  <a:pt x="5620" y="348"/>
                </a:lnTo>
                <a:lnTo>
                  <a:pt x="5639" y="349"/>
                </a:lnTo>
                <a:lnTo>
                  <a:pt x="5644" y="342"/>
                </a:lnTo>
                <a:lnTo>
                  <a:pt x="5647" y="339"/>
                </a:lnTo>
                <a:lnTo>
                  <a:pt x="5645" y="331"/>
                </a:lnTo>
                <a:lnTo>
                  <a:pt x="5635" y="319"/>
                </a:lnTo>
                <a:lnTo>
                  <a:pt x="5621" y="314"/>
                </a:lnTo>
                <a:lnTo>
                  <a:pt x="5605" y="307"/>
                </a:lnTo>
                <a:lnTo>
                  <a:pt x="5565" y="283"/>
                </a:lnTo>
                <a:lnTo>
                  <a:pt x="5546" y="268"/>
                </a:lnTo>
                <a:lnTo>
                  <a:pt x="5533" y="257"/>
                </a:lnTo>
                <a:lnTo>
                  <a:pt x="5514" y="244"/>
                </a:lnTo>
                <a:lnTo>
                  <a:pt x="5500" y="242"/>
                </a:lnTo>
                <a:lnTo>
                  <a:pt x="5483" y="251"/>
                </a:lnTo>
                <a:lnTo>
                  <a:pt x="5475" y="259"/>
                </a:lnTo>
                <a:lnTo>
                  <a:pt x="5462" y="269"/>
                </a:lnTo>
                <a:lnTo>
                  <a:pt x="5440" y="278"/>
                </a:lnTo>
                <a:lnTo>
                  <a:pt x="5434" y="276"/>
                </a:lnTo>
                <a:lnTo>
                  <a:pt x="5427" y="273"/>
                </a:lnTo>
                <a:lnTo>
                  <a:pt x="5397" y="283"/>
                </a:lnTo>
                <a:lnTo>
                  <a:pt x="5378" y="293"/>
                </a:lnTo>
                <a:lnTo>
                  <a:pt x="5365" y="303"/>
                </a:lnTo>
                <a:lnTo>
                  <a:pt x="5342" y="313"/>
                </a:lnTo>
                <a:lnTo>
                  <a:pt x="5317" y="314"/>
                </a:lnTo>
                <a:lnTo>
                  <a:pt x="5282" y="304"/>
                </a:lnTo>
                <a:lnTo>
                  <a:pt x="5258" y="295"/>
                </a:lnTo>
                <a:lnTo>
                  <a:pt x="5229" y="285"/>
                </a:lnTo>
                <a:lnTo>
                  <a:pt x="5201" y="281"/>
                </a:lnTo>
                <a:lnTo>
                  <a:pt x="5192" y="283"/>
                </a:lnTo>
                <a:lnTo>
                  <a:pt x="5193" y="286"/>
                </a:lnTo>
                <a:lnTo>
                  <a:pt x="5196" y="294"/>
                </a:lnTo>
                <a:lnTo>
                  <a:pt x="5193" y="303"/>
                </a:lnTo>
                <a:lnTo>
                  <a:pt x="5186" y="304"/>
                </a:lnTo>
                <a:lnTo>
                  <a:pt x="5177" y="307"/>
                </a:lnTo>
                <a:lnTo>
                  <a:pt x="5153" y="335"/>
                </a:lnTo>
                <a:lnTo>
                  <a:pt x="5141" y="357"/>
                </a:lnTo>
                <a:lnTo>
                  <a:pt x="5130" y="376"/>
                </a:lnTo>
                <a:lnTo>
                  <a:pt x="5097" y="407"/>
                </a:lnTo>
                <a:lnTo>
                  <a:pt x="5054" y="432"/>
                </a:lnTo>
                <a:lnTo>
                  <a:pt x="5000" y="449"/>
                </a:lnTo>
                <a:lnTo>
                  <a:pt x="4970" y="455"/>
                </a:lnTo>
                <a:lnTo>
                  <a:pt x="4954" y="458"/>
                </a:lnTo>
                <a:lnTo>
                  <a:pt x="4921" y="481"/>
                </a:lnTo>
                <a:lnTo>
                  <a:pt x="4894" y="510"/>
                </a:lnTo>
                <a:lnTo>
                  <a:pt x="4884" y="531"/>
                </a:lnTo>
                <a:lnTo>
                  <a:pt x="4884" y="542"/>
                </a:lnTo>
                <a:lnTo>
                  <a:pt x="4887" y="545"/>
                </a:lnTo>
                <a:lnTo>
                  <a:pt x="4888" y="547"/>
                </a:lnTo>
                <a:lnTo>
                  <a:pt x="4887" y="549"/>
                </a:lnTo>
                <a:lnTo>
                  <a:pt x="4875" y="548"/>
                </a:lnTo>
                <a:lnTo>
                  <a:pt x="4861" y="545"/>
                </a:lnTo>
                <a:lnTo>
                  <a:pt x="4852" y="544"/>
                </a:lnTo>
                <a:lnTo>
                  <a:pt x="4836" y="545"/>
                </a:lnTo>
                <a:lnTo>
                  <a:pt x="4812" y="558"/>
                </a:lnTo>
                <a:lnTo>
                  <a:pt x="4798" y="576"/>
                </a:lnTo>
                <a:lnTo>
                  <a:pt x="4792" y="585"/>
                </a:lnTo>
                <a:lnTo>
                  <a:pt x="4776" y="599"/>
                </a:lnTo>
                <a:lnTo>
                  <a:pt x="4761" y="606"/>
                </a:lnTo>
                <a:lnTo>
                  <a:pt x="4745" y="607"/>
                </a:lnTo>
                <a:lnTo>
                  <a:pt x="4736" y="605"/>
                </a:lnTo>
                <a:lnTo>
                  <a:pt x="4719" y="603"/>
                </a:lnTo>
                <a:lnTo>
                  <a:pt x="4668" y="611"/>
                </a:lnTo>
                <a:lnTo>
                  <a:pt x="4640" y="623"/>
                </a:lnTo>
                <a:lnTo>
                  <a:pt x="4606" y="640"/>
                </a:lnTo>
                <a:lnTo>
                  <a:pt x="4582" y="643"/>
                </a:lnTo>
                <a:lnTo>
                  <a:pt x="4571" y="633"/>
                </a:lnTo>
                <a:lnTo>
                  <a:pt x="4566" y="624"/>
                </a:lnTo>
                <a:lnTo>
                  <a:pt x="4558" y="614"/>
                </a:lnTo>
                <a:lnTo>
                  <a:pt x="4532" y="602"/>
                </a:lnTo>
                <a:lnTo>
                  <a:pt x="4517" y="603"/>
                </a:lnTo>
                <a:lnTo>
                  <a:pt x="4510" y="604"/>
                </a:lnTo>
                <a:lnTo>
                  <a:pt x="4498" y="602"/>
                </a:lnTo>
                <a:lnTo>
                  <a:pt x="4489" y="595"/>
                </a:lnTo>
                <a:lnTo>
                  <a:pt x="4484" y="583"/>
                </a:lnTo>
                <a:lnTo>
                  <a:pt x="4483" y="576"/>
                </a:lnTo>
                <a:lnTo>
                  <a:pt x="4483" y="568"/>
                </a:lnTo>
                <a:lnTo>
                  <a:pt x="4485" y="556"/>
                </a:lnTo>
                <a:lnTo>
                  <a:pt x="4498" y="549"/>
                </a:lnTo>
                <a:lnTo>
                  <a:pt x="4515" y="553"/>
                </a:lnTo>
                <a:lnTo>
                  <a:pt x="4528" y="555"/>
                </a:lnTo>
                <a:lnTo>
                  <a:pt x="4544" y="553"/>
                </a:lnTo>
                <a:lnTo>
                  <a:pt x="4549" y="547"/>
                </a:lnTo>
                <a:lnTo>
                  <a:pt x="4550" y="543"/>
                </a:lnTo>
                <a:lnTo>
                  <a:pt x="4552" y="536"/>
                </a:lnTo>
                <a:lnTo>
                  <a:pt x="4572" y="521"/>
                </a:lnTo>
                <a:lnTo>
                  <a:pt x="4588" y="516"/>
                </a:lnTo>
                <a:lnTo>
                  <a:pt x="4602" y="511"/>
                </a:lnTo>
                <a:lnTo>
                  <a:pt x="4614" y="499"/>
                </a:lnTo>
                <a:lnTo>
                  <a:pt x="4615" y="491"/>
                </a:lnTo>
                <a:lnTo>
                  <a:pt x="4613" y="488"/>
                </a:lnTo>
                <a:lnTo>
                  <a:pt x="4612" y="482"/>
                </a:lnTo>
                <a:lnTo>
                  <a:pt x="4613" y="476"/>
                </a:lnTo>
                <a:lnTo>
                  <a:pt x="4624" y="468"/>
                </a:lnTo>
                <a:lnTo>
                  <a:pt x="4638" y="467"/>
                </a:lnTo>
                <a:lnTo>
                  <a:pt x="4654" y="466"/>
                </a:lnTo>
                <a:lnTo>
                  <a:pt x="4671" y="455"/>
                </a:lnTo>
                <a:lnTo>
                  <a:pt x="4676" y="445"/>
                </a:lnTo>
                <a:lnTo>
                  <a:pt x="4676" y="440"/>
                </a:lnTo>
                <a:lnTo>
                  <a:pt x="4677" y="434"/>
                </a:lnTo>
                <a:lnTo>
                  <a:pt x="4684" y="421"/>
                </a:lnTo>
                <a:lnTo>
                  <a:pt x="4703" y="403"/>
                </a:lnTo>
                <a:lnTo>
                  <a:pt x="4722" y="395"/>
                </a:lnTo>
                <a:lnTo>
                  <a:pt x="4740" y="386"/>
                </a:lnTo>
                <a:lnTo>
                  <a:pt x="4760" y="367"/>
                </a:lnTo>
                <a:lnTo>
                  <a:pt x="4767" y="354"/>
                </a:lnTo>
                <a:lnTo>
                  <a:pt x="4768" y="347"/>
                </a:lnTo>
                <a:lnTo>
                  <a:pt x="4769" y="338"/>
                </a:lnTo>
                <a:lnTo>
                  <a:pt x="4777" y="328"/>
                </a:lnTo>
                <a:lnTo>
                  <a:pt x="4786" y="327"/>
                </a:lnTo>
                <a:lnTo>
                  <a:pt x="4790" y="328"/>
                </a:lnTo>
                <a:lnTo>
                  <a:pt x="4803" y="329"/>
                </a:lnTo>
                <a:lnTo>
                  <a:pt x="4843" y="313"/>
                </a:lnTo>
                <a:lnTo>
                  <a:pt x="4882" y="285"/>
                </a:lnTo>
                <a:lnTo>
                  <a:pt x="4900" y="264"/>
                </a:lnTo>
                <a:lnTo>
                  <a:pt x="4905" y="253"/>
                </a:lnTo>
                <a:lnTo>
                  <a:pt x="4904" y="248"/>
                </a:lnTo>
                <a:lnTo>
                  <a:pt x="4897" y="242"/>
                </a:lnTo>
                <a:lnTo>
                  <a:pt x="4880" y="232"/>
                </a:lnTo>
                <a:lnTo>
                  <a:pt x="4871" y="232"/>
                </a:lnTo>
                <a:lnTo>
                  <a:pt x="4860" y="232"/>
                </a:lnTo>
                <a:lnTo>
                  <a:pt x="4860" y="239"/>
                </a:lnTo>
                <a:lnTo>
                  <a:pt x="4871" y="246"/>
                </a:lnTo>
                <a:lnTo>
                  <a:pt x="4876" y="251"/>
                </a:lnTo>
                <a:lnTo>
                  <a:pt x="4881" y="258"/>
                </a:lnTo>
                <a:lnTo>
                  <a:pt x="4873" y="271"/>
                </a:lnTo>
                <a:lnTo>
                  <a:pt x="4856" y="282"/>
                </a:lnTo>
                <a:lnTo>
                  <a:pt x="4845" y="290"/>
                </a:lnTo>
                <a:lnTo>
                  <a:pt x="4831" y="296"/>
                </a:lnTo>
                <a:lnTo>
                  <a:pt x="4826" y="284"/>
                </a:lnTo>
                <a:lnTo>
                  <a:pt x="4833" y="255"/>
                </a:lnTo>
                <a:lnTo>
                  <a:pt x="4840" y="232"/>
                </a:lnTo>
                <a:lnTo>
                  <a:pt x="4872" y="183"/>
                </a:lnTo>
                <a:lnTo>
                  <a:pt x="4893" y="165"/>
                </a:lnTo>
                <a:lnTo>
                  <a:pt x="4910" y="148"/>
                </a:lnTo>
                <a:lnTo>
                  <a:pt x="4926" y="129"/>
                </a:lnTo>
                <a:lnTo>
                  <a:pt x="4917" y="125"/>
                </a:lnTo>
                <a:lnTo>
                  <a:pt x="4884" y="138"/>
                </a:lnTo>
                <a:lnTo>
                  <a:pt x="4858" y="151"/>
                </a:lnTo>
                <a:lnTo>
                  <a:pt x="4836" y="160"/>
                </a:lnTo>
                <a:lnTo>
                  <a:pt x="4812" y="166"/>
                </a:lnTo>
                <a:lnTo>
                  <a:pt x="4805" y="164"/>
                </a:lnTo>
                <a:lnTo>
                  <a:pt x="4803" y="161"/>
                </a:lnTo>
                <a:lnTo>
                  <a:pt x="4805" y="154"/>
                </a:lnTo>
                <a:lnTo>
                  <a:pt x="4818" y="140"/>
                </a:lnTo>
                <a:lnTo>
                  <a:pt x="4827" y="135"/>
                </a:lnTo>
                <a:lnTo>
                  <a:pt x="4831" y="133"/>
                </a:lnTo>
                <a:lnTo>
                  <a:pt x="4831" y="130"/>
                </a:lnTo>
                <a:lnTo>
                  <a:pt x="4819" y="126"/>
                </a:lnTo>
                <a:lnTo>
                  <a:pt x="4801" y="125"/>
                </a:lnTo>
                <a:lnTo>
                  <a:pt x="4783" y="123"/>
                </a:lnTo>
                <a:lnTo>
                  <a:pt x="4749" y="110"/>
                </a:lnTo>
                <a:lnTo>
                  <a:pt x="4726" y="91"/>
                </a:lnTo>
                <a:lnTo>
                  <a:pt x="4720" y="76"/>
                </a:lnTo>
                <a:lnTo>
                  <a:pt x="4722" y="66"/>
                </a:lnTo>
                <a:lnTo>
                  <a:pt x="4725" y="61"/>
                </a:lnTo>
                <a:lnTo>
                  <a:pt x="4727" y="58"/>
                </a:lnTo>
                <a:lnTo>
                  <a:pt x="4726" y="53"/>
                </a:lnTo>
                <a:lnTo>
                  <a:pt x="4713" y="44"/>
                </a:lnTo>
                <a:lnTo>
                  <a:pt x="4698" y="38"/>
                </a:lnTo>
                <a:lnTo>
                  <a:pt x="4683" y="33"/>
                </a:lnTo>
                <a:lnTo>
                  <a:pt x="4661" y="19"/>
                </a:lnTo>
                <a:lnTo>
                  <a:pt x="4659" y="13"/>
                </a:lnTo>
                <a:lnTo>
                  <a:pt x="4658" y="6"/>
                </a:lnTo>
                <a:lnTo>
                  <a:pt x="4652" y="0"/>
                </a:lnTo>
                <a:lnTo>
                  <a:pt x="4631" y="0"/>
                </a:lnTo>
                <a:lnTo>
                  <a:pt x="4604" y="9"/>
                </a:lnTo>
                <a:close/>
                <a:moveTo>
                  <a:pt x="4720" y="161"/>
                </a:moveTo>
                <a:lnTo>
                  <a:pt x="4715" y="167"/>
                </a:lnTo>
                <a:lnTo>
                  <a:pt x="4701" y="170"/>
                </a:lnTo>
                <a:lnTo>
                  <a:pt x="4687" y="164"/>
                </a:lnTo>
                <a:lnTo>
                  <a:pt x="4677" y="149"/>
                </a:lnTo>
                <a:lnTo>
                  <a:pt x="4676" y="141"/>
                </a:lnTo>
                <a:lnTo>
                  <a:pt x="4678" y="135"/>
                </a:lnTo>
                <a:lnTo>
                  <a:pt x="4694" y="131"/>
                </a:lnTo>
                <a:lnTo>
                  <a:pt x="4703" y="134"/>
                </a:lnTo>
                <a:lnTo>
                  <a:pt x="4713" y="140"/>
                </a:lnTo>
                <a:lnTo>
                  <a:pt x="4723" y="154"/>
                </a:lnTo>
                <a:lnTo>
                  <a:pt x="4720" y="161"/>
                </a:lnTo>
                <a:close/>
                <a:moveTo>
                  <a:pt x="6073" y="431"/>
                </a:moveTo>
                <a:lnTo>
                  <a:pt x="6071" y="444"/>
                </a:lnTo>
                <a:lnTo>
                  <a:pt x="6065" y="449"/>
                </a:lnTo>
                <a:lnTo>
                  <a:pt x="6056" y="444"/>
                </a:lnTo>
                <a:lnTo>
                  <a:pt x="6046" y="431"/>
                </a:lnTo>
                <a:lnTo>
                  <a:pt x="6042" y="423"/>
                </a:lnTo>
                <a:lnTo>
                  <a:pt x="6047" y="414"/>
                </a:lnTo>
                <a:lnTo>
                  <a:pt x="6052" y="413"/>
                </a:lnTo>
                <a:lnTo>
                  <a:pt x="6061" y="414"/>
                </a:lnTo>
                <a:lnTo>
                  <a:pt x="6072" y="423"/>
                </a:lnTo>
                <a:lnTo>
                  <a:pt x="6073" y="431"/>
                </a:lnTo>
                <a:close/>
                <a:moveTo>
                  <a:pt x="7106" y="460"/>
                </a:moveTo>
                <a:lnTo>
                  <a:pt x="7105" y="470"/>
                </a:lnTo>
                <a:lnTo>
                  <a:pt x="7095" y="484"/>
                </a:lnTo>
                <a:lnTo>
                  <a:pt x="7088" y="485"/>
                </a:lnTo>
                <a:lnTo>
                  <a:pt x="7081" y="484"/>
                </a:lnTo>
                <a:lnTo>
                  <a:pt x="7070" y="473"/>
                </a:lnTo>
                <a:lnTo>
                  <a:pt x="7069" y="466"/>
                </a:lnTo>
                <a:lnTo>
                  <a:pt x="7068" y="459"/>
                </a:lnTo>
                <a:lnTo>
                  <a:pt x="7060" y="455"/>
                </a:lnTo>
                <a:lnTo>
                  <a:pt x="7052" y="458"/>
                </a:lnTo>
                <a:lnTo>
                  <a:pt x="7044" y="460"/>
                </a:lnTo>
                <a:lnTo>
                  <a:pt x="7034" y="454"/>
                </a:lnTo>
                <a:lnTo>
                  <a:pt x="7033" y="444"/>
                </a:lnTo>
                <a:lnTo>
                  <a:pt x="7033" y="438"/>
                </a:lnTo>
                <a:lnTo>
                  <a:pt x="7039" y="429"/>
                </a:lnTo>
                <a:lnTo>
                  <a:pt x="7053" y="422"/>
                </a:lnTo>
                <a:lnTo>
                  <a:pt x="7069" y="426"/>
                </a:lnTo>
                <a:lnTo>
                  <a:pt x="7085" y="431"/>
                </a:lnTo>
                <a:lnTo>
                  <a:pt x="7104" y="449"/>
                </a:lnTo>
                <a:lnTo>
                  <a:pt x="7106" y="460"/>
                </a:lnTo>
                <a:close/>
                <a:moveTo>
                  <a:pt x="7385" y="477"/>
                </a:moveTo>
                <a:lnTo>
                  <a:pt x="7379" y="486"/>
                </a:lnTo>
                <a:lnTo>
                  <a:pt x="7361" y="501"/>
                </a:lnTo>
                <a:lnTo>
                  <a:pt x="7340" y="504"/>
                </a:lnTo>
                <a:lnTo>
                  <a:pt x="7325" y="497"/>
                </a:lnTo>
                <a:lnTo>
                  <a:pt x="7324" y="489"/>
                </a:lnTo>
                <a:lnTo>
                  <a:pt x="7324" y="480"/>
                </a:lnTo>
                <a:lnTo>
                  <a:pt x="7331" y="466"/>
                </a:lnTo>
                <a:lnTo>
                  <a:pt x="7343" y="455"/>
                </a:lnTo>
                <a:lnTo>
                  <a:pt x="7361" y="449"/>
                </a:lnTo>
                <a:lnTo>
                  <a:pt x="7371" y="449"/>
                </a:lnTo>
                <a:lnTo>
                  <a:pt x="7380" y="451"/>
                </a:lnTo>
                <a:lnTo>
                  <a:pt x="7388" y="465"/>
                </a:lnTo>
                <a:lnTo>
                  <a:pt x="7385" y="477"/>
                </a:lnTo>
                <a:close/>
                <a:moveTo>
                  <a:pt x="6807" y="630"/>
                </a:moveTo>
                <a:lnTo>
                  <a:pt x="6809" y="637"/>
                </a:lnTo>
                <a:lnTo>
                  <a:pt x="6806" y="647"/>
                </a:lnTo>
                <a:lnTo>
                  <a:pt x="6800" y="648"/>
                </a:lnTo>
                <a:lnTo>
                  <a:pt x="6792" y="647"/>
                </a:lnTo>
                <a:lnTo>
                  <a:pt x="6781" y="637"/>
                </a:lnTo>
                <a:lnTo>
                  <a:pt x="6780" y="630"/>
                </a:lnTo>
                <a:lnTo>
                  <a:pt x="6780" y="622"/>
                </a:lnTo>
                <a:lnTo>
                  <a:pt x="6784" y="612"/>
                </a:lnTo>
                <a:lnTo>
                  <a:pt x="6786" y="612"/>
                </a:lnTo>
                <a:lnTo>
                  <a:pt x="6791" y="612"/>
                </a:lnTo>
                <a:lnTo>
                  <a:pt x="6802" y="622"/>
                </a:lnTo>
                <a:lnTo>
                  <a:pt x="6807" y="630"/>
                </a:lnTo>
                <a:close/>
                <a:moveTo>
                  <a:pt x="4459" y="659"/>
                </a:moveTo>
                <a:lnTo>
                  <a:pt x="4458" y="669"/>
                </a:lnTo>
                <a:lnTo>
                  <a:pt x="4449" y="678"/>
                </a:lnTo>
                <a:lnTo>
                  <a:pt x="4441" y="676"/>
                </a:lnTo>
                <a:lnTo>
                  <a:pt x="4434" y="670"/>
                </a:lnTo>
                <a:lnTo>
                  <a:pt x="4424" y="655"/>
                </a:lnTo>
                <a:lnTo>
                  <a:pt x="4423" y="646"/>
                </a:lnTo>
                <a:lnTo>
                  <a:pt x="4424" y="640"/>
                </a:lnTo>
                <a:lnTo>
                  <a:pt x="4434" y="631"/>
                </a:lnTo>
                <a:lnTo>
                  <a:pt x="4441" y="630"/>
                </a:lnTo>
                <a:lnTo>
                  <a:pt x="4449" y="632"/>
                </a:lnTo>
                <a:lnTo>
                  <a:pt x="4458" y="647"/>
                </a:lnTo>
                <a:lnTo>
                  <a:pt x="4459" y="659"/>
                </a:lnTo>
                <a:close/>
                <a:moveTo>
                  <a:pt x="4254" y="659"/>
                </a:moveTo>
                <a:lnTo>
                  <a:pt x="4249" y="662"/>
                </a:lnTo>
                <a:lnTo>
                  <a:pt x="4229" y="665"/>
                </a:lnTo>
                <a:lnTo>
                  <a:pt x="4219" y="661"/>
                </a:lnTo>
                <a:lnTo>
                  <a:pt x="4212" y="657"/>
                </a:lnTo>
                <a:lnTo>
                  <a:pt x="4217" y="651"/>
                </a:lnTo>
                <a:lnTo>
                  <a:pt x="4230" y="651"/>
                </a:lnTo>
                <a:lnTo>
                  <a:pt x="4244" y="649"/>
                </a:lnTo>
                <a:lnTo>
                  <a:pt x="4255" y="654"/>
                </a:lnTo>
                <a:lnTo>
                  <a:pt x="4256" y="657"/>
                </a:lnTo>
                <a:lnTo>
                  <a:pt x="4254" y="659"/>
                </a:lnTo>
                <a:close/>
                <a:moveTo>
                  <a:pt x="4423" y="673"/>
                </a:moveTo>
                <a:lnTo>
                  <a:pt x="4415" y="696"/>
                </a:lnTo>
                <a:lnTo>
                  <a:pt x="4388" y="757"/>
                </a:lnTo>
                <a:lnTo>
                  <a:pt x="4374" y="789"/>
                </a:lnTo>
                <a:lnTo>
                  <a:pt x="4354" y="812"/>
                </a:lnTo>
                <a:lnTo>
                  <a:pt x="4344" y="816"/>
                </a:lnTo>
                <a:lnTo>
                  <a:pt x="4341" y="814"/>
                </a:lnTo>
                <a:lnTo>
                  <a:pt x="4335" y="805"/>
                </a:lnTo>
                <a:lnTo>
                  <a:pt x="4309" y="799"/>
                </a:lnTo>
                <a:lnTo>
                  <a:pt x="4294" y="803"/>
                </a:lnTo>
                <a:lnTo>
                  <a:pt x="4276" y="808"/>
                </a:lnTo>
                <a:lnTo>
                  <a:pt x="4263" y="807"/>
                </a:lnTo>
                <a:lnTo>
                  <a:pt x="4262" y="802"/>
                </a:lnTo>
                <a:lnTo>
                  <a:pt x="4269" y="786"/>
                </a:lnTo>
                <a:lnTo>
                  <a:pt x="4302" y="752"/>
                </a:lnTo>
                <a:lnTo>
                  <a:pt x="4328" y="728"/>
                </a:lnTo>
                <a:lnTo>
                  <a:pt x="4371" y="692"/>
                </a:lnTo>
                <a:lnTo>
                  <a:pt x="4410" y="667"/>
                </a:lnTo>
                <a:lnTo>
                  <a:pt x="4422" y="668"/>
                </a:lnTo>
                <a:lnTo>
                  <a:pt x="4423" y="673"/>
                </a:lnTo>
                <a:close/>
                <a:moveTo>
                  <a:pt x="6079" y="678"/>
                </a:moveTo>
                <a:lnTo>
                  <a:pt x="6091" y="683"/>
                </a:lnTo>
                <a:lnTo>
                  <a:pt x="6108" y="703"/>
                </a:lnTo>
                <a:lnTo>
                  <a:pt x="6109" y="714"/>
                </a:lnTo>
                <a:lnTo>
                  <a:pt x="6110" y="724"/>
                </a:lnTo>
                <a:lnTo>
                  <a:pt x="6120" y="737"/>
                </a:lnTo>
                <a:lnTo>
                  <a:pt x="6127" y="739"/>
                </a:lnTo>
                <a:lnTo>
                  <a:pt x="6135" y="741"/>
                </a:lnTo>
                <a:lnTo>
                  <a:pt x="6144" y="756"/>
                </a:lnTo>
                <a:lnTo>
                  <a:pt x="6145" y="768"/>
                </a:lnTo>
                <a:lnTo>
                  <a:pt x="6145" y="774"/>
                </a:lnTo>
                <a:lnTo>
                  <a:pt x="6138" y="783"/>
                </a:lnTo>
                <a:lnTo>
                  <a:pt x="6121" y="789"/>
                </a:lnTo>
                <a:lnTo>
                  <a:pt x="6087" y="779"/>
                </a:lnTo>
                <a:lnTo>
                  <a:pt x="6049" y="754"/>
                </a:lnTo>
                <a:lnTo>
                  <a:pt x="6033" y="735"/>
                </a:lnTo>
                <a:lnTo>
                  <a:pt x="6017" y="716"/>
                </a:lnTo>
                <a:lnTo>
                  <a:pt x="6009" y="693"/>
                </a:lnTo>
                <a:lnTo>
                  <a:pt x="6010" y="682"/>
                </a:lnTo>
                <a:lnTo>
                  <a:pt x="6017" y="673"/>
                </a:lnTo>
                <a:lnTo>
                  <a:pt x="6029" y="669"/>
                </a:lnTo>
                <a:lnTo>
                  <a:pt x="6056" y="670"/>
                </a:lnTo>
                <a:lnTo>
                  <a:pt x="6079" y="678"/>
                </a:lnTo>
                <a:close/>
                <a:moveTo>
                  <a:pt x="5942" y="748"/>
                </a:moveTo>
                <a:lnTo>
                  <a:pt x="5937" y="751"/>
                </a:lnTo>
                <a:lnTo>
                  <a:pt x="5925" y="739"/>
                </a:lnTo>
                <a:lnTo>
                  <a:pt x="5921" y="727"/>
                </a:lnTo>
                <a:lnTo>
                  <a:pt x="5914" y="710"/>
                </a:lnTo>
                <a:lnTo>
                  <a:pt x="5917" y="705"/>
                </a:lnTo>
                <a:lnTo>
                  <a:pt x="5929" y="716"/>
                </a:lnTo>
                <a:lnTo>
                  <a:pt x="5938" y="726"/>
                </a:lnTo>
                <a:lnTo>
                  <a:pt x="5945" y="743"/>
                </a:lnTo>
                <a:lnTo>
                  <a:pt x="5942" y="748"/>
                </a:lnTo>
                <a:close/>
                <a:moveTo>
                  <a:pt x="5692" y="776"/>
                </a:moveTo>
                <a:lnTo>
                  <a:pt x="5690" y="789"/>
                </a:lnTo>
                <a:lnTo>
                  <a:pt x="5685" y="793"/>
                </a:lnTo>
                <a:lnTo>
                  <a:pt x="5675" y="789"/>
                </a:lnTo>
                <a:lnTo>
                  <a:pt x="5665" y="776"/>
                </a:lnTo>
                <a:lnTo>
                  <a:pt x="5662" y="768"/>
                </a:lnTo>
                <a:lnTo>
                  <a:pt x="5666" y="758"/>
                </a:lnTo>
                <a:lnTo>
                  <a:pt x="5672" y="757"/>
                </a:lnTo>
                <a:lnTo>
                  <a:pt x="5680" y="758"/>
                </a:lnTo>
                <a:lnTo>
                  <a:pt x="5691" y="768"/>
                </a:lnTo>
                <a:lnTo>
                  <a:pt x="5692" y="776"/>
                </a:lnTo>
                <a:close/>
                <a:moveTo>
                  <a:pt x="4224" y="820"/>
                </a:moveTo>
                <a:lnTo>
                  <a:pt x="4223" y="831"/>
                </a:lnTo>
                <a:lnTo>
                  <a:pt x="4218" y="846"/>
                </a:lnTo>
                <a:lnTo>
                  <a:pt x="4216" y="847"/>
                </a:lnTo>
                <a:lnTo>
                  <a:pt x="4208" y="841"/>
                </a:lnTo>
                <a:lnTo>
                  <a:pt x="4198" y="820"/>
                </a:lnTo>
                <a:lnTo>
                  <a:pt x="4195" y="810"/>
                </a:lnTo>
                <a:lnTo>
                  <a:pt x="4199" y="795"/>
                </a:lnTo>
                <a:lnTo>
                  <a:pt x="4205" y="793"/>
                </a:lnTo>
                <a:lnTo>
                  <a:pt x="4213" y="795"/>
                </a:lnTo>
                <a:lnTo>
                  <a:pt x="4223" y="810"/>
                </a:lnTo>
                <a:lnTo>
                  <a:pt x="4224" y="820"/>
                </a:lnTo>
                <a:close/>
                <a:moveTo>
                  <a:pt x="7175" y="880"/>
                </a:moveTo>
                <a:lnTo>
                  <a:pt x="7176" y="890"/>
                </a:lnTo>
                <a:lnTo>
                  <a:pt x="7164" y="901"/>
                </a:lnTo>
                <a:lnTo>
                  <a:pt x="7153" y="902"/>
                </a:lnTo>
                <a:lnTo>
                  <a:pt x="7141" y="901"/>
                </a:lnTo>
                <a:lnTo>
                  <a:pt x="7126" y="884"/>
                </a:lnTo>
                <a:lnTo>
                  <a:pt x="7124" y="873"/>
                </a:lnTo>
                <a:lnTo>
                  <a:pt x="7125" y="862"/>
                </a:lnTo>
                <a:lnTo>
                  <a:pt x="7137" y="853"/>
                </a:lnTo>
                <a:lnTo>
                  <a:pt x="7154" y="855"/>
                </a:lnTo>
                <a:lnTo>
                  <a:pt x="7169" y="869"/>
                </a:lnTo>
                <a:lnTo>
                  <a:pt x="7175" y="880"/>
                </a:lnTo>
                <a:close/>
                <a:moveTo>
                  <a:pt x="4006" y="922"/>
                </a:moveTo>
                <a:lnTo>
                  <a:pt x="4005" y="936"/>
                </a:lnTo>
                <a:lnTo>
                  <a:pt x="3999" y="948"/>
                </a:lnTo>
                <a:lnTo>
                  <a:pt x="3992" y="949"/>
                </a:lnTo>
                <a:lnTo>
                  <a:pt x="3988" y="947"/>
                </a:lnTo>
                <a:lnTo>
                  <a:pt x="3981" y="942"/>
                </a:lnTo>
                <a:lnTo>
                  <a:pt x="3978" y="922"/>
                </a:lnTo>
                <a:lnTo>
                  <a:pt x="3982" y="911"/>
                </a:lnTo>
                <a:lnTo>
                  <a:pt x="3987" y="898"/>
                </a:lnTo>
                <a:lnTo>
                  <a:pt x="3995" y="885"/>
                </a:lnTo>
                <a:lnTo>
                  <a:pt x="4002" y="887"/>
                </a:lnTo>
                <a:lnTo>
                  <a:pt x="4005" y="906"/>
                </a:lnTo>
                <a:lnTo>
                  <a:pt x="4006" y="922"/>
                </a:lnTo>
                <a:close/>
                <a:moveTo>
                  <a:pt x="4151" y="922"/>
                </a:moveTo>
                <a:lnTo>
                  <a:pt x="4150" y="929"/>
                </a:lnTo>
                <a:lnTo>
                  <a:pt x="4140" y="932"/>
                </a:lnTo>
                <a:lnTo>
                  <a:pt x="4132" y="929"/>
                </a:lnTo>
                <a:lnTo>
                  <a:pt x="4126" y="924"/>
                </a:lnTo>
                <a:lnTo>
                  <a:pt x="4116" y="908"/>
                </a:lnTo>
                <a:lnTo>
                  <a:pt x="4115" y="901"/>
                </a:lnTo>
                <a:lnTo>
                  <a:pt x="4116" y="893"/>
                </a:lnTo>
                <a:lnTo>
                  <a:pt x="4126" y="890"/>
                </a:lnTo>
                <a:lnTo>
                  <a:pt x="4132" y="893"/>
                </a:lnTo>
                <a:lnTo>
                  <a:pt x="4140" y="898"/>
                </a:lnTo>
                <a:lnTo>
                  <a:pt x="4150" y="915"/>
                </a:lnTo>
                <a:lnTo>
                  <a:pt x="4151" y="922"/>
                </a:lnTo>
                <a:close/>
                <a:moveTo>
                  <a:pt x="6253" y="902"/>
                </a:moveTo>
                <a:lnTo>
                  <a:pt x="6252" y="909"/>
                </a:lnTo>
                <a:lnTo>
                  <a:pt x="6236" y="919"/>
                </a:lnTo>
                <a:lnTo>
                  <a:pt x="6225" y="920"/>
                </a:lnTo>
                <a:lnTo>
                  <a:pt x="6214" y="919"/>
                </a:lnTo>
                <a:lnTo>
                  <a:pt x="6206" y="909"/>
                </a:lnTo>
                <a:lnTo>
                  <a:pt x="6209" y="902"/>
                </a:lnTo>
                <a:lnTo>
                  <a:pt x="6213" y="894"/>
                </a:lnTo>
                <a:lnTo>
                  <a:pt x="6230" y="884"/>
                </a:lnTo>
                <a:lnTo>
                  <a:pt x="6237" y="884"/>
                </a:lnTo>
                <a:lnTo>
                  <a:pt x="6244" y="884"/>
                </a:lnTo>
                <a:lnTo>
                  <a:pt x="6252" y="894"/>
                </a:lnTo>
                <a:lnTo>
                  <a:pt x="6253" y="902"/>
                </a:lnTo>
                <a:close/>
                <a:moveTo>
                  <a:pt x="7224" y="920"/>
                </a:moveTo>
                <a:lnTo>
                  <a:pt x="7220" y="927"/>
                </a:lnTo>
                <a:lnTo>
                  <a:pt x="7225" y="937"/>
                </a:lnTo>
                <a:lnTo>
                  <a:pt x="7231" y="939"/>
                </a:lnTo>
                <a:lnTo>
                  <a:pt x="7239" y="937"/>
                </a:lnTo>
                <a:lnTo>
                  <a:pt x="7250" y="927"/>
                </a:lnTo>
                <a:lnTo>
                  <a:pt x="7251" y="920"/>
                </a:lnTo>
                <a:lnTo>
                  <a:pt x="7251" y="915"/>
                </a:lnTo>
                <a:lnTo>
                  <a:pt x="7256" y="907"/>
                </a:lnTo>
                <a:lnTo>
                  <a:pt x="7268" y="903"/>
                </a:lnTo>
                <a:lnTo>
                  <a:pt x="7291" y="906"/>
                </a:lnTo>
                <a:lnTo>
                  <a:pt x="7312" y="920"/>
                </a:lnTo>
                <a:lnTo>
                  <a:pt x="7318" y="931"/>
                </a:lnTo>
                <a:lnTo>
                  <a:pt x="7322" y="944"/>
                </a:lnTo>
                <a:lnTo>
                  <a:pt x="7313" y="966"/>
                </a:lnTo>
                <a:lnTo>
                  <a:pt x="7293" y="980"/>
                </a:lnTo>
                <a:lnTo>
                  <a:pt x="7267" y="981"/>
                </a:lnTo>
                <a:lnTo>
                  <a:pt x="7253" y="974"/>
                </a:lnTo>
                <a:lnTo>
                  <a:pt x="7223" y="960"/>
                </a:lnTo>
                <a:lnTo>
                  <a:pt x="7191" y="949"/>
                </a:lnTo>
                <a:lnTo>
                  <a:pt x="7178" y="944"/>
                </a:lnTo>
                <a:lnTo>
                  <a:pt x="7168" y="929"/>
                </a:lnTo>
                <a:lnTo>
                  <a:pt x="7174" y="914"/>
                </a:lnTo>
                <a:lnTo>
                  <a:pt x="7192" y="903"/>
                </a:lnTo>
                <a:lnTo>
                  <a:pt x="7207" y="902"/>
                </a:lnTo>
                <a:lnTo>
                  <a:pt x="7217" y="903"/>
                </a:lnTo>
                <a:lnTo>
                  <a:pt x="7226" y="912"/>
                </a:lnTo>
                <a:lnTo>
                  <a:pt x="7224" y="920"/>
                </a:lnTo>
                <a:close/>
                <a:moveTo>
                  <a:pt x="7131" y="972"/>
                </a:moveTo>
                <a:lnTo>
                  <a:pt x="7126" y="986"/>
                </a:lnTo>
                <a:lnTo>
                  <a:pt x="7119" y="1024"/>
                </a:lnTo>
                <a:lnTo>
                  <a:pt x="7118" y="1042"/>
                </a:lnTo>
                <a:lnTo>
                  <a:pt x="7119" y="1053"/>
                </a:lnTo>
                <a:lnTo>
                  <a:pt x="7115" y="1069"/>
                </a:lnTo>
                <a:lnTo>
                  <a:pt x="7105" y="1079"/>
                </a:lnTo>
                <a:lnTo>
                  <a:pt x="7089" y="1083"/>
                </a:lnTo>
                <a:lnTo>
                  <a:pt x="7077" y="1083"/>
                </a:lnTo>
                <a:lnTo>
                  <a:pt x="7039" y="1083"/>
                </a:lnTo>
                <a:lnTo>
                  <a:pt x="6998" y="1092"/>
                </a:lnTo>
                <a:lnTo>
                  <a:pt x="6976" y="1103"/>
                </a:lnTo>
                <a:lnTo>
                  <a:pt x="6962" y="1109"/>
                </a:lnTo>
                <a:lnTo>
                  <a:pt x="6940" y="1108"/>
                </a:lnTo>
                <a:lnTo>
                  <a:pt x="6933" y="1102"/>
                </a:lnTo>
                <a:lnTo>
                  <a:pt x="6931" y="1094"/>
                </a:lnTo>
                <a:lnTo>
                  <a:pt x="6934" y="1084"/>
                </a:lnTo>
                <a:lnTo>
                  <a:pt x="6941" y="1083"/>
                </a:lnTo>
                <a:lnTo>
                  <a:pt x="6949" y="1082"/>
                </a:lnTo>
                <a:lnTo>
                  <a:pt x="6959" y="1067"/>
                </a:lnTo>
                <a:lnTo>
                  <a:pt x="6961" y="1056"/>
                </a:lnTo>
                <a:lnTo>
                  <a:pt x="6963" y="1044"/>
                </a:lnTo>
                <a:lnTo>
                  <a:pt x="6978" y="1022"/>
                </a:lnTo>
                <a:lnTo>
                  <a:pt x="6990" y="1016"/>
                </a:lnTo>
                <a:lnTo>
                  <a:pt x="7000" y="1011"/>
                </a:lnTo>
                <a:lnTo>
                  <a:pt x="7011" y="993"/>
                </a:lnTo>
                <a:lnTo>
                  <a:pt x="7008" y="982"/>
                </a:lnTo>
                <a:lnTo>
                  <a:pt x="7005" y="972"/>
                </a:lnTo>
                <a:lnTo>
                  <a:pt x="7012" y="957"/>
                </a:lnTo>
                <a:lnTo>
                  <a:pt x="7032" y="947"/>
                </a:lnTo>
                <a:lnTo>
                  <a:pt x="7068" y="943"/>
                </a:lnTo>
                <a:lnTo>
                  <a:pt x="7093" y="944"/>
                </a:lnTo>
                <a:lnTo>
                  <a:pt x="7107" y="944"/>
                </a:lnTo>
                <a:lnTo>
                  <a:pt x="7126" y="947"/>
                </a:lnTo>
                <a:lnTo>
                  <a:pt x="7135" y="954"/>
                </a:lnTo>
                <a:lnTo>
                  <a:pt x="7135" y="965"/>
                </a:lnTo>
                <a:lnTo>
                  <a:pt x="7131" y="972"/>
                </a:lnTo>
                <a:close/>
                <a:moveTo>
                  <a:pt x="3117" y="1081"/>
                </a:moveTo>
                <a:lnTo>
                  <a:pt x="3116" y="1089"/>
                </a:lnTo>
                <a:lnTo>
                  <a:pt x="3101" y="1103"/>
                </a:lnTo>
                <a:lnTo>
                  <a:pt x="3090" y="1108"/>
                </a:lnTo>
                <a:lnTo>
                  <a:pt x="3080" y="1111"/>
                </a:lnTo>
                <a:lnTo>
                  <a:pt x="3067" y="1109"/>
                </a:lnTo>
                <a:lnTo>
                  <a:pt x="3063" y="1099"/>
                </a:lnTo>
                <a:lnTo>
                  <a:pt x="3069" y="1085"/>
                </a:lnTo>
                <a:lnTo>
                  <a:pt x="3076" y="1078"/>
                </a:lnTo>
                <a:lnTo>
                  <a:pt x="3083" y="1071"/>
                </a:lnTo>
                <a:lnTo>
                  <a:pt x="3096" y="1066"/>
                </a:lnTo>
                <a:lnTo>
                  <a:pt x="3109" y="1067"/>
                </a:lnTo>
                <a:lnTo>
                  <a:pt x="3116" y="1074"/>
                </a:lnTo>
                <a:lnTo>
                  <a:pt x="3117" y="1081"/>
                </a:lnTo>
                <a:close/>
                <a:moveTo>
                  <a:pt x="6979" y="1184"/>
                </a:moveTo>
                <a:lnTo>
                  <a:pt x="6978" y="1187"/>
                </a:lnTo>
                <a:lnTo>
                  <a:pt x="6963" y="1192"/>
                </a:lnTo>
                <a:lnTo>
                  <a:pt x="6952" y="1192"/>
                </a:lnTo>
                <a:lnTo>
                  <a:pt x="6941" y="1191"/>
                </a:lnTo>
                <a:lnTo>
                  <a:pt x="6926" y="1181"/>
                </a:lnTo>
                <a:lnTo>
                  <a:pt x="6925" y="1173"/>
                </a:lnTo>
                <a:lnTo>
                  <a:pt x="6926" y="1168"/>
                </a:lnTo>
                <a:lnTo>
                  <a:pt x="6941" y="1164"/>
                </a:lnTo>
                <a:lnTo>
                  <a:pt x="6952" y="1167"/>
                </a:lnTo>
                <a:lnTo>
                  <a:pt x="6972" y="1178"/>
                </a:lnTo>
                <a:lnTo>
                  <a:pt x="6979" y="1184"/>
                </a:lnTo>
                <a:close/>
                <a:moveTo>
                  <a:pt x="6834" y="1290"/>
                </a:moveTo>
                <a:lnTo>
                  <a:pt x="6833" y="1294"/>
                </a:lnTo>
                <a:lnTo>
                  <a:pt x="6823" y="1305"/>
                </a:lnTo>
                <a:lnTo>
                  <a:pt x="6816" y="1309"/>
                </a:lnTo>
                <a:lnTo>
                  <a:pt x="6809" y="1312"/>
                </a:lnTo>
                <a:lnTo>
                  <a:pt x="6798" y="1308"/>
                </a:lnTo>
                <a:lnTo>
                  <a:pt x="6797" y="1303"/>
                </a:lnTo>
                <a:lnTo>
                  <a:pt x="6798" y="1294"/>
                </a:lnTo>
                <a:lnTo>
                  <a:pt x="6809" y="1283"/>
                </a:lnTo>
                <a:lnTo>
                  <a:pt x="6816" y="1282"/>
                </a:lnTo>
                <a:lnTo>
                  <a:pt x="6823" y="1283"/>
                </a:lnTo>
                <a:lnTo>
                  <a:pt x="6833" y="1286"/>
                </a:lnTo>
                <a:lnTo>
                  <a:pt x="6834" y="1290"/>
                </a:lnTo>
                <a:close/>
                <a:moveTo>
                  <a:pt x="7740" y="1482"/>
                </a:moveTo>
                <a:lnTo>
                  <a:pt x="7739" y="1489"/>
                </a:lnTo>
                <a:lnTo>
                  <a:pt x="7730" y="1498"/>
                </a:lnTo>
                <a:lnTo>
                  <a:pt x="7722" y="1499"/>
                </a:lnTo>
                <a:lnTo>
                  <a:pt x="7715" y="1498"/>
                </a:lnTo>
                <a:lnTo>
                  <a:pt x="7706" y="1489"/>
                </a:lnTo>
                <a:lnTo>
                  <a:pt x="7705" y="1482"/>
                </a:lnTo>
                <a:lnTo>
                  <a:pt x="7706" y="1474"/>
                </a:lnTo>
                <a:lnTo>
                  <a:pt x="7715" y="1465"/>
                </a:lnTo>
                <a:lnTo>
                  <a:pt x="7722" y="1464"/>
                </a:lnTo>
                <a:lnTo>
                  <a:pt x="7730" y="1465"/>
                </a:lnTo>
                <a:lnTo>
                  <a:pt x="7739" y="1474"/>
                </a:lnTo>
                <a:lnTo>
                  <a:pt x="7740" y="1482"/>
                </a:lnTo>
                <a:close/>
                <a:moveTo>
                  <a:pt x="7142" y="2703"/>
                </a:moveTo>
                <a:lnTo>
                  <a:pt x="7141" y="2707"/>
                </a:lnTo>
                <a:lnTo>
                  <a:pt x="7131" y="2718"/>
                </a:lnTo>
                <a:lnTo>
                  <a:pt x="7124" y="2722"/>
                </a:lnTo>
                <a:lnTo>
                  <a:pt x="7117" y="2725"/>
                </a:lnTo>
                <a:lnTo>
                  <a:pt x="7107" y="2721"/>
                </a:lnTo>
                <a:lnTo>
                  <a:pt x="7106" y="2716"/>
                </a:lnTo>
                <a:lnTo>
                  <a:pt x="7107" y="2707"/>
                </a:lnTo>
                <a:lnTo>
                  <a:pt x="7117" y="2696"/>
                </a:lnTo>
                <a:lnTo>
                  <a:pt x="7124" y="2695"/>
                </a:lnTo>
                <a:lnTo>
                  <a:pt x="7131" y="2696"/>
                </a:lnTo>
                <a:lnTo>
                  <a:pt x="7141" y="2699"/>
                </a:lnTo>
                <a:lnTo>
                  <a:pt x="7142" y="2703"/>
                </a:lnTo>
                <a:close/>
                <a:moveTo>
                  <a:pt x="7205" y="2949"/>
                </a:moveTo>
                <a:lnTo>
                  <a:pt x="7201" y="2956"/>
                </a:lnTo>
                <a:lnTo>
                  <a:pt x="7185" y="2966"/>
                </a:lnTo>
                <a:lnTo>
                  <a:pt x="7177" y="2967"/>
                </a:lnTo>
                <a:lnTo>
                  <a:pt x="7169" y="2966"/>
                </a:lnTo>
                <a:lnTo>
                  <a:pt x="7166" y="2956"/>
                </a:lnTo>
                <a:lnTo>
                  <a:pt x="7169" y="2949"/>
                </a:lnTo>
                <a:lnTo>
                  <a:pt x="7175" y="2942"/>
                </a:lnTo>
                <a:lnTo>
                  <a:pt x="7191" y="2932"/>
                </a:lnTo>
                <a:lnTo>
                  <a:pt x="7199" y="2931"/>
                </a:lnTo>
                <a:lnTo>
                  <a:pt x="7205" y="2932"/>
                </a:lnTo>
                <a:lnTo>
                  <a:pt x="7209" y="2942"/>
                </a:lnTo>
                <a:lnTo>
                  <a:pt x="7205" y="2949"/>
                </a:lnTo>
                <a:close/>
                <a:moveTo>
                  <a:pt x="724" y="3313"/>
                </a:moveTo>
                <a:lnTo>
                  <a:pt x="723" y="3320"/>
                </a:lnTo>
                <a:lnTo>
                  <a:pt x="714" y="3323"/>
                </a:lnTo>
                <a:lnTo>
                  <a:pt x="706" y="3320"/>
                </a:lnTo>
                <a:lnTo>
                  <a:pt x="699" y="3316"/>
                </a:lnTo>
                <a:lnTo>
                  <a:pt x="690" y="3299"/>
                </a:lnTo>
                <a:lnTo>
                  <a:pt x="688" y="3292"/>
                </a:lnTo>
                <a:lnTo>
                  <a:pt x="690" y="3284"/>
                </a:lnTo>
                <a:lnTo>
                  <a:pt x="699" y="3281"/>
                </a:lnTo>
                <a:lnTo>
                  <a:pt x="706" y="3284"/>
                </a:lnTo>
                <a:lnTo>
                  <a:pt x="714" y="3289"/>
                </a:lnTo>
                <a:lnTo>
                  <a:pt x="723" y="3306"/>
                </a:lnTo>
                <a:lnTo>
                  <a:pt x="724" y="3313"/>
                </a:lnTo>
                <a:close/>
                <a:moveTo>
                  <a:pt x="942" y="3547"/>
                </a:moveTo>
                <a:lnTo>
                  <a:pt x="940" y="3560"/>
                </a:lnTo>
                <a:lnTo>
                  <a:pt x="934" y="3564"/>
                </a:lnTo>
                <a:lnTo>
                  <a:pt x="925" y="3560"/>
                </a:lnTo>
                <a:lnTo>
                  <a:pt x="915" y="3547"/>
                </a:lnTo>
                <a:lnTo>
                  <a:pt x="911" y="3539"/>
                </a:lnTo>
                <a:lnTo>
                  <a:pt x="916" y="3530"/>
                </a:lnTo>
                <a:lnTo>
                  <a:pt x="922" y="3529"/>
                </a:lnTo>
                <a:lnTo>
                  <a:pt x="930" y="3530"/>
                </a:lnTo>
                <a:lnTo>
                  <a:pt x="941" y="3539"/>
                </a:lnTo>
                <a:lnTo>
                  <a:pt x="942" y="3547"/>
                </a:lnTo>
                <a:close/>
                <a:moveTo>
                  <a:pt x="1134" y="3545"/>
                </a:moveTo>
                <a:lnTo>
                  <a:pt x="1127" y="3552"/>
                </a:lnTo>
                <a:lnTo>
                  <a:pt x="1102" y="3565"/>
                </a:lnTo>
                <a:lnTo>
                  <a:pt x="1072" y="3572"/>
                </a:lnTo>
                <a:lnTo>
                  <a:pt x="1057" y="3572"/>
                </a:lnTo>
                <a:lnTo>
                  <a:pt x="1051" y="3568"/>
                </a:lnTo>
                <a:lnTo>
                  <a:pt x="1051" y="3564"/>
                </a:lnTo>
                <a:lnTo>
                  <a:pt x="1053" y="3558"/>
                </a:lnTo>
                <a:lnTo>
                  <a:pt x="1070" y="3545"/>
                </a:lnTo>
                <a:lnTo>
                  <a:pt x="1083" y="3542"/>
                </a:lnTo>
                <a:lnTo>
                  <a:pt x="1117" y="3533"/>
                </a:lnTo>
                <a:lnTo>
                  <a:pt x="1137" y="3533"/>
                </a:lnTo>
                <a:lnTo>
                  <a:pt x="1137" y="3539"/>
                </a:lnTo>
                <a:lnTo>
                  <a:pt x="1134" y="3545"/>
                </a:lnTo>
                <a:close/>
                <a:moveTo>
                  <a:pt x="6580" y="3563"/>
                </a:moveTo>
                <a:lnTo>
                  <a:pt x="6581" y="3569"/>
                </a:lnTo>
                <a:lnTo>
                  <a:pt x="6593" y="3582"/>
                </a:lnTo>
                <a:lnTo>
                  <a:pt x="6625" y="3604"/>
                </a:lnTo>
                <a:lnTo>
                  <a:pt x="6685" y="3631"/>
                </a:lnTo>
                <a:lnTo>
                  <a:pt x="6727" y="3643"/>
                </a:lnTo>
                <a:lnTo>
                  <a:pt x="6747" y="3645"/>
                </a:lnTo>
                <a:lnTo>
                  <a:pt x="6754" y="3643"/>
                </a:lnTo>
                <a:lnTo>
                  <a:pt x="6772" y="3636"/>
                </a:lnTo>
                <a:lnTo>
                  <a:pt x="6776" y="3643"/>
                </a:lnTo>
                <a:lnTo>
                  <a:pt x="6761" y="3659"/>
                </a:lnTo>
                <a:lnTo>
                  <a:pt x="6751" y="3669"/>
                </a:lnTo>
                <a:lnTo>
                  <a:pt x="6722" y="3677"/>
                </a:lnTo>
                <a:lnTo>
                  <a:pt x="6689" y="3675"/>
                </a:lnTo>
                <a:lnTo>
                  <a:pt x="6653" y="3660"/>
                </a:lnTo>
                <a:lnTo>
                  <a:pt x="6634" y="3648"/>
                </a:lnTo>
                <a:lnTo>
                  <a:pt x="6598" y="3624"/>
                </a:lnTo>
                <a:lnTo>
                  <a:pt x="6541" y="3594"/>
                </a:lnTo>
                <a:lnTo>
                  <a:pt x="6513" y="3580"/>
                </a:lnTo>
                <a:lnTo>
                  <a:pt x="6487" y="3560"/>
                </a:lnTo>
                <a:lnTo>
                  <a:pt x="6480" y="3550"/>
                </a:lnTo>
                <a:lnTo>
                  <a:pt x="6481" y="3547"/>
                </a:lnTo>
                <a:lnTo>
                  <a:pt x="6487" y="3542"/>
                </a:lnTo>
                <a:lnTo>
                  <a:pt x="6517" y="3540"/>
                </a:lnTo>
                <a:lnTo>
                  <a:pt x="6552" y="3546"/>
                </a:lnTo>
                <a:lnTo>
                  <a:pt x="6578" y="3557"/>
                </a:lnTo>
                <a:lnTo>
                  <a:pt x="6580" y="3563"/>
                </a:lnTo>
                <a:close/>
                <a:moveTo>
                  <a:pt x="1013" y="3596"/>
                </a:moveTo>
                <a:lnTo>
                  <a:pt x="1004" y="3605"/>
                </a:lnTo>
                <a:lnTo>
                  <a:pt x="984" y="3611"/>
                </a:lnTo>
                <a:lnTo>
                  <a:pt x="977" y="3608"/>
                </a:lnTo>
                <a:lnTo>
                  <a:pt x="969" y="3602"/>
                </a:lnTo>
                <a:lnTo>
                  <a:pt x="966" y="3589"/>
                </a:lnTo>
                <a:lnTo>
                  <a:pt x="975" y="3579"/>
                </a:lnTo>
                <a:lnTo>
                  <a:pt x="992" y="3571"/>
                </a:lnTo>
                <a:lnTo>
                  <a:pt x="1004" y="3570"/>
                </a:lnTo>
                <a:lnTo>
                  <a:pt x="1012" y="3571"/>
                </a:lnTo>
                <a:lnTo>
                  <a:pt x="1020" y="3573"/>
                </a:lnTo>
                <a:lnTo>
                  <a:pt x="1021" y="3583"/>
                </a:lnTo>
                <a:lnTo>
                  <a:pt x="1013" y="3596"/>
                </a:lnTo>
                <a:close/>
                <a:moveTo>
                  <a:pt x="1390" y="3630"/>
                </a:moveTo>
                <a:lnTo>
                  <a:pt x="1385" y="3634"/>
                </a:lnTo>
                <a:lnTo>
                  <a:pt x="1365" y="3635"/>
                </a:lnTo>
                <a:lnTo>
                  <a:pt x="1355" y="3632"/>
                </a:lnTo>
                <a:lnTo>
                  <a:pt x="1347" y="3627"/>
                </a:lnTo>
                <a:lnTo>
                  <a:pt x="1353" y="3622"/>
                </a:lnTo>
                <a:lnTo>
                  <a:pt x="1366" y="3621"/>
                </a:lnTo>
                <a:lnTo>
                  <a:pt x="1380" y="3621"/>
                </a:lnTo>
                <a:lnTo>
                  <a:pt x="1391" y="3624"/>
                </a:lnTo>
                <a:lnTo>
                  <a:pt x="1392" y="3627"/>
                </a:lnTo>
                <a:lnTo>
                  <a:pt x="1390" y="3630"/>
                </a:lnTo>
                <a:close/>
                <a:moveTo>
                  <a:pt x="1107" y="3677"/>
                </a:moveTo>
                <a:lnTo>
                  <a:pt x="1113" y="3688"/>
                </a:lnTo>
                <a:lnTo>
                  <a:pt x="1118" y="3706"/>
                </a:lnTo>
                <a:lnTo>
                  <a:pt x="1116" y="3719"/>
                </a:lnTo>
                <a:lnTo>
                  <a:pt x="1106" y="3731"/>
                </a:lnTo>
                <a:lnTo>
                  <a:pt x="1097" y="3737"/>
                </a:lnTo>
                <a:lnTo>
                  <a:pt x="1086" y="3747"/>
                </a:lnTo>
                <a:lnTo>
                  <a:pt x="1077" y="3768"/>
                </a:lnTo>
                <a:lnTo>
                  <a:pt x="1078" y="3783"/>
                </a:lnTo>
                <a:lnTo>
                  <a:pt x="1080" y="3789"/>
                </a:lnTo>
                <a:lnTo>
                  <a:pt x="1082" y="3797"/>
                </a:lnTo>
                <a:lnTo>
                  <a:pt x="1082" y="3808"/>
                </a:lnTo>
                <a:lnTo>
                  <a:pt x="1070" y="3818"/>
                </a:lnTo>
                <a:lnTo>
                  <a:pt x="1053" y="3819"/>
                </a:lnTo>
                <a:lnTo>
                  <a:pt x="1037" y="3818"/>
                </a:lnTo>
                <a:lnTo>
                  <a:pt x="1019" y="3811"/>
                </a:lnTo>
                <a:lnTo>
                  <a:pt x="1017" y="3797"/>
                </a:lnTo>
                <a:lnTo>
                  <a:pt x="1029" y="3773"/>
                </a:lnTo>
                <a:lnTo>
                  <a:pt x="1042" y="3757"/>
                </a:lnTo>
                <a:lnTo>
                  <a:pt x="1056" y="3737"/>
                </a:lnTo>
                <a:lnTo>
                  <a:pt x="1067" y="3710"/>
                </a:lnTo>
                <a:lnTo>
                  <a:pt x="1059" y="3696"/>
                </a:lnTo>
                <a:lnTo>
                  <a:pt x="1029" y="3693"/>
                </a:lnTo>
                <a:lnTo>
                  <a:pt x="1005" y="3695"/>
                </a:lnTo>
                <a:lnTo>
                  <a:pt x="978" y="3697"/>
                </a:lnTo>
                <a:lnTo>
                  <a:pt x="953" y="3694"/>
                </a:lnTo>
                <a:lnTo>
                  <a:pt x="946" y="3688"/>
                </a:lnTo>
                <a:lnTo>
                  <a:pt x="947" y="3684"/>
                </a:lnTo>
                <a:lnTo>
                  <a:pt x="951" y="3679"/>
                </a:lnTo>
                <a:lnTo>
                  <a:pt x="969" y="3667"/>
                </a:lnTo>
                <a:lnTo>
                  <a:pt x="1020" y="3649"/>
                </a:lnTo>
                <a:lnTo>
                  <a:pt x="1072" y="3639"/>
                </a:lnTo>
                <a:lnTo>
                  <a:pt x="1079" y="3642"/>
                </a:lnTo>
                <a:lnTo>
                  <a:pt x="1099" y="3661"/>
                </a:lnTo>
                <a:lnTo>
                  <a:pt x="1107" y="3677"/>
                </a:lnTo>
                <a:close/>
                <a:moveTo>
                  <a:pt x="6678" y="3700"/>
                </a:moveTo>
                <a:lnTo>
                  <a:pt x="6692" y="3712"/>
                </a:lnTo>
                <a:lnTo>
                  <a:pt x="6706" y="3732"/>
                </a:lnTo>
                <a:lnTo>
                  <a:pt x="6704" y="3738"/>
                </a:lnTo>
                <a:lnTo>
                  <a:pt x="6696" y="3743"/>
                </a:lnTo>
                <a:lnTo>
                  <a:pt x="6670" y="3736"/>
                </a:lnTo>
                <a:lnTo>
                  <a:pt x="6640" y="3720"/>
                </a:lnTo>
                <a:lnTo>
                  <a:pt x="6619" y="3700"/>
                </a:lnTo>
                <a:lnTo>
                  <a:pt x="6617" y="3692"/>
                </a:lnTo>
                <a:lnTo>
                  <a:pt x="6617" y="3683"/>
                </a:lnTo>
                <a:lnTo>
                  <a:pt x="6625" y="3675"/>
                </a:lnTo>
                <a:lnTo>
                  <a:pt x="6641" y="3677"/>
                </a:lnTo>
                <a:lnTo>
                  <a:pt x="6664" y="3689"/>
                </a:lnTo>
                <a:lnTo>
                  <a:pt x="6678" y="3700"/>
                </a:lnTo>
                <a:close/>
                <a:moveTo>
                  <a:pt x="6335" y="3764"/>
                </a:moveTo>
                <a:lnTo>
                  <a:pt x="6330" y="3771"/>
                </a:lnTo>
                <a:lnTo>
                  <a:pt x="6311" y="3781"/>
                </a:lnTo>
                <a:lnTo>
                  <a:pt x="6302" y="3782"/>
                </a:lnTo>
                <a:lnTo>
                  <a:pt x="6295" y="3781"/>
                </a:lnTo>
                <a:lnTo>
                  <a:pt x="6298" y="3772"/>
                </a:lnTo>
                <a:lnTo>
                  <a:pt x="6308" y="3764"/>
                </a:lnTo>
                <a:lnTo>
                  <a:pt x="6331" y="3750"/>
                </a:lnTo>
                <a:lnTo>
                  <a:pt x="6343" y="3748"/>
                </a:lnTo>
                <a:lnTo>
                  <a:pt x="6341" y="3757"/>
                </a:lnTo>
                <a:lnTo>
                  <a:pt x="6335" y="3764"/>
                </a:lnTo>
                <a:close/>
                <a:moveTo>
                  <a:pt x="6490" y="3782"/>
                </a:moveTo>
                <a:lnTo>
                  <a:pt x="6488" y="3789"/>
                </a:lnTo>
                <a:lnTo>
                  <a:pt x="6479" y="3799"/>
                </a:lnTo>
                <a:lnTo>
                  <a:pt x="6471" y="3800"/>
                </a:lnTo>
                <a:lnTo>
                  <a:pt x="6465" y="3799"/>
                </a:lnTo>
                <a:lnTo>
                  <a:pt x="6455" y="3789"/>
                </a:lnTo>
                <a:lnTo>
                  <a:pt x="6454" y="3782"/>
                </a:lnTo>
                <a:lnTo>
                  <a:pt x="6455" y="3774"/>
                </a:lnTo>
                <a:lnTo>
                  <a:pt x="6465" y="3764"/>
                </a:lnTo>
                <a:lnTo>
                  <a:pt x="6471" y="3764"/>
                </a:lnTo>
                <a:lnTo>
                  <a:pt x="6479" y="3764"/>
                </a:lnTo>
                <a:lnTo>
                  <a:pt x="6488" y="3774"/>
                </a:lnTo>
                <a:lnTo>
                  <a:pt x="6490" y="3782"/>
                </a:lnTo>
                <a:close/>
                <a:moveTo>
                  <a:pt x="6199" y="3800"/>
                </a:moveTo>
                <a:lnTo>
                  <a:pt x="6198" y="3807"/>
                </a:lnTo>
                <a:lnTo>
                  <a:pt x="6189" y="3818"/>
                </a:lnTo>
                <a:lnTo>
                  <a:pt x="6182" y="3819"/>
                </a:lnTo>
                <a:lnTo>
                  <a:pt x="6174" y="3818"/>
                </a:lnTo>
                <a:lnTo>
                  <a:pt x="6164" y="3807"/>
                </a:lnTo>
                <a:lnTo>
                  <a:pt x="6163" y="3800"/>
                </a:lnTo>
                <a:lnTo>
                  <a:pt x="6164" y="3793"/>
                </a:lnTo>
                <a:lnTo>
                  <a:pt x="6174" y="3783"/>
                </a:lnTo>
                <a:lnTo>
                  <a:pt x="6182" y="3782"/>
                </a:lnTo>
                <a:lnTo>
                  <a:pt x="6189" y="3783"/>
                </a:lnTo>
                <a:lnTo>
                  <a:pt x="6198" y="3793"/>
                </a:lnTo>
                <a:lnTo>
                  <a:pt x="6199" y="3800"/>
                </a:lnTo>
                <a:close/>
                <a:moveTo>
                  <a:pt x="6435" y="3811"/>
                </a:moveTo>
                <a:lnTo>
                  <a:pt x="6434" y="3821"/>
                </a:lnTo>
                <a:lnTo>
                  <a:pt x="6424" y="3830"/>
                </a:lnTo>
                <a:lnTo>
                  <a:pt x="6417" y="3827"/>
                </a:lnTo>
                <a:lnTo>
                  <a:pt x="6410" y="3821"/>
                </a:lnTo>
                <a:lnTo>
                  <a:pt x="6405" y="3806"/>
                </a:lnTo>
                <a:lnTo>
                  <a:pt x="6408" y="3798"/>
                </a:lnTo>
                <a:lnTo>
                  <a:pt x="6413" y="3789"/>
                </a:lnTo>
                <a:lnTo>
                  <a:pt x="6424" y="3782"/>
                </a:lnTo>
                <a:lnTo>
                  <a:pt x="6431" y="3786"/>
                </a:lnTo>
                <a:lnTo>
                  <a:pt x="6435" y="3800"/>
                </a:lnTo>
                <a:lnTo>
                  <a:pt x="6435" y="3811"/>
                </a:lnTo>
                <a:close/>
                <a:moveTo>
                  <a:pt x="6563" y="3820"/>
                </a:moveTo>
                <a:lnTo>
                  <a:pt x="6578" y="3835"/>
                </a:lnTo>
                <a:lnTo>
                  <a:pt x="6595" y="3860"/>
                </a:lnTo>
                <a:lnTo>
                  <a:pt x="6595" y="3865"/>
                </a:lnTo>
                <a:lnTo>
                  <a:pt x="6589" y="3868"/>
                </a:lnTo>
                <a:lnTo>
                  <a:pt x="6562" y="3855"/>
                </a:lnTo>
                <a:lnTo>
                  <a:pt x="6532" y="3832"/>
                </a:lnTo>
                <a:lnTo>
                  <a:pt x="6510" y="3807"/>
                </a:lnTo>
                <a:lnTo>
                  <a:pt x="6508" y="3798"/>
                </a:lnTo>
                <a:lnTo>
                  <a:pt x="6508" y="3789"/>
                </a:lnTo>
                <a:lnTo>
                  <a:pt x="6515" y="3783"/>
                </a:lnTo>
                <a:lnTo>
                  <a:pt x="6536" y="3794"/>
                </a:lnTo>
                <a:lnTo>
                  <a:pt x="6563" y="3820"/>
                </a:lnTo>
                <a:close/>
                <a:moveTo>
                  <a:pt x="6354" y="3814"/>
                </a:moveTo>
                <a:lnTo>
                  <a:pt x="6364" y="3824"/>
                </a:lnTo>
                <a:lnTo>
                  <a:pt x="6385" y="3852"/>
                </a:lnTo>
                <a:lnTo>
                  <a:pt x="6401" y="3884"/>
                </a:lnTo>
                <a:lnTo>
                  <a:pt x="6407" y="3910"/>
                </a:lnTo>
                <a:lnTo>
                  <a:pt x="6405" y="3917"/>
                </a:lnTo>
                <a:lnTo>
                  <a:pt x="6397" y="3923"/>
                </a:lnTo>
                <a:lnTo>
                  <a:pt x="6382" y="3927"/>
                </a:lnTo>
                <a:lnTo>
                  <a:pt x="6370" y="3923"/>
                </a:lnTo>
                <a:lnTo>
                  <a:pt x="6363" y="3910"/>
                </a:lnTo>
                <a:lnTo>
                  <a:pt x="6362" y="3900"/>
                </a:lnTo>
                <a:lnTo>
                  <a:pt x="6361" y="3887"/>
                </a:lnTo>
                <a:lnTo>
                  <a:pt x="6346" y="3868"/>
                </a:lnTo>
                <a:lnTo>
                  <a:pt x="6335" y="3862"/>
                </a:lnTo>
                <a:lnTo>
                  <a:pt x="6325" y="3856"/>
                </a:lnTo>
                <a:lnTo>
                  <a:pt x="6310" y="3836"/>
                </a:lnTo>
                <a:lnTo>
                  <a:pt x="6308" y="3825"/>
                </a:lnTo>
                <a:lnTo>
                  <a:pt x="6309" y="3817"/>
                </a:lnTo>
                <a:lnTo>
                  <a:pt x="6315" y="3805"/>
                </a:lnTo>
                <a:lnTo>
                  <a:pt x="6327" y="3801"/>
                </a:lnTo>
                <a:lnTo>
                  <a:pt x="6344" y="3808"/>
                </a:lnTo>
                <a:lnTo>
                  <a:pt x="6354" y="3814"/>
                </a:lnTo>
                <a:close/>
                <a:moveTo>
                  <a:pt x="6500" y="3955"/>
                </a:moveTo>
                <a:lnTo>
                  <a:pt x="6494" y="3967"/>
                </a:lnTo>
                <a:lnTo>
                  <a:pt x="6476" y="3977"/>
                </a:lnTo>
                <a:lnTo>
                  <a:pt x="6458" y="3971"/>
                </a:lnTo>
                <a:lnTo>
                  <a:pt x="6443" y="3950"/>
                </a:lnTo>
                <a:lnTo>
                  <a:pt x="6438" y="3934"/>
                </a:lnTo>
                <a:lnTo>
                  <a:pt x="6436" y="3917"/>
                </a:lnTo>
                <a:lnTo>
                  <a:pt x="6442" y="3913"/>
                </a:lnTo>
                <a:lnTo>
                  <a:pt x="6451" y="3927"/>
                </a:lnTo>
                <a:lnTo>
                  <a:pt x="6462" y="3942"/>
                </a:lnTo>
                <a:lnTo>
                  <a:pt x="6471" y="3937"/>
                </a:lnTo>
                <a:lnTo>
                  <a:pt x="6471" y="3918"/>
                </a:lnTo>
                <a:lnTo>
                  <a:pt x="6472" y="3901"/>
                </a:lnTo>
                <a:lnTo>
                  <a:pt x="6482" y="3895"/>
                </a:lnTo>
                <a:lnTo>
                  <a:pt x="6492" y="3903"/>
                </a:lnTo>
                <a:lnTo>
                  <a:pt x="6499" y="3914"/>
                </a:lnTo>
                <a:lnTo>
                  <a:pt x="6505" y="3942"/>
                </a:lnTo>
                <a:lnTo>
                  <a:pt x="6500" y="3955"/>
                </a:lnTo>
                <a:close/>
                <a:moveTo>
                  <a:pt x="6535" y="3999"/>
                </a:moveTo>
                <a:lnTo>
                  <a:pt x="6537" y="4007"/>
                </a:lnTo>
                <a:lnTo>
                  <a:pt x="6534" y="4017"/>
                </a:lnTo>
                <a:lnTo>
                  <a:pt x="6528" y="4018"/>
                </a:lnTo>
                <a:lnTo>
                  <a:pt x="6520" y="4017"/>
                </a:lnTo>
                <a:lnTo>
                  <a:pt x="6509" y="4007"/>
                </a:lnTo>
                <a:lnTo>
                  <a:pt x="6508" y="3999"/>
                </a:lnTo>
                <a:lnTo>
                  <a:pt x="6508" y="3992"/>
                </a:lnTo>
                <a:lnTo>
                  <a:pt x="6512" y="3982"/>
                </a:lnTo>
                <a:lnTo>
                  <a:pt x="6515" y="3982"/>
                </a:lnTo>
                <a:lnTo>
                  <a:pt x="6519" y="3982"/>
                </a:lnTo>
                <a:lnTo>
                  <a:pt x="6530" y="3992"/>
                </a:lnTo>
                <a:lnTo>
                  <a:pt x="6535" y="3999"/>
                </a:lnTo>
                <a:close/>
                <a:moveTo>
                  <a:pt x="5483" y="4036"/>
                </a:moveTo>
                <a:lnTo>
                  <a:pt x="5487" y="4043"/>
                </a:lnTo>
                <a:lnTo>
                  <a:pt x="5482" y="4052"/>
                </a:lnTo>
                <a:lnTo>
                  <a:pt x="5476" y="4053"/>
                </a:lnTo>
                <a:lnTo>
                  <a:pt x="5468" y="4052"/>
                </a:lnTo>
                <a:lnTo>
                  <a:pt x="5457" y="4043"/>
                </a:lnTo>
                <a:lnTo>
                  <a:pt x="5456" y="4036"/>
                </a:lnTo>
                <a:lnTo>
                  <a:pt x="5456" y="4028"/>
                </a:lnTo>
                <a:lnTo>
                  <a:pt x="5461" y="4019"/>
                </a:lnTo>
                <a:lnTo>
                  <a:pt x="5464" y="4018"/>
                </a:lnTo>
                <a:lnTo>
                  <a:pt x="5468" y="4019"/>
                </a:lnTo>
                <a:lnTo>
                  <a:pt x="5479" y="4028"/>
                </a:lnTo>
                <a:lnTo>
                  <a:pt x="5483" y="4036"/>
                </a:lnTo>
                <a:close/>
                <a:moveTo>
                  <a:pt x="942" y="4097"/>
                </a:moveTo>
                <a:lnTo>
                  <a:pt x="941" y="4100"/>
                </a:lnTo>
                <a:lnTo>
                  <a:pt x="925" y="4111"/>
                </a:lnTo>
                <a:lnTo>
                  <a:pt x="913" y="4115"/>
                </a:lnTo>
                <a:lnTo>
                  <a:pt x="903" y="4119"/>
                </a:lnTo>
                <a:lnTo>
                  <a:pt x="894" y="4115"/>
                </a:lnTo>
                <a:lnTo>
                  <a:pt x="896" y="4108"/>
                </a:lnTo>
                <a:lnTo>
                  <a:pt x="902" y="4101"/>
                </a:lnTo>
                <a:lnTo>
                  <a:pt x="916" y="4093"/>
                </a:lnTo>
                <a:lnTo>
                  <a:pt x="931" y="4089"/>
                </a:lnTo>
                <a:lnTo>
                  <a:pt x="941" y="4093"/>
                </a:lnTo>
                <a:lnTo>
                  <a:pt x="942" y="4097"/>
                </a:lnTo>
                <a:close/>
                <a:moveTo>
                  <a:pt x="697" y="4406"/>
                </a:moveTo>
                <a:lnTo>
                  <a:pt x="685" y="4415"/>
                </a:lnTo>
                <a:lnTo>
                  <a:pt x="675" y="4434"/>
                </a:lnTo>
                <a:lnTo>
                  <a:pt x="675" y="4445"/>
                </a:lnTo>
                <a:lnTo>
                  <a:pt x="678" y="4449"/>
                </a:lnTo>
                <a:lnTo>
                  <a:pt x="682" y="4458"/>
                </a:lnTo>
                <a:lnTo>
                  <a:pt x="681" y="4468"/>
                </a:lnTo>
                <a:lnTo>
                  <a:pt x="670" y="4470"/>
                </a:lnTo>
                <a:lnTo>
                  <a:pt x="652" y="4463"/>
                </a:lnTo>
                <a:lnTo>
                  <a:pt x="640" y="4456"/>
                </a:lnTo>
                <a:lnTo>
                  <a:pt x="631" y="4449"/>
                </a:lnTo>
                <a:lnTo>
                  <a:pt x="626" y="4433"/>
                </a:lnTo>
                <a:lnTo>
                  <a:pt x="637" y="4414"/>
                </a:lnTo>
                <a:lnTo>
                  <a:pt x="661" y="4394"/>
                </a:lnTo>
                <a:lnTo>
                  <a:pt x="679" y="4384"/>
                </a:lnTo>
                <a:lnTo>
                  <a:pt x="696" y="4375"/>
                </a:lnTo>
                <a:lnTo>
                  <a:pt x="718" y="4370"/>
                </a:lnTo>
                <a:lnTo>
                  <a:pt x="723" y="4377"/>
                </a:lnTo>
                <a:lnTo>
                  <a:pt x="711" y="4394"/>
                </a:lnTo>
                <a:lnTo>
                  <a:pt x="697" y="4406"/>
                </a:lnTo>
                <a:close/>
                <a:moveTo>
                  <a:pt x="4496" y="4564"/>
                </a:moveTo>
                <a:lnTo>
                  <a:pt x="4493" y="4571"/>
                </a:lnTo>
                <a:lnTo>
                  <a:pt x="4478" y="4578"/>
                </a:lnTo>
                <a:lnTo>
                  <a:pt x="4468" y="4580"/>
                </a:lnTo>
                <a:lnTo>
                  <a:pt x="4459" y="4578"/>
                </a:lnTo>
                <a:lnTo>
                  <a:pt x="4446" y="4566"/>
                </a:lnTo>
                <a:lnTo>
                  <a:pt x="4441" y="4548"/>
                </a:lnTo>
                <a:lnTo>
                  <a:pt x="4447" y="4528"/>
                </a:lnTo>
                <a:lnTo>
                  <a:pt x="4453" y="4520"/>
                </a:lnTo>
                <a:lnTo>
                  <a:pt x="4459" y="4516"/>
                </a:lnTo>
                <a:lnTo>
                  <a:pt x="4473" y="4521"/>
                </a:lnTo>
                <a:lnTo>
                  <a:pt x="4486" y="4536"/>
                </a:lnTo>
                <a:lnTo>
                  <a:pt x="4495" y="4555"/>
                </a:lnTo>
                <a:lnTo>
                  <a:pt x="4496" y="4564"/>
                </a:lnTo>
                <a:close/>
                <a:moveTo>
                  <a:pt x="597" y="4706"/>
                </a:moveTo>
                <a:lnTo>
                  <a:pt x="596" y="4713"/>
                </a:lnTo>
                <a:lnTo>
                  <a:pt x="581" y="4723"/>
                </a:lnTo>
                <a:lnTo>
                  <a:pt x="570" y="4724"/>
                </a:lnTo>
                <a:lnTo>
                  <a:pt x="560" y="4723"/>
                </a:lnTo>
                <a:lnTo>
                  <a:pt x="545" y="4713"/>
                </a:lnTo>
                <a:lnTo>
                  <a:pt x="543" y="4706"/>
                </a:lnTo>
                <a:lnTo>
                  <a:pt x="545" y="4698"/>
                </a:lnTo>
                <a:lnTo>
                  <a:pt x="560" y="4688"/>
                </a:lnTo>
                <a:lnTo>
                  <a:pt x="570" y="4688"/>
                </a:lnTo>
                <a:lnTo>
                  <a:pt x="581" y="4688"/>
                </a:lnTo>
                <a:lnTo>
                  <a:pt x="596" y="4698"/>
                </a:lnTo>
                <a:lnTo>
                  <a:pt x="597" y="4706"/>
                </a:lnTo>
                <a:close/>
                <a:moveTo>
                  <a:pt x="2718" y="4871"/>
                </a:moveTo>
                <a:lnTo>
                  <a:pt x="2717" y="4881"/>
                </a:lnTo>
                <a:lnTo>
                  <a:pt x="2708" y="4893"/>
                </a:lnTo>
                <a:lnTo>
                  <a:pt x="2694" y="4896"/>
                </a:lnTo>
                <a:lnTo>
                  <a:pt x="2681" y="4889"/>
                </a:lnTo>
                <a:lnTo>
                  <a:pt x="2677" y="4882"/>
                </a:lnTo>
                <a:lnTo>
                  <a:pt x="2675" y="4871"/>
                </a:lnTo>
                <a:lnTo>
                  <a:pt x="2683" y="4858"/>
                </a:lnTo>
                <a:lnTo>
                  <a:pt x="2693" y="4857"/>
                </a:lnTo>
                <a:lnTo>
                  <a:pt x="2704" y="4857"/>
                </a:lnTo>
                <a:lnTo>
                  <a:pt x="2717" y="4865"/>
                </a:lnTo>
                <a:lnTo>
                  <a:pt x="2718" y="4871"/>
                </a:lnTo>
                <a:close/>
                <a:moveTo>
                  <a:pt x="2646" y="4885"/>
                </a:moveTo>
                <a:lnTo>
                  <a:pt x="2644" y="4891"/>
                </a:lnTo>
                <a:lnTo>
                  <a:pt x="2625" y="4896"/>
                </a:lnTo>
                <a:lnTo>
                  <a:pt x="2609" y="4893"/>
                </a:lnTo>
                <a:lnTo>
                  <a:pt x="2581" y="4884"/>
                </a:lnTo>
                <a:lnTo>
                  <a:pt x="2574" y="4876"/>
                </a:lnTo>
                <a:lnTo>
                  <a:pt x="2576" y="4873"/>
                </a:lnTo>
                <a:lnTo>
                  <a:pt x="2595" y="4870"/>
                </a:lnTo>
                <a:lnTo>
                  <a:pt x="2609" y="4869"/>
                </a:lnTo>
                <a:lnTo>
                  <a:pt x="2625" y="4870"/>
                </a:lnTo>
                <a:lnTo>
                  <a:pt x="2644" y="4878"/>
                </a:lnTo>
                <a:lnTo>
                  <a:pt x="2646" y="4885"/>
                </a:lnTo>
                <a:close/>
                <a:moveTo>
                  <a:pt x="2446" y="4998"/>
                </a:moveTo>
                <a:lnTo>
                  <a:pt x="2445" y="5004"/>
                </a:lnTo>
                <a:lnTo>
                  <a:pt x="2437" y="5009"/>
                </a:lnTo>
                <a:lnTo>
                  <a:pt x="2430" y="5004"/>
                </a:lnTo>
                <a:lnTo>
                  <a:pt x="2422" y="5002"/>
                </a:lnTo>
                <a:lnTo>
                  <a:pt x="2396" y="5013"/>
                </a:lnTo>
                <a:lnTo>
                  <a:pt x="2385" y="5025"/>
                </a:lnTo>
                <a:lnTo>
                  <a:pt x="2366" y="5043"/>
                </a:lnTo>
                <a:lnTo>
                  <a:pt x="2356" y="5036"/>
                </a:lnTo>
                <a:lnTo>
                  <a:pt x="2365" y="5010"/>
                </a:lnTo>
                <a:lnTo>
                  <a:pt x="2371" y="5000"/>
                </a:lnTo>
                <a:lnTo>
                  <a:pt x="2395" y="4986"/>
                </a:lnTo>
                <a:lnTo>
                  <a:pt x="2425" y="4982"/>
                </a:lnTo>
                <a:lnTo>
                  <a:pt x="2440" y="4986"/>
                </a:lnTo>
                <a:lnTo>
                  <a:pt x="2446" y="4993"/>
                </a:lnTo>
                <a:lnTo>
                  <a:pt x="2446" y="4998"/>
                </a:lnTo>
                <a:close/>
                <a:moveTo>
                  <a:pt x="1053" y="5140"/>
                </a:moveTo>
                <a:lnTo>
                  <a:pt x="1034" y="5156"/>
                </a:lnTo>
                <a:lnTo>
                  <a:pt x="1008" y="5173"/>
                </a:lnTo>
                <a:lnTo>
                  <a:pt x="989" y="5175"/>
                </a:lnTo>
                <a:lnTo>
                  <a:pt x="970" y="5162"/>
                </a:lnTo>
                <a:lnTo>
                  <a:pt x="960" y="5150"/>
                </a:lnTo>
                <a:lnTo>
                  <a:pt x="950" y="5136"/>
                </a:lnTo>
                <a:lnTo>
                  <a:pt x="955" y="5127"/>
                </a:lnTo>
                <a:lnTo>
                  <a:pt x="972" y="5132"/>
                </a:lnTo>
                <a:lnTo>
                  <a:pt x="989" y="5133"/>
                </a:lnTo>
                <a:lnTo>
                  <a:pt x="1022" y="5127"/>
                </a:lnTo>
                <a:lnTo>
                  <a:pt x="1034" y="5121"/>
                </a:lnTo>
                <a:lnTo>
                  <a:pt x="1051" y="5111"/>
                </a:lnTo>
                <a:lnTo>
                  <a:pt x="1072" y="5103"/>
                </a:lnTo>
                <a:lnTo>
                  <a:pt x="1079" y="5111"/>
                </a:lnTo>
                <a:lnTo>
                  <a:pt x="1067" y="5128"/>
                </a:lnTo>
                <a:lnTo>
                  <a:pt x="1053" y="5140"/>
                </a:lnTo>
                <a:close/>
                <a:moveTo>
                  <a:pt x="1159" y="5340"/>
                </a:moveTo>
                <a:lnTo>
                  <a:pt x="1157" y="5353"/>
                </a:lnTo>
                <a:lnTo>
                  <a:pt x="1152" y="5358"/>
                </a:lnTo>
                <a:lnTo>
                  <a:pt x="1142" y="5353"/>
                </a:lnTo>
                <a:lnTo>
                  <a:pt x="1132" y="5340"/>
                </a:lnTo>
                <a:lnTo>
                  <a:pt x="1129" y="5333"/>
                </a:lnTo>
                <a:lnTo>
                  <a:pt x="1133" y="5323"/>
                </a:lnTo>
                <a:lnTo>
                  <a:pt x="1140" y="5322"/>
                </a:lnTo>
                <a:lnTo>
                  <a:pt x="1148" y="5323"/>
                </a:lnTo>
                <a:lnTo>
                  <a:pt x="1158" y="5333"/>
                </a:lnTo>
                <a:lnTo>
                  <a:pt x="1159" y="5340"/>
                </a:lnTo>
                <a:close/>
                <a:moveTo>
                  <a:pt x="1136" y="5387"/>
                </a:moveTo>
                <a:lnTo>
                  <a:pt x="1139" y="5395"/>
                </a:lnTo>
                <a:lnTo>
                  <a:pt x="1139" y="5411"/>
                </a:lnTo>
                <a:lnTo>
                  <a:pt x="1131" y="5431"/>
                </a:lnTo>
                <a:lnTo>
                  <a:pt x="1106" y="5449"/>
                </a:lnTo>
                <a:lnTo>
                  <a:pt x="1072" y="5452"/>
                </a:lnTo>
                <a:lnTo>
                  <a:pt x="1054" y="5447"/>
                </a:lnTo>
                <a:lnTo>
                  <a:pt x="1041" y="5440"/>
                </a:lnTo>
                <a:lnTo>
                  <a:pt x="1026" y="5424"/>
                </a:lnTo>
                <a:lnTo>
                  <a:pt x="1026" y="5407"/>
                </a:lnTo>
                <a:lnTo>
                  <a:pt x="1040" y="5396"/>
                </a:lnTo>
                <a:lnTo>
                  <a:pt x="1053" y="5395"/>
                </a:lnTo>
                <a:lnTo>
                  <a:pt x="1059" y="5395"/>
                </a:lnTo>
                <a:lnTo>
                  <a:pt x="1063" y="5404"/>
                </a:lnTo>
                <a:lnTo>
                  <a:pt x="1059" y="5412"/>
                </a:lnTo>
                <a:lnTo>
                  <a:pt x="1057" y="5420"/>
                </a:lnTo>
                <a:lnTo>
                  <a:pt x="1062" y="5429"/>
                </a:lnTo>
                <a:lnTo>
                  <a:pt x="1069" y="5431"/>
                </a:lnTo>
                <a:lnTo>
                  <a:pt x="1074" y="5431"/>
                </a:lnTo>
                <a:lnTo>
                  <a:pt x="1079" y="5425"/>
                </a:lnTo>
                <a:lnTo>
                  <a:pt x="1082" y="5410"/>
                </a:lnTo>
                <a:lnTo>
                  <a:pt x="1078" y="5395"/>
                </a:lnTo>
                <a:lnTo>
                  <a:pt x="1076" y="5386"/>
                </a:lnTo>
                <a:lnTo>
                  <a:pt x="1076" y="5373"/>
                </a:lnTo>
                <a:lnTo>
                  <a:pt x="1084" y="5360"/>
                </a:lnTo>
                <a:lnTo>
                  <a:pt x="1106" y="5357"/>
                </a:lnTo>
                <a:lnTo>
                  <a:pt x="1128" y="5372"/>
                </a:lnTo>
                <a:lnTo>
                  <a:pt x="1136" y="538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92" name="Freeform 1113">
            <a:extLst>
              <a:ext uri="{FF2B5EF4-FFF2-40B4-BE49-F238E27FC236}">
                <a16:creationId xmlns:a16="http://schemas.microsoft.com/office/drawing/2014/main" id="{B02C349E-49AD-46B9-88F2-A355BE289A4B}"/>
              </a:ext>
            </a:extLst>
          </p:cNvPr>
          <p:cNvSpPr>
            <a:spLocks noEditPoints="1"/>
          </p:cNvSpPr>
          <p:nvPr/>
        </p:nvSpPr>
        <p:spPr bwMode="auto">
          <a:xfrm>
            <a:off x="4881277" y="693291"/>
            <a:ext cx="1627188" cy="881063"/>
          </a:xfrm>
          <a:custGeom>
            <a:avLst/>
            <a:gdLst>
              <a:gd name="T0" fmla="*/ 1434 w 7176"/>
              <a:gd name="T1" fmla="*/ 271 h 3885"/>
              <a:gd name="T2" fmla="*/ 995 w 7176"/>
              <a:gd name="T3" fmla="*/ 785 h 3885"/>
              <a:gd name="T4" fmla="*/ 560 w 7176"/>
              <a:gd name="T5" fmla="*/ 1696 h 3885"/>
              <a:gd name="T6" fmla="*/ 389 w 7176"/>
              <a:gd name="T7" fmla="*/ 2196 h 3885"/>
              <a:gd name="T8" fmla="*/ 311 w 7176"/>
              <a:gd name="T9" fmla="*/ 2649 h 3885"/>
              <a:gd name="T10" fmla="*/ 220 w 7176"/>
              <a:gd name="T11" fmla="*/ 2803 h 3885"/>
              <a:gd name="T12" fmla="*/ 207 w 7176"/>
              <a:gd name="T13" fmla="*/ 3331 h 3885"/>
              <a:gd name="T14" fmla="*/ 459 w 7176"/>
              <a:gd name="T15" fmla="*/ 3558 h 3885"/>
              <a:gd name="T16" fmla="*/ 753 w 7176"/>
              <a:gd name="T17" fmla="*/ 3366 h 3885"/>
              <a:gd name="T18" fmla="*/ 1222 w 7176"/>
              <a:gd name="T19" fmla="*/ 3098 h 3885"/>
              <a:gd name="T20" fmla="*/ 1503 w 7176"/>
              <a:gd name="T21" fmla="*/ 3114 h 3885"/>
              <a:gd name="T22" fmla="*/ 1464 w 7176"/>
              <a:gd name="T23" fmla="*/ 3351 h 3885"/>
              <a:gd name="T24" fmla="*/ 1916 w 7176"/>
              <a:gd name="T25" fmla="*/ 3426 h 3885"/>
              <a:gd name="T26" fmla="*/ 2351 w 7176"/>
              <a:gd name="T27" fmla="*/ 3120 h 3885"/>
              <a:gd name="T28" fmla="*/ 2592 w 7176"/>
              <a:gd name="T29" fmla="*/ 3229 h 3885"/>
              <a:gd name="T30" fmla="*/ 2607 w 7176"/>
              <a:gd name="T31" fmla="*/ 3103 h 3885"/>
              <a:gd name="T32" fmla="*/ 2651 w 7176"/>
              <a:gd name="T33" fmla="*/ 3719 h 3885"/>
              <a:gd name="T34" fmla="*/ 3018 w 7176"/>
              <a:gd name="T35" fmla="*/ 3625 h 3885"/>
              <a:gd name="T36" fmla="*/ 3192 w 7176"/>
              <a:gd name="T37" fmla="*/ 3683 h 3885"/>
              <a:gd name="T38" fmla="*/ 3758 w 7176"/>
              <a:gd name="T39" fmla="*/ 3617 h 3885"/>
              <a:gd name="T40" fmla="*/ 4098 w 7176"/>
              <a:gd name="T41" fmla="*/ 3846 h 3885"/>
              <a:gd name="T42" fmla="*/ 4409 w 7176"/>
              <a:gd name="T43" fmla="*/ 3507 h 3885"/>
              <a:gd name="T44" fmla="*/ 4619 w 7176"/>
              <a:gd name="T45" fmla="*/ 3583 h 3885"/>
              <a:gd name="T46" fmla="*/ 5051 w 7176"/>
              <a:gd name="T47" fmla="*/ 3417 h 3885"/>
              <a:gd name="T48" fmla="*/ 5404 w 7176"/>
              <a:gd name="T49" fmla="*/ 3257 h 3885"/>
              <a:gd name="T50" fmla="*/ 5849 w 7176"/>
              <a:gd name="T51" fmla="*/ 3012 h 3885"/>
              <a:gd name="T52" fmla="*/ 6250 w 7176"/>
              <a:gd name="T53" fmla="*/ 2919 h 3885"/>
              <a:gd name="T54" fmla="*/ 6329 w 7176"/>
              <a:gd name="T55" fmla="*/ 2712 h 3885"/>
              <a:gd name="T56" fmla="*/ 6770 w 7176"/>
              <a:gd name="T57" fmla="*/ 2028 h 3885"/>
              <a:gd name="T58" fmla="*/ 7093 w 7176"/>
              <a:gd name="T59" fmla="*/ 1123 h 3885"/>
              <a:gd name="T60" fmla="*/ 6709 w 7176"/>
              <a:gd name="T61" fmla="*/ 1247 h 3885"/>
              <a:gd name="T62" fmla="*/ 6614 w 7176"/>
              <a:gd name="T63" fmla="*/ 1044 h 3885"/>
              <a:gd name="T64" fmla="*/ 6586 w 7176"/>
              <a:gd name="T65" fmla="*/ 693 h 3885"/>
              <a:gd name="T66" fmla="*/ 6413 w 7176"/>
              <a:gd name="T67" fmla="*/ 952 h 3885"/>
              <a:gd name="T68" fmla="*/ 6124 w 7176"/>
              <a:gd name="T69" fmla="*/ 1102 h 3885"/>
              <a:gd name="T70" fmla="*/ 6004 w 7176"/>
              <a:gd name="T71" fmla="*/ 885 h 3885"/>
              <a:gd name="T72" fmla="*/ 5542 w 7176"/>
              <a:gd name="T73" fmla="*/ 911 h 3885"/>
              <a:gd name="T74" fmla="*/ 5542 w 7176"/>
              <a:gd name="T75" fmla="*/ 659 h 3885"/>
              <a:gd name="T76" fmla="*/ 5207 w 7176"/>
              <a:gd name="T77" fmla="*/ 688 h 3885"/>
              <a:gd name="T78" fmla="*/ 4831 w 7176"/>
              <a:gd name="T79" fmla="*/ 516 h 3885"/>
              <a:gd name="T80" fmla="*/ 4465 w 7176"/>
              <a:gd name="T81" fmla="*/ 406 h 3885"/>
              <a:gd name="T82" fmla="*/ 4285 w 7176"/>
              <a:gd name="T83" fmla="*/ 169 h 3885"/>
              <a:gd name="T84" fmla="*/ 3983 w 7176"/>
              <a:gd name="T85" fmla="*/ 273 h 3885"/>
              <a:gd name="T86" fmla="*/ 3625 w 7176"/>
              <a:gd name="T87" fmla="*/ 420 h 3885"/>
              <a:gd name="T88" fmla="*/ 3459 w 7176"/>
              <a:gd name="T89" fmla="*/ 344 h 3885"/>
              <a:gd name="T90" fmla="*/ 3094 w 7176"/>
              <a:gd name="T91" fmla="*/ 219 h 3885"/>
              <a:gd name="T92" fmla="*/ 2410 w 7176"/>
              <a:gd name="T93" fmla="*/ 828 h 3885"/>
              <a:gd name="T94" fmla="*/ 2372 w 7176"/>
              <a:gd name="T95" fmla="*/ 511 h 3885"/>
              <a:gd name="T96" fmla="*/ 2040 w 7176"/>
              <a:gd name="T97" fmla="*/ 410 h 3885"/>
              <a:gd name="T98" fmla="*/ 1896 w 7176"/>
              <a:gd name="T99" fmla="*/ 114 h 3885"/>
              <a:gd name="T100" fmla="*/ 4139 w 7176"/>
              <a:gd name="T101" fmla="*/ 338 h 3885"/>
              <a:gd name="T102" fmla="*/ 1089 w 7176"/>
              <a:gd name="T103" fmla="*/ 720 h 3885"/>
              <a:gd name="T104" fmla="*/ 4579 w 7176"/>
              <a:gd name="T105" fmla="*/ 896 h 3885"/>
              <a:gd name="T106" fmla="*/ 5432 w 7176"/>
              <a:gd name="T107" fmla="*/ 999 h 3885"/>
              <a:gd name="T108" fmla="*/ 2800 w 7176"/>
              <a:gd name="T109" fmla="*/ 2761 h 3885"/>
              <a:gd name="T110" fmla="*/ 2543 w 7176"/>
              <a:gd name="T111" fmla="*/ 2968 h 3885"/>
              <a:gd name="T112" fmla="*/ 834 w 7176"/>
              <a:gd name="T113" fmla="*/ 2992 h 3885"/>
              <a:gd name="T114" fmla="*/ 2062 w 7176"/>
              <a:gd name="T115" fmla="*/ 3081 h 3885"/>
              <a:gd name="T116" fmla="*/ 1611 w 7176"/>
              <a:gd name="T117" fmla="*/ 3171 h 3885"/>
              <a:gd name="T118" fmla="*/ 1969 w 7176"/>
              <a:gd name="T119" fmla="*/ 3252 h 3885"/>
              <a:gd name="T120" fmla="*/ 1838 w 7176"/>
              <a:gd name="T121" fmla="*/ 3243 h 3885"/>
              <a:gd name="T122" fmla="*/ 3075 w 7176"/>
              <a:gd name="T123" fmla="*/ 3521 h 3885"/>
              <a:gd name="T124" fmla="*/ 3679 w 7176"/>
              <a:gd name="T125" fmla="*/ 3521 h 38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7176" h="3885">
                <a:moveTo>
                  <a:pt x="1893" y="42"/>
                </a:moveTo>
                <a:lnTo>
                  <a:pt x="1893" y="56"/>
                </a:lnTo>
                <a:lnTo>
                  <a:pt x="1891" y="74"/>
                </a:lnTo>
                <a:lnTo>
                  <a:pt x="1883" y="76"/>
                </a:lnTo>
                <a:lnTo>
                  <a:pt x="1863" y="67"/>
                </a:lnTo>
                <a:lnTo>
                  <a:pt x="1848" y="57"/>
                </a:lnTo>
                <a:lnTo>
                  <a:pt x="1807" y="29"/>
                </a:lnTo>
                <a:lnTo>
                  <a:pt x="1818" y="76"/>
                </a:lnTo>
                <a:lnTo>
                  <a:pt x="1823" y="98"/>
                </a:lnTo>
                <a:lnTo>
                  <a:pt x="1822" y="113"/>
                </a:lnTo>
                <a:lnTo>
                  <a:pt x="1815" y="114"/>
                </a:lnTo>
                <a:lnTo>
                  <a:pt x="1810" y="111"/>
                </a:lnTo>
                <a:lnTo>
                  <a:pt x="1803" y="105"/>
                </a:lnTo>
                <a:lnTo>
                  <a:pt x="1792" y="85"/>
                </a:lnTo>
                <a:lnTo>
                  <a:pt x="1791" y="75"/>
                </a:lnTo>
                <a:lnTo>
                  <a:pt x="1790" y="70"/>
                </a:lnTo>
                <a:lnTo>
                  <a:pt x="1784" y="60"/>
                </a:lnTo>
                <a:lnTo>
                  <a:pt x="1766" y="52"/>
                </a:lnTo>
                <a:lnTo>
                  <a:pt x="1735" y="51"/>
                </a:lnTo>
                <a:lnTo>
                  <a:pt x="1714" y="58"/>
                </a:lnTo>
                <a:lnTo>
                  <a:pt x="1704" y="66"/>
                </a:lnTo>
                <a:lnTo>
                  <a:pt x="1701" y="71"/>
                </a:lnTo>
                <a:lnTo>
                  <a:pt x="1697" y="82"/>
                </a:lnTo>
                <a:lnTo>
                  <a:pt x="1692" y="82"/>
                </a:lnTo>
                <a:lnTo>
                  <a:pt x="1691" y="71"/>
                </a:lnTo>
                <a:lnTo>
                  <a:pt x="1689" y="63"/>
                </a:lnTo>
                <a:lnTo>
                  <a:pt x="1681" y="52"/>
                </a:lnTo>
                <a:lnTo>
                  <a:pt x="1675" y="50"/>
                </a:lnTo>
                <a:lnTo>
                  <a:pt x="1669" y="52"/>
                </a:lnTo>
                <a:lnTo>
                  <a:pt x="1665" y="69"/>
                </a:lnTo>
                <a:lnTo>
                  <a:pt x="1668" y="81"/>
                </a:lnTo>
                <a:lnTo>
                  <a:pt x="1669" y="88"/>
                </a:lnTo>
                <a:lnTo>
                  <a:pt x="1664" y="105"/>
                </a:lnTo>
                <a:lnTo>
                  <a:pt x="1647" y="133"/>
                </a:lnTo>
                <a:lnTo>
                  <a:pt x="1614" y="168"/>
                </a:lnTo>
                <a:lnTo>
                  <a:pt x="1591" y="180"/>
                </a:lnTo>
                <a:lnTo>
                  <a:pt x="1579" y="180"/>
                </a:lnTo>
                <a:lnTo>
                  <a:pt x="1574" y="176"/>
                </a:lnTo>
                <a:lnTo>
                  <a:pt x="1571" y="171"/>
                </a:lnTo>
                <a:lnTo>
                  <a:pt x="1561" y="165"/>
                </a:lnTo>
                <a:lnTo>
                  <a:pt x="1544" y="165"/>
                </a:lnTo>
                <a:lnTo>
                  <a:pt x="1513" y="182"/>
                </a:lnTo>
                <a:lnTo>
                  <a:pt x="1475" y="216"/>
                </a:lnTo>
                <a:lnTo>
                  <a:pt x="1455" y="242"/>
                </a:lnTo>
                <a:lnTo>
                  <a:pt x="1434" y="271"/>
                </a:lnTo>
                <a:lnTo>
                  <a:pt x="1416" y="309"/>
                </a:lnTo>
                <a:lnTo>
                  <a:pt x="1412" y="328"/>
                </a:lnTo>
                <a:lnTo>
                  <a:pt x="1414" y="334"/>
                </a:lnTo>
                <a:lnTo>
                  <a:pt x="1419" y="349"/>
                </a:lnTo>
                <a:lnTo>
                  <a:pt x="1413" y="353"/>
                </a:lnTo>
                <a:lnTo>
                  <a:pt x="1402" y="343"/>
                </a:lnTo>
                <a:lnTo>
                  <a:pt x="1396" y="337"/>
                </a:lnTo>
                <a:lnTo>
                  <a:pt x="1381" y="337"/>
                </a:lnTo>
                <a:lnTo>
                  <a:pt x="1364" y="352"/>
                </a:lnTo>
                <a:lnTo>
                  <a:pt x="1339" y="385"/>
                </a:lnTo>
                <a:lnTo>
                  <a:pt x="1323" y="410"/>
                </a:lnTo>
                <a:lnTo>
                  <a:pt x="1301" y="445"/>
                </a:lnTo>
                <a:lnTo>
                  <a:pt x="1270" y="503"/>
                </a:lnTo>
                <a:lnTo>
                  <a:pt x="1267" y="515"/>
                </a:lnTo>
                <a:lnTo>
                  <a:pt x="1265" y="523"/>
                </a:lnTo>
                <a:lnTo>
                  <a:pt x="1245" y="541"/>
                </a:lnTo>
                <a:lnTo>
                  <a:pt x="1230" y="548"/>
                </a:lnTo>
                <a:lnTo>
                  <a:pt x="1215" y="558"/>
                </a:lnTo>
                <a:lnTo>
                  <a:pt x="1193" y="580"/>
                </a:lnTo>
                <a:lnTo>
                  <a:pt x="1191" y="591"/>
                </a:lnTo>
                <a:lnTo>
                  <a:pt x="1189" y="602"/>
                </a:lnTo>
                <a:lnTo>
                  <a:pt x="1174" y="630"/>
                </a:lnTo>
                <a:lnTo>
                  <a:pt x="1151" y="656"/>
                </a:lnTo>
                <a:lnTo>
                  <a:pt x="1125" y="673"/>
                </a:lnTo>
                <a:lnTo>
                  <a:pt x="1115" y="675"/>
                </a:lnTo>
                <a:lnTo>
                  <a:pt x="1110" y="673"/>
                </a:lnTo>
                <a:lnTo>
                  <a:pt x="1107" y="657"/>
                </a:lnTo>
                <a:lnTo>
                  <a:pt x="1110" y="645"/>
                </a:lnTo>
                <a:lnTo>
                  <a:pt x="1116" y="628"/>
                </a:lnTo>
                <a:lnTo>
                  <a:pt x="1109" y="626"/>
                </a:lnTo>
                <a:lnTo>
                  <a:pt x="1093" y="640"/>
                </a:lnTo>
                <a:lnTo>
                  <a:pt x="1083" y="649"/>
                </a:lnTo>
                <a:lnTo>
                  <a:pt x="1073" y="669"/>
                </a:lnTo>
                <a:lnTo>
                  <a:pt x="1075" y="677"/>
                </a:lnTo>
                <a:lnTo>
                  <a:pt x="1077" y="683"/>
                </a:lnTo>
                <a:lnTo>
                  <a:pt x="1072" y="691"/>
                </a:lnTo>
                <a:lnTo>
                  <a:pt x="1065" y="692"/>
                </a:lnTo>
                <a:lnTo>
                  <a:pt x="1058" y="692"/>
                </a:lnTo>
                <a:lnTo>
                  <a:pt x="1051" y="700"/>
                </a:lnTo>
                <a:lnTo>
                  <a:pt x="1055" y="705"/>
                </a:lnTo>
                <a:lnTo>
                  <a:pt x="1056" y="709"/>
                </a:lnTo>
                <a:lnTo>
                  <a:pt x="1051" y="721"/>
                </a:lnTo>
                <a:lnTo>
                  <a:pt x="1033" y="746"/>
                </a:lnTo>
                <a:lnTo>
                  <a:pt x="1014" y="764"/>
                </a:lnTo>
                <a:lnTo>
                  <a:pt x="995" y="785"/>
                </a:lnTo>
                <a:lnTo>
                  <a:pt x="976" y="814"/>
                </a:lnTo>
                <a:lnTo>
                  <a:pt x="972" y="829"/>
                </a:lnTo>
                <a:lnTo>
                  <a:pt x="973" y="834"/>
                </a:lnTo>
                <a:lnTo>
                  <a:pt x="974" y="838"/>
                </a:lnTo>
                <a:lnTo>
                  <a:pt x="972" y="851"/>
                </a:lnTo>
                <a:lnTo>
                  <a:pt x="960" y="872"/>
                </a:lnTo>
                <a:lnTo>
                  <a:pt x="946" y="886"/>
                </a:lnTo>
                <a:lnTo>
                  <a:pt x="933" y="900"/>
                </a:lnTo>
                <a:lnTo>
                  <a:pt x="915" y="934"/>
                </a:lnTo>
                <a:lnTo>
                  <a:pt x="913" y="948"/>
                </a:lnTo>
                <a:lnTo>
                  <a:pt x="912" y="956"/>
                </a:lnTo>
                <a:lnTo>
                  <a:pt x="899" y="979"/>
                </a:lnTo>
                <a:lnTo>
                  <a:pt x="864" y="1026"/>
                </a:lnTo>
                <a:lnTo>
                  <a:pt x="832" y="1060"/>
                </a:lnTo>
                <a:lnTo>
                  <a:pt x="801" y="1090"/>
                </a:lnTo>
                <a:lnTo>
                  <a:pt x="757" y="1151"/>
                </a:lnTo>
                <a:lnTo>
                  <a:pt x="738" y="1188"/>
                </a:lnTo>
                <a:lnTo>
                  <a:pt x="734" y="1207"/>
                </a:lnTo>
                <a:lnTo>
                  <a:pt x="738" y="1219"/>
                </a:lnTo>
                <a:lnTo>
                  <a:pt x="749" y="1223"/>
                </a:lnTo>
                <a:lnTo>
                  <a:pt x="759" y="1220"/>
                </a:lnTo>
                <a:lnTo>
                  <a:pt x="764" y="1219"/>
                </a:lnTo>
                <a:lnTo>
                  <a:pt x="765" y="1223"/>
                </a:lnTo>
                <a:lnTo>
                  <a:pt x="750" y="1241"/>
                </a:lnTo>
                <a:lnTo>
                  <a:pt x="730" y="1260"/>
                </a:lnTo>
                <a:lnTo>
                  <a:pt x="708" y="1281"/>
                </a:lnTo>
                <a:lnTo>
                  <a:pt x="680" y="1323"/>
                </a:lnTo>
                <a:lnTo>
                  <a:pt x="676" y="1336"/>
                </a:lnTo>
                <a:lnTo>
                  <a:pt x="675" y="1348"/>
                </a:lnTo>
                <a:lnTo>
                  <a:pt x="667" y="1369"/>
                </a:lnTo>
                <a:lnTo>
                  <a:pt x="661" y="1374"/>
                </a:lnTo>
                <a:lnTo>
                  <a:pt x="654" y="1382"/>
                </a:lnTo>
                <a:lnTo>
                  <a:pt x="640" y="1424"/>
                </a:lnTo>
                <a:lnTo>
                  <a:pt x="634" y="1452"/>
                </a:lnTo>
                <a:lnTo>
                  <a:pt x="629" y="1479"/>
                </a:lnTo>
                <a:lnTo>
                  <a:pt x="615" y="1519"/>
                </a:lnTo>
                <a:lnTo>
                  <a:pt x="609" y="1528"/>
                </a:lnTo>
                <a:lnTo>
                  <a:pt x="603" y="1533"/>
                </a:lnTo>
                <a:lnTo>
                  <a:pt x="600" y="1555"/>
                </a:lnTo>
                <a:lnTo>
                  <a:pt x="603" y="1568"/>
                </a:lnTo>
                <a:lnTo>
                  <a:pt x="606" y="1582"/>
                </a:lnTo>
                <a:lnTo>
                  <a:pt x="594" y="1623"/>
                </a:lnTo>
                <a:lnTo>
                  <a:pt x="583" y="1642"/>
                </a:lnTo>
                <a:lnTo>
                  <a:pt x="572" y="1660"/>
                </a:lnTo>
                <a:lnTo>
                  <a:pt x="560" y="1696"/>
                </a:lnTo>
                <a:lnTo>
                  <a:pt x="560" y="1708"/>
                </a:lnTo>
                <a:lnTo>
                  <a:pt x="560" y="1732"/>
                </a:lnTo>
                <a:lnTo>
                  <a:pt x="558" y="1764"/>
                </a:lnTo>
                <a:lnTo>
                  <a:pt x="557" y="1773"/>
                </a:lnTo>
                <a:lnTo>
                  <a:pt x="554" y="1781"/>
                </a:lnTo>
                <a:lnTo>
                  <a:pt x="546" y="1773"/>
                </a:lnTo>
                <a:lnTo>
                  <a:pt x="536" y="1746"/>
                </a:lnTo>
                <a:lnTo>
                  <a:pt x="524" y="1720"/>
                </a:lnTo>
                <a:lnTo>
                  <a:pt x="507" y="1697"/>
                </a:lnTo>
                <a:lnTo>
                  <a:pt x="496" y="1690"/>
                </a:lnTo>
                <a:lnTo>
                  <a:pt x="488" y="1691"/>
                </a:lnTo>
                <a:lnTo>
                  <a:pt x="482" y="1698"/>
                </a:lnTo>
                <a:lnTo>
                  <a:pt x="478" y="1723"/>
                </a:lnTo>
                <a:lnTo>
                  <a:pt x="482" y="1750"/>
                </a:lnTo>
                <a:lnTo>
                  <a:pt x="487" y="1777"/>
                </a:lnTo>
                <a:lnTo>
                  <a:pt x="500" y="1819"/>
                </a:lnTo>
                <a:lnTo>
                  <a:pt x="507" y="1829"/>
                </a:lnTo>
                <a:lnTo>
                  <a:pt x="510" y="1833"/>
                </a:lnTo>
                <a:lnTo>
                  <a:pt x="512" y="1845"/>
                </a:lnTo>
                <a:lnTo>
                  <a:pt x="508" y="1868"/>
                </a:lnTo>
                <a:lnTo>
                  <a:pt x="494" y="1904"/>
                </a:lnTo>
                <a:lnTo>
                  <a:pt x="473" y="1937"/>
                </a:lnTo>
                <a:lnTo>
                  <a:pt x="462" y="1946"/>
                </a:lnTo>
                <a:lnTo>
                  <a:pt x="452" y="1953"/>
                </a:lnTo>
                <a:lnTo>
                  <a:pt x="441" y="1983"/>
                </a:lnTo>
                <a:lnTo>
                  <a:pt x="439" y="1999"/>
                </a:lnTo>
                <a:lnTo>
                  <a:pt x="439" y="2012"/>
                </a:lnTo>
                <a:lnTo>
                  <a:pt x="435" y="2029"/>
                </a:lnTo>
                <a:lnTo>
                  <a:pt x="425" y="2038"/>
                </a:lnTo>
                <a:lnTo>
                  <a:pt x="407" y="2043"/>
                </a:lnTo>
                <a:lnTo>
                  <a:pt x="394" y="2044"/>
                </a:lnTo>
                <a:lnTo>
                  <a:pt x="375" y="2044"/>
                </a:lnTo>
                <a:lnTo>
                  <a:pt x="363" y="2048"/>
                </a:lnTo>
                <a:lnTo>
                  <a:pt x="364" y="2052"/>
                </a:lnTo>
                <a:lnTo>
                  <a:pt x="367" y="2054"/>
                </a:lnTo>
                <a:lnTo>
                  <a:pt x="371" y="2056"/>
                </a:lnTo>
                <a:lnTo>
                  <a:pt x="378" y="2064"/>
                </a:lnTo>
                <a:lnTo>
                  <a:pt x="383" y="2083"/>
                </a:lnTo>
                <a:lnTo>
                  <a:pt x="378" y="2101"/>
                </a:lnTo>
                <a:lnTo>
                  <a:pt x="376" y="2117"/>
                </a:lnTo>
                <a:lnTo>
                  <a:pt x="381" y="2144"/>
                </a:lnTo>
                <a:lnTo>
                  <a:pt x="388" y="2150"/>
                </a:lnTo>
                <a:lnTo>
                  <a:pt x="395" y="2156"/>
                </a:lnTo>
                <a:lnTo>
                  <a:pt x="398" y="2176"/>
                </a:lnTo>
                <a:lnTo>
                  <a:pt x="389" y="2196"/>
                </a:lnTo>
                <a:lnTo>
                  <a:pt x="371" y="2209"/>
                </a:lnTo>
                <a:lnTo>
                  <a:pt x="360" y="2211"/>
                </a:lnTo>
                <a:lnTo>
                  <a:pt x="351" y="2211"/>
                </a:lnTo>
                <a:lnTo>
                  <a:pt x="343" y="2220"/>
                </a:lnTo>
                <a:lnTo>
                  <a:pt x="347" y="2226"/>
                </a:lnTo>
                <a:lnTo>
                  <a:pt x="349" y="2232"/>
                </a:lnTo>
                <a:lnTo>
                  <a:pt x="345" y="2247"/>
                </a:lnTo>
                <a:lnTo>
                  <a:pt x="338" y="2253"/>
                </a:lnTo>
                <a:lnTo>
                  <a:pt x="332" y="2259"/>
                </a:lnTo>
                <a:lnTo>
                  <a:pt x="323" y="2283"/>
                </a:lnTo>
                <a:lnTo>
                  <a:pt x="322" y="2297"/>
                </a:lnTo>
                <a:lnTo>
                  <a:pt x="322" y="2306"/>
                </a:lnTo>
                <a:lnTo>
                  <a:pt x="319" y="2318"/>
                </a:lnTo>
                <a:lnTo>
                  <a:pt x="312" y="2321"/>
                </a:lnTo>
                <a:lnTo>
                  <a:pt x="297" y="2317"/>
                </a:lnTo>
                <a:lnTo>
                  <a:pt x="287" y="2312"/>
                </a:lnTo>
                <a:lnTo>
                  <a:pt x="271" y="2303"/>
                </a:lnTo>
                <a:lnTo>
                  <a:pt x="258" y="2302"/>
                </a:lnTo>
                <a:lnTo>
                  <a:pt x="254" y="2308"/>
                </a:lnTo>
                <a:lnTo>
                  <a:pt x="254" y="2313"/>
                </a:lnTo>
                <a:lnTo>
                  <a:pt x="256" y="2321"/>
                </a:lnTo>
                <a:lnTo>
                  <a:pt x="274" y="2336"/>
                </a:lnTo>
                <a:lnTo>
                  <a:pt x="287" y="2341"/>
                </a:lnTo>
                <a:lnTo>
                  <a:pt x="304" y="2347"/>
                </a:lnTo>
                <a:lnTo>
                  <a:pt x="336" y="2374"/>
                </a:lnTo>
                <a:lnTo>
                  <a:pt x="357" y="2409"/>
                </a:lnTo>
                <a:lnTo>
                  <a:pt x="362" y="2435"/>
                </a:lnTo>
                <a:lnTo>
                  <a:pt x="360" y="2448"/>
                </a:lnTo>
                <a:lnTo>
                  <a:pt x="357" y="2454"/>
                </a:lnTo>
                <a:lnTo>
                  <a:pt x="350" y="2462"/>
                </a:lnTo>
                <a:lnTo>
                  <a:pt x="344" y="2483"/>
                </a:lnTo>
                <a:lnTo>
                  <a:pt x="345" y="2508"/>
                </a:lnTo>
                <a:lnTo>
                  <a:pt x="354" y="2533"/>
                </a:lnTo>
                <a:lnTo>
                  <a:pt x="362" y="2546"/>
                </a:lnTo>
                <a:lnTo>
                  <a:pt x="369" y="2558"/>
                </a:lnTo>
                <a:lnTo>
                  <a:pt x="362" y="2564"/>
                </a:lnTo>
                <a:lnTo>
                  <a:pt x="348" y="2560"/>
                </a:lnTo>
                <a:lnTo>
                  <a:pt x="340" y="2556"/>
                </a:lnTo>
                <a:lnTo>
                  <a:pt x="329" y="2556"/>
                </a:lnTo>
                <a:lnTo>
                  <a:pt x="324" y="2570"/>
                </a:lnTo>
                <a:lnTo>
                  <a:pt x="330" y="2599"/>
                </a:lnTo>
                <a:lnTo>
                  <a:pt x="333" y="2615"/>
                </a:lnTo>
                <a:lnTo>
                  <a:pt x="335" y="2636"/>
                </a:lnTo>
                <a:lnTo>
                  <a:pt x="328" y="2646"/>
                </a:lnTo>
                <a:lnTo>
                  <a:pt x="311" y="2649"/>
                </a:lnTo>
                <a:lnTo>
                  <a:pt x="296" y="2649"/>
                </a:lnTo>
                <a:lnTo>
                  <a:pt x="283" y="2649"/>
                </a:lnTo>
                <a:lnTo>
                  <a:pt x="267" y="2653"/>
                </a:lnTo>
                <a:lnTo>
                  <a:pt x="258" y="2660"/>
                </a:lnTo>
                <a:lnTo>
                  <a:pt x="257" y="2671"/>
                </a:lnTo>
                <a:lnTo>
                  <a:pt x="259" y="2678"/>
                </a:lnTo>
                <a:lnTo>
                  <a:pt x="279" y="2742"/>
                </a:lnTo>
                <a:lnTo>
                  <a:pt x="284" y="2778"/>
                </a:lnTo>
                <a:lnTo>
                  <a:pt x="276" y="2784"/>
                </a:lnTo>
                <a:lnTo>
                  <a:pt x="269" y="2784"/>
                </a:lnTo>
                <a:lnTo>
                  <a:pt x="258" y="2781"/>
                </a:lnTo>
                <a:lnTo>
                  <a:pt x="216" y="2753"/>
                </a:lnTo>
                <a:lnTo>
                  <a:pt x="193" y="2732"/>
                </a:lnTo>
                <a:lnTo>
                  <a:pt x="177" y="2716"/>
                </a:lnTo>
                <a:lnTo>
                  <a:pt x="151" y="2697"/>
                </a:lnTo>
                <a:lnTo>
                  <a:pt x="132" y="2690"/>
                </a:lnTo>
                <a:lnTo>
                  <a:pt x="113" y="2694"/>
                </a:lnTo>
                <a:lnTo>
                  <a:pt x="102" y="2700"/>
                </a:lnTo>
                <a:lnTo>
                  <a:pt x="83" y="2709"/>
                </a:lnTo>
                <a:lnTo>
                  <a:pt x="62" y="2711"/>
                </a:lnTo>
                <a:lnTo>
                  <a:pt x="51" y="2706"/>
                </a:lnTo>
                <a:lnTo>
                  <a:pt x="46" y="2702"/>
                </a:lnTo>
                <a:lnTo>
                  <a:pt x="37" y="2694"/>
                </a:lnTo>
                <a:lnTo>
                  <a:pt x="21" y="2685"/>
                </a:lnTo>
                <a:lnTo>
                  <a:pt x="9" y="2685"/>
                </a:lnTo>
                <a:lnTo>
                  <a:pt x="1" y="2694"/>
                </a:lnTo>
                <a:lnTo>
                  <a:pt x="0" y="2702"/>
                </a:lnTo>
                <a:lnTo>
                  <a:pt x="2" y="2711"/>
                </a:lnTo>
                <a:lnTo>
                  <a:pt x="24" y="2738"/>
                </a:lnTo>
                <a:lnTo>
                  <a:pt x="55" y="2764"/>
                </a:lnTo>
                <a:lnTo>
                  <a:pt x="87" y="2782"/>
                </a:lnTo>
                <a:lnTo>
                  <a:pt x="99" y="2784"/>
                </a:lnTo>
                <a:lnTo>
                  <a:pt x="107" y="2784"/>
                </a:lnTo>
                <a:lnTo>
                  <a:pt x="117" y="2777"/>
                </a:lnTo>
                <a:lnTo>
                  <a:pt x="117" y="2764"/>
                </a:lnTo>
                <a:lnTo>
                  <a:pt x="108" y="2747"/>
                </a:lnTo>
                <a:lnTo>
                  <a:pt x="99" y="2738"/>
                </a:lnTo>
                <a:lnTo>
                  <a:pt x="91" y="2728"/>
                </a:lnTo>
                <a:lnTo>
                  <a:pt x="88" y="2718"/>
                </a:lnTo>
                <a:lnTo>
                  <a:pt x="92" y="2717"/>
                </a:lnTo>
                <a:lnTo>
                  <a:pt x="104" y="2719"/>
                </a:lnTo>
                <a:lnTo>
                  <a:pt x="143" y="2740"/>
                </a:lnTo>
                <a:lnTo>
                  <a:pt x="187" y="2769"/>
                </a:lnTo>
                <a:lnTo>
                  <a:pt x="216" y="2795"/>
                </a:lnTo>
                <a:lnTo>
                  <a:pt x="220" y="2803"/>
                </a:lnTo>
                <a:lnTo>
                  <a:pt x="219" y="2810"/>
                </a:lnTo>
                <a:lnTo>
                  <a:pt x="210" y="2818"/>
                </a:lnTo>
                <a:lnTo>
                  <a:pt x="197" y="2818"/>
                </a:lnTo>
                <a:lnTo>
                  <a:pt x="183" y="2808"/>
                </a:lnTo>
                <a:lnTo>
                  <a:pt x="178" y="2801"/>
                </a:lnTo>
                <a:lnTo>
                  <a:pt x="173" y="2794"/>
                </a:lnTo>
                <a:lnTo>
                  <a:pt x="155" y="2785"/>
                </a:lnTo>
                <a:lnTo>
                  <a:pt x="147" y="2784"/>
                </a:lnTo>
                <a:lnTo>
                  <a:pt x="143" y="2785"/>
                </a:lnTo>
                <a:lnTo>
                  <a:pt x="140" y="2787"/>
                </a:lnTo>
                <a:lnTo>
                  <a:pt x="145" y="2795"/>
                </a:lnTo>
                <a:lnTo>
                  <a:pt x="155" y="2801"/>
                </a:lnTo>
                <a:lnTo>
                  <a:pt x="168" y="2811"/>
                </a:lnTo>
                <a:lnTo>
                  <a:pt x="189" y="2851"/>
                </a:lnTo>
                <a:lnTo>
                  <a:pt x="195" y="2874"/>
                </a:lnTo>
                <a:lnTo>
                  <a:pt x="200" y="2897"/>
                </a:lnTo>
                <a:lnTo>
                  <a:pt x="216" y="2937"/>
                </a:lnTo>
                <a:lnTo>
                  <a:pt x="223" y="2948"/>
                </a:lnTo>
                <a:lnTo>
                  <a:pt x="232" y="2958"/>
                </a:lnTo>
                <a:lnTo>
                  <a:pt x="226" y="2969"/>
                </a:lnTo>
                <a:lnTo>
                  <a:pt x="213" y="2970"/>
                </a:lnTo>
                <a:lnTo>
                  <a:pt x="205" y="2970"/>
                </a:lnTo>
                <a:lnTo>
                  <a:pt x="197" y="2974"/>
                </a:lnTo>
                <a:lnTo>
                  <a:pt x="195" y="2992"/>
                </a:lnTo>
                <a:lnTo>
                  <a:pt x="205" y="3016"/>
                </a:lnTo>
                <a:lnTo>
                  <a:pt x="210" y="3035"/>
                </a:lnTo>
                <a:lnTo>
                  <a:pt x="214" y="3086"/>
                </a:lnTo>
                <a:lnTo>
                  <a:pt x="211" y="3107"/>
                </a:lnTo>
                <a:lnTo>
                  <a:pt x="209" y="3120"/>
                </a:lnTo>
                <a:lnTo>
                  <a:pt x="208" y="3140"/>
                </a:lnTo>
                <a:lnTo>
                  <a:pt x="216" y="3153"/>
                </a:lnTo>
                <a:lnTo>
                  <a:pt x="234" y="3163"/>
                </a:lnTo>
                <a:lnTo>
                  <a:pt x="247" y="3168"/>
                </a:lnTo>
                <a:lnTo>
                  <a:pt x="262" y="3172"/>
                </a:lnTo>
                <a:lnTo>
                  <a:pt x="278" y="3180"/>
                </a:lnTo>
                <a:lnTo>
                  <a:pt x="281" y="3189"/>
                </a:lnTo>
                <a:lnTo>
                  <a:pt x="273" y="3201"/>
                </a:lnTo>
                <a:lnTo>
                  <a:pt x="264" y="3209"/>
                </a:lnTo>
                <a:lnTo>
                  <a:pt x="253" y="3223"/>
                </a:lnTo>
                <a:lnTo>
                  <a:pt x="239" y="3255"/>
                </a:lnTo>
                <a:lnTo>
                  <a:pt x="237" y="3269"/>
                </a:lnTo>
                <a:lnTo>
                  <a:pt x="236" y="3283"/>
                </a:lnTo>
                <a:lnTo>
                  <a:pt x="225" y="3311"/>
                </a:lnTo>
                <a:lnTo>
                  <a:pt x="216" y="3321"/>
                </a:lnTo>
                <a:lnTo>
                  <a:pt x="207" y="3331"/>
                </a:lnTo>
                <a:lnTo>
                  <a:pt x="210" y="3341"/>
                </a:lnTo>
                <a:lnTo>
                  <a:pt x="223" y="3341"/>
                </a:lnTo>
                <a:lnTo>
                  <a:pt x="235" y="3339"/>
                </a:lnTo>
                <a:lnTo>
                  <a:pt x="254" y="3321"/>
                </a:lnTo>
                <a:lnTo>
                  <a:pt x="259" y="3308"/>
                </a:lnTo>
                <a:lnTo>
                  <a:pt x="263" y="3293"/>
                </a:lnTo>
                <a:lnTo>
                  <a:pt x="276" y="3277"/>
                </a:lnTo>
                <a:lnTo>
                  <a:pt x="292" y="3275"/>
                </a:lnTo>
                <a:lnTo>
                  <a:pt x="314" y="3287"/>
                </a:lnTo>
                <a:lnTo>
                  <a:pt x="327" y="3300"/>
                </a:lnTo>
                <a:lnTo>
                  <a:pt x="341" y="3312"/>
                </a:lnTo>
                <a:lnTo>
                  <a:pt x="352" y="3312"/>
                </a:lnTo>
                <a:lnTo>
                  <a:pt x="357" y="3302"/>
                </a:lnTo>
                <a:lnTo>
                  <a:pt x="360" y="3292"/>
                </a:lnTo>
                <a:lnTo>
                  <a:pt x="362" y="3284"/>
                </a:lnTo>
                <a:lnTo>
                  <a:pt x="361" y="3273"/>
                </a:lnTo>
                <a:lnTo>
                  <a:pt x="356" y="3267"/>
                </a:lnTo>
                <a:lnTo>
                  <a:pt x="345" y="3267"/>
                </a:lnTo>
                <a:lnTo>
                  <a:pt x="337" y="3269"/>
                </a:lnTo>
                <a:lnTo>
                  <a:pt x="323" y="3272"/>
                </a:lnTo>
                <a:lnTo>
                  <a:pt x="310" y="3267"/>
                </a:lnTo>
                <a:lnTo>
                  <a:pt x="304" y="3259"/>
                </a:lnTo>
                <a:lnTo>
                  <a:pt x="304" y="3254"/>
                </a:lnTo>
                <a:lnTo>
                  <a:pt x="304" y="3248"/>
                </a:lnTo>
                <a:lnTo>
                  <a:pt x="311" y="3240"/>
                </a:lnTo>
                <a:lnTo>
                  <a:pt x="330" y="3234"/>
                </a:lnTo>
                <a:lnTo>
                  <a:pt x="355" y="3237"/>
                </a:lnTo>
                <a:lnTo>
                  <a:pt x="372" y="3239"/>
                </a:lnTo>
                <a:lnTo>
                  <a:pt x="394" y="3247"/>
                </a:lnTo>
                <a:lnTo>
                  <a:pt x="402" y="3266"/>
                </a:lnTo>
                <a:lnTo>
                  <a:pt x="402" y="3308"/>
                </a:lnTo>
                <a:lnTo>
                  <a:pt x="399" y="3340"/>
                </a:lnTo>
                <a:lnTo>
                  <a:pt x="393" y="3421"/>
                </a:lnTo>
                <a:lnTo>
                  <a:pt x="386" y="3468"/>
                </a:lnTo>
                <a:lnTo>
                  <a:pt x="385" y="3478"/>
                </a:lnTo>
                <a:lnTo>
                  <a:pt x="388" y="3491"/>
                </a:lnTo>
                <a:lnTo>
                  <a:pt x="396" y="3498"/>
                </a:lnTo>
                <a:lnTo>
                  <a:pt x="412" y="3501"/>
                </a:lnTo>
                <a:lnTo>
                  <a:pt x="423" y="3502"/>
                </a:lnTo>
                <a:lnTo>
                  <a:pt x="434" y="3502"/>
                </a:lnTo>
                <a:lnTo>
                  <a:pt x="450" y="3507"/>
                </a:lnTo>
                <a:lnTo>
                  <a:pt x="459" y="3515"/>
                </a:lnTo>
                <a:lnTo>
                  <a:pt x="461" y="3531"/>
                </a:lnTo>
                <a:lnTo>
                  <a:pt x="460" y="3543"/>
                </a:lnTo>
                <a:lnTo>
                  <a:pt x="459" y="3558"/>
                </a:lnTo>
                <a:lnTo>
                  <a:pt x="463" y="3571"/>
                </a:lnTo>
                <a:lnTo>
                  <a:pt x="467" y="3573"/>
                </a:lnTo>
                <a:lnTo>
                  <a:pt x="470" y="3571"/>
                </a:lnTo>
                <a:lnTo>
                  <a:pt x="474" y="3568"/>
                </a:lnTo>
                <a:lnTo>
                  <a:pt x="479" y="3557"/>
                </a:lnTo>
                <a:lnTo>
                  <a:pt x="482" y="3530"/>
                </a:lnTo>
                <a:lnTo>
                  <a:pt x="480" y="3510"/>
                </a:lnTo>
                <a:lnTo>
                  <a:pt x="478" y="3490"/>
                </a:lnTo>
                <a:lnTo>
                  <a:pt x="480" y="3468"/>
                </a:lnTo>
                <a:lnTo>
                  <a:pt x="485" y="3460"/>
                </a:lnTo>
                <a:lnTo>
                  <a:pt x="489" y="3459"/>
                </a:lnTo>
                <a:lnTo>
                  <a:pt x="496" y="3458"/>
                </a:lnTo>
                <a:lnTo>
                  <a:pt x="506" y="3446"/>
                </a:lnTo>
                <a:lnTo>
                  <a:pt x="507" y="3437"/>
                </a:lnTo>
                <a:lnTo>
                  <a:pt x="509" y="3426"/>
                </a:lnTo>
                <a:lnTo>
                  <a:pt x="534" y="3392"/>
                </a:lnTo>
                <a:lnTo>
                  <a:pt x="551" y="3373"/>
                </a:lnTo>
                <a:lnTo>
                  <a:pt x="596" y="3333"/>
                </a:lnTo>
                <a:lnTo>
                  <a:pt x="576" y="3371"/>
                </a:lnTo>
                <a:lnTo>
                  <a:pt x="568" y="3389"/>
                </a:lnTo>
                <a:lnTo>
                  <a:pt x="562" y="3415"/>
                </a:lnTo>
                <a:lnTo>
                  <a:pt x="565" y="3422"/>
                </a:lnTo>
                <a:lnTo>
                  <a:pt x="571" y="3427"/>
                </a:lnTo>
                <a:lnTo>
                  <a:pt x="580" y="3425"/>
                </a:lnTo>
                <a:lnTo>
                  <a:pt x="591" y="3399"/>
                </a:lnTo>
                <a:lnTo>
                  <a:pt x="596" y="3358"/>
                </a:lnTo>
                <a:lnTo>
                  <a:pt x="602" y="3326"/>
                </a:lnTo>
                <a:lnTo>
                  <a:pt x="629" y="3252"/>
                </a:lnTo>
                <a:lnTo>
                  <a:pt x="665" y="3185"/>
                </a:lnTo>
                <a:lnTo>
                  <a:pt x="694" y="3152"/>
                </a:lnTo>
                <a:lnTo>
                  <a:pt x="710" y="3140"/>
                </a:lnTo>
                <a:lnTo>
                  <a:pt x="717" y="3139"/>
                </a:lnTo>
                <a:lnTo>
                  <a:pt x="720" y="3143"/>
                </a:lnTo>
                <a:lnTo>
                  <a:pt x="721" y="3180"/>
                </a:lnTo>
                <a:lnTo>
                  <a:pt x="716" y="3232"/>
                </a:lnTo>
                <a:lnTo>
                  <a:pt x="708" y="3277"/>
                </a:lnTo>
                <a:lnTo>
                  <a:pt x="703" y="3289"/>
                </a:lnTo>
                <a:lnTo>
                  <a:pt x="700" y="3297"/>
                </a:lnTo>
                <a:lnTo>
                  <a:pt x="705" y="3333"/>
                </a:lnTo>
                <a:lnTo>
                  <a:pt x="712" y="3353"/>
                </a:lnTo>
                <a:lnTo>
                  <a:pt x="717" y="3369"/>
                </a:lnTo>
                <a:lnTo>
                  <a:pt x="726" y="3387"/>
                </a:lnTo>
                <a:lnTo>
                  <a:pt x="734" y="3390"/>
                </a:lnTo>
                <a:lnTo>
                  <a:pt x="745" y="3378"/>
                </a:lnTo>
                <a:lnTo>
                  <a:pt x="753" y="3366"/>
                </a:lnTo>
                <a:lnTo>
                  <a:pt x="765" y="3353"/>
                </a:lnTo>
                <a:lnTo>
                  <a:pt x="783" y="3338"/>
                </a:lnTo>
                <a:lnTo>
                  <a:pt x="788" y="3338"/>
                </a:lnTo>
                <a:lnTo>
                  <a:pt x="795" y="3339"/>
                </a:lnTo>
                <a:lnTo>
                  <a:pt x="822" y="3323"/>
                </a:lnTo>
                <a:lnTo>
                  <a:pt x="854" y="3294"/>
                </a:lnTo>
                <a:lnTo>
                  <a:pt x="876" y="3268"/>
                </a:lnTo>
                <a:lnTo>
                  <a:pt x="879" y="3259"/>
                </a:lnTo>
                <a:lnTo>
                  <a:pt x="880" y="3252"/>
                </a:lnTo>
                <a:lnTo>
                  <a:pt x="893" y="3248"/>
                </a:lnTo>
                <a:lnTo>
                  <a:pt x="902" y="3250"/>
                </a:lnTo>
                <a:lnTo>
                  <a:pt x="909" y="3251"/>
                </a:lnTo>
                <a:lnTo>
                  <a:pt x="927" y="3246"/>
                </a:lnTo>
                <a:lnTo>
                  <a:pt x="962" y="3225"/>
                </a:lnTo>
                <a:lnTo>
                  <a:pt x="989" y="3199"/>
                </a:lnTo>
                <a:lnTo>
                  <a:pt x="1013" y="3176"/>
                </a:lnTo>
                <a:lnTo>
                  <a:pt x="1048" y="3147"/>
                </a:lnTo>
                <a:lnTo>
                  <a:pt x="1066" y="3141"/>
                </a:lnTo>
                <a:lnTo>
                  <a:pt x="1074" y="3143"/>
                </a:lnTo>
                <a:lnTo>
                  <a:pt x="1081" y="3156"/>
                </a:lnTo>
                <a:lnTo>
                  <a:pt x="1082" y="3173"/>
                </a:lnTo>
                <a:lnTo>
                  <a:pt x="1083" y="3186"/>
                </a:lnTo>
                <a:lnTo>
                  <a:pt x="1093" y="3204"/>
                </a:lnTo>
                <a:lnTo>
                  <a:pt x="1100" y="3206"/>
                </a:lnTo>
                <a:lnTo>
                  <a:pt x="1106" y="3207"/>
                </a:lnTo>
                <a:lnTo>
                  <a:pt x="1109" y="3219"/>
                </a:lnTo>
                <a:lnTo>
                  <a:pt x="1105" y="3227"/>
                </a:lnTo>
                <a:lnTo>
                  <a:pt x="1101" y="3234"/>
                </a:lnTo>
                <a:lnTo>
                  <a:pt x="1105" y="3238"/>
                </a:lnTo>
                <a:lnTo>
                  <a:pt x="1113" y="3234"/>
                </a:lnTo>
                <a:lnTo>
                  <a:pt x="1121" y="3228"/>
                </a:lnTo>
                <a:lnTo>
                  <a:pt x="1129" y="3209"/>
                </a:lnTo>
                <a:lnTo>
                  <a:pt x="1127" y="3201"/>
                </a:lnTo>
                <a:lnTo>
                  <a:pt x="1126" y="3191"/>
                </a:lnTo>
                <a:lnTo>
                  <a:pt x="1136" y="3168"/>
                </a:lnTo>
                <a:lnTo>
                  <a:pt x="1144" y="3158"/>
                </a:lnTo>
                <a:lnTo>
                  <a:pt x="1153" y="3146"/>
                </a:lnTo>
                <a:lnTo>
                  <a:pt x="1162" y="3115"/>
                </a:lnTo>
                <a:lnTo>
                  <a:pt x="1161" y="3102"/>
                </a:lnTo>
                <a:lnTo>
                  <a:pt x="1157" y="3088"/>
                </a:lnTo>
                <a:lnTo>
                  <a:pt x="1161" y="3078"/>
                </a:lnTo>
                <a:lnTo>
                  <a:pt x="1167" y="3077"/>
                </a:lnTo>
                <a:lnTo>
                  <a:pt x="1171" y="3078"/>
                </a:lnTo>
                <a:lnTo>
                  <a:pt x="1193" y="3088"/>
                </a:lnTo>
                <a:lnTo>
                  <a:pt x="1222" y="3098"/>
                </a:lnTo>
                <a:lnTo>
                  <a:pt x="1233" y="3104"/>
                </a:lnTo>
                <a:lnTo>
                  <a:pt x="1249" y="3122"/>
                </a:lnTo>
                <a:lnTo>
                  <a:pt x="1250" y="3132"/>
                </a:lnTo>
                <a:lnTo>
                  <a:pt x="1251" y="3143"/>
                </a:lnTo>
                <a:lnTo>
                  <a:pt x="1256" y="3155"/>
                </a:lnTo>
                <a:lnTo>
                  <a:pt x="1268" y="3152"/>
                </a:lnTo>
                <a:lnTo>
                  <a:pt x="1290" y="3135"/>
                </a:lnTo>
                <a:lnTo>
                  <a:pt x="1305" y="3122"/>
                </a:lnTo>
                <a:lnTo>
                  <a:pt x="1318" y="3108"/>
                </a:lnTo>
                <a:lnTo>
                  <a:pt x="1328" y="3094"/>
                </a:lnTo>
                <a:lnTo>
                  <a:pt x="1328" y="3089"/>
                </a:lnTo>
                <a:lnTo>
                  <a:pt x="1325" y="3088"/>
                </a:lnTo>
                <a:lnTo>
                  <a:pt x="1322" y="3088"/>
                </a:lnTo>
                <a:lnTo>
                  <a:pt x="1320" y="3085"/>
                </a:lnTo>
                <a:lnTo>
                  <a:pt x="1326" y="3078"/>
                </a:lnTo>
                <a:lnTo>
                  <a:pt x="1335" y="3072"/>
                </a:lnTo>
                <a:lnTo>
                  <a:pt x="1342" y="3067"/>
                </a:lnTo>
                <a:lnTo>
                  <a:pt x="1349" y="3059"/>
                </a:lnTo>
                <a:lnTo>
                  <a:pt x="1348" y="3045"/>
                </a:lnTo>
                <a:lnTo>
                  <a:pt x="1338" y="3034"/>
                </a:lnTo>
                <a:lnTo>
                  <a:pt x="1330" y="3024"/>
                </a:lnTo>
                <a:lnTo>
                  <a:pt x="1320" y="2997"/>
                </a:lnTo>
                <a:lnTo>
                  <a:pt x="1318" y="2971"/>
                </a:lnTo>
                <a:lnTo>
                  <a:pt x="1324" y="2960"/>
                </a:lnTo>
                <a:lnTo>
                  <a:pt x="1330" y="2959"/>
                </a:lnTo>
                <a:lnTo>
                  <a:pt x="1335" y="2961"/>
                </a:lnTo>
                <a:lnTo>
                  <a:pt x="1340" y="2967"/>
                </a:lnTo>
                <a:lnTo>
                  <a:pt x="1343" y="2988"/>
                </a:lnTo>
                <a:lnTo>
                  <a:pt x="1340" y="2999"/>
                </a:lnTo>
                <a:lnTo>
                  <a:pt x="1336" y="3010"/>
                </a:lnTo>
                <a:lnTo>
                  <a:pt x="1340" y="3018"/>
                </a:lnTo>
                <a:lnTo>
                  <a:pt x="1348" y="3014"/>
                </a:lnTo>
                <a:lnTo>
                  <a:pt x="1357" y="3011"/>
                </a:lnTo>
                <a:lnTo>
                  <a:pt x="1373" y="3016"/>
                </a:lnTo>
                <a:lnTo>
                  <a:pt x="1377" y="3022"/>
                </a:lnTo>
                <a:lnTo>
                  <a:pt x="1383" y="3028"/>
                </a:lnTo>
                <a:lnTo>
                  <a:pt x="1402" y="3033"/>
                </a:lnTo>
                <a:lnTo>
                  <a:pt x="1412" y="3031"/>
                </a:lnTo>
                <a:lnTo>
                  <a:pt x="1422" y="3028"/>
                </a:lnTo>
                <a:lnTo>
                  <a:pt x="1433" y="3030"/>
                </a:lnTo>
                <a:lnTo>
                  <a:pt x="1432" y="3036"/>
                </a:lnTo>
                <a:lnTo>
                  <a:pt x="1433" y="3043"/>
                </a:lnTo>
                <a:lnTo>
                  <a:pt x="1457" y="3074"/>
                </a:lnTo>
                <a:lnTo>
                  <a:pt x="1477" y="3092"/>
                </a:lnTo>
                <a:lnTo>
                  <a:pt x="1503" y="3114"/>
                </a:lnTo>
                <a:lnTo>
                  <a:pt x="1513" y="3132"/>
                </a:lnTo>
                <a:lnTo>
                  <a:pt x="1507" y="3141"/>
                </a:lnTo>
                <a:lnTo>
                  <a:pt x="1498" y="3144"/>
                </a:lnTo>
                <a:lnTo>
                  <a:pt x="1492" y="3146"/>
                </a:lnTo>
                <a:lnTo>
                  <a:pt x="1479" y="3145"/>
                </a:lnTo>
                <a:lnTo>
                  <a:pt x="1459" y="3130"/>
                </a:lnTo>
                <a:lnTo>
                  <a:pt x="1447" y="3112"/>
                </a:lnTo>
                <a:lnTo>
                  <a:pt x="1434" y="3096"/>
                </a:lnTo>
                <a:lnTo>
                  <a:pt x="1406" y="3074"/>
                </a:lnTo>
                <a:lnTo>
                  <a:pt x="1396" y="3072"/>
                </a:lnTo>
                <a:lnTo>
                  <a:pt x="1385" y="3073"/>
                </a:lnTo>
                <a:lnTo>
                  <a:pt x="1369" y="3086"/>
                </a:lnTo>
                <a:lnTo>
                  <a:pt x="1360" y="3106"/>
                </a:lnTo>
                <a:lnTo>
                  <a:pt x="1362" y="3124"/>
                </a:lnTo>
                <a:lnTo>
                  <a:pt x="1369" y="3130"/>
                </a:lnTo>
                <a:lnTo>
                  <a:pt x="1374" y="3134"/>
                </a:lnTo>
                <a:lnTo>
                  <a:pt x="1381" y="3146"/>
                </a:lnTo>
                <a:lnTo>
                  <a:pt x="1385" y="3169"/>
                </a:lnTo>
                <a:lnTo>
                  <a:pt x="1382" y="3206"/>
                </a:lnTo>
                <a:lnTo>
                  <a:pt x="1368" y="3240"/>
                </a:lnTo>
                <a:lnTo>
                  <a:pt x="1357" y="3250"/>
                </a:lnTo>
                <a:lnTo>
                  <a:pt x="1345" y="3259"/>
                </a:lnTo>
                <a:lnTo>
                  <a:pt x="1340" y="3269"/>
                </a:lnTo>
                <a:lnTo>
                  <a:pt x="1342" y="3273"/>
                </a:lnTo>
                <a:lnTo>
                  <a:pt x="1346" y="3274"/>
                </a:lnTo>
                <a:lnTo>
                  <a:pt x="1355" y="3273"/>
                </a:lnTo>
                <a:lnTo>
                  <a:pt x="1371" y="3265"/>
                </a:lnTo>
                <a:lnTo>
                  <a:pt x="1376" y="3259"/>
                </a:lnTo>
                <a:lnTo>
                  <a:pt x="1382" y="3253"/>
                </a:lnTo>
                <a:lnTo>
                  <a:pt x="1404" y="3250"/>
                </a:lnTo>
                <a:lnTo>
                  <a:pt x="1432" y="3255"/>
                </a:lnTo>
                <a:lnTo>
                  <a:pt x="1455" y="3266"/>
                </a:lnTo>
                <a:lnTo>
                  <a:pt x="1462" y="3274"/>
                </a:lnTo>
                <a:lnTo>
                  <a:pt x="1463" y="3277"/>
                </a:lnTo>
                <a:lnTo>
                  <a:pt x="1461" y="3280"/>
                </a:lnTo>
                <a:lnTo>
                  <a:pt x="1450" y="3282"/>
                </a:lnTo>
                <a:lnTo>
                  <a:pt x="1437" y="3279"/>
                </a:lnTo>
                <a:lnTo>
                  <a:pt x="1422" y="3276"/>
                </a:lnTo>
                <a:lnTo>
                  <a:pt x="1405" y="3282"/>
                </a:lnTo>
                <a:lnTo>
                  <a:pt x="1403" y="3298"/>
                </a:lnTo>
                <a:lnTo>
                  <a:pt x="1415" y="3322"/>
                </a:lnTo>
                <a:lnTo>
                  <a:pt x="1428" y="3335"/>
                </a:lnTo>
                <a:lnTo>
                  <a:pt x="1440" y="3346"/>
                </a:lnTo>
                <a:lnTo>
                  <a:pt x="1456" y="3352"/>
                </a:lnTo>
                <a:lnTo>
                  <a:pt x="1464" y="3351"/>
                </a:lnTo>
                <a:lnTo>
                  <a:pt x="1476" y="3341"/>
                </a:lnTo>
                <a:lnTo>
                  <a:pt x="1488" y="3311"/>
                </a:lnTo>
                <a:lnTo>
                  <a:pt x="1493" y="3287"/>
                </a:lnTo>
                <a:lnTo>
                  <a:pt x="1497" y="3271"/>
                </a:lnTo>
                <a:lnTo>
                  <a:pt x="1506" y="3249"/>
                </a:lnTo>
                <a:lnTo>
                  <a:pt x="1519" y="3236"/>
                </a:lnTo>
                <a:lnTo>
                  <a:pt x="1540" y="3230"/>
                </a:lnTo>
                <a:lnTo>
                  <a:pt x="1554" y="3229"/>
                </a:lnTo>
                <a:lnTo>
                  <a:pt x="1575" y="3228"/>
                </a:lnTo>
                <a:lnTo>
                  <a:pt x="1594" y="3232"/>
                </a:lnTo>
                <a:lnTo>
                  <a:pt x="1598" y="3237"/>
                </a:lnTo>
                <a:lnTo>
                  <a:pt x="1597" y="3240"/>
                </a:lnTo>
                <a:lnTo>
                  <a:pt x="1591" y="3247"/>
                </a:lnTo>
                <a:lnTo>
                  <a:pt x="1571" y="3256"/>
                </a:lnTo>
                <a:lnTo>
                  <a:pt x="1561" y="3257"/>
                </a:lnTo>
                <a:lnTo>
                  <a:pt x="1553" y="3257"/>
                </a:lnTo>
                <a:lnTo>
                  <a:pt x="1543" y="3261"/>
                </a:lnTo>
                <a:lnTo>
                  <a:pt x="1539" y="3267"/>
                </a:lnTo>
                <a:lnTo>
                  <a:pt x="1541" y="3275"/>
                </a:lnTo>
                <a:lnTo>
                  <a:pt x="1552" y="3290"/>
                </a:lnTo>
                <a:lnTo>
                  <a:pt x="1584" y="3310"/>
                </a:lnTo>
                <a:lnTo>
                  <a:pt x="1605" y="3318"/>
                </a:lnTo>
                <a:lnTo>
                  <a:pt x="1628" y="3326"/>
                </a:lnTo>
                <a:lnTo>
                  <a:pt x="1659" y="3344"/>
                </a:lnTo>
                <a:lnTo>
                  <a:pt x="1671" y="3364"/>
                </a:lnTo>
                <a:lnTo>
                  <a:pt x="1666" y="3388"/>
                </a:lnTo>
                <a:lnTo>
                  <a:pt x="1656" y="3401"/>
                </a:lnTo>
                <a:lnTo>
                  <a:pt x="1648" y="3410"/>
                </a:lnTo>
                <a:lnTo>
                  <a:pt x="1643" y="3424"/>
                </a:lnTo>
                <a:lnTo>
                  <a:pt x="1647" y="3426"/>
                </a:lnTo>
                <a:lnTo>
                  <a:pt x="1654" y="3424"/>
                </a:lnTo>
                <a:lnTo>
                  <a:pt x="1672" y="3409"/>
                </a:lnTo>
                <a:lnTo>
                  <a:pt x="1681" y="3397"/>
                </a:lnTo>
                <a:lnTo>
                  <a:pt x="1688" y="3389"/>
                </a:lnTo>
                <a:lnTo>
                  <a:pt x="1702" y="3381"/>
                </a:lnTo>
                <a:lnTo>
                  <a:pt x="1725" y="3384"/>
                </a:lnTo>
                <a:lnTo>
                  <a:pt x="1764" y="3401"/>
                </a:lnTo>
                <a:lnTo>
                  <a:pt x="1792" y="3416"/>
                </a:lnTo>
                <a:lnTo>
                  <a:pt x="1831" y="3433"/>
                </a:lnTo>
                <a:lnTo>
                  <a:pt x="1871" y="3445"/>
                </a:lnTo>
                <a:lnTo>
                  <a:pt x="1887" y="3445"/>
                </a:lnTo>
                <a:lnTo>
                  <a:pt x="1889" y="3442"/>
                </a:lnTo>
                <a:lnTo>
                  <a:pt x="1893" y="3436"/>
                </a:lnTo>
                <a:lnTo>
                  <a:pt x="1907" y="3427"/>
                </a:lnTo>
                <a:lnTo>
                  <a:pt x="1916" y="3426"/>
                </a:lnTo>
                <a:lnTo>
                  <a:pt x="1927" y="3423"/>
                </a:lnTo>
                <a:lnTo>
                  <a:pt x="1960" y="3401"/>
                </a:lnTo>
                <a:lnTo>
                  <a:pt x="1977" y="3384"/>
                </a:lnTo>
                <a:lnTo>
                  <a:pt x="1991" y="3367"/>
                </a:lnTo>
                <a:lnTo>
                  <a:pt x="1998" y="3350"/>
                </a:lnTo>
                <a:lnTo>
                  <a:pt x="1997" y="3343"/>
                </a:lnTo>
                <a:lnTo>
                  <a:pt x="1986" y="3340"/>
                </a:lnTo>
                <a:lnTo>
                  <a:pt x="1957" y="3352"/>
                </a:lnTo>
                <a:lnTo>
                  <a:pt x="1936" y="3366"/>
                </a:lnTo>
                <a:lnTo>
                  <a:pt x="1921" y="3376"/>
                </a:lnTo>
                <a:lnTo>
                  <a:pt x="1885" y="3389"/>
                </a:lnTo>
                <a:lnTo>
                  <a:pt x="1868" y="3391"/>
                </a:lnTo>
                <a:lnTo>
                  <a:pt x="1849" y="3389"/>
                </a:lnTo>
                <a:lnTo>
                  <a:pt x="1847" y="3385"/>
                </a:lnTo>
                <a:lnTo>
                  <a:pt x="1863" y="3381"/>
                </a:lnTo>
                <a:lnTo>
                  <a:pt x="1875" y="3375"/>
                </a:lnTo>
                <a:lnTo>
                  <a:pt x="1886" y="3363"/>
                </a:lnTo>
                <a:lnTo>
                  <a:pt x="1887" y="3354"/>
                </a:lnTo>
                <a:lnTo>
                  <a:pt x="1886" y="3350"/>
                </a:lnTo>
                <a:lnTo>
                  <a:pt x="1885" y="3344"/>
                </a:lnTo>
                <a:lnTo>
                  <a:pt x="1886" y="3332"/>
                </a:lnTo>
                <a:lnTo>
                  <a:pt x="1897" y="3313"/>
                </a:lnTo>
                <a:lnTo>
                  <a:pt x="1923" y="3290"/>
                </a:lnTo>
                <a:lnTo>
                  <a:pt x="1957" y="3275"/>
                </a:lnTo>
                <a:lnTo>
                  <a:pt x="1974" y="3274"/>
                </a:lnTo>
                <a:lnTo>
                  <a:pt x="1988" y="3276"/>
                </a:lnTo>
                <a:lnTo>
                  <a:pt x="2020" y="3294"/>
                </a:lnTo>
                <a:lnTo>
                  <a:pt x="2033" y="3308"/>
                </a:lnTo>
                <a:lnTo>
                  <a:pt x="2040" y="3319"/>
                </a:lnTo>
                <a:lnTo>
                  <a:pt x="2053" y="3329"/>
                </a:lnTo>
                <a:lnTo>
                  <a:pt x="2068" y="3325"/>
                </a:lnTo>
                <a:lnTo>
                  <a:pt x="2093" y="3304"/>
                </a:lnTo>
                <a:lnTo>
                  <a:pt x="2114" y="3285"/>
                </a:lnTo>
                <a:lnTo>
                  <a:pt x="2139" y="3262"/>
                </a:lnTo>
                <a:lnTo>
                  <a:pt x="2195" y="3222"/>
                </a:lnTo>
                <a:lnTo>
                  <a:pt x="2217" y="3209"/>
                </a:lnTo>
                <a:lnTo>
                  <a:pt x="2237" y="3200"/>
                </a:lnTo>
                <a:lnTo>
                  <a:pt x="2254" y="3183"/>
                </a:lnTo>
                <a:lnTo>
                  <a:pt x="2256" y="3172"/>
                </a:lnTo>
                <a:lnTo>
                  <a:pt x="2254" y="3166"/>
                </a:lnTo>
                <a:lnTo>
                  <a:pt x="2253" y="3159"/>
                </a:lnTo>
                <a:lnTo>
                  <a:pt x="2258" y="3147"/>
                </a:lnTo>
                <a:lnTo>
                  <a:pt x="2279" y="3130"/>
                </a:lnTo>
                <a:lnTo>
                  <a:pt x="2321" y="3118"/>
                </a:lnTo>
                <a:lnTo>
                  <a:pt x="2351" y="3120"/>
                </a:lnTo>
                <a:lnTo>
                  <a:pt x="2366" y="3126"/>
                </a:lnTo>
                <a:lnTo>
                  <a:pt x="2370" y="3132"/>
                </a:lnTo>
                <a:lnTo>
                  <a:pt x="2379" y="3153"/>
                </a:lnTo>
                <a:lnTo>
                  <a:pt x="2382" y="3166"/>
                </a:lnTo>
                <a:lnTo>
                  <a:pt x="2382" y="3172"/>
                </a:lnTo>
                <a:lnTo>
                  <a:pt x="2393" y="3185"/>
                </a:lnTo>
                <a:lnTo>
                  <a:pt x="2403" y="3191"/>
                </a:lnTo>
                <a:lnTo>
                  <a:pt x="2413" y="3198"/>
                </a:lnTo>
                <a:lnTo>
                  <a:pt x="2414" y="3211"/>
                </a:lnTo>
                <a:lnTo>
                  <a:pt x="2406" y="3219"/>
                </a:lnTo>
                <a:lnTo>
                  <a:pt x="2397" y="3226"/>
                </a:lnTo>
                <a:lnTo>
                  <a:pt x="2378" y="3251"/>
                </a:lnTo>
                <a:lnTo>
                  <a:pt x="2370" y="3265"/>
                </a:lnTo>
                <a:lnTo>
                  <a:pt x="2365" y="3276"/>
                </a:lnTo>
                <a:lnTo>
                  <a:pt x="2362" y="3289"/>
                </a:lnTo>
                <a:lnTo>
                  <a:pt x="2373" y="3297"/>
                </a:lnTo>
                <a:lnTo>
                  <a:pt x="2403" y="3302"/>
                </a:lnTo>
                <a:lnTo>
                  <a:pt x="2426" y="3303"/>
                </a:lnTo>
                <a:lnTo>
                  <a:pt x="2458" y="3305"/>
                </a:lnTo>
                <a:lnTo>
                  <a:pt x="2512" y="3317"/>
                </a:lnTo>
                <a:lnTo>
                  <a:pt x="2526" y="3325"/>
                </a:lnTo>
                <a:lnTo>
                  <a:pt x="2535" y="3332"/>
                </a:lnTo>
                <a:lnTo>
                  <a:pt x="2546" y="3335"/>
                </a:lnTo>
                <a:lnTo>
                  <a:pt x="2551" y="3332"/>
                </a:lnTo>
                <a:lnTo>
                  <a:pt x="2552" y="3330"/>
                </a:lnTo>
                <a:lnTo>
                  <a:pt x="2548" y="3322"/>
                </a:lnTo>
                <a:lnTo>
                  <a:pt x="2526" y="3303"/>
                </a:lnTo>
                <a:lnTo>
                  <a:pt x="2509" y="3294"/>
                </a:lnTo>
                <a:lnTo>
                  <a:pt x="2492" y="3285"/>
                </a:lnTo>
                <a:lnTo>
                  <a:pt x="2473" y="3267"/>
                </a:lnTo>
                <a:lnTo>
                  <a:pt x="2467" y="3254"/>
                </a:lnTo>
                <a:lnTo>
                  <a:pt x="2466" y="3249"/>
                </a:lnTo>
                <a:lnTo>
                  <a:pt x="2467" y="3242"/>
                </a:lnTo>
                <a:lnTo>
                  <a:pt x="2472" y="3233"/>
                </a:lnTo>
                <a:lnTo>
                  <a:pt x="2489" y="3227"/>
                </a:lnTo>
                <a:lnTo>
                  <a:pt x="2521" y="3235"/>
                </a:lnTo>
                <a:lnTo>
                  <a:pt x="2556" y="3257"/>
                </a:lnTo>
                <a:lnTo>
                  <a:pt x="2572" y="3274"/>
                </a:lnTo>
                <a:lnTo>
                  <a:pt x="2586" y="3290"/>
                </a:lnTo>
                <a:lnTo>
                  <a:pt x="2601" y="3304"/>
                </a:lnTo>
                <a:lnTo>
                  <a:pt x="2607" y="3305"/>
                </a:lnTo>
                <a:lnTo>
                  <a:pt x="2612" y="3297"/>
                </a:lnTo>
                <a:lnTo>
                  <a:pt x="2607" y="3267"/>
                </a:lnTo>
                <a:lnTo>
                  <a:pt x="2598" y="3244"/>
                </a:lnTo>
                <a:lnTo>
                  <a:pt x="2592" y="3229"/>
                </a:lnTo>
                <a:lnTo>
                  <a:pt x="2580" y="3207"/>
                </a:lnTo>
                <a:lnTo>
                  <a:pt x="2565" y="3195"/>
                </a:lnTo>
                <a:lnTo>
                  <a:pt x="2544" y="3190"/>
                </a:lnTo>
                <a:lnTo>
                  <a:pt x="2531" y="3189"/>
                </a:lnTo>
                <a:lnTo>
                  <a:pt x="2512" y="3188"/>
                </a:lnTo>
                <a:lnTo>
                  <a:pt x="2487" y="3179"/>
                </a:lnTo>
                <a:lnTo>
                  <a:pt x="2484" y="3173"/>
                </a:lnTo>
                <a:lnTo>
                  <a:pt x="2481" y="3165"/>
                </a:lnTo>
                <a:lnTo>
                  <a:pt x="2457" y="3146"/>
                </a:lnTo>
                <a:lnTo>
                  <a:pt x="2440" y="3139"/>
                </a:lnTo>
                <a:lnTo>
                  <a:pt x="2423" y="3130"/>
                </a:lnTo>
                <a:lnTo>
                  <a:pt x="2408" y="3118"/>
                </a:lnTo>
                <a:lnTo>
                  <a:pt x="2405" y="3111"/>
                </a:lnTo>
                <a:lnTo>
                  <a:pt x="2406" y="3108"/>
                </a:lnTo>
                <a:lnTo>
                  <a:pt x="2409" y="3105"/>
                </a:lnTo>
                <a:lnTo>
                  <a:pt x="2420" y="3101"/>
                </a:lnTo>
                <a:lnTo>
                  <a:pt x="2445" y="3099"/>
                </a:lnTo>
                <a:lnTo>
                  <a:pt x="2486" y="3105"/>
                </a:lnTo>
                <a:lnTo>
                  <a:pt x="2520" y="3116"/>
                </a:lnTo>
                <a:lnTo>
                  <a:pt x="2527" y="3123"/>
                </a:lnTo>
                <a:lnTo>
                  <a:pt x="2533" y="3131"/>
                </a:lnTo>
                <a:lnTo>
                  <a:pt x="2545" y="3139"/>
                </a:lnTo>
                <a:lnTo>
                  <a:pt x="2558" y="3136"/>
                </a:lnTo>
                <a:lnTo>
                  <a:pt x="2569" y="3125"/>
                </a:lnTo>
                <a:lnTo>
                  <a:pt x="2573" y="3117"/>
                </a:lnTo>
                <a:lnTo>
                  <a:pt x="2575" y="3112"/>
                </a:lnTo>
                <a:lnTo>
                  <a:pt x="2573" y="3105"/>
                </a:lnTo>
                <a:lnTo>
                  <a:pt x="2564" y="3096"/>
                </a:lnTo>
                <a:lnTo>
                  <a:pt x="2553" y="3093"/>
                </a:lnTo>
                <a:lnTo>
                  <a:pt x="2516" y="3090"/>
                </a:lnTo>
                <a:lnTo>
                  <a:pt x="2455" y="3085"/>
                </a:lnTo>
                <a:lnTo>
                  <a:pt x="2425" y="3082"/>
                </a:lnTo>
                <a:lnTo>
                  <a:pt x="2385" y="3073"/>
                </a:lnTo>
                <a:lnTo>
                  <a:pt x="2372" y="3065"/>
                </a:lnTo>
                <a:lnTo>
                  <a:pt x="2371" y="3060"/>
                </a:lnTo>
                <a:lnTo>
                  <a:pt x="2382" y="3052"/>
                </a:lnTo>
                <a:lnTo>
                  <a:pt x="2401" y="3047"/>
                </a:lnTo>
                <a:lnTo>
                  <a:pt x="2464" y="3038"/>
                </a:lnTo>
                <a:lnTo>
                  <a:pt x="2601" y="3028"/>
                </a:lnTo>
                <a:lnTo>
                  <a:pt x="2663" y="3027"/>
                </a:lnTo>
                <a:lnTo>
                  <a:pt x="2669" y="3029"/>
                </a:lnTo>
                <a:lnTo>
                  <a:pt x="2661" y="3042"/>
                </a:lnTo>
                <a:lnTo>
                  <a:pt x="2633" y="3073"/>
                </a:lnTo>
                <a:lnTo>
                  <a:pt x="2613" y="3092"/>
                </a:lnTo>
                <a:lnTo>
                  <a:pt x="2607" y="3103"/>
                </a:lnTo>
                <a:lnTo>
                  <a:pt x="2615" y="3103"/>
                </a:lnTo>
                <a:lnTo>
                  <a:pt x="2623" y="3100"/>
                </a:lnTo>
                <a:lnTo>
                  <a:pt x="2637" y="3096"/>
                </a:lnTo>
                <a:lnTo>
                  <a:pt x="2651" y="3100"/>
                </a:lnTo>
                <a:lnTo>
                  <a:pt x="2651" y="3112"/>
                </a:lnTo>
                <a:lnTo>
                  <a:pt x="2637" y="3129"/>
                </a:lnTo>
                <a:lnTo>
                  <a:pt x="2623" y="3139"/>
                </a:lnTo>
                <a:lnTo>
                  <a:pt x="2606" y="3151"/>
                </a:lnTo>
                <a:lnTo>
                  <a:pt x="2605" y="3155"/>
                </a:lnTo>
                <a:lnTo>
                  <a:pt x="2622" y="3149"/>
                </a:lnTo>
                <a:lnTo>
                  <a:pt x="2638" y="3146"/>
                </a:lnTo>
                <a:lnTo>
                  <a:pt x="2658" y="3151"/>
                </a:lnTo>
                <a:lnTo>
                  <a:pt x="2664" y="3169"/>
                </a:lnTo>
                <a:lnTo>
                  <a:pt x="2654" y="3193"/>
                </a:lnTo>
                <a:lnTo>
                  <a:pt x="2643" y="3208"/>
                </a:lnTo>
                <a:lnTo>
                  <a:pt x="2634" y="3219"/>
                </a:lnTo>
                <a:lnTo>
                  <a:pt x="2623" y="3235"/>
                </a:lnTo>
                <a:lnTo>
                  <a:pt x="2621" y="3250"/>
                </a:lnTo>
                <a:lnTo>
                  <a:pt x="2627" y="3266"/>
                </a:lnTo>
                <a:lnTo>
                  <a:pt x="2633" y="3275"/>
                </a:lnTo>
                <a:lnTo>
                  <a:pt x="2640" y="3288"/>
                </a:lnTo>
                <a:lnTo>
                  <a:pt x="2643" y="3303"/>
                </a:lnTo>
                <a:lnTo>
                  <a:pt x="2640" y="3308"/>
                </a:lnTo>
                <a:lnTo>
                  <a:pt x="2638" y="3308"/>
                </a:lnTo>
                <a:lnTo>
                  <a:pt x="2629" y="3312"/>
                </a:lnTo>
                <a:lnTo>
                  <a:pt x="2599" y="3345"/>
                </a:lnTo>
                <a:lnTo>
                  <a:pt x="2583" y="3370"/>
                </a:lnTo>
                <a:lnTo>
                  <a:pt x="2566" y="3397"/>
                </a:lnTo>
                <a:lnTo>
                  <a:pt x="2533" y="3439"/>
                </a:lnTo>
                <a:lnTo>
                  <a:pt x="2522" y="3447"/>
                </a:lnTo>
                <a:lnTo>
                  <a:pt x="2510" y="3456"/>
                </a:lnTo>
                <a:lnTo>
                  <a:pt x="2501" y="3478"/>
                </a:lnTo>
                <a:lnTo>
                  <a:pt x="2510" y="3503"/>
                </a:lnTo>
                <a:lnTo>
                  <a:pt x="2539" y="3534"/>
                </a:lnTo>
                <a:lnTo>
                  <a:pt x="2562" y="3553"/>
                </a:lnTo>
                <a:lnTo>
                  <a:pt x="2579" y="3566"/>
                </a:lnTo>
                <a:lnTo>
                  <a:pt x="2602" y="3588"/>
                </a:lnTo>
                <a:lnTo>
                  <a:pt x="2613" y="3608"/>
                </a:lnTo>
                <a:lnTo>
                  <a:pt x="2614" y="3632"/>
                </a:lnTo>
                <a:lnTo>
                  <a:pt x="2612" y="3645"/>
                </a:lnTo>
                <a:lnTo>
                  <a:pt x="2609" y="3667"/>
                </a:lnTo>
                <a:lnTo>
                  <a:pt x="2616" y="3701"/>
                </a:lnTo>
                <a:lnTo>
                  <a:pt x="2629" y="3716"/>
                </a:lnTo>
                <a:lnTo>
                  <a:pt x="2640" y="3720"/>
                </a:lnTo>
                <a:lnTo>
                  <a:pt x="2651" y="3719"/>
                </a:lnTo>
                <a:lnTo>
                  <a:pt x="2663" y="3711"/>
                </a:lnTo>
                <a:lnTo>
                  <a:pt x="2669" y="3705"/>
                </a:lnTo>
                <a:lnTo>
                  <a:pt x="2680" y="3692"/>
                </a:lnTo>
                <a:lnTo>
                  <a:pt x="2695" y="3688"/>
                </a:lnTo>
                <a:lnTo>
                  <a:pt x="2706" y="3691"/>
                </a:lnTo>
                <a:lnTo>
                  <a:pt x="2712" y="3695"/>
                </a:lnTo>
                <a:lnTo>
                  <a:pt x="2722" y="3704"/>
                </a:lnTo>
                <a:lnTo>
                  <a:pt x="2739" y="3705"/>
                </a:lnTo>
                <a:lnTo>
                  <a:pt x="2744" y="3699"/>
                </a:lnTo>
                <a:lnTo>
                  <a:pt x="2746" y="3691"/>
                </a:lnTo>
                <a:lnTo>
                  <a:pt x="2738" y="3671"/>
                </a:lnTo>
                <a:lnTo>
                  <a:pt x="2729" y="3662"/>
                </a:lnTo>
                <a:lnTo>
                  <a:pt x="2719" y="3653"/>
                </a:lnTo>
                <a:lnTo>
                  <a:pt x="2705" y="3635"/>
                </a:lnTo>
                <a:lnTo>
                  <a:pt x="2704" y="3629"/>
                </a:lnTo>
                <a:lnTo>
                  <a:pt x="2704" y="3625"/>
                </a:lnTo>
                <a:lnTo>
                  <a:pt x="2713" y="3618"/>
                </a:lnTo>
                <a:lnTo>
                  <a:pt x="2735" y="3611"/>
                </a:lnTo>
                <a:lnTo>
                  <a:pt x="2776" y="3606"/>
                </a:lnTo>
                <a:lnTo>
                  <a:pt x="2808" y="3609"/>
                </a:lnTo>
                <a:lnTo>
                  <a:pt x="2815" y="3614"/>
                </a:lnTo>
                <a:lnTo>
                  <a:pt x="2817" y="3619"/>
                </a:lnTo>
                <a:lnTo>
                  <a:pt x="2812" y="3628"/>
                </a:lnTo>
                <a:lnTo>
                  <a:pt x="2805" y="3629"/>
                </a:lnTo>
                <a:lnTo>
                  <a:pt x="2798" y="3630"/>
                </a:lnTo>
                <a:lnTo>
                  <a:pt x="2794" y="3640"/>
                </a:lnTo>
                <a:lnTo>
                  <a:pt x="2798" y="3647"/>
                </a:lnTo>
                <a:lnTo>
                  <a:pt x="2801" y="3655"/>
                </a:lnTo>
                <a:lnTo>
                  <a:pt x="2798" y="3671"/>
                </a:lnTo>
                <a:lnTo>
                  <a:pt x="2791" y="3677"/>
                </a:lnTo>
                <a:lnTo>
                  <a:pt x="2788" y="3680"/>
                </a:lnTo>
                <a:lnTo>
                  <a:pt x="2783" y="3692"/>
                </a:lnTo>
                <a:lnTo>
                  <a:pt x="2781" y="3720"/>
                </a:lnTo>
                <a:lnTo>
                  <a:pt x="2785" y="3745"/>
                </a:lnTo>
                <a:lnTo>
                  <a:pt x="2796" y="3802"/>
                </a:lnTo>
                <a:lnTo>
                  <a:pt x="2816" y="3758"/>
                </a:lnTo>
                <a:lnTo>
                  <a:pt x="2822" y="3747"/>
                </a:lnTo>
                <a:lnTo>
                  <a:pt x="2837" y="3729"/>
                </a:lnTo>
                <a:lnTo>
                  <a:pt x="2857" y="3716"/>
                </a:lnTo>
                <a:lnTo>
                  <a:pt x="2881" y="3706"/>
                </a:lnTo>
                <a:lnTo>
                  <a:pt x="2896" y="3702"/>
                </a:lnTo>
                <a:lnTo>
                  <a:pt x="2924" y="3696"/>
                </a:lnTo>
                <a:lnTo>
                  <a:pt x="2971" y="3675"/>
                </a:lnTo>
                <a:lnTo>
                  <a:pt x="3006" y="3647"/>
                </a:lnTo>
                <a:lnTo>
                  <a:pt x="3018" y="3625"/>
                </a:lnTo>
                <a:lnTo>
                  <a:pt x="3020" y="3609"/>
                </a:lnTo>
                <a:lnTo>
                  <a:pt x="3018" y="3603"/>
                </a:lnTo>
                <a:lnTo>
                  <a:pt x="3015" y="3591"/>
                </a:lnTo>
                <a:lnTo>
                  <a:pt x="3018" y="3583"/>
                </a:lnTo>
                <a:lnTo>
                  <a:pt x="3026" y="3586"/>
                </a:lnTo>
                <a:lnTo>
                  <a:pt x="3030" y="3588"/>
                </a:lnTo>
                <a:lnTo>
                  <a:pt x="3039" y="3588"/>
                </a:lnTo>
                <a:lnTo>
                  <a:pt x="3055" y="3579"/>
                </a:lnTo>
                <a:lnTo>
                  <a:pt x="3064" y="3568"/>
                </a:lnTo>
                <a:lnTo>
                  <a:pt x="3072" y="3558"/>
                </a:lnTo>
                <a:lnTo>
                  <a:pt x="3083" y="3548"/>
                </a:lnTo>
                <a:lnTo>
                  <a:pt x="3091" y="3550"/>
                </a:lnTo>
                <a:lnTo>
                  <a:pt x="3101" y="3563"/>
                </a:lnTo>
                <a:lnTo>
                  <a:pt x="3107" y="3574"/>
                </a:lnTo>
                <a:lnTo>
                  <a:pt x="3116" y="3589"/>
                </a:lnTo>
                <a:lnTo>
                  <a:pt x="3139" y="3609"/>
                </a:lnTo>
                <a:lnTo>
                  <a:pt x="3151" y="3611"/>
                </a:lnTo>
                <a:lnTo>
                  <a:pt x="3161" y="3612"/>
                </a:lnTo>
                <a:lnTo>
                  <a:pt x="3175" y="3628"/>
                </a:lnTo>
                <a:lnTo>
                  <a:pt x="3176" y="3640"/>
                </a:lnTo>
                <a:lnTo>
                  <a:pt x="3176" y="3649"/>
                </a:lnTo>
                <a:lnTo>
                  <a:pt x="3174" y="3658"/>
                </a:lnTo>
                <a:lnTo>
                  <a:pt x="3163" y="3655"/>
                </a:lnTo>
                <a:lnTo>
                  <a:pt x="3144" y="3639"/>
                </a:lnTo>
                <a:lnTo>
                  <a:pt x="3131" y="3628"/>
                </a:lnTo>
                <a:lnTo>
                  <a:pt x="3106" y="3618"/>
                </a:lnTo>
                <a:lnTo>
                  <a:pt x="3087" y="3624"/>
                </a:lnTo>
                <a:lnTo>
                  <a:pt x="3076" y="3641"/>
                </a:lnTo>
                <a:lnTo>
                  <a:pt x="3075" y="3655"/>
                </a:lnTo>
                <a:lnTo>
                  <a:pt x="3074" y="3665"/>
                </a:lnTo>
                <a:lnTo>
                  <a:pt x="3059" y="3677"/>
                </a:lnTo>
                <a:lnTo>
                  <a:pt x="3049" y="3679"/>
                </a:lnTo>
                <a:lnTo>
                  <a:pt x="3040" y="3679"/>
                </a:lnTo>
                <a:lnTo>
                  <a:pt x="3026" y="3688"/>
                </a:lnTo>
                <a:lnTo>
                  <a:pt x="3024" y="3695"/>
                </a:lnTo>
                <a:lnTo>
                  <a:pt x="3025" y="3698"/>
                </a:lnTo>
                <a:lnTo>
                  <a:pt x="3034" y="3705"/>
                </a:lnTo>
                <a:lnTo>
                  <a:pt x="3058" y="3712"/>
                </a:lnTo>
                <a:lnTo>
                  <a:pt x="3082" y="3713"/>
                </a:lnTo>
                <a:lnTo>
                  <a:pt x="3106" y="3712"/>
                </a:lnTo>
                <a:lnTo>
                  <a:pt x="3143" y="3702"/>
                </a:lnTo>
                <a:lnTo>
                  <a:pt x="3151" y="3695"/>
                </a:lnTo>
                <a:lnTo>
                  <a:pt x="3159" y="3685"/>
                </a:lnTo>
                <a:lnTo>
                  <a:pt x="3176" y="3678"/>
                </a:lnTo>
                <a:lnTo>
                  <a:pt x="3192" y="3683"/>
                </a:lnTo>
                <a:lnTo>
                  <a:pt x="3200" y="3699"/>
                </a:lnTo>
                <a:lnTo>
                  <a:pt x="3198" y="3711"/>
                </a:lnTo>
                <a:lnTo>
                  <a:pt x="3195" y="3729"/>
                </a:lnTo>
                <a:lnTo>
                  <a:pt x="3200" y="3747"/>
                </a:lnTo>
                <a:lnTo>
                  <a:pt x="3208" y="3753"/>
                </a:lnTo>
                <a:lnTo>
                  <a:pt x="3226" y="3754"/>
                </a:lnTo>
                <a:lnTo>
                  <a:pt x="3258" y="3739"/>
                </a:lnTo>
                <a:lnTo>
                  <a:pt x="3276" y="3723"/>
                </a:lnTo>
                <a:lnTo>
                  <a:pt x="3295" y="3706"/>
                </a:lnTo>
                <a:lnTo>
                  <a:pt x="3330" y="3681"/>
                </a:lnTo>
                <a:lnTo>
                  <a:pt x="3340" y="3679"/>
                </a:lnTo>
                <a:lnTo>
                  <a:pt x="3350" y="3677"/>
                </a:lnTo>
                <a:lnTo>
                  <a:pt x="3373" y="3660"/>
                </a:lnTo>
                <a:lnTo>
                  <a:pt x="3383" y="3647"/>
                </a:lnTo>
                <a:lnTo>
                  <a:pt x="3391" y="3638"/>
                </a:lnTo>
                <a:lnTo>
                  <a:pt x="3422" y="3618"/>
                </a:lnTo>
                <a:lnTo>
                  <a:pt x="3463" y="3602"/>
                </a:lnTo>
                <a:lnTo>
                  <a:pt x="3506" y="3592"/>
                </a:lnTo>
                <a:lnTo>
                  <a:pt x="3526" y="3591"/>
                </a:lnTo>
                <a:lnTo>
                  <a:pt x="3541" y="3588"/>
                </a:lnTo>
                <a:lnTo>
                  <a:pt x="3556" y="3578"/>
                </a:lnTo>
                <a:lnTo>
                  <a:pt x="3565" y="3572"/>
                </a:lnTo>
                <a:lnTo>
                  <a:pt x="3587" y="3572"/>
                </a:lnTo>
                <a:lnTo>
                  <a:pt x="3599" y="3578"/>
                </a:lnTo>
                <a:lnTo>
                  <a:pt x="3613" y="3586"/>
                </a:lnTo>
                <a:lnTo>
                  <a:pt x="3633" y="3594"/>
                </a:lnTo>
                <a:lnTo>
                  <a:pt x="3642" y="3591"/>
                </a:lnTo>
                <a:lnTo>
                  <a:pt x="3639" y="3578"/>
                </a:lnTo>
                <a:lnTo>
                  <a:pt x="3631" y="3568"/>
                </a:lnTo>
                <a:lnTo>
                  <a:pt x="3624" y="3560"/>
                </a:lnTo>
                <a:lnTo>
                  <a:pt x="3620" y="3550"/>
                </a:lnTo>
                <a:lnTo>
                  <a:pt x="3633" y="3545"/>
                </a:lnTo>
                <a:lnTo>
                  <a:pt x="3662" y="3549"/>
                </a:lnTo>
                <a:lnTo>
                  <a:pt x="3685" y="3552"/>
                </a:lnTo>
                <a:lnTo>
                  <a:pt x="3704" y="3550"/>
                </a:lnTo>
                <a:lnTo>
                  <a:pt x="3708" y="3546"/>
                </a:lnTo>
                <a:lnTo>
                  <a:pt x="3707" y="3543"/>
                </a:lnTo>
                <a:lnTo>
                  <a:pt x="3704" y="3536"/>
                </a:lnTo>
                <a:lnTo>
                  <a:pt x="3706" y="3527"/>
                </a:lnTo>
                <a:lnTo>
                  <a:pt x="3712" y="3527"/>
                </a:lnTo>
                <a:lnTo>
                  <a:pt x="3718" y="3529"/>
                </a:lnTo>
                <a:lnTo>
                  <a:pt x="3737" y="3555"/>
                </a:lnTo>
                <a:lnTo>
                  <a:pt x="3745" y="3573"/>
                </a:lnTo>
                <a:lnTo>
                  <a:pt x="3756" y="3596"/>
                </a:lnTo>
                <a:lnTo>
                  <a:pt x="3758" y="3617"/>
                </a:lnTo>
                <a:lnTo>
                  <a:pt x="3752" y="3628"/>
                </a:lnTo>
                <a:lnTo>
                  <a:pt x="3745" y="3632"/>
                </a:lnTo>
                <a:lnTo>
                  <a:pt x="3739" y="3637"/>
                </a:lnTo>
                <a:lnTo>
                  <a:pt x="3737" y="3644"/>
                </a:lnTo>
                <a:lnTo>
                  <a:pt x="3742" y="3645"/>
                </a:lnTo>
                <a:lnTo>
                  <a:pt x="3750" y="3647"/>
                </a:lnTo>
                <a:lnTo>
                  <a:pt x="3761" y="3667"/>
                </a:lnTo>
                <a:lnTo>
                  <a:pt x="3763" y="3680"/>
                </a:lnTo>
                <a:lnTo>
                  <a:pt x="3765" y="3698"/>
                </a:lnTo>
                <a:lnTo>
                  <a:pt x="3772" y="3721"/>
                </a:lnTo>
                <a:lnTo>
                  <a:pt x="3785" y="3729"/>
                </a:lnTo>
                <a:lnTo>
                  <a:pt x="3805" y="3724"/>
                </a:lnTo>
                <a:lnTo>
                  <a:pt x="3818" y="3716"/>
                </a:lnTo>
                <a:lnTo>
                  <a:pt x="3838" y="3705"/>
                </a:lnTo>
                <a:lnTo>
                  <a:pt x="3865" y="3695"/>
                </a:lnTo>
                <a:lnTo>
                  <a:pt x="3879" y="3701"/>
                </a:lnTo>
                <a:lnTo>
                  <a:pt x="3881" y="3724"/>
                </a:lnTo>
                <a:lnTo>
                  <a:pt x="3877" y="3741"/>
                </a:lnTo>
                <a:lnTo>
                  <a:pt x="3865" y="3789"/>
                </a:lnTo>
                <a:lnTo>
                  <a:pt x="3908" y="3743"/>
                </a:lnTo>
                <a:lnTo>
                  <a:pt x="3942" y="3705"/>
                </a:lnTo>
                <a:lnTo>
                  <a:pt x="3955" y="3684"/>
                </a:lnTo>
                <a:lnTo>
                  <a:pt x="3962" y="3673"/>
                </a:lnTo>
                <a:lnTo>
                  <a:pt x="3996" y="3645"/>
                </a:lnTo>
                <a:lnTo>
                  <a:pt x="4037" y="3618"/>
                </a:lnTo>
                <a:lnTo>
                  <a:pt x="4071" y="3604"/>
                </a:lnTo>
                <a:lnTo>
                  <a:pt x="4078" y="3606"/>
                </a:lnTo>
                <a:lnTo>
                  <a:pt x="4085" y="3613"/>
                </a:lnTo>
                <a:lnTo>
                  <a:pt x="4089" y="3628"/>
                </a:lnTo>
                <a:lnTo>
                  <a:pt x="4084" y="3639"/>
                </a:lnTo>
                <a:lnTo>
                  <a:pt x="4070" y="3643"/>
                </a:lnTo>
                <a:lnTo>
                  <a:pt x="4060" y="3642"/>
                </a:lnTo>
                <a:lnTo>
                  <a:pt x="4048" y="3641"/>
                </a:lnTo>
                <a:lnTo>
                  <a:pt x="4028" y="3654"/>
                </a:lnTo>
                <a:lnTo>
                  <a:pt x="4024" y="3665"/>
                </a:lnTo>
                <a:lnTo>
                  <a:pt x="4023" y="3677"/>
                </a:lnTo>
                <a:lnTo>
                  <a:pt x="4029" y="3690"/>
                </a:lnTo>
                <a:lnTo>
                  <a:pt x="4036" y="3695"/>
                </a:lnTo>
                <a:lnTo>
                  <a:pt x="4041" y="3695"/>
                </a:lnTo>
                <a:lnTo>
                  <a:pt x="4047" y="3696"/>
                </a:lnTo>
                <a:lnTo>
                  <a:pt x="4055" y="3707"/>
                </a:lnTo>
                <a:lnTo>
                  <a:pt x="4061" y="3744"/>
                </a:lnTo>
                <a:lnTo>
                  <a:pt x="4060" y="3791"/>
                </a:lnTo>
                <a:lnTo>
                  <a:pt x="4058" y="3885"/>
                </a:lnTo>
                <a:lnTo>
                  <a:pt x="4098" y="3846"/>
                </a:lnTo>
                <a:lnTo>
                  <a:pt x="4114" y="3830"/>
                </a:lnTo>
                <a:lnTo>
                  <a:pt x="4137" y="3798"/>
                </a:lnTo>
                <a:lnTo>
                  <a:pt x="4139" y="3787"/>
                </a:lnTo>
                <a:lnTo>
                  <a:pt x="4141" y="3778"/>
                </a:lnTo>
                <a:lnTo>
                  <a:pt x="4155" y="3761"/>
                </a:lnTo>
                <a:lnTo>
                  <a:pt x="4166" y="3756"/>
                </a:lnTo>
                <a:lnTo>
                  <a:pt x="4179" y="3751"/>
                </a:lnTo>
                <a:lnTo>
                  <a:pt x="4194" y="3747"/>
                </a:lnTo>
                <a:lnTo>
                  <a:pt x="4200" y="3753"/>
                </a:lnTo>
                <a:lnTo>
                  <a:pt x="4198" y="3769"/>
                </a:lnTo>
                <a:lnTo>
                  <a:pt x="4193" y="3783"/>
                </a:lnTo>
                <a:lnTo>
                  <a:pt x="4190" y="3800"/>
                </a:lnTo>
                <a:lnTo>
                  <a:pt x="4192" y="3810"/>
                </a:lnTo>
                <a:lnTo>
                  <a:pt x="4199" y="3810"/>
                </a:lnTo>
                <a:lnTo>
                  <a:pt x="4204" y="3807"/>
                </a:lnTo>
                <a:lnTo>
                  <a:pt x="4212" y="3801"/>
                </a:lnTo>
                <a:lnTo>
                  <a:pt x="4223" y="3778"/>
                </a:lnTo>
                <a:lnTo>
                  <a:pt x="4224" y="3766"/>
                </a:lnTo>
                <a:lnTo>
                  <a:pt x="4225" y="3747"/>
                </a:lnTo>
                <a:lnTo>
                  <a:pt x="4239" y="3694"/>
                </a:lnTo>
                <a:lnTo>
                  <a:pt x="4260" y="3640"/>
                </a:lnTo>
                <a:lnTo>
                  <a:pt x="4285" y="3597"/>
                </a:lnTo>
                <a:lnTo>
                  <a:pt x="4295" y="3588"/>
                </a:lnTo>
                <a:lnTo>
                  <a:pt x="4304" y="3579"/>
                </a:lnTo>
                <a:lnTo>
                  <a:pt x="4314" y="3557"/>
                </a:lnTo>
                <a:lnTo>
                  <a:pt x="4313" y="3548"/>
                </a:lnTo>
                <a:lnTo>
                  <a:pt x="4311" y="3539"/>
                </a:lnTo>
                <a:lnTo>
                  <a:pt x="4320" y="3528"/>
                </a:lnTo>
                <a:lnTo>
                  <a:pt x="4330" y="3527"/>
                </a:lnTo>
                <a:lnTo>
                  <a:pt x="4340" y="3525"/>
                </a:lnTo>
                <a:lnTo>
                  <a:pt x="4360" y="3504"/>
                </a:lnTo>
                <a:lnTo>
                  <a:pt x="4366" y="3488"/>
                </a:lnTo>
                <a:lnTo>
                  <a:pt x="4371" y="3469"/>
                </a:lnTo>
                <a:lnTo>
                  <a:pt x="4380" y="3463"/>
                </a:lnTo>
                <a:lnTo>
                  <a:pt x="4388" y="3469"/>
                </a:lnTo>
                <a:lnTo>
                  <a:pt x="4392" y="3477"/>
                </a:lnTo>
                <a:lnTo>
                  <a:pt x="4400" y="3488"/>
                </a:lnTo>
                <a:lnTo>
                  <a:pt x="4408" y="3489"/>
                </a:lnTo>
                <a:lnTo>
                  <a:pt x="4409" y="3480"/>
                </a:lnTo>
                <a:lnTo>
                  <a:pt x="4410" y="3472"/>
                </a:lnTo>
                <a:lnTo>
                  <a:pt x="4418" y="3464"/>
                </a:lnTo>
                <a:lnTo>
                  <a:pt x="4425" y="3467"/>
                </a:lnTo>
                <a:lnTo>
                  <a:pt x="4427" y="3469"/>
                </a:lnTo>
                <a:lnTo>
                  <a:pt x="4425" y="3481"/>
                </a:lnTo>
                <a:lnTo>
                  <a:pt x="4409" y="3507"/>
                </a:lnTo>
                <a:lnTo>
                  <a:pt x="4391" y="3528"/>
                </a:lnTo>
                <a:lnTo>
                  <a:pt x="4374" y="3548"/>
                </a:lnTo>
                <a:lnTo>
                  <a:pt x="4353" y="3582"/>
                </a:lnTo>
                <a:lnTo>
                  <a:pt x="4349" y="3601"/>
                </a:lnTo>
                <a:lnTo>
                  <a:pt x="4351" y="3610"/>
                </a:lnTo>
                <a:lnTo>
                  <a:pt x="4357" y="3615"/>
                </a:lnTo>
                <a:lnTo>
                  <a:pt x="4368" y="3616"/>
                </a:lnTo>
                <a:lnTo>
                  <a:pt x="4376" y="3614"/>
                </a:lnTo>
                <a:lnTo>
                  <a:pt x="4381" y="3613"/>
                </a:lnTo>
                <a:lnTo>
                  <a:pt x="4386" y="3616"/>
                </a:lnTo>
                <a:lnTo>
                  <a:pt x="4382" y="3632"/>
                </a:lnTo>
                <a:lnTo>
                  <a:pt x="4371" y="3652"/>
                </a:lnTo>
                <a:lnTo>
                  <a:pt x="4358" y="3672"/>
                </a:lnTo>
                <a:lnTo>
                  <a:pt x="4354" y="3691"/>
                </a:lnTo>
                <a:lnTo>
                  <a:pt x="4359" y="3698"/>
                </a:lnTo>
                <a:lnTo>
                  <a:pt x="4364" y="3700"/>
                </a:lnTo>
                <a:lnTo>
                  <a:pt x="4368" y="3702"/>
                </a:lnTo>
                <a:lnTo>
                  <a:pt x="4372" y="3709"/>
                </a:lnTo>
                <a:lnTo>
                  <a:pt x="4366" y="3724"/>
                </a:lnTo>
                <a:lnTo>
                  <a:pt x="4352" y="3740"/>
                </a:lnTo>
                <a:lnTo>
                  <a:pt x="4333" y="3758"/>
                </a:lnTo>
                <a:lnTo>
                  <a:pt x="4329" y="3770"/>
                </a:lnTo>
                <a:lnTo>
                  <a:pt x="4339" y="3775"/>
                </a:lnTo>
                <a:lnTo>
                  <a:pt x="4349" y="3776"/>
                </a:lnTo>
                <a:lnTo>
                  <a:pt x="4361" y="3778"/>
                </a:lnTo>
                <a:lnTo>
                  <a:pt x="4387" y="3770"/>
                </a:lnTo>
                <a:lnTo>
                  <a:pt x="4410" y="3754"/>
                </a:lnTo>
                <a:lnTo>
                  <a:pt x="4425" y="3734"/>
                </a:lnTo>
                <a:lnTo>
                  <a:pt x="4427" y="3723"/>
                </a:lnTo>
                <a:lnTo>
                  <a:pt x="4430" y="3714"/>
                </a:lnTo>
                <a:lnTo>
                  <a:pt x="4462" y="3685"/>
                </a:lnTo>
                <a:lnTo>
                  <a:pt x="4485" y="3672"/>
                </a:lnTo>
                <a:lnTo>
                  <a:pt x="4509" y="3658"/>
                </a:lnTo>
                <a:lnTo>
                  <a:pt x="4535" y="3635"/>
                </a:lnTo>
                <a:lnTo>
                  <a:pt x="4543" y="3621"/>
                </a:lnTo>
                <a:lnTo>
                  <a:pt x="4544" y="3616"/>
                </a:lnTo>
                <a:lnTo>
                  <a:pt x="4545" y="3610"/>
                </a:lnTo>
                <a:lnTo>
                  <a:pt x="4548" y="3603"/>
                </a:lnTo>
                <a:lnTo>
                  <a:pt x="4561" y="3599"/>
                </a:lnTo>
                <a:lnTo>
                  <a:pt x="4577" y="3603"/>
                </a:lnTo>
                <a:lnTo>
                  <a:pt x="4585" y="3605"/>
                </a:lnTo>
                <a:lnTo>
                  <a:pt x="4598" y="3605"/>
                </a:lnTo>
                <a:lnTo>
                  <a:pt x="4608" y="3600"/>
                </a:lnTo>
                <a:lnTo>
                  <a:pt x="4616" y="3590"/>
                </a:lnTo>
                <a:lnTo>
                  <a:pt x="4619" y="3583"/>
                </a:lnTo>
                <a:lnTo>
                  <a:pt x="4626" y="3569"/>
                </a:lnTo>
                <a:lnTo>
                  <a:pt x="4655" y="3535"/>
                </a:lnTo>
                <a:lnTo>
                  <a:pt x="4673" y="3520"/>
                </a:lnTo>
                <a:lnTo>
                  <a:pt x="4695" y="3505"/>
                </a:lnTo>
                <a:lnTo>
                  <a:pt x="4717" y="3499"/>
                </a:lnTo>
                <a:lnTo>
                  <a:pt x="4730" y="3504"/>
                </a:lnTo>
                <a:lnTo>
                  <a:pt x="4736" y="3510"/>
                </a:lnTo>
                <a:lnTo>
                  <a:pt x="4745" y="3520"/>
                </a:lnTo>
                <a:lnTo>
                  <a:pt x="4741" y="3526"/>
                </a:lnTo>
                <a:lnTo>
                  <a:pt x="4727" y="3523"/>
                </a:lnTo>
                <a:lnTo>
                  <a:pt x="4716" y="3522"/>
                </a:lnTo>
                <a:lnTo>
                  <a:pt x="4704" y="3526"/>
                </a:lnTo>
                <a:lnTo>
                  <a:pt x="4699" y="3538"/>
                </a:lnTo>
                <a:lnTo>
                  <a:pt x="4703" y="3560"/>
                </a:lnTo>
                <a:lnTo>
                  <a:pt x="4708" y="3574"/>
                </a:lnTo>
                <a:lnTo>
                  <a:pt x="4711" y="3580"/>
                </a:lnTo>
                <a:lnTo>
                  <a:pt x="4719" y="3586"/>
                </a:lnTo>
                <a:lnTo>
                  <a:pt x="4736" y="3582"/>
                </a:lnTo>
                <a:lnTo>
                  <a:pt x="4757" y="3569"/>
                </a:lnTo>
                <a:lnTo>
                  <a:pt x="4774" y="3560"/>
                </a:lnTo>
                <a:lnTo>
                  <a:pt x="4810" y="3552"/>
                </a:lnTo>
                <a:lnTo>
                  <a:pt x="4822" y="3554"/>
                </a:lnTo>
                <a:lnTo>
                  <a:pt x="4834" y="3557"/>
                </a:lnTo>
                <a:lnTo>
                  <a:pt x="4860" y="3547"/>
                </a:lnTo>
                <a:lnTo>
                  <a:pt x="4885" y="3526"/>
                </a:lnTo>
                <a:lnTo>
                  <a:pt x="4897" y="3501"/>
                </a:lnTo>
                <a:lnTo>
                  <a:pt x="4896" y="3490"/>
                </a:lnTo>
                <a:lnTo>
                  <a:pt x="4895" y="3485"/>
                </a:lnTo>
                <a:lnTo>
                  <a:pt x="4898" y="3473"/>
                </a:lnTo>
                <a:lnTo>
                  <a:pt x="4912" y="3448"/>
                </a:lnTo>
                <a:lnTo>
                  <a:pt x="4941" y="3416"/>
                </a:lnTo>
                <a:lnTo>
                  <a:pt x="4972" y="3395"/>
                </a:lnTo>
                <a:lnTo>
                  <a:pt x="4984" y="3392"/>
                </a:lnTo>
                <a:lnTo>
                  <a:pt x="4992" y="3394"/>
                </a:lnTo>
                <a:lnTo>
                  <a:pt x="4998" y="3408"/>
                </a:lnTo>
                <a:lnTo>
                  <a:pt x="4995" y="3417"/>
                </a:lnTo>
                <a:lnTo>
                  <a:pt x="4992" y="3428"/>
                </a:lnTo>
                <a:lnTo>
                  <a:pt x="4995" y="3446"/>
                </a:lnTo>
                <a:lnTo>
                  <a:pt x="5000" y="3451"/>
                </a:lnTo>
                <a:lnTo>
                  <a:pt x="5007" y="3454"/>
                </a:lnTo>
                <a:lnTo>
                  <a:pt x="5016" y="3451"/>
                </a:lnTo>
                <a:lnTo>
                  <a:pt x="5018" y="3444"/>
                </a:lnTo>
                <a:lnTo>
                  <a:pt x="5020" y="3437"/>
                </a:lnTo>
                <a:lnTo>
                  <a:pt x="5038" y="3422"/>
                </a:lnTo>
                <a:lnTo>
                  <a:pt x="5051" y="3417"/>
                </a:lnTo>
                <a:lnTo>
                  <a:pt x="5064" y="3412"/>
                </a:lnTo>
                <a:lnTo>
                  <a:pt x="5076" y="3402"/>
                </a:lnTo>
                <a:lnTo>
                  <a:pt x="5078" y="3396"/>
                </a:lnTo>
                <a:lnTo>
                  <a:pt x="5076" y="3392"/>
                </a:lnTo>
                <a:lnTo>
                  <a:pt x="5075" y="3390"/>
                </a:lnTo>
                <a:lnTo>
                  <a:pt x="5077" y="3384"/>
                </a:lnTo>
                <a:lnTo>
                  <a:pt x="5088" y="3374"/>
                </a:lnTo>
                <a:lnTo>
                  <a:pt x="5102" y="3370"/>
                </a:lnTo>
                <a:lnTo>
                  <a:pt x="5116" y="3364"/>
                </a:lnTo>
                <a:lnTo>
                  <a:pt x="5143" y="3337"/>
                </a:lnTo>
                <a:lnTo>
                  <a:pt x="5151" y="3320"/>
                </a:lnTo>
                <a:lnTo>
                  <a:pt x="5158" y="3301"/>
                </a:lnTo>
                <a:lnTo>
                  <a:pt x="5178" y="3273"/>
                </a:lnTo>
                <a:lnTo>
                  <a:pt x="5204" y="3256"/>
                </a:lnTo>
                <a:lnTo>
                  <a:pt x="5239" y="3249"/>
                </a:lnTo>
                <a:lnTo>
                  <a:pt x="5263" y="3249"/>
                </a:lnTo>
                <a:lnTo>
                  <a:pt x="5285" y="3247"/>
                </a:lnTo>
                <a:lnTo>
                  <a:pt x="5307" y="3238"/>
                </a:lnTo>
                <a:lnTo>
                  <a:pt x="5316" y="3228"/>
                </a:lnTo>
                <a:lnTo>
                  <a:pt x="5319" y="3222"/>
                </a:lnTo>
                <a:lnTo>
                  <a:pt x="5320" y="3213"/>
                </a:lnTo>
                <a:lnTo>
                  <a:pt x="5316" y="3204"/>
                </a:lnTo>
                <a:lnTo>
                  <a:pt x="5301" y="3198"/>
                </a:lnTo>
                <a:lnTo>
                  <a:pt x="5279" y="3201"/>
                </a:lnTo>
                <a:lnTo>
                  <a:pt x="5260" y="3204"/>
                </a:lnTo>
                <a:lnTo>
                  <a:pt x="5244" y="3204"/>
                </a:lnTo>
                <a:lnTo>
                  <a:pt x="5238" y="3201"/>
                </a:lnTo>
                <a:lnTo>
                  <a:pt x="5243" y="3191"/>
                </a:lnTo>
                <a:lnTo>
                  <a:pt x="5270" y="3170"/>
                </a:lnTo>
                <a:lnTo>
                  <a:pt x="5293" y="3156"/>
                </a:lnTo>
                <a:lnTo>
                  <a:pt x="5323" y="3139"/>
                </a:lnTo>
                <a:lnTo>
                  <a:pt x="5352" y="3125"/>
                </a:lnTo>
                <a:lnTo>
                  <a:pt x="5364" y="3123"/>
                </a:lnTo>
                <a:lnTo>
                  <a:pt x="5371" y="3127"/>
                </a:lnTo>
                <a:lnTo>
                  <a:pt x="5371" y="3139"/>
                </a:lnTo>
                <a:lnTo>
                  <a:pt x="5363" y="3165"/>
                </a:lnTo>
                <a:lnTo>
                  <a:pt x="5349" y="3193"/>
                </a:lnTo>
                <a:lnTo>
                  <a:pt x="5333" y="3225"/>
                </a:lnTo>
                <a:lnTo>
                  <a:pt x="5318" y="3270"/>
                </a:lnTo>
                <a:lnTo>
                  <a:pt x="5319" y="3289"/>
                </a:lnTo>
                <a:lnTo>
                  <a:pt x="5325" y="3296"/>
                </a:lnTo>
                <a:lnTo>
                  <a:pt x="5342" y="3296"/>
                </a:lnTo>
                <a:lnTo>
                  <a:pt x="5360" y="3287"/>
                </a:lnTo>
                <a:lnTo>
                  <a:pt x="5376" y="3278"/>
                </a:lnTo>
                <a:lnTo>
                  <a:pt x="5404" y="3257"/>
                </a:lnTo>
                <a:lnTo>
                  <a:pt x="5411" y="3247"/>
                </a:lnTo>
                <a:lnTo>
                  <a:pt x="5418" y="3237"/>
                </a:lnTo>
                <a:lnTo>
                  <a:pt x="5437" y="3225"/>
                </a:lnTo>
                <a:lnTo>
                  <a:pt x="5446" y="3224"/>
                </a:lnTo>
                <a:lnTo>
                  <a:pt x="5456" y="3222"/>
                </a:lnTo>
                <a:lnTo>
                  <a:pt x="5475" y="3207"/>
                </a:lnTo>
                <a:lnTo>
                  <a:pt x="5481" y="3198"/>
                </a:lnTo>
                <a:lnTo>
                  <a:pt x="5487" y="3187"/>
                </a:lnTo>
                <a:lnTo>
                  <a:pt x="5515" y="3164"/>
                </a:lnTo>
                <a:lnTo>
                  <a:pt x="5532" y="3156"/>
                </a:lnTo>
                <a:lnTo>
                  <a:pt x="5550" y="3148"/>
                </a:lnTo>
                <a:lnTo>
                  <a:pt x="5568" y="3131"/>
                </a:lnTo>
                <a:lnTo>
                  <a:pt x="5574" y="3119"/>
                </a:lnTo>
                <a:lnTo>
                  <a:pt x="5575" y="3113"/>
                </a:lnTo>
                <a:lnTo>
                  <a:pt x="5575" y="3108"/>
                </a:lnTo>
                <a:lnTo>
                  <a:pt x="5581" y="3099"/>
                </a:lnTo>
                <a:lnTo>
                  <a:pt x="5595" y="3090"/>
                </a:lnTo>
                <a:lnTo>
                  <a:pt x="5608" y="3088"/>
                </a:lnTo>
                <a:lnTo>
                  <a:pt x="5618" y="3089"/>
                </a:lnTo>
                <a:lnTo>
                  <a:pt x="5631" y="3093"/>
                </a:lnTo>
                <a:lnTo>
                  <a:pt x="5639" y="3103"/>
                </a:lnTo>
                <a:lnTo>
                  <a:pt x="5642" y="3119"/>
                </a:lnTo>
                <a:lnTo>
                  <a:pt x="5643" y="3130"/>
                </a:lnTo>
                <a:lnTo>
                  <a:pt x="5644" y="3152"/>
                </a:lnTo>
                <a:lnTo>
                  <a:pt x="5650" y="3168"/>
                </a:lnTo>
                <a:lnTo>
                  <a:pt x="5655" y="3172"/>
                </a:lnTo>
                <a:lnTo>
                  <a:pt x="5665" y="3167"/>
                </a:lnTo>
                <a:lnTo>
                  <a:pt x="5678" y="3139"/>
                </a:lnTo>
                <a:lnTo>
                  <a:pt x="5683" y="3115"/>
                </a:lnTo>
                <a:lnTo>
                  <a:pt x="5688" y="3091"/>
                </a:lnTo>
                <a:lnTo>
                  <a:pt x="5706" y="3052"/>
                </a:lnTo>
                <a:lnTo>
                  <a:pt x="5725" y="3030"/>
                </a:lnTo>
                <a:lnTo>
                  <a:pt x="5739" y="3029"/>
                </a:lnTo>
                <a:lnTo>
                  <a:pt x="5746" y="3035"/>
                </a:lnTo>
                <a:lnTo>
                  <a:pt x="5749" y="3041"/>
                </a:lnTo>
                <a:lnTo>
                  <a:pt x="5751" y="3046"/>
                </a:lnTo>
                <a:lnTo>
                  <a:pt x="5759" y="3050"/>
                </a:lnTo>
                <a:lnTo>
                  <a:pt x="5776" y="3042"/>
                </a:lnTo>
                <a:lnTo>
                  <a:pt x="5793" y="3024"/>
                </a:lnTo>
                <a:lnTo>
                  <a:pt x="5808" y="3009"/>
                </a:lnTo>
                <a:lnTo>
                  <a:pt x="5825" y="3000"/>
                </a:lnTo>
                <a:lnTo>
                  <a:pt x="5834" y="3001"/>
                </a:lnTo>
                <a:lnTo>
                  <a:pt x="5836" y="3004"/>
                </a:lnTo>
                <a:lnTo>
                  <a:pt x="5841" y="3008"/>
                </a:lnTo>
                <a:lnTo>
                  <a:pt x="5849" y="3012"/>
                </a:lnTo>
                <a:lnTo>
                  <a:pt x="5865" y="3008"/>
                </a:lnTo>
                <a:lnTo>
                  <a:pt x="5879" y="2996"/>
                </a:lnTo>
                <a:lnTo>
                  <a:pt x="5892" y="2985"/>
                </a:lnTo>
                <a:lnTo>
                  <a:pt x="5919" y="2974"/>
                </a:lnTo>
                <a:lnTo>
                  <a:pt x="5927" y="2977"/>
                </a:lnTo>
                <a:lnTo>
                  <a:pt x="5934" y="2980"/>
                </a:lnTo>
                <a:lnTo>
                  <a:pt x="5949" y="2970"/>
                </a:lnTo>
                <a:lnTo>
                  <a:pt x="5953" y="2960"/>
                </a:lnTo>
                <a:lnTo>
                  <a:pt x="5958" y="2950"/>
                </a:lnTo>
                <a:lnTo>
                  <a:pt x="5972" y="2942"/>
                </a:lnTo>
                <a:lnTo>
                  <a:pt x="5980" y="2945"/>
                </a:lnTo>
                <a:lnTo>
                  <a:pt x="5986" y="2947"/>
                </a:lnTo>
                <a:lnTo>
                  <a:pt x="5991" y="2939"/>
                </a:lnTo>
                <a:lnTo>
                  <a:pt x="5987" y="2930"/>
                </a:lnTo>
                <a:lnTo>
                  <a:pt x="5983" y="2917"/>
                </a:lnTo>
                <a:lnTo>
                  <a:pt x="5993" y="2904"/>
                </a:lnTo>
                <a:lnTo>
                  <a:pt x="6004" y="2903"/>
                </a:lnTo>
                <a:lnTo>
                  <a:pt x="6016" y="2902"/>
                </a:lnTo>
                <a:lnTo>
                  <a:pt x="6036" y="2887"/>
                </a:lnTo>
                <a:lnTo>
                  <a:pt x="6041" y="2877"/>
                </a:lnTo>
                <a:lnTo>
                  <a:pt x="6046" y="2868"/>
                </a:lnTo>
                <a:lnTo>
                  <a:pt x="6059" y="2858"/>
                </a:lnTo>
                <a:lnTo>
                  <a:pt x="6065" y="2860"/>
                </a:lnTo>
                <a:lnTo>
                  <a:pt x="6068" y="2862"/>
                </a:lnTo>
                <a:lnTo>
                  <a:pt x="6074" y="2859"/>
                </a:lnTo>
                <a:lnTo>
                  <a:pt x="6083" y="2847"/>
                </a:lnTo>
                <a:lnTo>
                  <a:pt x="6087" y="2834"/>
                </a:lnTo>
                <a:lnTo>
                  <a:pt x="6093" y="2818"/>
                </a:lnTo>
                <a:lnTo>
                  <a:pt x="6105" y="2806"/>
                </a:lnTo>
                <a:lnTo>
                  <a:pt x="6114" y="2804"/>
                </a:lnTo>
                <a:lnTo>
                  <a:pt x="6127" y="2811"/>
                </a:lnTo>
                <a:lnTo>
                  <a:pt x="6136" y="2836"/>
                </a:lnTo>
                <a:lnTo>
                  <a:pt x="6135" y="2854"/>
                </a:lnTo>
                <a:lnTo>
                  <a:pt x="6134" y="2872"/>
                </a:lnTo>
                <a:lnTo>
                  <a:pt x="6140" y="2880"/>
                </a:lnTo>
                <a:lnTo>
                  <a:pt x="6148" y="2870"/>
                </a:lnTo>
                <a:lnTo>
                  <a:pt x="6156" y="2861"/>
                </a:lnTo>
                <a:lnTo>
                  <a:pt x="6178" y="2855"/>
                </a:lnTo>
                <a:lnTo>
                  <a:pt x="6200" y="2863"/>
                </a:lnTo>
                <a:lnTo>
                  <a:pt x="6216" y="2881"/>
                </a:lnTo>
                <a:lnTo>
                  <a:pt x="6217" y="2894"/>
                </a:lnTo>
                <a:lnTo>
                  <a:pt x="6219" y="2904"/>
                </a:lnTo>
                <a:lnTo>
                  <a:pt x="6233" y="2918"/>
                </a:lnTo>
                <a:lnTo>
                  <a:pt x="6244" y="2920"/>
                </a:lnTo>
                <a:lnTo>
                  <a:pt x="6250" y="2919"/>
                </a:lnTo>
                <a:lnTo>
                  <a:pt x="6259" y="2916"/>
                </a:lnTo>
                <a:lnTo>
                  <a:pt x="6264" y="2905"/>
                </a:lnTo>
                <a:lnTo>
                  <a:pt x="6261" y="2892"/>
                </a:lnTo>
                <a:lnTo>
                  <a:pt x="6253" y="2869"/>
                </a:lnTo>
                <a:lnTo>
                  <a:pt x="6251" y="2859"/>
                </a:lnTo>
                <a:lnTo>
                  <a:pt x="6249" y="2856"/>
                </a:lnTo>
                <a:lnTo>
                  <a:pt x="6235" y="2852"/>
                </a:lnTo>
                <a:lnTo>
                  <a:pt x="6226" y="2852"/>
                </a:lnTo>
                <a:lnTo>
                  <a:pt x="6216" y="2851"/>
                </a:lnTo>
                <a:lnTo>
                  <a:pt x="6201" y="2837"/>
                </a:lnTo>
                <a:lnTo>
                  <a:pt x="6200" y="2827"/>
                </a:lnTo>
                <a:lnTo>
                  <a:pt x="6201" y="2817"/>
                </a:lnTo>
                <a:lnTo>
                  <a:pt x="6210" y="2802"/>
                </a:lnTo>
                <a:lnTo>
                  <a:pt x="6217" y="2801"/>
                </a:lnTo>
                <a:lnTo>
                  <a:pt x="6224" y="2799"/>
                </a:lnTo>
                <a:lnTo>
                  <a:pt x="6233" y="2780"/>
                </a:lnTo>
                <a:lnTo>
                  <a:pt x="6234" y="2766"/>
                </a:lnTo>
                <a:lnTo>
                  <a:pt x="6234" y="2757"/>
                </a:lnTo>
                <a:lnTo>
                  <a:pt x="6231" y="2744"/>
                </a:lnTo>
                <a:lnTo>
                  <a:pt x="6224" y="2738"/>
                </a:lnTo>
                <a:lnTo>
                  <a:pt x="6212" y="2739"/>
                </a:lnTo>
                <a:lnTo>
                  <a:pt x="6205" y="2743"/>
                </a:lnTo>
                <a:lnTo>
                  <a:pt x="6190" y="2747"/>
                </a:lnTo>
                <a:lnTo>
                  <a:pt x="6185" y="2743"/>
                </a:lnTo>
                <a:lnTo>
                  <a:pt x="6193" y="2734"/>
                </a:lnTo>
                <a:lnTo>
                  <a:pt x="6205" y="2722"/>
                </a:lnTo>
                <a:lnTo>
                  <a:pt x="6234" y="2716"/>
                </a:lnTo>
                <a:lnTo>
                  <a:pt x="6257" y="2725"/>
                </a:lnTo>
                <a:lnTo>
                  <a:pt x="6268" y="2743"/>
                </a:lnTo>
                <a:lnTo>
                  <a:pt x="6271" y="2756"/>
                </a:lnTo>
                <a:lnTo>
                  <a:pt x="6271" y="2764"/>
                </a:lnTo>
                <a:lnTo>
                  <a:pt x="6269" y="2779"/>
                </a:lnTo>
                <a:lnTo>
                  <a:pt x="6276" y="2797"/>
                </a:lnTo>
                <a:lnTo>
                  <a:pt x="6293" y="2800"/>
                </a:lnTo>
                <a:lnTo>
                  <a:pt x="6315" y="2788"/>
                </a:lnTo>
                <a:lnTo>
                  <a:pt x="6328" y="2776"/>
                </a:lnTo>
                <a:lnTo>
                  <a:pt x="6338" y="2766"/>
                </a:lnTo>
                <a:lnTo>
                  <a:pt x="6343" y="2755"/>
                </a:lnTo>
                <a:lnTo>
                  <a:pt x="6340" y="2751"/>
                </a:lnTo>
                <a:lnTo>
                  <a:pt x="6337" y="2751"/>
                </a:lnTo>
                <a:lnTo>
                  <a:pt x="6330" y="2750"/>
                </a:lnTo>
                <a:lnTo>
                  <a:pt x="6326" y="2737"/>
                </a:lnTo>
                <a:lnTo>
                  <a:pt x="6328" y="2727"/>
                </a:lnTo>
                <a:lnTo>
                  <a:pt x="6330" y="2722"/>
                </a:lnTo>
                <a:lnTo>
                  <a:pt x="6329" y="2712"/>
                </a:lnTo>
                <a:lnTo>
                  <a:pt x="6319" y="2700"/>
                </a:lnTo>
                <a:lnTo>
                  <a:pt x="6307" y="2695"/>
                </a:lnTo>
                <a:lnTo>
                  <a:pt x="6295" y="2692"/>
                </a:lnTo>
                <a:lnTo>
                  <a:pt x="6290" y="2685"/>
                </a:lnTo>
                <a:lnTo>
                  <a:pt x="6320" y="2672"/>
                </a:lnTo>
                <a:lnTo>
                  <a:pt x="6374" y="2660"/>
                </a:lnTo>
                <a:lnTo>
                  <a:pt x="6387" y="2657"/>
                </a:lnTo>
                <a:lnTo>
                  <a:pt x="6405" y="2648"/>
                </a:lnTo>
                <a:lnTo>
                  <a:pt x="6413" y="2638"/>
                </a:lnTo>
                <a:lnTo>
                  <a:pt x="6414" y="2625"/>
                </a:lnTo>
                <a:lnTo>
                  <a:pt x="6411" y="2616"/>
                </a:lnTo>
                <a:lnTo>
                  <a:pt x="6407" y="2602"/>
                </a:lnTo>
                <a:lnTo>
                  <a:pt x="6409" y="2588"/>
                </a:lnTo>
                <a:lnTo>
                  <a:pt x="6414" y="2583"/>
                </a:lnTo>
                <a:lnTo>
                  <a:pt x="6418" y="2582"/>
                </a:lnTo>
                <a:lnTo>
                  <a:pt x="6428" y="2579"/>
                </a:lnTo>
                <a:lnTo>
                  <a:pt x="6470" y="2546"/>
                </a:lnTo>
                <a:lnTo>
                  <a:pt x="6495" y="2523"/>
                </a:lnTo>
                <a:lnTo>
                  <a:pt x="6510" y="2508"/>
                </a:lnTo>
                <a:lnTo>
                  <a:pt x="6533" y="2478"/>
                </a:lnTo>
                <a:lnTo>
                  <a:pt x="6547" y="2452"/>
                </a:lnTo>
                <a:lnTo>
                  <a:pt x="6554" y="2426"/>
                </a:lnTo>
                <a:lnTo>
                  <a:pt x="6555" y="2414"/>
                </a:lnTo>
                <a:lnTo>
                  <a:pt x="6556" y="2391"/>
                </a:lnTo>
                <a:lnTo>
                  <a:pt x="6564" y="2370"/>
                </a:lnTo>
                <a:lnTo>
                  <a:pt x="6571" y="2363"/>
                </a:lnTo>
                <a:lnTo>
                  <a:pt x="6576" y="2363"/>
                </a:lnTo>
                <a:lnTo>
                  <a:pt x="6591" y="2361"/>
                </a:lnTo>
                <a:lnTo>
                  <a:pt x="6618" y="2343"/>
                </a:lnTo>
                <a:lnTo>
                  <a:pt x="6640" y="2312"/>
                </a:lnTo>
                <a:lnTo>
                  <a:pt x="6652" y="2277"/>
                </a:lnTo>
                <a:lnTo>
                  <a:pt x="6652" y="2260"/>
                </a:lnTo>
                <a:lnTo>
                  <a:pt x="6653" y="2242"/>
                </a:lnTo>
                <a:lnTo>
                  <a:pt x="6668" y="2199"/>
                </a:lnTo>
                <a:lnTo>
                  <a:pt x="6690" y="2156"/>
                </a:lnTo>
                <a:lnTo>
                  <a:pt x="6709" y="2135"/>
                </a:lnTo>
                <a:lnTo>
                  <a:pt x="6720" y="2127"/>
                </a:lnTo>
                <a:lnTo>
                  <a:pt x="6725" y="2126"/>
                </a:lnTo>
                <a:lnTo>
                  <a:pt x="6731" y="2124"/>
                </a:lnTo>
                <a:lnTo>
                  <a:pt x="6740" y="2102"/>
                </a:lnTo>
                <a:lnTo>
                  <a:pt x="6741" y="2084"/>
                </a:lnTo>
                <a:lnTo>
                  <a:pt x="6741" y="2073"/>
                </a:lnTo>
                <a:lnTo>
                  <a:pt x="6746" y="2055"/>
                </a:lnTo>
                <a:lnTo>
                  <a:pt x="6756" y="2040"/>
                </a:lnTo>
                <a:lnTo>
                  <a:pt x="6770" y="2028"/>
                </a:lnTo>
                <a:lnTo>
                  <a:pt x="6779" y="2024"/>
                </a:lnTo>
                <a:lnTo>
                  <a:pt x="6798" y="2013"/>
                </a:lnTo>
                <a:lnTo>
                  <a:pt x="6833" y="1979"/>
                </a:lnTo>
                <a:lnTo>
                  <a:pt x="6858" y="1937"/>
                </a:lnTo>
                <a:lnTo>
                  <a:pt x="6868" y="1895"/>
                </a:lnTo>
                <a:lnTo>
                  <a:pt x="6865" y="1877"/>
                </a:lnTo>
                <a:lnTo>
                  <a:pt x="6863" y="1868"/>
                </a:lnTo>
                <a:lnTo>
                  <a:pt x="6864" y="1852"/>
                </a:lnTo>
                <a:lnTo>
                  <a:pt x="6870" y="1835"/>
                </a:lnTo>
                <a:lnTo>
                  <a:pt x="6882" y="1819"/>
                </a:lnTo>
                <a:lnTo>
                  <a:pt x="6891" y="1812"/>
                </a:lnTo>
                <a:lnTo>
                  <a:pt x="6900" y="1804"/>
                </a:lnTo>
                <a:lnTo>
                  <a:pt x="6913" y="1785"/>
                </a:lnTo>
                <a:lnTo>
                  <a:pt x="6922" y="1761"/>
                </a:lnTo>
                <a:lnTo>
                  <a:pt x="6926" y="1734"/>
                </a:lnTo>
                <a:lnTo>
                  <a:pt x="6926" y="1718"/>
                </a:lnTo>
                <a:lnTo>
                  <a:pt x="6927" y="1688"/>
                </a:lnTo>
                <a:lnTo>
                  <a:pt x="6935" y="1662"/>
                </a:lnTo>
                <a:lnTo>
                  <a:pt x="6945" y="1654"/>
                </a:lnTo>
                <a:lnTo>
                  <a:pt x="6951" y="1654"/>
                </a:lnTo>
                <a:lnTo>
                  <a:pt x="6963" y="1652"/>
                </a:lnTo>
                <a:lnTo>
                  <a:pt x="6988" y="1634"/>
                </a:lnTo>
                <a:lnTo>
                  <a:pt x="6997" y="1620"/>
                </a:lnTo>
                <a:lnTo>
                  <a:pt x="7007" y="1607"/>
                </a:lnTo>
                <a:lnTo>
                  <a:pt x="7029" y="1588"/>
                </a:lnTo>
                <a:lnTo>
                  <a:pt x="7040" y="1586"/>
                </a:lnTo>
                <a:lnTo>
                  <a:pt x="7045" y="1585"/>
                </a:lnTo>
                <a:lnTo>
                  <a:pt x="7053" y="1578"/>
                </a:lnTo>
                <a:lnTo>
                  <a:pt x="7061" y="1558"/>
                </a:lnTo>
                <a:lnTo>
                  <a:pt x="7062" y="1538"/>
                </a:lnTo>
                <a:lnTo>
                  <a:pt x="7062" y="1511"/>
                </a:lnTo>
                <a:lnTo>
                  <a:pt x="7072" y="1463"/>
                </a:lnTo>
                <a:lnTo>
                  <a:pt x="7091" y="1417"/>
                </a:lnTo>
                <a:lnTo>
                  <a:pt x="7121" y="1374"/>
                </a:lnTo>
                <a:lnTo>
                  <a:pt x="7139" y="1353"/>
                </a:lnTo>
                <a:lnTo>
                  <a:pt x="7152" y="1339"/>
                </a:lnTo>
                <a:lnTo>
                  <a:pt x="7169" y="1316"/>
                </a:lnTo>
                <a:lnTo>
                  <a:pt x="7176" y="1291"/>
                </a:lnTo>
                <a:lnTo>
                  <a:pt x="7175" y="1257"/>
                </a:lnTo>
                <a:lnTo>
                  <a:pt x="7173" y="1235"/>
                </a:lnTo>
                <a:lnTo>
                  <a:pt x="7168" y="1203"/>
                </a:lnTo>
                <a:lnTo>
                  <a:pt x="7159" y="1161"/>
                </a:lnTo>
                <a:lnTo>
                  <a:pt x="7144" y="1139"/>
                </a:lnTo>
                <a:lnTo>
                  <a:pt x="7116" y="1127"/>
                </a:lnTo>
                <a:lnTo>
                  <a:pt x="7093" y="1123"/>
                </a:lnTo>
                <a:lnTo>
                  <a:pt x="7068" y="1118"/>
                </a:lnTo>
                <a:lnTo>
                  <a:pt x="7042" y="1121"/>
                </a:lnTo>
                <a:lnTo>
                  <a:pt x="7029" y="1127"/>
                </a:lnTo>
                <a:lnTo>
                  <a:pt x="7024" y="1133"/>
                </a:lnTo>
                <a:lnTo>
                  <a:pt x="7016" y="1144"/>
                </a:lnTo>
                <a:lnTo>
                  <a:pt x="7004" y="1145"/>
                </a:lnTo>
                <a:lnTo>
                  <a:pt x="6999" y="1136"/>
                </a:lnTo>
                <a:lnTo>
                  <a:pt x="6997" y="1131"/>
                </a:lnTo>
                <a:lnTo>
                  <a:pt x="6991" y="1125"/>
                </a:lnTo>
                <a:lnTo>
                  <a:pt x="6976" y="1124"/>
                </a:lnTo>
                <a:lnTo>
                  <a:pt x="6961" y="1131"/>
                </a:lnTo>
                <a:lnTo>
                  <a:pt x="6954" y="1135"/>
                </a:lnTo>
                <a:lnTo>
                  <a:pt x="6943" y="1146"/>
                </a:lnTo>
                <a:lnTo>
                  <a:pt x="6937" y="1171"/>
                </a:lnTo>
                <a:lnTo>
                  <a:pt x="6940" y="1196"/>
                </a:lnTo>
                <a:lnTo>
                  <a:pt x="6941" y="1216"/>
                </a:lnTo>
                <a:lnTo>
                  <a:pt x="6936" y="1241"/>
                </a:lnTo>
                <a:lnTo>
                  <a:pt x="6920" y="1250"/>
                </a:lnTo>
                <a:lnTo>
                  <a:pt x="6895" y="1244"/>
                </a:lnTo>
                <a:lnTo>
                  <a:pt x="6877" y="1234"/>
                </a:lnTo>
                <a:lnTo>
                  <a:pt x="6870" y="1229"/>
                </a:lnTo>
                <a:lnTo>
                  <a:pt x="6862" y="1220"/>
                </a:lnTo>
                <a:lnTo>
                  <a:pt x="6863" y="1206"/>
                </a:lnTo>
                <a:lnTo>
                  <a:pt x="6874" y="1191"/>
                </a:lnTo>
                <a:lnTo>
                  <a:pt x="6884" y="1178"/>
                </a:lnTo>
                <a:lnTo>
                  <a:pt x="6886" y="1167"/>
                </a:lnTo>
                <a:lnTo>
                  <a:pt x="6882" y="1165"/>
                </a:lnTo>
                <a:lnTo>
                  <a:pt x="6877" y="1164"/>
                </a:lnTo>
                <a:lnTo>
                  <a:pt x="6872" y="1164"/>
                </a:lnTo>
                <a:lnTo>
                  <a:pt x="6866" y="1159"/>
                </a:lnTo>
                <a:lnTo>
                  <a:pt x="6863" y="1145"/>
                </a:lnTo>
                <a:lnTo>
                  <a:pt x="6867" y="1131"/>
                </a:lnTo>
                <a:lnTo>
                  <a:pt x="6871" y="1114"/>
                </a:lnTo>
                <a:lnTo>
                  <a:pt x="6869" y="1101"/>
                </a:lnTo>
                <a:lnTo>
                  <a:pt x="6864" y="1098"/>
                </a:lnTo>
                <a:lnTo>
                  <a:pt x="6851" y="1103"/>
                </a:lnTo>
                <a:lnTo>
                  <a:pt x="6824" y="1128"/>
                </a:lnTo>
                <a:lnTo>
                  <a:pt x="6808" y="1148"/>
                </a:lnTo>
                <a:lnTo>
                  <a:pt x="6791" y="1167"/>
                </a:lnTo>
                <a:lnTo>
                  <a:pt x="6758" y="1195"/>
                </a:lnTo>
                <a:lnTo>
                  <a:pt x="6748" y="1199"/>
                </a:lnTo>
                <a:lnTo>
                  <a:pt x="6739" y="1201"/>
                </a:lnTo>
                <a:lnTo>
                  <a:pt x="6721" y="1219"/>
                </a:lnTo>
                <a:lnTo>
                  <a:pt x="6715" y="1232"/>
                </a:lnTo>
                <a:lnTo>
                  <a:pt x="6709" y="1247"/>
                </a:lnTo>
                <a:lnTo>
                  <a:pt x="6680" y="1283"/>
                </a:lnTo>
                <a:lnTo>
                  <a:pt x="6662" y="1298"/>
                </a:lnTo>
                <a:lnTo>
                  <a:pt x="6646" y="1312"/>
                </a:lnTo>
                <a:lnTo>
                  <a:pt x="6631" y="1334"/>
                </a:lnTo>
                <a:lnTo>
                  <a:pt x="6629" y="1345"/>
                </a:lnTo>
                <a:lnTo>
                  <a:pt x="6631" y="1350"/>
                </a:lnTo>
                <a:lnTo>
                  <a:pt x="6634" y="1356"/>
                </a:lnTo>
                <a:lnTo>
                  <a:pt x="6630" y="1366"/>
                </a:lnTo>
                <a:lnTo>
                  <a:pt x="6624" y="1367"/>
                </a:lnTo>
                <a:lnTo>
                  <a:pt x="6616" y="1370"/>
                </a:lnTo>
                <a:lnTo>
                  <a:pt x="6600" y="1394"/>
                </a:lnTo>
                <a:lnTo>
                  <a:pt x="6596" y="1411"/>
                </a:lnTo>
                <a:lnTo>
                  <a:pt x="6590" y="1429"/>
                </a:lnTo>
                <a:lnTo>
                  <a:pt x="6576" y="1444"/>
                </a:lnTo>
                <a:lnTo>
                  <a:pt x="6566" y="1446"/>
                </a:lnTo>
                <a:lnTo>
                  <a:pt x="6561" y="1445"/>
                </a:lnTo>
                <a:lnTo>
                  <a:pt x="6555" y="1443"/>
                </a:lnTo>
                <a:lnTo>
                  <a:pt x="6546" y="1445"/>
                </a:lnTo>
                <a:lnTo>
                  <a:pt x="6539" y="1459"/>
                </a:lnTo>
                <a:lnTo>
                  <a:pt x="6538" y="1478"/>
                </a:lnTo>
                <a:lnTo>
                  <a:pt x="6537" y="1495"/>
                </a:lnTo>
                <a:lnTo>
                  <a:pt x="6533" y="1510"/>
                </a:lnTo>
                <a:lnTo>
                  <a:pt x="6528" y="1514"/>
                </a:lnTo>
                <a:lnTo>
                  <a:pt x="6525" y="1513"/>
                </a:lnTo>
                <a:lnTo>
                  <a:pt x="6520" y="1507"/>
                </a:lnTo>
                <a:lnTo>
                  <a:pt x="6515" y="1478"/>
                </a:lnTo>
                <a:lnTo>
                  <a:pt x="6516" y="1435"/>
                </a:lnTo>
                <a:lnTo>
                  <a:pt x="6523" y="1390"/>
                </a:lnTo>
                <a:lnTo>
                  <a:pt x="6530" y="1369"/>
                </a:lnTo>
                <a:lnTo>
                  <a:pt x="6534" y="1347"/>
                </a:lnTo>
                <a:lnTo>
                  <a:pt x="6531" y="1324"/>
                </a:lnTo>
                <a:lnTo>
                  <a:pt x="6522" y="1312"/>
                </a:lnTo>
                <a:lnTo>
                  <a:pt x="6515" y="1306"/>
                </a:lnTo>
                <a:lnTo>
                  <a:pt x="6505" y="1300"/>
                </a:lnTo>
                <a:lnTo>
                  <a:pt x="6495" y="1288"/>
                </a:lnTo>
                <a:lnTo>
                  <a:pt x="6497" y="1270"/>
                </a:lnTo>
                <a:lnTo>
                  <a:pt x="6509" y="1244"/>
                </a:lnTo>
                <a:lnTo>
                  <a:pt x="6521" y="1225"/>
                </a:lnTo>
                <a:lnTo>
                  <a:pt x="6535" y="1200"/>
                </a:lnTo>
                <a:lnTo>
                  <a:pt x="6553" y="1157"/>
                </a:lnTo>
                <a:lnTo>
                  <a:pt x="6555" y="1148"/>
                </a:lnTo>
                <a:lnTo>
                  <a:pt x="6557" y="1138"/>
                </a:lnTo>
                <a:lnTo>
                  <a:pt x="6579" y="1095"/>
                </a:lnTo>
                <a:lnTo>
                  <a:pt x="6597" y="1070"/>
                </a:lnTo>
                <a:lnTo>
                  <a:pt x="6614" y="1044"/>
                </a:lnTo>
                <a:lnTo>
                  <a:pt x="6637" y="989"/>
                </a:lnTo>
                <a:lnTo>
                  <a:pt x="6639" y="971"/>
                </a:lnTo>
                <a:lnTo>
                  <a:pt x="6640" y="955"/>
                </a:lnTo>
                <a:lnTo>
                  <a:pt x="6653" y="922"/>
                </a:lnTo>
                <a:lnTo>
                  <a:pt x="6662" y="911"/>
                </a:lnTo>
                <a:lnTo>
                  <a:pt x="6672" y="903"/>
                </a:lnTo>
                <a:lnTo>
                  <a:pt x="6681" y="879"/>
                </a:lnTo>
                <a:lnTo>
                  <a:pt x="6678" y="867"/>
                </a:lnTo>
                <a:lnTo>
                  <a:pt x="6676" y="856"/>
                </a:lnTo>
                <a:lnTo>
                  <a:pt x="6688" y="830"/>
                </a:lnTo>
                <a:lnTo>
                  <a:pt x="6700" y="819"/>
                </a:lnTo>
                <a:lnTo>
                  <a:pt x="6710" y="812"/>
                </a:lnTo>
                <a:lnTo>
                  <a:pt x="6719" y="803"/>
                </a:lnTo>
                <a:lnTo>
                  <a:pt x="6707" y="798"/>
                </a:lnTo>
                <a:lnTo>
                  <a:pt x="6675" y="799"/>
                </a:lnTo>
                <a:lnTo>
                  <a:pt x="6649" y="799"/>
                </a:lnTo>
                <a:lnTo>
                  <a:pt x="6622" y="791"/>
                </a:lnTo>
                <a:lnTo>
                  <a:pt x="6611" y="783"/>
                </a:lnTo>
                <a:lnTo>
                  <a:pt x="6609" y="778"/>
                </a:lnTo>
                <a:lnTo>
                  <a:pt x="6606" y="768"/>
                </a:lnTo>
                <a:lnTo>
                  <a:pt x="6615" y="760"/>
                </a:lnTo>
                <a:lnTo>
                  <a:pt x="6626" y="763"/>
                </a:lnTo>
                <a:lnTo>
                  <a:pt x="6639" y="766"/>
                </a:lnTo>
                <a:lnTo>
                  <a:pt x="6668" y="758"/>
                </a:lnTo>
                <a:lnTo>
                  <a:pt x="6692" y="738"/>
                </a:lnTo>
                <a:lnTo>
                  <a:pt x="6702" y="720"/>
                </a:lnTo>
                <a:lnTo>
                  <a:pt x="6703" y="706"/>
                </a:lnTo>
                <a:lnTo>
                  <a:pt x="6702" y="700"/>
                </a:lnTo>
                <a:lnTo>
                  <a:pt x="6696" y="690"/>
                </a:lnTo>
                <a:lnTo>
                  <a:pt x="6676" y="676"/>
                </a:lnTo>
                <a:lnTo>
                  <a:pt x="6665" y="675"/>
                </a:lnTo>
                <a:lnTo>
                  <a:pt x="6654" y="674"/>
                </a:lnTo>
                <a:lnTo>
                  <a:pt x="6640" y="666"/>
                </a:lnTo>
                <a:lnTo>
                  <a:pt x="6639" y="660"/>
                </a:lnTo>
                <a:lnTo>
                  <a:pt x="6638" y="658"/>
                </a:lnTo>
                <a:lnTo>
                  <a:pt x="6629" y="656"/>
                </a:lnTo>
                <a:lnTo>
                  <a:pt x="6604" y="659"/>
                </a:lnTo>
                <a:lnTo>
                  <a:pt x="6580" y="665"/>
                </a:lnTo>
                <a:lnTo>
                  <a:pt x="6556" y="673"/>
                </a:lnTo>
                <a:lnTo>
                  <a:pt x="6527" y="690"/>
                </a:lnTo>
                <a:lnTo>
                  <a:pt x="6521" y="699"/>
                </a:lnTo>
                <a:lnTo>
                  <a:pt x="6525" y="702"/>
                </a:lnTo>
                <a:lnTo>
                  <a:pt x="6543" y="703"/>
                </a:lnTo>
                <a:lnTo>
                  <a:pt x="6565" y="698"/>
                </a:lnTo>
                <a:lnTo>
                  <a:pt x="6586" y="693"/>
                </a:lnTo>
                <a:lnTo>
                  <a:pt x="6601" y="695"/>
                </a:lnTo>
                <a:lnTo>
                  <a:pt x="6602" y="701"/>
                </a:lnTo>
                <a:lnTo>
                  <a:pt x="6599" y="707"/>
                </a:lnTo>
                <a:lnTo>
                  <a:pt x="6593" y="715"/>
                </a:lnTo>
                <a:lnTo>
                  <a:pt x="6572" y="725"/>
                </a:lnTo>
                <a:lnTo>
                  <a:pt x="6561" y="726"/>
                </a:lnTo>
                <a:lnTo>
                  <a:pt x="6552" y="727"/>
                </a:lnTo>
                <a:lnTo>
                  <a:pt x="6541" y="738"/>
                </a:lnTo>
                <a:lnTo>
                  <a:pt x="6541" y="746"/>
                </a:lnTo>
                <a:lnTo>
                  <a:pt x="6542" y="754"/>
                </a:lnTo>
                <a:lnTo>
                  <a:pt x="6529" y="769"/>
                </a:lnTo>
                <a:lnTo>
                  <a:pt x="6518" y="773"/>
                </a:lnTo>
                <a:lnTo>
                  <a:pt x="6502" y="778"/>
                </a:lnTo>
                <a:lnTo>
                  <a:pt x="6458" y="809"/>
                </a:lnTo>
                <a:lnTo>
                  <a:pt x="6434" y="830"/>
                </a:lnTo>
                <a:lnTo>
                  <a:pt x="6409" y="855"/>
                </a:lnTo>
                <a:lnTo>
                  <a:pt x="6383" y="869"/>
                </a:lnTo>
                <a:lnTo>
                  <a:pt x="6370" y="867"/>
                </a:lnTo>
                <a:lnTo>
                  <a:pt x="6363" y="862"/>
                </a:lnTo>
                <a:lnTo>
                  <a:pt x="6354" y="855"/>
                </a:lnTo>
                <a:lnTo>
                  <a:pt x="6327" y="845"/>
                </a:lnTo>
                <a:lnTo>
                  <a:pt x="6313" y="844"/>
                </a:lnTo>
                <a:lnTo>
                  <a:pt x="6305" y="844"/>
                </a:lnTo>
                <a:lnTo>
                  <a:pt x="6294" y="847"/>
                </a:lnTo>
                <a:lnTo>
                  <a:pt x="6287" y="855"/>
                </a:lnTo>
                <a:lnTo>
                  <a:pt x="6287" y="867"/>
                </a:lnTo>
                <a:lnTo>
                  <a:pt x="6290" y="876"/>
                </a:lnTo>
                <a:lnTo>
                  <a:pt x="6292" y="891"/>
                </a:lnTo>
                <a:lnTo>
                  <a:pt x="6283" y="913"/>
                </a:lnTo>
                <a:lnTo>
                  <a:pt x="6274" y="918"/>
                </a:lnTo>
                <a:lnTo>
                  <a:pt x="6264" y="923"/>
                </a:lnTo>
                <a:lnTo>
                  <a:pt x="6252" y="937"/>
                </a:lnTo>
                <a:lnTo>
                  <a:pt x="6251" y="945"/>
                </a:lnTo>
                <a:lnTo>
                  <a:pt x="6252" y="953"/>
                </a:lnTo>
                <a:lnTo>
                  <a:pt x="6265" y="962"/>
                </a:lnTo>
                <a:lnTo>
                  <a:pt x="6286" y="959"/>
                </a:lnTo>
                <a:lnTo>
                  <a:pt x="6309" y="946"/>
                </a:lnTo>
                <a:lnTo>
                  <a:pt x="6318" y="936"/>
                </a:lnTo>
                <a:lnTo>
                  <a:pt x="6329" y="926"/>
                </a:lnTo>
                <a:lnTo>
                  <a:pt x="6357" y="916"/>
                </a:lnTo>
                <a:lnTo>
                  <a:pt x="6387" y="917"/>
                </a:lnTo>
                <a:lnTo>
                  <a:pt x="6410" y="929"/>
                </a:lnTo>
                <a:lnTo>
                  <a:pt x="6416" y="940"/>
                </a:lnTo>
                <a:lnTo>
                  <a:pt x="6417" y="945"/>
                </a:lnTo>
                <a:lnTo>
                  <a:pt x="6413" y="952"/>
                </a:lnTo>
                <a:lnTo>
                  <a:pt x="6398" y="961"/>
                </a:lnTo>
                <a:lnTo>
                  <a:pt x="6379" y="962"/>
                </a:lnTo>
                <a:lnTo>
                  <a:pt x="6361" y="963"/>
                </a:lnTo>
                <a:lnTo>
                  <a:pt x="6341" y="969"/>
                </a:lnTo>
                <a:lnTo>
                  <a:pt x="6334" y="975"/>
                </a:lnTo>
                <a:lnTo>
                  <a:pt x="6333" y="979"/>
                </a:lnTo>
                <a:lnTo>
                  <a:pt x="6330" y="1001"/>
                </a:lnTo>
                <a:lnTo>
                  <a:pt x="6322" y="1027"/>
                </a:lnTo>
                <a:lnTo>
                  <a:pt x="6313" y="1042"/>
                </a:lnTo>
                <a:lnTo>
                  <a:pt x="6306" y="1050"/>
                </a:lnTo>
                <a:lnTo>
                  <a:pt x="6284" y="1062"/>
                </a:lnTo>
                <a:lnTo>
                  <a:pt x="6272" y="1063"/>
                </a:lnTo>
                <a:lnTo>
                  <a:pt x="6262" y="1063"/>
                </a:lnTo>
                <a:lnTo>
                  <a:pt x="6254" y="1056"/>
                </a:lnTo>
                <a:lnTo>
                  <a:pt x="6257" y="1050"/>
                </a:lnTo>
                <a:lnTo>
                  <a:pt x="6263" y="1045"/>
                </a:lnTo>
                <a:lnTo>
                  <a:pt x="6279" y="1039"/>
                </a:lnTo>
                <a:lnTo>
                  <a:pt x="6286" y="1038"/>
                </a:lnTo>
                <a:lnTo>
                  <a:pt x="6295" y="1037"/>
                </a:lnTo>
                <a:lnTo>
                  <a:pt x="6302" y="1027"/>
                </a:lnTo>
                <a:lnTo>
                  <a:pt x="6300" y="1013"/>
                </a:lnTo>
                <a:lnTo>
                  <a:pt x="6287" y="1002"/>
                </a:lnTo>
                <a:lnTo>
                  <a:pt x="6277" y="999"/>
                </a:lnTo>
                <a:lnTo>
                  <a:pt x="6266" y="998"/>
                </a:lnTo>
                <a:lnTo>
                  <a:pt x="6252" y="1003"/>
                </a:lnTo>
                <a:lnTo>
                  <a:pt x="6251" y="1007"/>
                </a:lnTo>
                <a:lnTo>
                  <a:pt x="6249" y="1015"/>
                </a:lnTo>
                <a:lnTo>
                  <a:pt x="6238" y="1040"/>
                </a:lnTo>
                <a:lnTo>
                  <a:pt x="6229" y="1053"/>
                </a:lnTo>
                <a:lnTo>
                  <a:pt x="6221" y="1063"/>
                </a:lnTo>
                <a:lnTo>
                  <a:pt x="6210" y="1074"/>
                </a:lnTo>
                <a:lnTo>
                  <a:pt x="6200" y="1074"/>
                </a:lnTo>
                <a:lnTo>
                  <a:pt x="6187" y="1064"/>
                </a:lnTo>
                <a:lnTo>
                  <a:pt x="6178" y="1055"/>
                </a:lnTo>
                <a:lnTo>
                  <a:pt x="6161" y="1039"/>
                </a:lnTo>
                <a:lnTo>
                  <a:pt x="6150" y="1042"/>
                </a:lnTo>
                <a:lnTo>
                  <a:pt x="6150" y="1062"/>
                </a:lnTo>
                <a:lnTo>
                  <a:pt x="6151" y="1075"/>
                </a:lnTo>
                <a:lnTo>
                  <a:pt x="6163" y="1097"/>
                </a:lnTo>
                <a:lnTo>
                  <a:pt x="6171" y="1102"/>
                </a:lnTo>
                <a:lnTo>
                  <a:pt x="6174" y="1103"/>
                </a:lnTo>
                <a:lnTo>
                  <a:pt x="6175" y="1105"/>
                </a:lnTo>
                <a:lnTo>
                  <a:pt x="6163" y="1105"/>
                </a:lnTo>
                <a:lnTo>
                  <a:pt x="6146" y="1103"/>
                </a:lnTo>
                <a:lnTo>
                  <a:pt x="6124" y="1102"/>
                </a:lnTo>
                <a:lnTo>
                  <a:pt x="6109" y="1106"/>
                </a:lnTo>
                <a:lnTo>
                  <a:pt x="6107" y="1114"/>
                </a:lnTo>
                <a:lnTo>
                  <a:pt x="6109" y="1121"/>
                </a:lnTo>
                <a:lnTo>
                  <a:pt x="6110" y="1126"/>
                </a:lnTo>
                <a:lnTo>
                  <a:pt x="6108" y="1136"/>
                </a:lnTo>
                <a:lnTo>
                  <a:pt x="6095" y="1148"/>
                </a:lnTo>
                <a:lnTo>
                  <a:pt x="6079" y="1154"/>
                </a:lnTo>
                <a:lnTo>
                  <a:pt x="6039" y="1163"/>
                </a:lnTo>
                <a:lnTo>
                  <a:pt x="6020" y="1161"/>
                </a:lnTo>
                <a:lnTo>
                  <a:pt x="6028" y="1151"/>
                </a:lnTo>
                <a:lnTo>
                  <a:pt x="6039" y="1143"/>
                </a:lnTo>
                <a:lnTo>
                  <a:pt x="6053" y="1131"/>
                </a:lnTo>
                <a:lnTo>
                  <a:pt x="6059" y="1118"/>
                </a:lnTo>
                <a:lnTo>
                  <a:pt x="6054" y="1109"/>
                </a:lnTo>
                <a:lnTo>
                  <a:pt x="6049" y="1105"/>
                </a:lnTo>
                <a:lnTo>
                  <a:pt x="6044" y="1102"/>
                </a:lnTo>
                <a:lnTo>
                  <a:pt x="6040" y="1095"/>
                </a:lnTo>
                <a:lnTo>
                  <a:pt x="6047" y="1081"/>
                </a:lnTo>
                <a:lnTo>
                  <a:pt x="6065" y="1068"/>
                </a:lnTo>
                <a:lnTo>
                  <a:pt x="6075" y="1062"/>
                </a:lnTo>
                <a:lnTo>
                  <a:pt x="6086" y="1050"/>
                </a:lnTo>
                <a:lnTo>
                  <a:pt x="6090" y="1039"/>
                </a:lnTo>
                <a:lnTo>
                  <a:pt x="6086" y="1027"/>
                </a:lnTo>
                <a:lnTo>
                  <a:pt x="6082" y="1021"/>
                </a:lnTo>
                <a:lnTo>
                  <a:pt x="6074" y="1010"/>
                </a:lnTo>
                <a:lnTo>
                  <a:pt x="6070" y="987"/>
                </a:lnTo>
                <a:lnTo>
                  <a:pt x="6074" y="977"/>
                </a:lnTo>
                <a:lnTo>
                  <a:pt x="6076" y="973"/>
                </a:lnTo>
                <a:lnTo>
                  <a:pt x="6077" y="967"/>
                </a:lnTo>
                <a:lnTo>
                  <a:pt x="6067" y="966"/>
                </a:lnTo>
                <a:lnTo>
                  <a:pt x="6049" y="971"/>
                </a:lnTo>
                <a:lnTo>
                  <a:pt x="6039" y="973"/>
                </a:lnTo>
                <a:lnTo>
                  <a:pt x="6026" y="974"/>
                </a:lnTo>
                <a:lnTo>
                  <a:pt x="6018" y="969"/>
                </a:lnTo>
                <a:lnTo>
                  <a:pt x="6015" y="957"/>
                </a:lnTo>
                <a:lnTo>
                  <a:pt x="6014" y="946"/>
                </a:lnTo>
                <a:lnTo>
                  <a:pt x="6015" y="932"/>
                </a:lnTo>
                <a:lnTo>
                  <a:pt x="6025" y="913"/>
                </a:lnTo>
                <a:lnTo>
                  <a:pt x="6033" y="911"/>
                </a:lnTo>
                <a:lnTo>
                  <a:pt x="6038" y="910"/>
                </a:lnTo>
                <a:lnTo>
                  <a:pt x="6042" y="900"/>
                </a:lnTo>
                <a:lnTo>
                  <a:pt x="6039" y="893"/>
                </a:lnTo>
                <a:lnTo>
                  <a:pt x="6033" y="886"/>
                </a:lnTo>
                <a:lnTo>
                  <a:pt x="6015" y="882"/>
                </a:lnTo>
                <a:lnTo>
                  <a:pt x="6004" y="885"/>
                </a:lnTo>
                <a:lnTo>
                  <a:pt x="5995" y="887"/>
                </a:lnTo>
                <a:lnTo>
                  <a:pt x="5970" y="880"/>
                </a:lnTo>
                <a:lnTo>
                  <a:pt x="5960" y="872"/>
                </a:lnTo>
                <a:lnTo>
                  <a:pt x="5947" y="860"/>
                </a:lnTo>
                <a:lnTo>
                  <a:pt x="5920" y="844"/>
                </a:lnTo>
                <a:lnTo>
                  <a:pt x="5893" y="838"/>
                </a:lnTo>
                <a:lnTo>
                  <a:pt x="5872" y="842"/>
                </a:lnTo>
                <a:lnTo>
                  <a:pt x="5864" y="849"/>
                </a:lnTo>
                <a:lnTo>
                  <a:pt x="5856" y="856"/>
                </a:lnTo>
                <a:lnTo>
                  <a:pt x="5846" y="857"/>
                </a:lnTo>
                <a:lnTo>
                  <a:pt x="5846" y="850"/>
                </a:lnTo>
                <a:lnTo>
                  <a:pt x="5843" y="842"/>
                </a:lnTo>
                <a:lnTo>
                  <a:pt x="5818" y="821"/>
                </a:lnTo>
                <a:lnTo>
                  <a:pt x="5800" y="812"/>
                </a:lnTo>
                <a:lnTo>
                  <a:pt x="5778" y="801"/>
                </a:lnTo>
                <a:lnTo>
                  <a:pt x="5768" y="788"/>
                </a:lnTo>
                <a:lnTo>
                  <a:pt x="5771" y="781"/>
                </a:lnTo>
                <a:lnTo>
                  <a:pt x="5776" y="778"/>
                </a:lnTo>
                <a:lnTo>
                  <a:pt x="5787" y="771"/>
                </a:lnTo>
                <a:lnTo>
                  <a:pt x="5788" y="758"/>
                </a:lnTo>
                <a:lnTo>
                  <a:pt x="5780" y="751"/>
                </a:lnTo>
                <a:lnTo>
                  <a:pt x="5774" y="750"/>
                </a:lnTo>
                <a:lnTo>
                  <a:pt x="5754" y="754"/>
                </a:lnTo>
                <a:lnTo>
                  <a:pt x="5711" y="773"/>
                </a:lnTo>
                <a:lnTo>
                  <a:pt x="5676" y="794"/>
                </a:lnTo>
                <a:lnTo>
                  <a:pt x="5592" y="847"/>
                </a:lnTo>
                <a:lnTo>
                  <a:pt x="5629" y="876"/>
                </a:lnTo>
                <a:lnTo>
                  <a:pt x="5643" y="889"/>
                </a:lnTo>
                <a:lnTo>
                  <a:pt x="5652" y="905"/>
                </a:lnTo>
                <a:lnTo>
                  <a:pt x="5652" y="912"/>
                </a:lnTo>
                <a:lnTo>
                  <a:pt x="5649" y="915"/>
                </a:lnTo>
                <a:lnTo>
                  <a:pt x="5639" y="919"/>
                </a:lnTo>
                <a:lnTo>
                  <a:pt x="5609" y="915"/>
                </a:lnTo>
                <a:lnTo>
                  <a:pt x="5580" y="900"/>
                </a:lnTo>
                <a:lnTo>
                  <a:pt x="5560" y="879"/>
                </a:lnTo>
                <a:lnTo>
                  <a:pt x="5558" y="867"/>
                </a:lnTo>
                <a:lnTo>
                  <a:pt x="5558" y="859"/>
                </a:lnTo>
                <a:lnTo>
                  <a:pt x="5556" y="851"/>
                </a:lnTo>
                <a:lnTo>
                  <a:pt x="5546" y="850"/>
                </a:lnTo>
                <a:lnTo>
                  <a:pt x="5532" y="860"/>
                </a:lnTo>
                <a:lnTo>
                  <a:pt x="5520" y="871"/>
                </a:lnTo>
                <a:lnTo>
                  <a:pt x="5508" y="890"/>
                </a:lnTo>
                <a:lnTo>
                  <a:pt x="5511" y="903"/>
                </a:lnTo>
                <a:lnTo>
                  <a:pt x="5527" y="911"/>
                </a:lnTo>
                <a:lnTo>
                  <a:pt x="5542" y="911"/>
                </a:lnTo>
                <a:lnTo>
                  <a:pt x="5548" y="912"/>
                </a:lnTo>
                <a:lnTo>
                  <a:pt x="5559" y="917"/>
                </a:lnTo>
                <a:lnTo>
                  <a:pt x="5571" y="930"/>
                </a:lnTo>
                <a:lnTo>
                  <a:pt x="5576" y="956"/>
                </a:lnTo>
                <a:lnTo>
                  <a:pt x="5566" y="980"/>
                </a:lnTo>
                <a:lnTo>
                  <a:pt x="5555" y="989"/>
                </a:lnTo>
                <a:lnTo>
                  <a:pt x="5547" y="993"/>
                </a:lnTo>
                <a:lnTo>
                  <a:pt x="5544" y="990"/>
                </a:lnTo>
                <a:lnTo>
                  <a:pt x="5548" y="982"/>
                </a:lnTo>
                <a:lnTo>
                  <a:pt x="5554" y="972"/>
                </a:lnTo>
                <a:lnTo>
                  <a:pt x="5553" y="962"/>
                </a:lnTo>
                <a:lnTo>
                  <a:pt x="5542" y="965"/>
                </a:lnTo>
                <a:lnTo>
                  <a:pt x="5523" y="980"/>
                </a:lnTo>
                <a:lnTo>
                  <a:pt x="5514" y="991"/>
                </a:lnTo>
                <a:lnTo>
                  <a:pt x="5500" y="1008"/>
                </a:lnTo>
                <a:lnTo>
                  <a:pt x="5492" y="1008"/>
                </a:lnTo>
                <a:lnTo>
                  <a:pt x="5491" y="991"/>
                </a:lnTo>
                <a:lnTo>
                  <a:pt x="5490" y="979"/>
                </a:lnTo>
                <a:lnTo>
                  <a:pt x="5484" y="969"/>
                </a:lnTo>
                <a:lnTo>
                  <a:pt x="5479" y="969"/>
                </a:lnTo>
                <a:lnTo>
                  <a:pt x="5476" y="971"/>
                </a:lnTo>
                <a:lnTo>
                  <a:pt x="5463" y="976"/>
                </a:lnTo>
                <a:lnTo>
                  <a:pt x="5451" y="969"/>
                </a:lnTo>
                <a:lnTo>
                  <a:pt x="5450" y="945"/>
                </a:lnTo>
                <a:lnTo>
                  <a:pt x="5462" y="908"/>
                </a:lnTo>
                <a:lnTo>
                  <a:pt x="5474" y="885"/>
                </a:lnTo>
                <a:lnTo>
                  <a:pt x="5487" y="857"/>
                </a:lnTo>
                <a:lnTo>
                  <a:pt x="5505" y="811"/>
                </a:lnTo>
                <a:lnTo>
                  <a:pt x="5507" y="799"/>
                </a:lnTo>
                <a:lnTo>
                  <a:pt x="5508" y="789"/>
                </a:lnTo>
                <a:lnTo>
                  <a:pt x="5518" y="777"/>
                </a:lnTo>
                <a:lnTo>
                  <a:pt x="5524" y="776"/>
                </a:lnTo>
                <a:lnTo>
                  <a:pt x="5531" y="775"/>
                </a:lnTo>
                <a:lnTo>
                  <a:pt x="5540" y="766"/>
                </a:lnTo>
                <a:lnTo>
                  <a:pt x="5542" y="759"/>
                </a:lnTo>
                <a:lnTo>
                  <a:pt x="5539" y="752"/>
                </a:lnTo>
                <a:lnTo>
                  <a:pt x="5519" y="743"/>
                </a:lnTo>
                <a:lnTo>
                  <a:pt x="5506" y="743"/>
                </a:lnTo>
                <a:lnTo>
                  <a:pt x="5494" y="743"/>
                </a:lnTo>
                <a:lnTo>
                  <a:pt x="5481" y="740"/>
                </a:lnTo>
                <a:lnTo>
                  <a:pt x="5487" y="726"/>
                </a:lnTo>
                <a:lnTo>
                  <a:pt x="5514" y="700"/>
                </a:lnTo>
                <a:lnTo>
                  <a:pt x="5531" y="683"/>
                </a:lnTo>
                <a:lnTo>
                  <a:pt x="5543" y="665"/>
                </a:lnTo>
                <a:lnTo>
                  <a:pt x="5542" y="659"/>
                </a:lnTo>
                <a:lnTo>
                  <a:pt x="5537" y="658"/>
                </a:lnTo>
                <a:lnTo>
                  <a:pt x="5533" y="657"/>
                </a:lnTo>
                <a:lnTo>
                  <a:pt x="5530" y="654"/>
                </a:lnTo>
                <a:lnTo>
                  <a:pt x="5535" y="644"/>
                </a:lnTo>
                <a:lnTo>
                  <a:pt x="5548" y="633"/>
                </a:lnTo>
                <a:lnTo>
                  <a:pt x="5561" y="622"/>
                </a:lnTo>
                <a:lnTo>
                  <a:pt x="5567" y="612"/>
                </a:lnTo>
                <a:lnTo>
                  <a:pt x="5565" y="609"/>
                </a:lnTo>
                <a:lnTo>
                  <a:pt x="5553" y="609"/>
                </a:lnTo>
                <a:lnTo>
                  <a:pt x="5519" y="618"/>
                </a:lnTo>
                <a:lnTo>
                  <a:pt x="5497" y="627"/>
                </a:lnTo>
                <a:lnTo>
                  <a:pt x="5463" y="645"/>
                </a:lnTo>
                <a:lnTo>
                  <a:pt x="5385" y="702"/>
                </a:lnTo>
                <a:lnTo>
                  <a:pt x="5337" y="746"/>
                </a:lnTo>
                <a:lnTo>
                  <a:pt x="5326" y="756"/>
                </a:lnTo>
                <a:lnTo>
                  <a:pt x="5302" y="770"/>
                </a:lnTo>
                <a:lnTo>
                  <a:pt x="5283" y="777"/>
                </a:lnTo>
                <a:lnTo>
                  <a:pt x="5272" y="774"/>
                </a:lnTo>
                <a:lnTo>
                  <a:pt x="5271" y="768"/>
                </a:lnTo>
                <a:lnTo>
                  <a:pt x="5278" y="753"/>
                </a:lnTo>
                <a:lnTo>
                  <a:pt x="5304" y="726"/>
                </a:lnTo>
                <a:lnTo>
                  <a:pt x="5319" y="710"/>
                </a:lnTo>
                <a:lnTo>
                  <a:pt x="5335" y="682"/>
                </a:lnTo>
                <a:lnTo>
                  <a:pt x="5337" y="659"/>
                </a:lnTo>
                <a:lnTo>
                  <a:pt x="5324" y="641"/>
                </a:lnTo>
                <a:lnTo>
                  <a:pt x="5311" y="635"/>
                </a:lnTo>
                <a:lnTo>
                  <a:pt x="5298" y="629"/>
                </a:lnTo>
                <a:lnTo>
                  <a:pt x="5280" y="629"/>
                </a:lnTo>
                <a:lnTo>
                  <a:pt x="5274" y="639"/>
                </a:lnTo>
                <a:lnTo>
                  <a:pt x="5280" y="656"/>
                </a:lnTo>
                <a:lnTo>
                  <a:pt x="5289" y="668"/>
                </a:lnTo>
                <a:lnTo>
                  <a:pt x="5301" y="683"/>
                </a:lnTo>
                <a:lnTo>
                  <a:pt x="5296" y="691"/>
                </a:lnTo>
                <a:lnTo>
                  <a:pt x="5279" y="688"/>
                </a:lnTo>
                <a:lnTo>
                  <a:pt x="5266" y="688"/>
                </a:lnTo>
                <a:lnTo>
                  <a:pt x="5247" y="696"/>
                </a:lnTo>
                <a:lnTo>
                  <a:pt x="5244" y="703"/>
                </a:lnTo>
                <a:lnTo>
                  <a:pt x="5240" y="730"/>
                </a:lnTo>
                <a:lnTo>
                  <a:pt x="5232" y="739"/>
                </a:lnTo>
                <a:lnTo>
                  <a:pt x="5220" y="733"/>
                </a:lnTo>
                <a:lnTo>
                  <a:pt x="5212" y="726"/>
                </a:lnTo>
                <a:lnTo>
                  <a:pt x="5198" y="714"/>
                </a:lnTo>
                <a:lnTo>
                  <a:pt x="5195" y="700"/>
                </a:lnTo>
                <a:lnTo>
                  <a:pt x="5201" y="693"/>
                </a:lnTo>
                <a:lnTo>
                  <a:pt x="5207" y="688"/>
                </a:lnTo>
                <a:lnTo>
                  <a:pt x="5215" y="682"/>
                </a:lnTo>
                <a:lnTo>
                  <a:pt x="5208" y="679"/>
                </a:lnTo>
                <a:lnTo>
                  <a:pt x="5192" y="683"/>
                </a:lnTo>
                <a:lnTo>
                  <a:pt x="5177" y="687"/>
                </a:lnTo>
                <a:lnTo>
                  <a:pt x="5150" y="686"/>
                </a:lnTo>
                <a:lnTo>
                  <a:pt x="5127" y="677"/>
                </a:lnTo>
                <a:lnTo>
                  <a:pt x="5108" y="664"/>
                </a:lnTo>
                <a:lnTo>
                  <a:pt x="5095" y="646"/>
                </a:lnTo>
                <a:lnTo>
                  <a:pt x="5087" y="624"/>
                </a:lnTo>
                <a:lnTo>
                  <a:pt x="5089" y="603"/>
                </a:lnTo>
                <a:lnTo>
                  <a:pt x="5101" y="583"/>
                </a:lnTo>
                <a:lnTo>
                  <a:pt x="5111" y="574"/>
                </a:lnTo>
                <a:lnTo>
                  <a:pt x="5121" y="564"/>
                </a:lnTo>
                <a:lnTo>
                  <a:pt x="5133" y="537"/>
                </a:lnTo>
                <a:lnTo>
                  <a:pt x="5132" y="525"/>
                </a:lnTo>
                <a:lnTo>
                  <a:pt x="5132" y="513"/>
                </a:lnTo>
                <a:lnTo>
                  <a:pt x="5137" y="486"/>
                </a:lnTo>
                <a:lnTo>
                  <a:pt x="5142" y="476"/>
                </a:lnTo>
                <a:lnTo>
                  <a:pt x="5145" y="470"/>
                </a:lnTo>
                <a:lnTo>
                  <a:pt x="5143" y="454"/>
                </a:lnTo>
                <a:lnTo>
                  <a:pt x="5127" y="426"/>
                </a:lnTo>
                <a:lnTo>
                  <a:pt x="5104" y="402"/>
                </a:lnTo>
                <a:lnTo>
                  <a:pt x="5084" y="383"/>
                </a:lnTo>
                <a:lnTo>
                  <a:pt x="5048" y="363"/>
                </a:lnTo>
                <a:lnTo>
                  <a:pt x="5026" y="361"/>
                </a:lnTo>
                <a:lnTo>
                  <a:pt x="5013" y="365"/>
                </a:lnTo>
                <a:lnTo>
                  <a:pt x="5005" y="373"/>
                </a:lnTo>
                <a:lnTo>
                  <a:pt x="5001" y="386"/>
                </a:lnTo>
                <a:lnTo>
                  <a:pt x="5000" y="395"/>
                </a:lnTo>
                <a:lnTo>
                  <a:pt x="5000" y="401"/>
                </a:lnTo>
                <a:lnTo>
                  <a:pt x="4991" y="411"/>
                </a:lnTo>
                <a:lnTo>
                  <a:pt x="4968" y="424"/>
                </a:lnTo>
                <a:lnTo>
                  <a:pt x="4921" y="436"/>
                </a:lnTo>
                <a:lnTo>
                  <a:pt x="4872" y="438"/>
                </a:lnTo>
                <a:lnTo>
                  <a:pt x="4850" y="434"/>
                </a:lnTo>
                <a:lnTo>
                  <a:pt x="4836" y="432"/>
                </a:lnTo>
                <a:lnTo>
                  <a:pt x="4807" y="435"/>
                </a:lnTo>
                <a:lnTo>
                  <a:pt x="4797" y="440"/>
                </a:lnTo>
                <a:lnTo>
                  <a:pt x="4789" y="445"/>
                </a:lnTo>
                <a:lnTo>
                  <a:pt x="4783" y="453"/>
                </a:lnTo>
                <a:lnTo>
                  <a:pt x="4787" y="464"/>
                </a:lnTo>
                <a:lnTo>
                  <a:pt x="4803" y="475"/>
                </a:lnTo>
                <a:lnTo>
                  <a:pt x="4815" y="483"/>
                </a:lnTo>
                <a:lnTo>
                  <a:pt x="4829" y="501"/>
                </a:lnTo>
                <a:lnTo>
                  <a:pt x="4831" y="516"/>
                </a:lnTo>
                <a:lnTo>
                  <a:pt x="4821" y="521"/>
                </a:lnTo>
                <a:lnTo>
                  <a:pt x="4810" y="518"/>
                </a:lnTo>
                <a:lnTo>
                  <a:pt x="4805" y="517"/>
                </a:lnTo>
                <a:lnTo>
                  <a:pt x="4792" y="518"/>
                </a:lnTo>
                <a:lnTo>
                  <a:pt x="4773" y="529"/>
                </a:lnTo>
                <a:lnTo>
                  <a:pt x="4762" y="541"/>
                </a:lnTo>
                <a:lnTo>
                  <a:pt x="4753" y="555"/>
                </a:lnTo>
                <a:lnTo>
                  <a:pt x="4729" y="572"/>
                </a:lnTo>
                <a:lnTo>
                  <a:pt x="4719" y="574"/>
                </a:lnTo>
                <a:lnTo>
                  <a:pt x="4709" y="575"/>
                </a:lnTo>
                <a:lnTo>
                  <a:pt x="4698" y="590"/>
                </a:lnTo>
                <a:lnTo>
                  <a:pt x="4696" y="601"/>
                </a:lnTo>
                <a:lnTo>
                  <a:pt x="4694" y="612"/>
                </a:lnTo>
                <a:lnTo>
                  <a:pt x="4676" y="632"/>
                </a:lnTo>
                <a:lnTo>
                  <a:pt x="4663" y="637"/>
                </a:lnTo>
                <a:lnTo>
                  <a:pt x="4650" y="641"/>
                </a:lnTo>
                <a:lnTo>
                  <a:pt x="4631" y="658"/>
                </a:lnTo>
                <a:lnTo>
                  <a:pt x="4629" y="667"/>
                </a:lnTo>
                <a:lnTo>
                  <a:pt x="4627" y="679"/>
                </a:lnTo>
                <a:lnTo>
                  <a:pt x="4615" y="699"/>
                </a:lnTo>
                <a:lnTo>
                  <a:pt x="4595" y="713"/>
                </a:lnTo>
                <a:lnTo>
                  <a:pt x="4572" y="714"/>
                </a:lnTo>
                <a:lnTo>
                  <a:pt x="4561" y="708"/>
                </a:lnTo>
                <a:lnTo>
                  <a:pt x="4556" y="704"/>
                </a:lnTo>
                <a:lnTo>
                  <a:pt x="4547" y="686"/>
                </a:lnTo>
                <a:lnTo>
                  <a:pt x="4540" y="646"/>
                </a:lnTo>
                <a:lnTo>
                  <a:pt x="4541" y="577"/>
                </a:lnTo>
                <a:lnTo>
                  <a:pt x="4552" y="511"/>
                </a:lnTo>
                <a:lnTo>
                  <a:pt x="4563" y="488"/>
                </a:lnTo>
                <a:lnTo>
                  <a:pt x="4568" y="477"/>
                </a:lnTo>
                <a:lnTo>
                  <a:pt x="4574" y="460"/>
                </a:lnTo>
                <a:lnTo>
                  <a:pt x="4572" y="449"/>
                </a:lnTo>
                <a:lnTo>
                  <a:pt x="4562" y="440"/>
                </a:lnTo>
                <a:lnTo>
                  <a:pt x="4554" y="435"/>
                </a:lnTo>
                <a:lnTo>
                  <a:pt x="4543" y="427"/>
                </a:lnTo>
                <a:lnTo>
                  <a:pt x="4529" y="401"/>
                </a:lnTo>
                <a:lnTo>
                  <a:pt x="4528" y="386"/>
                </a:lnTo>
                <a:lnTo>
                  <a:pt x="4528" y="376"/>
                </a:lnTo>
                <a:lnTo>
                  <a:pt x="4525" y="364"/>
                </a:lnTo>
                <a:lnTo>
                  <a:pt x="4517" y="361"/>
                </a:lnTo>
                <a:lnTo>
                  <a:pt x="4503" y="366"/>
                </a:lnTo>
                <a:lnTo>
                  <a:pt x="4492" y="371"/>
                </a:lnTo>
                <a:lnTo>
                  <a:pt x="4482" y="377"/>
                </a:lnTo>
                <a:lnTo>
                  <a:pt x="4470" y="390"/>
                </a:lnTo>
                <a:lnTo>
                  <a:pt x="4465" y="406"/>
                </a:lnTo>
                <a:lnTo>
                  <a:pt x="4466" y="428"/>
                </a:lnTo>
                <a:lnTo>
                  <a:pt x="4468" y="444"/>
                </a:lnTo>
                <a:lnTo>
                  <a:pt x="4475" y="477"/>
                </a:lnTo>
                <a:lnTo>
                  <a:pt x="4469" y="483"/>
                </a:lnTo>
                <a:lnTo>
                  <a:pt x="4453" y="460"/>
                </a:lnTo>
                <a:lnTo>
                  <a:pt x="4443" y="444"/>
                </a:lnTo>
                <a:lnTo>
                  <a:pt x="4434" y="412"/>
                </a:lnTo>
                <a:lnTo>
                  <a:pt x="4437" y="400"/>
                </a:lnTo>
                <a:lnTo>
                  <a:pt x="4439" y="390"/>
                </a:lnTo>
                <a:lnTo>
                  <a:pt x="4429" y="371"/>
                </a:lnTo>
                <a:lnTo>
                  <a:pt x="4420" y="366"/>
                </a:lnTo>
                <a:lnTo>
                  <a:pt x="4414" y="363"/>
                </a:lnTo>
                <a:lnTo>
                  <a:pt x="4406" y="355"/>
                </a:lnTo>
                <a:lnTo>
                  <a:pt x="4401" y="337"/>
                </a:lnTo>
                <a:lnTo>
                  <a:pt x="4404" y="321"/>
                </a:lnTo>
                <a:lnTo>
                  <a:pt x="4409" y="305"/>
                </a:lnTo>
                <a:lnTo>
                  <a:pt x="4422" y="294"/>
                </a:lnTo>
                <a:lnTo>
                  <a:pt x="4432" y="292"/>
                </a:lnTo>
                <a:lnTo>
                  <a:pt x="4437" y="293"/>
                </a:lnTo>
                <a:lnTo>
                  <a:pt x="4448" y="297"/>
                </a:lnTo>
                <a:lnTo>
                  <a:pt x="4458" y="292"/>
                </a:lnTo>
                <a:lnTo>
                  <a:pt x="4455" y="275"/>
                </a:lnTo>
                <a:lnTo>
                  <a:pt x="4441" y="251"/>
                </a:lnTo>
                <a:lnTo>
                  <a:pt x="4406" y="205"/>
                </a:lnTo>
                <a:lnTo>
                  <a:pt x="4360" y="159"/>
                </a:lnTo>
                <a:lnTo>
                  <a:pt x="4326" y="131"/>
                </a:lnTo>
                <a:lnTo>
                  <a:pt x="4310" y="121"/>
                </a:lnTo>
                <a:lnTo>
                  <a:pt x="4294" y="113"/>
                </a:lnTo>
                <a:lnTo>
                  <a:pt x="4281" y="109"/>
                </a:lnTo>
                <a:lnTo>
                  <a:pt x="4276" y="111"/>
                </a:lnTo>
                <a:lnTo>
                  <a:pt x="4278" y="120"/>
                </a:lnTo>
                <a:lnTo>
                  <a:pt x="4295" y="145"/>
                </a:lnTo>
                <a:lnTo>
                  <a:pt x="4311" y="164"/>
                </a:lnTo>
                <a:lnTo>
                  <a:pt x="4325" y="180"/>
                </a:lnTo>
                <a:lnTo>
                  <a:pt x="4334" y="196"/>
                </a:lnTo>
                <a:lnTo>
                  <a:pt x="4333" y="202"/>
                </a:lnTo>
                <a:lnTo>
                  <a:pt x="4330" y="202"/>
                </a:lnTo>
                <a:lnTo>
                  <a:pt x="4308" y="205"/>
                </a:lnTo>
                <a:lnTo>
                  <a:pt x="4280" y="214"/>
                </a:lnTo>
                <a:lnTo>
                  <a:pt x="4262" y="220"/>
                </a:lnTo>
                <a:lnTo>
                  <a:pt x="4259" y="213"/>
                </a:lnTo>
                <a:lnTo>
                  <a:pt x="4273" y="197"/>
                </a:lnTo>
                <a:lnTo>
                  <a:pt x="4281" y="186"/>
                </a:lnTo>
                <a:lnTo>
                  <a:pt x="4287" y="171"/>
                </a:lnTo>
                <a:lnTo>
                  <a:pt x="4285" y="169"/>
                </a:lnTo>
                <a:lnTo>
                  <a:pt x="4275" y="170"/>
                </a:lnTo>
                <a:lnTo>
                  <a:pt x="4246" y="182"/>
                </a:lnTo>
                <a:lnTo>
                  <a:pt x="4214" y="202"/>
                </a:lnTo>
                <a:lnTo>
                  <a:pt x="4186" y="224"/>
                </a:lnTo>
                <a:lnTo>
                  <a:pt x="4178" y="235"/>
                </a:lnTo>
                <a:lnTo>
                  <a:pt x="4166" y="250"/>
                </a:lnTo>
                <a:lnTo>
                  <a:pt x="4157" y="250"/>
                </a:lnTo>
                <a:lnTo>
                  <a:pt x="4156" y="237"/>
                </a:lnTo>
                <a:lnTo>
                  <a:pt x="4157" y="224"/>
                </a:lnTo>
                <a:lnTo>
                  <a:pt x="4166" y="197"/>
                </a:lnTo>
                <a:lnTo>
                  <a:pt x="4173" y="186"/>
                </a:lnTo>
                <a:lnTo>
                  <a:pt x="4178" y="174"/>
                </a:lnTo>
                <a:lnTo>
                  <a:pt x="4177" y="151"/>
                </a:lnTo>
                <a:lnTo>
                  <a:pt x="4169" y="140"/>
                </a:lnTo>
                <a:lnTo>
                  <a:pt x="4160" y="129"/>
                </a:lnTo>
                <a:lnTo>
                  <a:pt x="4138" y="119"/>
                </a:lnTo>
                <a:lnTo>
                  <a:pt x="4118" y="121"/>
                </a:lnTo>
                <a:lnTo>
                  <a:pt x="4106" y="134"/>
                </a:lnTo>
                <a:lnTo>
                  <a:pt x="4105" y="145"/>
                </a:lnTo>
                <a:lnTo>
                  <a:pt x="4105" y="153"/>
                </a:lnTo>
                <a:lnTo>
                  <a:pt x="4101" y="162"/>
                </a:lnTo>
                <a:lnTo>
                  <a:pt x="4087" y="168"/>
                </a:lnTo>
                <a:lnTo>
                  <a:pt x="4070" y="164"/>
                </a:lnTo>
                <a:lnTo>
                  <a:pt x="4052" y="160"/>
                </a:lnTo>
                <a:lnTo>
                  <a:pt x="4043" y="164"/>
                </a:lnTo>
                <a:lnTo>
                  <a:pt x="4053" y="174"/>
                </a:lnTo>
                <a:lnTo>
                  <a:pt x="4063" y="184"/>
                </a:lnTo>
                <a:lnTo>
                  <a:pt x="4071" y="201"/>
                </a:lnTo>
                <a:lnTo>
                  <a:pt x="4067" y="212"/>
                </a:lnTo>
                <a:lnTo>
                  <a:pt x="4051" y="214"/>
                </a:lnTo>
                <a:lnTo>
                  <a:pt x="4037" y="211"/>
                </a:lnTo>
                <a:lnTo>
                  <a:pt x="4024" y="208"/>
                </a:lnTo>
                <a:lnTo>
                  <a:pt x="4008" y="214"/>
                </a:lnTo>
                <a:lnTo>
                  <a:pt x="4003" y="231"/>
                </a:lnTo>
                <a:lnTo>
                  <a:pt x="4012" y="253"/>
                </a:lnTo>
                <a:lnTo>
                  <a:pt x="4022" y="265"/>
                </a:lnTo>
                <a:lnTo>
                  <a:pt x="4029" y="274"/>
                </a:lnTo>
                <a:lnTo>
                  <a:pt x="4035" y="295"/>
                </a:lnTo>
                <a:lnTo>
                  <a:pt x="4034" y="303"/>
                </a:lnTo>
                <a:lnTo>
                  <a:pt x="4032" y="309"/>
                </a:lnTo>
                <a:lnTo>
                  <a:pt x="4026" y="314"/>
                </a:lnTo>
                <a:lnTo>
                  <a:pt x="4013" y="310"/>
                </a:lnTo>
                <a:lnTo>
                  <a:pt x="3999" y="297"/>
                </a:lnTo>
                <a:lnTo>
                  <a:pt x="3992" y="290"/>
                </a:lnTo>
                <a:lnTo>
                  <a:pt x="3983" y="273"/>
                </a:lnTo>
                <a:lnTo>
                  <a:pt x="3979" y="252"/>
                </a:lnTo>
                <a:lnTo>
                  <a:pt x="3979" y="228"/>
                </a:lnTo>
                <a:lnTo>
                  <a:pt x="3981" y="214"/>
                </a:lnTo>
                <a:lnTo>
                  <a:pt x="3989" y="161"/>
                </a:lnTo>
                <a:lnTo>
                  <a:pt x="3958" y="217"/>
                </a:lnTo>
                <a:lnTo>
                  <a:pt x="3943" y="247"/>
                </a:lnTo>
                <a:lnTo>
                  <a:pt x="3939" y="271"/>
                </a:lnTo>
                <a:lnTo>
                  <a:pt x="3944" y="279"/>
                </a:lnTo>
                <a:lnTo>
                  <a:pt x="3950" y="282"/>
                </a:lnTo>
                <a:lnTo>
                  <a:pt x="3957" y="287"/>
                </a:lnTo>
                <a:lnTo>
                  <a:pt x="3968" y="305"/>
                </a:lnTo>
                <a:lnTo>
                  <a:pt x="3971" y="316"/>
                </a:lnTo>
                <a:lnTo>
                  <a:pt x="3969" y="323"/>
                </a:lnTo>
                <a:lnTo>
                  <a:pt x="3964" y="332"/>
                </a:lnTo>
                <a:lnTo>
                  <a:pt x="3945" y="336"/>
                </a:lnTo>
                <a:lnTo>
                  <a:pt x="3920" y="333"/>
                </a:lnTo>
                <a:lnTo>
                  <a:pt x="3900" y="329"/>
                </a:lnTo>
                <a:lnTo>
                  <a:pt x="3874" y="329"/>
                </a:lnTo>
                <a:lnTo>
                  <a:pt x="3864" y="333"/>
                </a:lnTo>
                <a:lnTo>
                  <a:pt x="3862" y="336"/>
                </a:lnTo>
                <a:lnTo>
                  <a:pt x="3857" y="341"/>
                </a:lnTo>
                <a:lnTo>
                  <a:pt x="3830" y="353"/>
                </a:lnTo>
                <a:lnTo>
                  <a:pt x="3763" y="371"/>
                </a:lnTo>
                <a:lnTo>
                  <a:pt x="3712" y="379"/>
                </a:lnTo>
                <a:lnTo>
                  <a:pt x="3699" y="379"/>
                </a:lnTo>
                <a:lnTo>
                  <a:pt x="3676" y="367"/>
                </a:lnTo>
                <a:lnTo>
                  <a:pt x="3667" y="358"/>
                </a:lnTo>
                <a:lnTo>
                  <a:pt x="3664" y="353"/>
                </a:lnTo>
                <a:lnTo>
                  <a:pt x="3659" y="350"/>
                </a:lnTo>
                <a:lnTo>
                  <a:pt x="3654" y="362"/>
                </a:lnTo>
                <a:lnTo>
                  <a:pt x="3652" y="384"/>
                </a:lnTo>
                <a:lnTo>
                  <a:pt x="3653" y="399"/>
                </a:lnTo>
                <a:lnTo>
                  <a:pt x="3656" y="420"/>
                </a:lnTo>
                <a:lnTo>
                  <a:pt x="3664" y="434"/>
                </a:lnTo>
                <a:lnTo>
                  <a:pt x="3679" y="444"/>
                </a:lnTo>
                <a:lnTo>
                  <a:pt x="3688" y="447"/>
                </a:lnTo>
                <a:lnTo>
                  <a:pt x="3725" y="457"/>
                </a:lnTo>
                <a:lnTo>
                  <a:pt x="3687" y="475"/>
                </a:lnTo>
                <a:lnTo>
                  <a:pt x="3669" y="481"/>
                </a:lnTo>
                <a:lnTo>
                  <a:pt x="3643" y="484"/>
                </a:lnTo>
                <a:lnTo>
                  <a:pt x="3627" y="477"/>
                </a:lnTo>
                <a:lnTo>
                  <a:pt x="3622" y="460"/>
                </a:lnTo>
                <a:lnTo>
                  <a:pt x="3626" y="449"/>
                </a:lnTo>
                <a:lnTo>
                  <a:pt x="3628" y="438"/>
                </a:lnTo>
                <a:lnTo>
                  <a:pt x="3625" y="420"/>
                </a:lnTo>
                <a:lnTo>
                  <a:pt x="3619" y="415"/>
                </a:lnTo>
                <a:lnTo>
                  <a:pt x="3612" y="410"/>
                </a:lnTo>
                <a:lnTo>
                  <a:pt x="3606" y="387"/>
                </a:lnTo>
                <a:lnTo>
                  <a:pt x="3607" y="374"/>
                </a:lnTo>
                <a:lnTo>
                  <a:pt x="3608" y="365"/>
                </a:lnTo>
                <a:lnTo>
                  <a:pt x="3606" y="360"/>
                </a:lnTo>
                <a:lnTo>
                  <a:pt x="3604" y="366"/>
                </a:lnTo>
                <a:lnTo>
                  <a:pt x="3600" y="375"/>
                </a:lnTo>
                <a:lnTo>
                  <a:pt x="3586" y="386"/>
                </a:lnTo>
                <a:lnTo>
                  <a:pt x="3580" y="389"/>
                </a:lnTo>
                <a:lnTo>
                  <a:pt x="3576" y="389"/>
                </a:lnTo>
                <a:lnTo>
                  <a:pt x="3573" y="394"/>
                </a:lnTo>
                <a:lnTo>
                  <a:pt x="3575" y="408"/>
                </a:lnTo>
                <a:lnTo>
                  <a:pt x="3581" y="422"/>
                </a:lnTo>
                <a:lnTo>
                  <a:pt x="3588" y="435"/>
                </a:lnTo>
                <a:lnTo>
                  <a:pt x="3589" y="451"/>
                </a:lnTo>
                <a:lnTo>
                  <a:pt x="3580" y="455"/>
                </a:lnTo>
                <a:lnTo>
                  <a:pt x="3563" y="446"/>
                </a:lnTo>
                <a:lnTo>
                  <a:pt x="3551" y="435"/>
                </a:lnTo>
                <a:lnTo>
                  <a:pt x="3546" y="430"/>
                </a:lnTo>
                <a:lnTo>
                  <a:pt x="3538" y="426"/>
                </a:lnTo>
                <a:lnTo>
                  <a:pt x="3531" y="436"/>
                </a:lnTo>
                <a:lnTo>
                  <a:pt x="3530" y="457"/>
                </a:lnTo>
                <a:lnTo>
                  <a:pt x="3528" y="477"/>
                </a:lnTo>
                <a:lnTo>
                  <a:pt x="3523" y="481"/>
                </a:lnTo>
                <a:lnTo>
                  <a:pt x="3519" y="467"/>
                </a:lnTo>
                <a:lnTo>
                  <a:pt x="3516" y="459"/>
                </a:lnTo>
                <a:lnTo>
                  <a:pt x="3507" y="447"/>
                </a:lnTo>
                <a:lnTo>
                  <a:pt x="3493" y="441"/>
                </a:lnTo>
                <a:lnTo>
                  <a:pt x="3472" y="440"/>
                </a:lnTo>
                <a:lnTo>
                  <a:pt x="3459" y="442"/>
                </a:lnTo>
                <a:lnTo>
                  <a:pt x="3436" y="443"/>
                </a:lnTo>
                <a:lnTo>
                  <a:pt x="3412" y="437"/>
                </a:lnTo>
                <a:lnTo>
                  <a:pt x="3403" y="430"/>
                </a:lnTo>
                <a:lnTo>
                  <a:pt x="3401" y="425"/>
                </a:lnTo>
                <a:lnTo>
                  <a:pt x="3399" y="417"/>
                </a:lnTo>
                <a:lnTo>
                  <a:pt x="3408" y="412"/>
                </a:lnTo>
                <a:lnTo>
                  <a:pt x="3419" y="415"/>
                </a:lnTo>
                <a:lnTo>
                  <a:pt x="3426" y="418"/>
                </a:lnTo>
                <a:lnTo>
                  <a:pt x="3437" y="417"/>
                </a:lnTo>
                <a:lnTo>
                  <a:pt x="3445" y="403"/>
                </a:lnTo>
                <a:lnTo>
                  <a:pt x="3446" y="379"/>
                </a:lnTo>
                <a:lnTo>
                  <a:pt x="3448" y="363"/>
                </a:lnTo>
                <a:lnTo>
                  <a:pt x="3454" y="347"/>
                </a:lnTo>
                <a:lnTo>
                  <a:pt x="3459" y="344"/>
                </a:lnTo>
                <a:lnTo>
                  <a:pt x="3462" y="346"/>
                </a:lnTo>
                <a:lnTo>
                  <a:pt x="3466" y="348"/>
                </a:lnTo>
                <a:lnTo>
                  <a:pt x="3473" y="346"/>
                </a:lnTo>
                <a:lnTo>
                  <a:pt x="3483" y="334"/>
                </a:lnTo>
                <a:lnTo>
                  <a:pt x="3492" y="307"/>
                </a:lnTo>
                <a:lnTo>
                  <a:pt x="3493" y="279"/>
                </a:lnTo>
                <a:lnTo>
                  <a:pt x="3489" y="268"/>
                </a:lnTo>
                <a:lnTo>
                  <a:pt x="3487" y="265"/>
                </a:lnTo>
                <a:lnTo>
                  <a:pt x="3487" y="254"/>
                </a:lnTo>
                <a:lnTo>
                  <a:pt x="3496" y="233"/>
                </a:lnTo>
                <a:lnTo>
                  <a:pt x="3507" y="217"/>
                </a:lnTo>
                <a:lnTo>
                  <a:pt x="3518" y="204"/>
                </a:lnTo>
                <a:lnTo>
                  <a:pt x="3524" y="191"/>
                </a:lnTo>
                <a:lnTo>
                  <a:pt x="3520" y="186"/>
                </a:lnTo>
                <a:lnTo>
                  <a:pt x="3517" y="186"/>
                </a:lnTo>
                <a:lnTo>
                  <a:pt x="3509" y="186"/>
                </a:lnTo>
                <a:lnTo>
                  <a:pt x="3498" y="195"/>
                </a:lnTo>
                <a:lnTo>
                  <a:pt x="3497" y="202"/>
                </a:lnTo>
                <a:lnTo>
                  <a:pt x="3495" y="209"/>
                </a:lnTo>
                <a:lnTo>
                  <a:pt x="3477" y="218"/>
                </a:lnTo>
                <a:lnTo>
                  <a:pt x="3464" y="219"/>
                </a:lnTo>
                <a:lnTo>
                  <a:pt x="3450" y="218"/>
                </a:lnTo>
                <a:lnTo>
                  <a:pt x="3431" y="209"/>
                </a:lnTo>
                <a:lnTo>
                  <a:pt x="3429" y="202"/>
                </a:lnTo>
                <a:lnTo>
                  <a:pt x="3429" y="197"/>
                </a:lnTo>
                <a:lnTo>
                  <a:pt x="3423" y="187"/>
                </a:lnTo>
                <a:lnTo>
                  <a:pt x="3407" y="173"/>
                </a:lnTo>
                <a:lnTo>
                  <a:pt x="3378" y="162"/>
                </a:lnTo>
                <a:lnTo>
                  <a:pt x="3349" y="161"/>
                </a:lnTo>
                <a:lnTo>
                  <a:pt x="3340" y="167"/>
                </a:lnTo>
                <a:lnTo>
                  <a:pt x="3331" y="176"/>
                </a:lnTo>
                <a:lnTo>
                  <a:pt x="3315" y="185"/>
                </a:lnTo>
                <a:lnTo>
                  <a:pt x="3302" y="184"/>
                </a:lnTo>
                <a:lnTo>
                  <a:pt x="3295" y="173"/>
                </a:lnTo>
                <a:lnTo>
                  <a:pt x="3294" y="164"/>
                </a:lnTo>
                <a:lnTo>
                  <a:pt x="3293" y="160"/>
                </a:lnTo>
                <a:lnTo>
                  <a:pt x="3283" y="152"/>
                </a:lnTo>
                <a:lnTo>
                  <a:pt x="3252" y="142"/>
                </a:lnTo>
                <a:lnTo>
                  <a:pt x="3218" y="140"/>
                </a:lnTo>
                <a:lnTo>
                  <a:pt x="3193" y="139"/>
                </a:lnTo>
                <a:lnTo>
                  <a:pt x="3160" y="141"/>
                </a:lnTo>
                <a:lnTo>
                  <a:pt x="3137" y="155"/>
                </a:lnTo>
                <a:lnTo>
                  <a:pt x="3116" y="182"/>
                </a:lnTo>
                <a:lnTo>
                  <a:pt x="3104" y="202"/>
                </a:lnTo>
                <a:lnTo>
                  <a:pt x="3094" y="219"/>
                </a:lnTo>
                <a:lnTo>
                  <a:pt x="3075" y="246"/>
                </a:lnTo>
                <a:lnTo>
                  <a:pt x="3053" y="265"/>
                </a:lnTo>
                <a:lnTo>
                  <a:pt x="3030" y="277"/>
                </a:lnTo>
                <a:lnTo>
                  <a:pt x="3018" y="280"/>
                </a:lnTo>
                <a:lnTo>
                  <a:pt x="2997" y="285"/>
                </a:lnTo>
                <a:lnTo>
                  <a:pt x="2973" y="301"/>
                </a:lnTo>
                <a:lnTo>
                  <a:pt x="2964" y="315"/>
                </a:lnTo>
                <a:lnTo>
                  <a:pt x="2962" y="321"/>
                </a:lnTo>
                <a:lnTo>
                  <a:pt x="2955" y="336"/>
                </a:lnTo>
                <a:lnTo>
                  <a:pt x="2915" y="376"/>
                </a:lnTo>
                <a:lnTo>
                  <a:pt x="2889" y="395"/>
                </a:lnTo>
                <a:lnTo>
                  <a:pt x="2863" y="414"/>
                </a:lnTo>
                <a:lnTo>
                  <a:pt x="2821" y="455"/>
                </a:lnTo>
                <a:lnTo>
                  <a:pt x="2813" y="473"/>
                </a:lnTo>
                <a:lnTo>
                  <a:pt x="2810" y="481"/>
                </a:lnTo>
                <a:lnTo>
                  <a:pt x="2801" y="494"/>
                </a:lnTo>
                <a:lnTo>
                  <a:pt x="2786" y="502"/>
                </a:lnTo>
                <a:lnTo>
                  <a:pt x="2766" y="506"/>
                </a:lnTo>
                <a:lnTo>
                  <a:pt x="2754" y="506"/>
                </a:lnTo>
                <a:lnTo>
                  <a:pt x="2733" y="508"/>
                </a:lnTo>
                <a:lnTo>
                  <a:pt x="2692" y="526"/>
                </a:lnTo>
                <a:lnTo>
                  <a:pt x="2658" y="556"/>
                </a:lnTo>
                <a:lnTo>
                  <a:pt x="2642" y="581"/>
                </a:lnTo>
                <a:lnTo>
                  <a:pt x="2636" y="599"/>
                </a:lnTo>
                <a:lnTo>
                  <a:pt x="2636" y="607"/>
                </a:lnTo>
                <a:lnTo>
                  <a:pt x="2635" y="613"/>
                </a:lnTo>
                <a:lnTo>
                  <a:pt x="2629" y="627"/>
                </a:lnTo>
                <a:lnTo>
                  <a:pt x="2609" y="648"/>
                </a:lnTo>
                <a:lnTo>
                  <a:pt x="2592" y="658"/>
                </a:lnTo>
                <a:lnTo>
                  <a:pt x="2567" y="673"/>
                </a:lnTo>
                <a:lnTo>
                  <a:pt x="2526" y="711"/>
                </a:lnTo>
                <a:lnTo>
                  <a:pt x="2501" y="753"/>
                </a:lnTo>
                <a:lnTo>
                  <a:pt x="2494" y="781"/>
                </a:lnTo>
                <a:lnTo>
                  <a:pt x="2496" y="800"/>
                </a:lnTo>
                <a:lnTo>
                  <a:pt x="2499" y="807"/>
                </a:lnTo>
                <a:lnTo>
                  <a:pt x="2505" y="821"/>
                </a:lnTo>
                <a:lnTo>
                  <a:pt x="2509" y="844"/>
                </a:lnTo>
                <a:lnTo>
                  <a:pt x="2506" y="850"/>
                </a:lnTo>
                <a:lnTo>
                  <a:pt x="2498" y="856"/>
                </a:lnTo>
                <a:lnTo>
                  <a:pt x="2470" y="861"/>
                </a:lnTo>
                <a:lnTo>
                  <a:pt x="2439" y="858"/>
                </a:lnTo>
                <a:lnTo>
                  <a:pt x="2414" y="850"/>
                </a:lnTo>
                <a:lnTo>
                  <a:pt x="2408" y="844"/>
                </a:lnTo>
                <a:lnTo>
                  <a:pt x="2405" y="837"/>
                </a:lnTo>
                <a:lnTo>
                  <a:pt x="2410" y="828"/>
                </a:lnTo>
                <a:lnTo>
                  <a:pt x="2416" y="827"/>
                </a:lnTo>
                <a:lnTo>
                  <a:pt x="2424" y="825"/>
                </a:lnTo>
                <a:lnTo>
                  <a:pt x="2441" y="804"/>
                </a:lnTo>
                <a:lnTo>
                  <a:pt x="2448" y="788"/>
                </a:lnTo>
                <a:lnTo>
                  <a:pt x="2459" y="766"/>
                </a:lnTo>
                <a:lnTo>
                  <a:pt x="2512" y="686"/>
                </a:lnTo>
                <a:lnTo>
                  <a:pt x="2546" y="640"/>
                </a:lnTo>
                <a:lnTo>
                  <a:pt x="2584" y="591"/>
                </a:lnTo>
                <a:lnTo>
                  <a:pt x="2629" y="525"/>
                </a:lnTo>
                <a:lnTo>
                  <a:pt x="2641" y="499"/>
                </a:lnTo>
                <a:lnTo>
                  <a:pt x="2640" y="489"/>
                </a:lnTo>
                <a:lnTo>
                  <a:pt x="2626" y="484"/>
                </a:lnTo>
                <a:lnTo>
                  <a:pt x="2607" y="486"/>
                </a:lnTo>
                <a:lnTo>
                  <a:pt x="2587" y="489"/>
                </a:lnTo>
                <a:lnTo>
                  <a:pt x="2573" y="486"/>
                </a:lnTo>
                <a:lnTo>
                  <a:pt x="2572" y="479"/>
                </a:lnTo>
                <a:lnTo>
                  <a:pt x="2575" y="475"/>
                </a:lnTo>
                <a:lnTo>
                  <a:pt x="2581" y="466"/>
                </a:lnTo>
                <a:lnTo>
                  <a:pt x="2601" y="456"/>
                </a:lnTo>
                <a:lnTo>
                  <a:pt x="2612" y="455"/>
                </a:lnTo>
                <a:lnTo>
                  <a:pt x="2621" y="454"/>
                </a:lnTo>
                <a:lnTo>
                  <a:pt x="2635" y="440"/>
                </a:lnTo>
                <a:lnTo>
                  <a:pt x="2636" y="430"/>
                </a:lnTo>
                <a:lnTo>
                  <a:pt x="2636" y="423"/>
                </a:lnTo>
                <a:lnTo>
                  <a:pt x="2633" y="415"/>
                </a:lnTo>
                <a:lnTo>
                  <a:pt x="2621" y="412"/>
                </a:lnTo>
                <a:lnTo>
                  <a:pt x="2607" y="419"/>
                </a:lnTo>
                <a:lnTo>
                  <a:pt x="2600" y="423"/>
                </a:lnTo>
                <a:lnTo>
                  <a:pt x="2585" y="426"/>
                </a:lnTo>
                <a:lnTo>
                  <a:pt x="2561" y="423"/>
                </a:lnTo>
                <a:lnTo>
                  <a:pt x="2544" y="414"/>
                </a:lnTo>
                <a:lnTo>
                  <a:pt x="2533" y="407"/>
                </a:lnTo>
                <a:lnTo>
                  <a:pt x="2502" y="399"/>
                </a:lnTo>
                <a:lnTo>
                  <a:pt x="2460" y="397"/>
                </a:lnTo>
                <a:lnTo>
                  <a:pt x="2411" y="401"/>
                </a:lnTo>
                <a:lnTo>
                  <a:pt x="2382" y="405"/>
                </a:lnTo>
                <a:lnTo>
                  <a:pt x="2379" y="406"/>
                </a:lnTo>
                <a:lnTo>
                  <a:pt x="2386" y="414"/>
                </a:lnTo>
                <a:lnTo>
                  <a:pt x="2394" y="419"/>
                </a:lnTo>
                <a:lnTo>
                  <a:pt x="2398" y="422"/>
                </a:lnTo>
                <a:lnTo>
                  <a:pt x="2404" y="432"/>
                </a:lnTo>
                <a:lnTo>
                  <a:pt x="2399" y="455"/>
                </a:lnTo>
                <a:lnTo>
                  <a:pt x="2389" y="481"/>
                </a:lnTo>
                <a:lnTo>
                  <a:pt x="2379" y="499"/>
                </a:lnTo>
                <a:lnTo>
                  <a:pt x="2372" y="511"/>
                </a:lnTo>
                <a:lnTo>
                  <a:pt x="2371" y="508"/>
                </a:lnTo>
                <a:lnTo>
                  <a:pt x="2372" y="503"/>
                </a:lnTo>
                <a:lnTo>
                  <a:pt x="2374" y="490"/>
                </a:lnTo>
                <a:lnTo>
                  <a:pt x="2365" y="458"/>
                </a:lnTo>
                <a:lnTo>
                  <a:pt x="2357" y="444"/>
                </a:lnTo>
                <a:lnTo>
                  <a:pt x="2343" y="426"/>
                </a:lnTo>
                <a:lnTo>
                  <a:pt x="2333" y="426"/>
                </a:lnTo>
                <a:lnTo>
                  <a:pt x="2332" y="444"/>
                </a:lnTo>
                <a:lnTo>
                  <a:pt x="2332" y="453"/>
                </a:lnTo>
                <a:lnTo>
                  <a:pt x="2329" y="463"/>
                </a:lnTo>
                <a:lnTo>
                  <a:pt x="2314" y="461"/>
                </a:lnTo>
                <a:lnTo>
                  <a:pt x="2291" y="445"/>
                </a:lnTo>
                <a:lnTo>
                  <a:pt x="2274" y="433"/>
                </a:lnTo>
                <a:lnTo>
                  <a:pt x="2260" y="414"/>
                </a:lnTo>
                <a:lnTo>
                  <a:pt x="2258" y="401"/>
                </a:lnTo>
                <a:lnTo>
                  <a:pt x="2259" y="395"/>
                </a:lnTo>
                <a:lnTo>
                  <a:pt x="2264" y="379"/>
                </a:lnTo>
                <a:lnTo>
                  <a:pt x="2261" y="344"/>
                </a:lnTo>
                <a:lnTo>
                  <a:pt x="2247" y="311"/>
                </a:lnTo>
                <a:lnTo>
                  <a:pt x="2226" y="287"/>
                </a:lnTo>
                <a:lnTo>
                  <a:pt x="2213" y="282"/>
                </a:lnTo>
                <a:lnTo>
                  <a:pt x="2200" y="279"/>
                </a:lnTo>
                <a:lnTo>
                  <a:pt x="2184" y="280"/>
                </a:lnTo>
                <a:lnTo>
                  <a:pt x="2182" y="292"/>
                </a:lnTo>
                <a:lnTo>
                  <a:pt x="2194" y="315"/>
                </a:lnTo>
                <a:lnTo>
                  <a:pt x="2205" y="331"/>
                </a:lnTo>
                <a:lnTo>
                  <a:pt x="2216" y="346"/>
                </a:lnTo>
                <a:lnTo>
                  <a:pt x="2228" y="373"/>
                </a:lnTo>
                <a:lnTo>
                  <a:pt x="2228" y="392"/>
                </a:lnTo>
                <a:lnTo>
                  <a:pt x="2216" y="398"/>
                </a:lnTo>
                <a:lnTo>
                  <a:pt x="2205" y="395"/>
                </a:lnTo>
                <a:lnTo>
                  <a:pt x="2195" y="390"/>
                </a:lnTo>
                <a:lnTo>
                  <a:pt x="2181" y="373"/>
                </a:lnTo>
                <a:lnTo>
                  <a:pt x="2180" y="364"/>
                </a:lnTo>
                <a:lnTo>
                  <a:pt x="2179" y="358"/>
                </a:lnTo>
                <a:lnTo>
                  <a:pt x="2172" y="349"/>
                </a:lnTo>
                <a:lnTo>
                  <a:pt x="2154" y="342"/>
                </a:lnTo>
                <a:lnTo>
                  <a:pt x="2120" y="347"/>
                </a:lnTo>
                <a:lnTo>
                  <a:pt x="2095" y="361"/>
                </a:lnTo>
                <a:lnTo>
                  <a:pt x="2083" y="373"/>
                </a:lnTo>
                <a:lnTo>
                  <a:pt x="2078" y="381"/>
                </a:lnTo>
                <a:lnTo>
                  <a:pt x="2069" y="397"/>
                </a:lnTo>
                <a:lnTo>
                  <a:pt x="2053" y="410"/>
                </a:lnTo>
                <a:lnTo>
                  <a:pt x="2044" y="412"/>
                </a:lnTo>
                <a:lnTo>
                  <a:pt x="2040" y="410"/>
                </a:lnTo>
                <a:lnTo>
                  <a:pt x="2033" y="406"/>
                </a:lnTo>
                <a:lnTo>
                  <a:pt x="2034" y="396"/>
                </a:lnTo>
                <a:lnTo>
                  <a:pt x="2041" y="390"/>
                </a:lnTo>
                <a:lnTo>
                  <a:pt x="2045" y="386"/>
                </a:lnTo>
                <a:lnTo>
                  <a:pt x="2049" y="376"/>
                </a:lnTo>
                <a:lnTo>
                  <a:pt x="2048" y="356"/>
                </a:lnTo>
                <a:lnTo>
                  <a:pt x="2036" y="327"/>
                </a:lnTo>
                <a:lnTo>
                  <a:pt x="2019" y="311"/>
                </a:lnTo>
                <a:lnTo>
                  <a:pt x="2008" y="304"/>
                </a:lnTo>
                <a:lnTo>
                  <a:pt x="2002" y="303"/>
                </a:lnTo>
                <a:lnTo>
                  <a:pt x="1996" y="303"/>
                </a:lnTo>
                <a:lnTo>
                  <a:pt x="1987" y="298"/>
                </a:lnTo>
                <a:lnTo>
                  <a:pt x="1979" y="283"/>
                </a:lnTo>
                <a:lnTo>
                  <a:pt x="1978" y="254"/>
                </a:lnTo>
                <a:lnTo>
                  <a:pt x="1991" y="222"/>
                </a:lnTo>
                <a:lnTo>
                  <a:pt x="2002" y="209"/>
                </a:lnTo>
                <a:lnTo>
                  <a:pt x="2014" y="196"/>
                </a:lnTo>
                <a:lnTo>
                  <a:pt x="2027" y="174"/>
                </a:lnTo>
                <a:lnTo>
                  <a:pt x="2024" y="162"/>
                </a:lnTo>
                <a:lnTo>
                  <a:pt x="2010" y="161"/>
                </a:lnTo>
                <a:lnTo>
                  <a:pt x="1997" y="167"/>
                </a:lnTo>
                <a:lnTo>
                  <a:pt x="1983" y="174"/>
                </a:lnTo>
                <a:lnTo>
                  <a:pt x="1946" y="177"/>
                </a:lnTo>
                <a:lnTo>
                  <a:pt x="1929" y="174"/>
                </a:lnTo>
                <a:lnTo>
                  <a:pt x="1918" y="171"/>
                </a:lnTo>
                <a:lnTo>
                  <a:pt x="1904" y="172"/>
                </a:lnTo>
                <a:lnTo>
                  <a:pt x="1896" y="181"/>
                </a:lnTo>
                <a:lnTo>
                  <a:pt x="1893" y="201"/>
                </a:lnTo>
                <a:lnTo>
                  <a:pt x="1893" y="216"/>
                </a:lnTo>
                <a:lnTo>
                  <a:pt x="1892" y="242"/>
                </a:lnTo>
                <a:lnTo>
                  <a:pt x="1883" y="260"/>
                </a:lnTo>
                <a:lnTo>
                  <a:pt x="1871" y="263"/>
                </a:lnTo>
                <a:lnTo>
                  <a:pt x="1863" y="262"/>
                </a:lnTo>
                <a:lnTo>
                  <a:pt x="1858" y="260"/>
                </a:lnTo>
                <a:lnTo>
                  <a:pt x="1848" y="253"/>
                </a:lnTo>
                <a:lnTo>
                  <a:pt x="1839" y="234"/>
                </a:lnTo>
                <a:lnTo>
                  <a:pt x="1838" y="203"/>
                </a:lnTo>
                <a:lnTo>
                  <a:pt x="1845" y="184"/>
                </a:lnTo>
                <a:lnTo>
                  <a:pt x="1853" y="175"/>
                </a:lnTo>
                <a:lnTo>
                  <a:pt x="1858" y="172"/>
                </a:lnTo>
                <a:lnTo>
                  <a:pt x="1865" y="169"/>
                </a:lnTo>
                <a:lnTo>
                  <a:pt x="1874" y="155"/>
                </a:lnTo>
                <a:lnTo>
                  <a:pt x="1875" y="147"/>
                </a:lnTo>
                <a:lnTo>
                  <a:pt x="1878" y="137"/>
                </a:lnTo>
                <a:lnTo>
                  <a:pt x="1896" y="114"/>
                </a:lnTo>
                <a:lnTo>
                  <a:pt x="1909" y="105"/>
                </a:lnTo>
                <a:lnTo>
                  <a:pt x="1922" y="95"/>
                </a:lnTo>
                <a:lnTo>
                  <a:pt x="1933" y="77"/>
                </a:lnTo>
                <a:lnTo>
                  <a:pt x="1934" y="64"/>
                </a:lnTo>
                <a:lnTo>
                  <a:pt x="1933" y="59"/>
                </a:lnTo>
                <a:lnTo>
                  <a:pt x="1929" y="47"/>
                </a:lnTo>
                <a:lnTo>
                  <a:pt x="1938" y="35"/>
                </a:lnTo>
                <a:lnTo>
                  <a:pt x="1949" y="34"/>
                </a:lnTo>
                <a:lnTo>
                  <a:pt x="1961" y="33"/>
                </a:lnTo>
                <a:lnTo>
                  <a:pt x="1976" y="23"/>
                </a:lnTo>
                <a:lnTo>
                  <a:pt x="1977" y="17"/>
                </a:lnTo>
                <a:lnTo>
                  <a:pt x="1976" y="13"/>
                </a:lnTo>
                <a:lnTo>
                  <a:pt x="1970" y="7"/>
                </a:lnTo>
                <a:lnTo>
                  <a:pt x="1952" y="1"/>
                </a:lnTo>
                <a:lnTo>
                  <a:pt x="1934" y="0"/>
                </a:lnTo>
                <a:lnTo>
                  <a:pt x="1923" y="1"/>
                </a:lnTo>
                <a:lnTo>
                  <a:pt x="1906" y="4"/>
                </a:lnTo>
                <a:lnTo>
                  <a:pt x="1897" y="14"/>
                </a:lnTo>
                <a:lnTo>
                  <a:pt x="1893" y="30"/>
                </a:lnTo>
                <a:lnTo>
                  <a:pt x="1893" y="42"/>
                </a:lnTo>
                <a:close/>
                <a:moveTo>
                  <a:pt x="4374" y="258"/>
                </a:moveTo>
                <a:lnTo>
                  <a:pt x="4381" y="269"/>
                </a:lnTo>
                <a:lnTo>
                  <a:pt x="4384" y="287"/>
                </a:lnTo>
                <a:lnTo>
                  <a:pt x="4381" y="292"/>
                </a:lnTo>
                <a:lnTo>
                  <a:pt x="4375" y="295"/>
                </a:lnTo>
                <a:lnTo>
                  <a:pt x="4358" y="291"/>
                </a:lnTo>
                <a:lnTo>
                  <a:pt x="4339" y="278"/>
                </a:lnTo>
                <a:lnTo>
                  <a:pt x="4326" y="260"/>
                </a:lnTo>
                <a:lnTo>
                  <a:pt x="4325" y="252"/>
                </a:lnTo>
                <a:lnTo>
                  <a:pt x="4325" y="244"/>
                </a:lnTo>
                <a:lnTo>
                  <a:pt x="4334" y="237"/>
                </a:lnTo>
                <a:lnTo>
                  <a:pt x="4349" y="239"/>
                </a:lnTo>
                <a:lnTo>
                  <a:pt x="4366" y="250"/>
                </a:lnTo>
                <a:lnTo>
                  <a:pt x="4374" y="258"/>
                </a:lnTo>
                <a:close/>
                <a:moveTo>
                  <a:pt x="4139" y="338"/>
                </a:moveTo>
                <a:lnTo>
                  <a:pt x="4138" y="350"/>
                </a:lnTo>
                <a:lnTo>
                  <a:pt x="4133" y="354"/>
                </a:lnTo>
                <a:lnTo>
                  <a:pt x="4123" y="350"/>
                </a:lnTo>
                <a:lnTo>
                  <a:pt x="4113" y="338"/>
                </a:lnTo>
                <a:lnTo>
                  <a:pt x="4111" y="331"/>
                </a:lnTo>
                <a:lnTo>
                  <a:pt x="4114" y="322"/>
                </a:lnTo>
                <a:lnTo>
                  <a:pt x="4121" y="321"/>
                </a:lnTo>
                <a:lnTo>
                  <a:pt x="4128" y="322"/>
                </a:lnTo>
                <a:lnTo>
                  <a:pt x="4138" y="331"/>
                </a:lnTo>
                <a:lnTo>
                  <a:pt x="4139" y="338"/>
                </a:lnTo>
                <a:close/>
                <a:moveTo>
                  <a:pt x="3071" y="358"/>
                </a:moveTo>
                <a:lnTo>
                  <a:pt x="3066" y="367"/>
                </a:lnTo>
                <a:lnTo>
                  <a:pt x="3045" y="382"/>
                </a:lnTo>
                <a:lnTo>
                  <a:pt x="3033" y="384"/>
                </a:lnTo>
                <a:lnTo>
                  <a:pt x="3017" y="389"/>
                </a:lnTo>
                <a:lnTo>
                  <a:pt x="3014" y="379"/>
                </a:lnTo>
                <a:lnTo>
                  <a:pt x="3026" y="364"/>
                </a:lnTo>
                <a:lnTo>
                  <a:pt x="3037" y="353"/>
                </a:lnTo>
                <a:lnTo>
                  <a:pt x="3055" y="340"/>
                </a:lnTo>
                <a:lnTo>
                  <a:pt x="3068" y="338"/>
                </a:lnTo>
                <a:lnTo>
                  <a:pt x="3074" y="348"/>
                </a:lnTo>
                <a:lnTo>
                  <a:pt x="3071" y="358"/>
                </a:lnTo>
                <a:close/>
                <a:moveTo>
                  <a:pt x="4781" y="589"/>
                </a:moveTo>
                <a:lnTo>
                  <a:pt x="4773" y="603"/>
                </a:lnTo>
                <a:lnTo>
                  <a:pt x="4755" y="627"/>
                </a:lnTo>
                <a:lnTo>
                  <a:pt x="4747" y="633"/>
                </a:lnTo>
                <a:lnTo>
                  <a:pt x="4739" y="637"/>
                </a:lnTo>
                <a:lnTo>
                  <a:pt x="4732" y="628"/>
                </a:lnTo>
                <a:lnTo>
                  <a:pt x="4733" y="609"/>
                </a:lnTo>
                <a:lnTo>
                  <a:pt x="4743" y="587"/>
                </a:lnTo>
                <a:lnTo>
                  <a:pt x="4751" y="577"/>
                </a:lnTo>
                <a:lnTo>
                  <a:pt x="4762" y="567"/>
                </a:lnTo>
                <a:lnTo>
                  <a:pt x="4780" y="557"/>
                </a:lnTo>
                <a:lnTo>
                  <a:pt x="4789" y="561"/>
                </a:lnTo>
                <a:lnTo>
                  <a:pt x="4787" y="577"/>
                </a:lnTo>
                <a:lnTo>
                  <a:pt x="4781" y="589"/>
                </a:lnTo>
                <a:close/>
                <a:moveTo>
                  <a:pt x="4080" y="642"/>
                </a:moveTo>
                <a:lnTo>
                  <a:pt x="4083" y="648"/>
                </a:lnTo>
                <a:lnTo>
                  <a:pt x="4080" y="657"/>
                </a:lnTo>
                <a:lnTo>
                  <a:pt x="4073" y="658"/>
                </a:lnTo>
                <a:lnTo>
                  <a:pt x="4066" y="657"/>
                </a:lnTo>
                <a:lnTo>
                  <a:pt x="4051" y="648"/>
                </a:lnTo>
                <a:lnTo>
                  <a:pt x="4047" y="642"/>
                </a:lnTo>
                <a:lnTo>
                  <a:pt x="4043" y="635"/>
                </a:lnTo>
                <a:lnTo>
                  <a:pt x="4047" y="625"/>
                </a:lnTo>
                <a:lnTo>
                  <a:pt x="4053" y="624"/>
                </a:lnTo>
                <a:lnTo>
                  <a:pt x="4060" y="625"/>
                </a:lnTo>
                <a:lnTo>
                  <a:pt x="4075" y="635"/>
                </a:lnTo>
                <a:lnTo>
                  <a:pt x="4080" y="642"/>
                </a:lnTo>
                <a:close/>
                <a:moveTo>
                  <a:pt x="1129" y="724"/>
                </a:moveTo>
                <a:lnTo>
                  <a:pt x="1132" y="733"/>
                </a:lnTo>
                <a:lnTo>
                  <a:pt x="1122" y="742"/>
                </a:lnTo>
                <a:lnTo>
                  <a:pt x="1113" y="739"/>
                </a:lnTo>
                <a:lnTo>
                  <a:pt x="1104" y="736"/>
                </a:lnTo>
                <a:lnTo>
                  <a:pt x="1089" y="720"/>
                </a:lnTo>
                <a:lnTo>
                  <a:pt x="1085" y="710"/>
                </a:lnTo>
                <a:lnTo>
                  <a:pt x="1083" y="701"/>
                </a:lnTo>
                <a:lnTo>
                  <a:pt x="1091" y="693"/>
                </a:lnTo>
                <a:lnTo>
                  <a:pt x="1100" y="695"/>
                </a:lnTo>
                <a:lnTo>
                  <a:pt x="1109" y="699"/>
                </a:lnTo>
                <a:lnTo>
                  <a:pt x="1125" y="715"/>
                </a:lnTo>
                <a:lnTo>
                  <a:pt x="1129" y="724"/>
                </a:lnTo>
                <a:close/>
                <a:moveTo>
                  <a:pt x="5401" y="753"/>
                </a:moveTo>
                <a:lnTo>
                  <a:pt x="5396" y="756"/>
                </a:lnTo>
                <a:lnTo>
                  <a:pt x="5378" y="757"/>
                </a:lnTo>
                <a:lnTo>
                  <a:pt x="5369" y="754"/>
                </a:lnTo>
                <a:lnTo>
                  <a:pt x="5361" y="751"/>
                </a:lnTo>
                <a:lnTo>
                  <a:pt x="5367" y="745"/>
                </a:lnTo>
                <a:lnTo>
                  <a:pt x="5379" y="744"/>
                </a:lnTo>
                <a:lnTo>
                  <a:pt x="5392" y="744"/>
                </a:lnTo>
                <a:lnTo>
                  <a:pt x="5402" y="747"/>
                </a:lnTo>
                <a:lnTo>
                  <a:pt x="5403" y="751"/>
                </a:lnTo>
                <a:lnTo>
                  <a:pt x="5401" y="753"/>
                </a:lnTo>
                <a:close/>
                <a:moveTo>
                  <a:pt x="4587" y="812"/>
                </a:moveTo>
                <a:lnTo>
                  <a:pt x="4593" y="821"/>
                </a:lnTo>
                <a:lnTo>
                  <a:pt x="4595" y="833"/>
                </a:lnTo>
                <a:lnTo>
                  <a:pt x="4588" y="835"/>
                </a:lnTo>
                <a:lnTo>
                  <a:pt x="4574" y="826"/>
                </a:lnTo>
                <a:lnTo>
                  <a:pt x="4564" y="817"/>
                </a:lnTo>
                <a:lnTo>
                  <a:pt x="4557" y="807"/>
                </a:lnTo>
                <a:lnTo>
                  <a:pt x="4554" y="797"/>
                </a:lnTo>
                <a:lnTo>
                  <a:pt x="4557" y="794"/>
                </a:lnTo>
                <a:lnTo>
                  <a:pt x="4559" y="794"/>
                </a:lnTo>
                <a:lnTo>
                  <a:pt x="4566" y="795"/>
                </a:lnTo>
                <a:lnTo>
                  <a:pt x="4582" y="805"/>
                </a:lnTo>
                <a:lnTo>
                  <a:pt x="4587" y="812"/>
                </a:lnTo>
                <a:close/>
                <a:moveTo>
                  <a:pt x="2416" y="886"/>
                </a:moveTo>
                <a:lnTo>
                  <a:pt x="2427" y="899"/>
                </a:lnTo>
                <a:lnTo>
                  <a:pt x="2427" y="909"/>
                </a:lnTo>
                <a:lnTo>
                  <a:pt x="2418" y="911"/>
                </a:lnTo>
                <a:lnTo>
                  <a:pt x="2410" y="911"/>
                </a:lnTo>
                <a:lnTo>
                  <a:pt x="2398" y="910"/>
                </a:lnTo>
                <a:lnTo>
                  <a:pt x="2383" y="896"/>
                </a:lnTo>
                <a:lnTo>
                  <a:pt x="2382" y="886"/>
                </a:lnTo>
                <a:lnTo>
                  <a:pt x="2382" y="877"/>
                </a:lnTo>
                <a:lnTo>
                  <a:pt x="2386" y="862"/>
                </a:lnTo>
                <a:lnTo>
                  <a:pt x="2389" y="860"/>
                </a:lnTo>
                <a:lnTo>
                  <a:pt x="2398" y="866"/>
                </a:lnTo>
                <a:lnTo>
                  <a:pt x="2416" y="886"/>
                </a:lnTo>
                <a:close/>
                <a:moveTo>
                  <a:pt x="4579" y="896"/>
                </a:moveTo>
                <a:lnTo>
                  <a:pt x="4578" y="903"/>
                </a:lnTo>
                <a:lnTo>
                  <a:pt x="4568" y="906"/>
                </a:lnTo>
                <a:lnTo>
                  <a:pt x="4561" y="903"/>
                </a:lnTo>
                <a:lnTo>
                  <a:pt x="4555" y="898"/>
                </a:lnTo>
                <a:lnTo>
                  <a:pt x="4545" y="883"/>
                </a:lnTo>
                <a:lnTo>
                  <a:pt x="4544" y="876"/>
                </a:lnTo>
                <a:lnTo>
                  <a:pt x="4545" y="869"/>
                </a:lnTo>
                <a:lnTo>
                  <a:pt x="4555" y="866"/>
                </a:lnTo>
                <a:lnTo>
                  <a:pt x="4561" y="869"/>
                </a:lnTo>
                <a:lnTo>
                  <a:pt x="4568" y="873"/>
                </a:lnTo>
                <a:lnTo>
                  <a:pt x="4578" y="889"/>
                </a:lnTo>
                <a:lnTo>
                  <a:pt x="4579" y="896"/>
                </a:lnTo>
                <a:close/>
                <a:moveTo>
                  <a:pt x="2416" y="1014"/>
                </a:moveTo>
                <a:lnTo>
                  <a:pt x="2415" y="1028"/>
                </a:lnTo>
                <a:lnTo>
                  <a:pt x="2404" y="1042"/>
                </a:lnTo>
                <a:lnTo>
                  <a:pt x="2387" y="1040"/>
                </a:lnTo>
                <a:lnTo>
                  <a:pt x="2373" y="1022"/>
                </a:lnTo>
                <a:lnTo>
                  <a:pt x="2369" y="1007"/>
                </a:lnTo>
                <a:lnTo>
                  <a:pt x="2368" y="995"/>
                </a:lnTo>
                <a:lnTo>
                  <a:pt x="2378" y="980"/>
                </a:lnTo>
                <a:lnTo>
                  <a:pt x="2389" y="979"/>
                </a:lnTo>
                <a:lnTo>
                  <a:pt x="2395" y="979"/>
                </a:lnTo>
                <a:lnTo>
                  <a:pt x="2406" y="985"/>
                </a:lnTo>
                <a:lnTo>
                  <a:pt x="2415" y="1000"/>
                </a:lnTo>
                <a:lnTo>
                  <a:pt x="2416" y="1014"/>
                </a:lnTo>
                <a:close/>
                <a:moveTo>
                  <a:pt x="1482" y="1050"/>
                </a:moveTo>
                <a:lnTo>
                  <a:pt x="1480" y="1054"/>
                </a:lnTo>
                <a:lnTo>
                  <a:pt x="1477" y="1055"/>
                </a:lnTo>
                <a:lnTo>
                  <a:pt x="1474" y="1046"/>
                </a:lnTo>
                <a:lnTo>
                  <a:pt x="1473" y="1029"/>
                </a:lnTo>
                <a:lnTo>
                  <a:pt x="1474" y="1013"/>
                </a:lnTo>
                <a:lnTo>
                  <a:pt x="1477" y="1003"/>
                </a:lnTo>
                <a:lnTo>
                  <a:pt x="1480" y="1004"/>
                </a:lnTo>
                <a:lnTo>
                  <a:pt x="1482" y="1007"/>
                </a:lnTo>
                <a:lnTo>
                  <a:pt x="1484" y="1017"/>
                </a:lnTo>
                <a:lnTo>
                  <a:pt x="1484" y="1041"/>
                </a:lnTo>
                <a:lnTo>
                  <a:pt x="1482" y="1050"/>
                </a:lnTo>
                <a:close/>
                <a:moveTo>
                  <a:pt x="5433" y="1042"/>
                </a:moveTo>
                <a:lnTo>
                  <a:pt x="5427" y="1047"/>
                </a:lnTo>
                <a:lnTo>
                  <a:pt x="5416" y="1046"/>
                </a:lnTo>
                <a:lnTo>
                  <a:pt x="5410" y="1034"/>
                </a:lnTo>
                <a:lnTo>
                  <a:pt x="5412" y="1019"/>
                </a:lnTo>
                <a:lnTo>
                  <a:pt x="5416" y="1011"/>
                </a:lnTo>
                <a:lnTo>
                  <a:pt x="5423" y="999"/>
                </a:lnTo>
                <a:lnTo>
                  <a:pt x="5432" y="999"/>
                </a:lnTo>
                <a:lnTo>
                  <a:pt x="5436" y="1011"/>
                </a:lnTo>
                <a:lnTo>
                  <a:pt x="5438" y="1020"/>
                </a:lnTo>
                <a:lnTo>
                  <a:pt x="5436" y="1037"/>
                </a:lnTo>
                <a:lnTo>
                  <a:pt x="5433" y="1042"/>
                </a:lnTo>
                <a:close/>
                <a:moveTo>
                  <a:pt x="6504" y="1328"/>
                </a:moveTo>
                <a:lnTo>
                  <a:pt x="6502" y="1336"/>
                </a:lnTo>
                <a:lnTo>
                  <a:pt x="6486" y="1362"/>
                </a:lnTo>
                <a:lnTo>
                  <a:pt x="6475" y="1376"/>
                </a:lnTo>
                <a:lnTo>
                  <a:pt x="6461" y="1394"/>
                </a:lnTo>
                <a:lnTo>
                  <a:pt x="6454" y="1396"/>
                </a:lnTo>
                <a:lnTo>
                  <a:pt x="6460" y="1379"/>
                </a:lnTo>
                <a:lnTo>
                  <a:pt x="6468" y="1350"/>
                </a:lnTo>
                <a:lnTo>
                  <a:pt x="6470" y="1331"/>
                </a:lnTo>
                <a:lnTo>
                  <a:pt x="6471" y="1325"/>
                </a:lnTo>
                <a:lnTo>
                  <a:pt x="6481" y="1317"/>
                </a:lnTo>
                <a:lnTo>
                  <a:pt x="6487" y="1316"/>
                </a:lnTo>
                <a:lnTo>
                  <a:pt x="6494" y="1317"/>
                </a:lnTo>
                <a:lnTo>
                  <a:pt x="6503" y="1323"/>
                </a:lnTo>
                <a:lnTo>
                  <a:pt x="6504" y="1328"/>
                </a:lnTo>
                <a:close/>
                <a:moveTo>
                  <a:pt x="6462" y="1620"/>
                </a:moveTo>
                <a:lnTo>
                  <a:pt x="6465" y="1627"/>
                </a:lnTo>
                <a:lnTo>
                  <a:pt x="6461" y="1636"/>
                </a:lnTo>
                <a:lnTo>
                  <a:pt x="6455" y="1637"/>
                </a:lnTo>
                <a:lnTo>
                  <a:pt x="6448" y="1636"/>
                </a:lnTo>
                <a:lnTo>
                  <a:pt x="6437" y="1627"/>
                </a:lnTo>
                <a:lnTo>
                  <a:pt x="6436" y="1620"/>
                </a:lnTo>
                <a:lnTo>
                  <a:pt x="6436" y="1613"/>
                </a:lnTo>
                <a:lnTo>
                  <a:pt x="6441" y="1604"/>
                </a:lnTo>
                <a:lnTo>
                  <a:pt x="6444" y="1604"/>
                </a:lnTo>
                <a:lnTo>
                  <a:pt x="6448" y="1604"/>
                </a:lnTo>
                <a:lnTo>
                  <a:pt x="6458" y="1613"/>
                </a:lnTo>
                <a:lnTo>
                  <a:pt x="6462" y="1620"/>
                </a:lnTo>
                <a:close/>
                <a:moveTo>
                  <a:pt x="6244" y="1926"/>
                </a:moveTo>
                <a:lnTo>
                  <a:pt x="6217" y="1983"/>
                </a:lnTo>
                <a:lnTo>
                  <a:pt x="6227" y="1907"/>
                </a:lnTo>
                <a:lnTo>
                  <a:pt x="6232" y="1875"/>
                </a:lnTo>
                <a:lnTo>
                  <a:pt x="6242" y="1829"/>
                </a:lnTo>
                <a:lnTo>
                  <a:pt x="6250" y="1813"/>
                </a:lnTo>
                <a:lnTo>
                  <a:pt x="6255" y="1809"/>
                </a:lnTo>
                <a:lnTo>
                  <a:pt x="6261" y="1816"/>
                </a:lnTo>
                <a:lnTo>
                  <a:pt x="6264" y="1832"/>
                </a:lnTo>
                <a:lnTo>
                  <a:pt x="6265" y="1851"/>
                </a:lnTo>
                <a:lnTo>
                  <a:pt x="6254" y="1901"/>
                </a:lnTo>
                <a:lnTo>
                  <a:pt x="6244" y="1926"/>
                </a:lnTo>
                <a:close/>
                <a:moveTo>
                  <a:pt x="2800" y="2761"/>
                </a:moveTo>
                <a:lnTo>
                  <a:pt x="2795" y="2764"/>
                </a:lnTo>
                <a:lnTo>
                  <a:pt x="2777" y="2766"/>
                </a:lnTo>
                <a:lnTo>
                  <a:pt x="2767" y="2763"/>
                </a:lnTo>
                <a:lnTo>
                  <a:pt x="2759" y="2759"/>
                </a:lnTo>
                <a:lnTo>
                  <a:pt x="2765" y="2753"/>
                </a:lnTo>
                <a:lnTo>
                  <a:pt x="2778" y="2753"/>
                </a:lnTo>
                <a:lnTo>
                  <a:pt x="2791" y="2752"/>
                </a:lnTo>
                <a:lnTo>
                  <a:pt x="2801" y="2756"/>
                </a:lnTo>
                <a:lnTo>
                  <a:pt x="2802" y="2759"/>
                </a:lnTo>
                <a:lnTo>
                  <a:pt x="2800" y="2761"/>
                </a:lnTo>
                <a:close/>
                <a:moveTo>
                  <a:pt x="2747" y="2827"/>
                </a:moveTo>
                <a:lnTo>
                  <a:pt x="2767" y="2842"/>
                </a:lnTo>
                <a:lnTo>
                  <a:pt x="2766" y="2851"/>
                </a:lnTo>
                <a:lnTo>
                  <a:pt x="2744" y="2852"/>
                </a:lnTo>
                <a:lnTo>
                  <a:pt x="2728" y="2851"/>
                </a:lnTo>
                <a:lnTo>
                  <a:pt x="2696" y="2837"/>
                </a:lnTo>
                <a:lnTo>
                  <a:pt x="2686" y="2827"/>
                </a:lnTo>
                <a:lnTo>
                  <a:pt x="2678" y="2815"/>
                </a:lnTo>
                <a:lnTo>
                  <a:pt x="2678" y="2804"/>
                </a:lnTo>
                <a:lnTo>
                  <a:pt x="2684" y="2801"/>
                </a:lnTo>
                <a:lnTo>
                  <a:pt x="2700" y="2801"/>
                </a:lnTo>
                <a:lnTo>
                  <a:pt x="2730" y="2815"/>
                </a:lnTo>
                <a:lnTo>
                  <a:pt x="2747" y="2827"/>
                </a:lnTo>
                <a:close/>
                <a:moveTo>
                  <a:pt x="2688" y="2869"/>
                </a:moveTo>
                <a:lnTo>
                  <a:pt x="2700" y="2877"/>
                </a:lnTo>
                <a:lnTo>
                  <a:pt x="2716" y="2904"/>
                </a:lnTo>
                <a:lnTo>
                  <a:pt x="2721" y="2932"/>
                </a:lnTo>
                <a:lnTo>
                  <a:pt x="2716" y="2947"/>
                </a:lnTo>
                <a:lnTo>
                  <a:pt x="2708" y="2952"/>
                </a:lnTo>
                <a:lnTo>
                  <a:pt x="2702" y="2953"/>
                </a:lnTo>
                <a:lnTo>
                  <a:pt x="2694" y="2954"/>
                </a:lnTo>
                <a:lnTo>
                  <a:pt x="2688" y="2965"/>
                </a:lnTo>
                <a:lnTo>
                  <a:pt x="2691" y="2973"/>
                </a:lnTo>
                <a:lnTo>
                  <a:pt x="2692" y="2980"/>
                </a:lnTo>
                <a:lnTo>
                  <a:pt x="2684" y="2988"/>
                </a:lnTo>
                <a:lnTo>
                  <a:pt x="2649" y="2995"/>
                </a:lnTo>
                <a:lnTo>
                  <a:pt x="2602" y="2996"/>
                </a:lnTo>
                <a:lnTo>
                  <a:pt x="2562" y="2995"/>
                </a:lnTo>
                <a:lnTo>
                  <a:pt x="2501" y="2988"/>
                </a:lnTo>
                <a:lnTo>
                  <a:pt x="2491" y="2982"/>
                </a:lnTo>
                <a:lnTo>
                  <a:pt x="2489" y="2980"/>
                </a:lnTo>
                <a:lnTo>
                  <a:pt x="2491" y="2975"/>
                </a:lnTo>
                <a:lnTo>
                  <a:pt x="2506" y="2970"/>
                </a:lnTo>
                <a:lnTo>
                  <a:pt x="2522" y="2970"/>
                </a:lnTo>
                <a:lnTo>
                  <a:pt x="2543" y="2968"/>
                </a:lnTo>
                <a:lnTo>
                  <a:pt x="2587" y="2949"/>
                </a:lnTo>
                <a:lnTo>
                  <a:pt x="2625" y="2920"/>
                </a:lnTo>
                <a:lnTo>
                  <a:pt x="2640" y="2897"/>
                </a:lnTo>
                <a:lnTo>
                  <a:pt x="2643" y="2882"/>
                </a:lnTo>
                <a:lnTo>
                  <a:pt x="2641" y="2875"/>
                </a:lnTo>
                <a:lnTo>
                  <a:pt x="2638" y="2866"/>
                </a:lnTo>
                <a:lnTo>
                  <a:pt x="2640" y="2854"/>
                </a:lnTo>
                <a:lnTo>
                  <a:pt x="2651" y="2853"/>
                </a:lnTo>
                <a:lnTo>
                  <a:pt x="2672" y="2861"/>
                </a:lnTo>
                <a:lnTo>
                  <a:pt x="2688" y="2869"/>
                </a:lnTo>
                <a:close/>
                <a:moveTo>
                  <a:pt x="1285" y="2999"/>
                </a:moveTo>
                <a:lnTo>
                  <a:pt x="1284" y="3008"/>
                </a:lnTo>
                <a:lnTo>
                  <a:pt x="1273" y="3019"/>
                </a:lnTo>
                <a:lnTo>
                  <a:pt x="1265" y="3021"/>
                </a:lnTo>
                <a:lnTo>
                  <a:pt x="1259" y="3020"/>
                </a:lnTo>
                <a:lnTo>
                  <a:pt x="1255" y="3012"/>
                </a:lnTo>
                <a:lnTo>
                  <a:pt x="1259" y="3006"/>
                </a:lnTo>
                <a:lnTo>
                  <a:pt x="1260" y="3002"/>
                </a:lnTo>
                <a:lnTo>
                  <a:pt x="1258" y="2995"/>
                </a:lnTo>
                <a:lnTo>
                  <a:pt x="1247" y="2985"/>
                </a:lnTo>
                <a:lnTo>
                  <a:pt x="1234" y="2979"/>
                </a:lnTo>
                <a:lnTo>
                  <a:pt x="1220" y="2973"/>
                </a:lnTo>
                <a:lnTo>
                  <a:pt x="1201" y="2960"/>
                </a:lnTo>
                <a:lnTo>
                  <a:pt x="1199" y="2953"/>
                </a:lnTo>
                <a:lnTo>
                  <a:pt x="1200" y="2950"/>
                </a:lnTo>
                <a:lnTo>
                  <a:pt x="1207" y="2948"/>
                </a:lnTo>
                <a:lnTo>
                  <a:pt x="1225" y="2950"/>
                </a:lnTo>
                <a:lnTo>
                  <a:pt x="1242" y="2956"/>
                </a:lnTo>
                <a:lnTo>
                  <a:pt x="1259" y="2965"/>
                </a:lnTo>
                <a:lnTo>
                  <a:pt x="1282" y="2988"/>
                </a:lnTo>
                <a:lnTo>
                  <a:pt x="1285" y="2999"/>
                </a:lnTo>
                <a:close/>
                <a:moveTo>
                  <a:pt x="830" y="3039"/>
                </a:moveTo>
                <a:lnTo>
                  <a:pt x="821" y="3060"/>
                </a:lnTo>
                <a:lnTo>
                  <a:pt x="799" y="3097"/>
                </a:lnTo>
                <a:lnTo>
                  <a:pt x="776" y="3125"/>
                </a:lnTo>
                <a:lnTo>
                  <a:pt x="762" y="3135"/>
                </a:lnTo>
                <a:lnTo>
                  <a:pt x="755" y="3138"/>
                </a:lnTo>
                <a:lnTo>
                  <a:pt x="752" y="3135"/>
                </a:lnTo>
                <a:lnTo>
                  <a:pt x="748" y="3128"/>
                </a:lnTo>
                <a:lnTo>
                  <a:pt x="753" y="3100"/>
                </a:lnTo>
                <a:lnTo>
                  <a:pt x="769" y="3064"/>
                </a:lnTo>
                <a:lnTo>
                  <a:pt x="791" y="3028"/>
                </a:lnTo>
                <a:lnTo>
                  <a:pt x="803" y="3014"/>
                </a:lnTo>
                <a:lnTo>
                  <a:pt x="816" y="3002"/>
                </a:lnTo>
                <a:lnTo>
                  <a:pt x="834" y="2992"/>
                </a:lnTo>
                <a:lnTo>
                  <a:pt x="841" y="2999"/>
                </a:lnTo>
                <a:lnTo>
                  <a:pt x="837" y="3021"/>
                </a:lnTo>
                <a:lnTo>
                  <a:pt x="830" y="3039"/>
                </a:lnTo>
                <a:close/>
                <a:moveTo>
                  <a:pt x="609" y="3054"/>
                </a:moveTo>
                <a:lnTo>
                  <a:pt x="618" y="3062"/>
                </a:lnTo>
                <a:lnTo>
                  <a:pt x="625" y="3076"/>
                </a:lnTo>
                <a:lnTo>
                  <a:pt x="622" y="3082"/>
                </a:lnTo>
                <a:lnTo>
                  <a:pt x="616" y="3084"/>
                </a:lnTo>
                <a:lnTo>
                  <a:pt x="594" y="3075"/>
                </a:lnTo>
                <a:lnTo>
                  <a:pt x="583" y="3065"/>
                </a:lnTo>
                <a:lnTo>
                  <a:pt x="573" y="3054"/>
                </a:lnTo>
                <a:lnTo>
                  <a:pt x="567" y="3041"/>
                </a:lnTo>
                <a:lnTo>
                  <a:pt x="574" y="3038"/>
                </a:lnTo>
                <a:lnTo>
                  <a:pt x="594" y="3046"/>
                </a:lnTo>
                <a:lnTo>
                  <a:pt x="609" y="3054"/>
                </a:lnTo>
                <a:close/>
                <a:moveTo>
                  <a:pt x="2240" y="3085"/>
                </a:moveTo>
                <a:lnTo>
                  <a:pt x="2234" y="3087"/>
                </a:lnTo>
                <a:lnTo>
                  <a:pt x="2212" y="3076"/>
                </a:lnTo>
                <a:lnTo>
                  <a:pt x="2200" y="3065"/>
                </a:lnTo>
                <a:lnTo>
                  <a:pt x="2183" y="3045"/>
                </a:lnTo>
                <a:lnTo>
                  <a:pt x="2187" y="3041"/>
                </a:lnTo>
                <a:lnTo>
                  <a:pt x="2210" y="3054"/>
                </a:lnTo>
                <a:lnTo>
                  <a:pt x="2225" y="3063"/>
                </a:lnTo>
                <a:lnTo>
                  <a:pt x="2239" y="3075"/>
                </a:lnTo>
                <a:lnTo>
                  <a:pt x="2241" y="3082"/>
                </a:lnTo>
                <a:lnTo>
                  <a:pt x="2240" y="3085"/>
                </a:lnTo>
                <a:close/>
                <a:moveTo>
                  <a:pt x="1250" y="3072"/>
                </a:moveTo>
                <a:lnTo>
                  <a:pt x="1249" y="3078"/>
                </a:lnTo>
                <a:lnTo>
                  <a:pt x="1233" y="3087"/>
                </a:lnTo>
                <a:lnTo>
                  <a:pt x="1222" y="3088"/>
                </a:lnTo>
                <a:lnTo>
                  <a:pt x="1206" y="3088"/>
                </a:lnTo>
                <a:lnTo>
                  <a:pt x="1204" y="3080"/>
                </a:lnTo>
                <a:lnTo>
                  <a:pt x="1217" y="3072"/>
                </a:lnTo>
                <a:lnTo>
                  <a:pt x="1237" y="3059"/>
                </a:lnTo>
                <a:lnTo>
                  <a:pt x="1248" y="3056"/>
                </a:lnTo>
                <a:lnTo>
                  <a:pt x="1250" y="3065"/>
                </a:lnTo>
                <a:lnTo>
                  <a:pt x="1250" y="3072"/>
                </a:lnTo>
                <a:close/>
                <a:moveTo>
                  <a:pt x="2086" y="3088"/>
                </a:moveTo>
                <a:lnTo>
                  <a:pt x="2089" y="3095"/>
                </a:lnTo>
                <a:lnTo>
                  <a:pt x="2085" y="3104"/>
                </a:lnTo>
                <a:lnTo>
                  <a:pt x="2080" y="3105"/>
                </a:lnTo>
                <a:lnTo>
                  <a:pt x="2072" y="3104"/>
                </a:lnTo>
                <a:lnTo>
                  <a:pt x="2062" y="3095"/>
                </a:lnTo>
                <a:lnTo>
                  <a:pt x="2061" y="3088"/>
                </a:lnTo>
                <a:lnTo>
                  <a:pt x="2062" y="3081"/>
                </a:lnTo>
                <a:lnTo>
                  <a:pt x="2065" y="3072"/>
                </a:lnTo>
                <a:lnTo>
                  <a:pt x="2068" y="3072"/>
                </a:lnTo>
                <a:lnTo>
                  <a:pt x="2072" y="3072"/>
                </a:lnTo>
                <a:lnTo>
                  <a:pt x="2082" y="3081"/>
                </a:lnTo>
                <a:lnTo>
                  <a:pt x="2086" y="3088"/>
                </a:lnTo>
                <a:close/>
                <a:moveTo>
                  <a:pt x="1994" y="3125"/>
                </a:moveTo>
                <a:lnTo>
                  <a:pt x="1991" y="3130"/>
                </a:lnTo>
                <a:lnTo>
                  <a:pt x="1969" y="3144"/>
                </a:lnTo>
                <a:lnTo>
                  <a:pt x="1952" y="3149"/>
                </a:lnTo>
                <a:lnTo>
                  <a:pt x="1934" y="3154"/>
                </a:lnTo>
                <a:lnTo>
                  <a:pt x="1902" y="3172"/>
                </a:lnTo>
                <a:lnTo>
                  <a:pt x="1891" y="3183"/>
                </a:lnTo>
                <a:lnTo>
                  <a:pt x="1882" y="3192"/>
                </a:lnTo>
                <a:lnTo>
                  <a:pt x="1857" y="3205"/>
                </a:lnTo>
                <a:lnTo>
                  <a:pt x="1847" y="3206"/>
                </a:lnTo>
                <a:lnTo>
                  <a:pt x="1840" y="3206"/>
                </a:lnTo>
                <a:lnTo>
                  <a:pt x="1832" y="3203"/>
                </a:lnTo>
                <a:lnTo>
                  <a:pt x="1835" y="3193"/>
                </a:lnTo>
                <a:lnTo>
                  <a:pt x="1848" y="3179"/>
                </a:lnTo>
                <a:lnTo>
                  <a:pt x="1859" y="3168"/>
                </a:lnTo>
                <a:lnTo>
                  <a:pt x="1874" y="3143"/>
                </a:lnTo>
                <a:lnTo>
                  <a:pt x="1875" y="3132"/>
                </a:lnTo>
                <a:lnTo>
                  <a:pt x="1877" y="3127"/>
                </a:lnTo>
                <a:lnTo>
                  <a:pt x="1885" y="3120"/>
                </a:lnTo>
                <a:lnTo>
                  <a:pt x="1910" y="3113"/>
                </a:lnTo>
                <a:lnTo>
                  <a:pt x="1934" y="3112"/>
                </a:lnTo>
                <a:lnTo>
                  <a:pt x="1958" y="3112"/>
                </a:lnTo>
                <a:lnTo>
                  <a:pt x="1990" y="3120"/>
                </a:lnTo>
                <a:lnTo>
                  <a:pt x="1994" y="3125"/>
                </a:lnTo>
                <a:close/>
                <a:moveTo>
                  <a:pt x="3312" y="3139"/>
                </a:moveTo>
                <a:lnTo>
                  <a:pt x="3311" y="3146"/>
                </a:lnTo>
                <a:lnTo>
                  <a:pt x="3302" y="3155"/>
                </a:lnTo>
                <a:lnTo>
                  <a:pt x="3294" y="3156"/>
                </a:lnTo>
                <a:lnTo>
                  <a:pt x="3288" y="3155"/>
                </a:lnTo>
                <a:lnTo>
                  <a:pt x="3278" y="3146"/>
                </a:lnTo>
                <a:lnTo>
                  <a:pt x="3277" y="3139"/>
                </a:lnTo>
                <a:lnTo>
                  <a:pt x="3278" y="3131"/>
                </a:lnTo>
                <a:lnTo>
                  <a:pt x="3288" y="3122"/>
                </a:lnTo>
                <a:lnTo>
                  <a:pt x="3294" y="3122"/>
                </a:lnTo>
                <a:lnTo>
                  <a:pt x="3302" y="3122"/>
                </a:lnTo>
                <a:lnTo>
                  <a:pt x="3311" y="3131"/>
                </a:lnTo>
                <a:lnTo>
                  <a:pt x="3312" y="3139"/>
                </a:lnTo>
                <a:close/>
                <a:moveTo>
                  <a:pt x="1634" y="3166"/>
                </a:moveTo>
                <a:lnTo>
                  <a:pt x="1629" y="3169"/>
                </a:lnTo>
                <a:lnTo>
                  <a:pt x="1611" y="3171"/>
                </a:lnTo>
                <a:lnTo>
                  <a:pt x="1602" y="3168"/>
                </a:lnTo>
                <a:lnTo>
                  <a:pt x="1594" y="3164"/>
                </a:lnTo>
                <a:lnTo>
                  <a:pt x="1600" y="3158"/>
                </a:lnTo>
                <a:lnTo>
                  <a:pt x="1612" y="3158"/>
                </a:lnTo>
                <a:lnTo>
                  <a:pt x="1625" y="3157"/>
                </a:lnTo>
                <a:lnTo>
                  <a:pt x="1635" y="3161"/>
                </a:lnTo>
                <a:lnTo>
                  <a:pt x="1636" y="3164"/>
                </a:lnTo>
                <a:lnTo>
                  <a:pt x="1634" y="3166"/>
                </a:lnTo>
                <a:close/>
                <a:moveTo>
                  <a:pt x="1458" y="3229"/>
                </a:moveTo>
                <a:lnTo>
                  <a:pt x="1454" y="3234"/>
                </a:lnTo>
                <a:lnTo>
                  <a:pt x="1440" y="3232"/>
                </a:lnTo>
                <a:lnTo>
                  <a:pt x="1433" y="3227"/>
                </a:lnTo>
                <a:lnTo>
                  <a:pt x="1426" y="3219"/>
                </a:lnTo>
                <a:lnTo>
                  <a:pt x="1423" y="3198"/>
                </a:lnTo>
                <a:lnTo>
                  <a:pt x="1428" y="3189"/>
                </a:lnTo>
                <a:lnTo>
                  <a:pt x="1435" y="3180"/>
                </a:lnTo>
                <a:lnTo>
                  <a:pt x="1447" y="3181"/>
                </a:lnTo>
                <a:lnTo>
                  <a:pt x="1455" y="3191"/>
                </a:lnTo>
                <a:lnTo>
                  <a:pt x="1459" y="3200"/>
                </a:lnTo>
                <a:lnTo>
                  <a:pt x="1461" y="3221"/>
                </a:lnTo>
                <a:lnTo>
                  <a:pt x="1458" y="3229"/>
                </a:lnTo>
                <a:close/>
                <a:moveTo>
                  <a:pt x="2033" y="3209"/>
                </a:moveTo>
                <a:lnTo>
                  <a:pt x="2035" y="3215"/>
                </a:lnTo>
                <a:lnTo>
                  <a:pt x="2040" y="3222"/>
                </a:lnTo>
                <a:lnTo>
                  <a:pt x="2051" y="3221"/>
                </a:lnTo>
                <a:lnTo>
                  <a:pt x="2065" y="3209"/>
                </a:lnTo>
                <a:lnTo>
                  <a:pt x="2077" y="3201"/>
                </a:lnTo>
                <a:lnTo>
                  <a:pt x="2091" y="3198"/>
                </a:lnTo>
                <a:lnTo>
                  <a:pt x="2099" y="3201"/>
                </a:lnTo>
                <a:lnTo>
                  <a:pt x="2102" y="3204"/>
                </a:lnTo>
                <a:lnTo>
                  <a:pt x="2104" y="3208"/>
                </a:lnTo>
                <a:lnTo>
                  <a:pt x="2103" y="3217"/>
                </a:lnTo>
                <a:lnTo>
                  <a:pt x="2092" y="3232"/>
                </a:lnTo>
                <a:lnTo>
                  <a:pt x="2080" y="3240"/>
                </a:lnTo>
                <a:lnTo>
                  <a:pt x="2063" y="3248"/>
                </a:lnTo>
                <a:lnTo>
                  <a:pt x="2047" y="3249"/>
                </a:lnTo>
                <a:lnTo>
                  <a:pt x="2039" y="3244"/>
                </a:lnTo>
                <a:lnTo>
                  <a:pt x="2036" y="3240"/>
                </a:lnTo>
                <a:lnTo>
                  <a:pt x="2033" y="3236"/>
                </a:lnTo>
                <a:lnTo>
                  <a:pt x="2025" y="3231"/>
                </a:lnTo>
                <a:lnTo>
                  <a:pt x="2012" y="3233"/>
                </a:lnTo>
                <a:lnTo>
                  <a:pt x="2000" y="3242"/>
                </a:lnTo>
                <a:lnTo>
                  <a:pt x="1993" y="3248"/>
                </a:lnTo>
                <a:lnTo>
                  <a:pt x="1981" y="3253"/>
                </a:lnTo>
                <a:lnTo>
                  <a:pt x="1969" y="3252"/>
                </a:lnTo>
                <a:lnTo>
                  <a:pt x="1956" y="3243"/>
                </a:lnTo>
                <a:lnTo>
                  <a:pt x="1948" y="3235"/>
                </a:lnTo>
                <a:lnTo>
                  <a:pt x="1932" y="3219"/>
                </a:lnTo>
                <a:lnTo>
                  <a:pt x="1935" y="3212"/>
                </a:lnTo>
                <a:lnTo>
                  <a:pt x="1957" y="3219"/>
                </a:lnTo>
                <a:lnTo>
                  <a:pt x="1972" y="3221"/>
                </a:lnTo>
                <a:lnTo>
                  <a:pt x="1988" y="3217"/>
                </a:lnTo>
                <a:lnTo>
                  <a:pt x="1993" y="3212"/>
                </a:lnTo>
                <a:lnTo>
                  <a:pt x="1994" y="3208"/>
                </a:lnTo>
                <a:lnTo>
                  <a:pt x="1995" y="3199"/>
                </a:lnTo>
                <a:lnTo>
                  <a:pt x="2003" y="3190"/>
                </a:lnTo>
                <a:lnTo>
                  <a:pt x="2015" y="3191"/>
                </a:lnTo>
                <a:lnTo>
                  <a:pt x="2029" y="3201"/>
                </a:lnTo>
                <a:lnTo>
                  <a:pt x="2033" y="3209"/>
                </a:lnTo>
                <a:close/>
                <a:moveTo>
                  <a:pt x="1862" y="3250"/>
                </a:moveTo>
                <a:lnTo>
                  <a:pt x="1865" y="3256"/>
                </a:lnTo>
                <a:lnTo>
                  <a:pt x="1866" y="3277"/>
                </a:lnTo>
                <a:lnTo>
                  <a:pt x="1863" y="3290"/>
                </a:lnTo>
                <a:lnTo>
                  <a:pt x="1861" y="3297"/>
                </a:lnTo>
                <a:lnTo>
                  <a:pt x="1849" y="3311"/>
                </a:lnTo>
                <a:lnTo>
                  <a:pt x="1821" y="3326"/>
                </a:lnTo>
                <a:lnTo>
                  <a:pt x="1773" y="3337"/>
                </a:lnTo>
                <a:lnTo>
                  <a:pt x="1741" y="3336"/>
                </a:lnTo>
                <a:lnTo>
                  <a:pt x="1724" y="3331"/>
                </a:lnTo>
                <a:lnTo>
                  <a:pt x="1718" y="3326"/>
                </a:lnTo>
                <a:lnTo>
                  <a:pt x="1714" y="3322"/>
                </a:lnTo>
                <a:lnTo>
                  <a:pt x="1711" y="3315"/>
                </a:lnTo>
                <a:lnTo>
                  <a:pt x="1720" y="3309"/>
                </a:lnTo>
                <a:lnTo>
                  <a:pt x="1739" y="3308"/>
                </a:lnTo>
                <a:lnTo>
                  <a:pt x="1759" y="3307"/>
                </a:lnTo>
                <a:lnTo>
                  <a:pt x="1768" y="3300"/>
                </a:lnTo>
                <a:lnTo>
                  <a:pt x="1764" y="3290"/>
                </a:lnTo>
                <a:lnTo>
                  <a:pt x="1759" y="3284"/>
                </a:lnTo>
                <a:lnTo>
                  <a:pt x="1749" y="3274"/>
                </a:lnTo>
                <a:lnTo>
                  <a:pt x="1720" y="3266"/>
                </a:lnTo>
                <a:lnTo>
                  <a:pt x="1706" y="3269"/>
                </a:lnTo>
                <a:lnTo>
                  <a:pt x="1693" y="3271"/>
                </a:lnTo>
                <a:lnTo>
                  <a:pt x="1679" y="3268"/>
                </a:lnTo>
                <a:lnTo>
                  <a:pt x="1673" y="3262"/>
                </a:lnTo>
                <a:lnTo>
                  <a:pt x="1673" y="3259"/>
                </a:lnTo>
                <a:lnTo>
                  <a:pt x="1674" y="3255"/>
                </a:lnTo>
                <a:lnTo>
                  <a:pt x="1688" y="3249"/>
                </a:lnTo>
                <a:lnTo>
                  <a:pt x="1726" y="3243"/>
                </a:lnTo>
                <a:lnTo>
                  <a:pt x="1794" y="3240"/>
                </a:lnTo>
                <a:lnTo>
                  <a:pt x="1838" y="3243"/>
                </a:lnTo>
                <a:lnTo>
                  <a:pt x="1857" y="3247"/>
                </a:lnTo>
                <a:lnTo>
                  <a:pt x="1862" y="3250"/>
                </a:lnTo>
                <a:close/>
                <a:moveTo>
                  <a:pt x="761" y="3300"/>
                </a:moveTo>
                <a:lnTo>
                  <a:pt x="760" y="3309"/>
                </a:lnTo>
                <a:lnTo>
                  <a:pt x="750" y="3323"/>
                </a:lnTo>
                <a:lnTo>
                  <a:pt x="743" y="3325"/>
                </a:lnTo>
                <a:lnTo>
                  <a:pt x="737" y="3323"/>
                </a:lnTo>
                <a:lnTo>
                  <a:pt x="728" y="3309"/>
                </a:lnTo>
                <a:lnTo>
                  <a:pt x="727" y="3300"/>
                </a:lnTo>
                <a:lnTo>
                  <a:pt x="728" y="3289"/>
                </a:lnTo>
                <a:lnTo>
                  <a:pt x="737" y="3275"/>
                </a:lnTo>
                <a:lnTo>
                  <a:pt x="743" y="3274"/>
                </a:lnTo>
                <a:lnTo>
                  <a:pt x="750" y="3275"/>
                </a:lnTo>
                <a:lnTo>
                  <a:pt x="760" y="3289"/>
                </a:lnTo>
                <a:lnTo>
                  <a:pt x="761" y="3300"/>
                </a:lnTo>
                <a:close/>
                <a:moveTo>
                  <a:pt x="4457" y="3407"/>
                </a:moveTo>
                <a:lnTo>
                  <a:pt x="4459" y="3416"/>
                </a:lnTo>
                <a:lnTo>
                  <a:pt x="4451" y="3425"/>
                </a:lnTo>
                <a:lnTo>
                  <a:pt x="4442" y="3422"/>
                </a:lnTo>
                <a:lnTo>
                  <a:pt x="4433" y="3419"/>
                </a:lnTo>
                <a:lnTo>
                  <a:pt x="4416" y="3403"/>
                </a:lnTo>
                <a:lnTo>
                  <a:pt x="4412" y="3394"/>
                </a:lnTo>
                <a:lnTo>
                  <a:pt x="4410" y="3385"/>
                </a:lnTo>
                <a:lnTo>
                  <a:pt x="4418" y="3376"/>
                </a:lnTo>
                <a:lnTo>
                  <a:pt x="4428" y="3378"/>
                </a:lnTo>
                <a:lnTo>
                  <a:pt x="4437" y="3383"/>
                </a:lnTo>
                <a:lnTo>
                  <a:pt x="4453" y="3398"/>
                </a:lnTo>
                <a:lnTo>
                  <a:pt x="4457" y="3407"/>
                </a:lnTo>
                <a:close/>
                <a:moveTo>
                  <a:pt x="3695" y="3436"/>
                </a:moveTo>
                <a:lnTo>
                  <a:pt x="3690" y="3439"/>
                </a:lnTo>
                <a:lnTo>
                  <a:pt x="3672" y="3440"/>
                </a:lnTo>
                <a:lnTo>
                  <a:pt x="3662" y="3437"/>
                </a:lnTo>
                <a:lnTo>
                  <a:pt x="3655" y="3434"/>
                </a:lnTo>
                <a:lnTo>
                  <a:pt x="3660" y="3428"/>
                </a:lnTo>
                <a:lnTo>
                  <a:pt x="3673" y="3427"/>
                </a:lnTo>
                <a:lnTo>
                  <a:pt x="3686" y="3427"/>
                </a:lnTo>
                <a:lnTo>
                  <a:pt x="3696" y="3430"/>
                </a:lnTo>
                <a:lnTo>
                  <a:pt x="3697" y="3434"/>
                </a:lnTo>
                <a:lnTo>
                  <a:pt x="3695" y="3436"/>
                </a:lnTo>
                <a:close/>
                <a:moveTo>
                  <a:pt x="3130" y="3465"/>
                </a:moveTo>
                <a:lnTo>
                  <a:pt x="3132" y="3470"/>
                </a:lnTo>
                <a:lnTo>
                  <a:pt x="3130" y="3480"/>
                </a:lnTo>
                <a:lnTo>
                  <a:pt x="3119" y="3497"/>
                </a:lnTo>
                <a:lnTo>
                  <a:pt x="3094" y="3515"/>
                </a:lnTo>
                <a:lnTo>
                  <a:pt x="3075" y="3521"/>
                </a:lnTo>
                <a:lnTo>
                  <a:pt x="3062" y="3521"/>
                </a:lnTo>
                <a:lnTo>
                  <a:pt x="3058" y="3518"/>
                </a:lnTo>
                <a:lnTo>
                  <a:pt x="3049" y="3511"/>
                </a:lnTo>
                <a:lnTo>
                  <a:pt x="3041" y="3492"/>
                </a:lnTo>
                <a:lnTo>
                  <a:pt x="3043" y="3473"/>
                </a:lnTo>
                <a:lnTo>
                  <a:pt x="3056" y="3464"/>
                </a:lnTo>
                <a:lnTo>
                  <a:pt x="3066" y="3467"/>
                </a:lnTo>
                <a:lnTo>
                  <a:pt x="3077" y="3469"/>
                </a:lnTo>
                <a:lnTo>
                  <a:pt x="3091" y="3466"/>
                </a:lnTo>
                <a:lnTo>
                  <a:pt x="3092" y="3459"/>
                </a:lnTo>
                <a:lnTo>
                  <a:pt x="3093" y="3451"/>
                </a:lnTo>
                <a:lnTo>
                  <a:pt x="3101" y="3443"/>
                </a:lnTo>
                <a:lnTo>
                  <a:pt x="3114" y="3444"/>
                </a:lnTo>
                <a:lnTo>
                  <a:pt x="3126" y="3455"/>
                </a:lnTo>
                <a:lnTo>
                  <a:pt x="3130" y="3465"/>
                </a:lnTo>
                <a:close/>
                <a:moveTo>
                  <a:pt x="3717" y="3477"/>
                </a:moveTo>
                <a:lnTo>
                  <a:pt x="3715" y="3483"/>
                </a:lnTo>
                <a:lnTo>
                  <a:pt x="3703" y="3492"/>
                </a:lnTo>
                <a:lnTo>
                  <a:pt x="3693" y="3493"/>
                </a:lnTo>
                <a:lnTo>
                  <a:pt x="3683" y="3492"/>
                </a:lnTo>
                <a:lnTo>
                  <a:pt x="3663" y="3483"/>
                </a:lnTo>
                <a:lnTo>
                  <a:pt x="3657" y="3477"/>
                </a:lnTo>
                <a:lnTo>
                  <a:pt x="3656" y="3473"/>
                </a:lnTo>
                <a:lnTo>
                  <a:pt x="3657" y="3467"/>
                </a:lnTo>
                <a:lnTo>
                  <a:pt x="3668" y="3460"/>
                </a:lnTo>
                <a:lnTo>
                  <a:pt x="3682" y="3459"/>
                </a:lnTo>
                <a:lnTo>
                  <a:pt x="3696" y="3460"/>
                </a:lnTo>
                <a:lnTo>
                  <a:pt x="3715" y="3470"/>
                </a:lnTo>
                <a:lnTo>
                  <a:pt x="3717" y="3477"/>
                </a:lnTo>
                <a:close/>
                <a:moveTo>
                  <a:pt x="3565" y="3512"/>
                </a:moveTo>
                <a:lnTo>
                  <a:pt x="3564" y="3518"/>
                </a:lnTo>
                <a:lnTo>
                  <a:pt x="3555" y="3526"/>
                </a:lnTo>
                <a:lnTo>
                  <a:pt x="3548" y="3527"/>
                </a:lnTo>
                <a:lnTo>
                  <a:pt x="3542" y="3525"/>
                </a:lnTo>
                <a:lnTo>
                  <a:pt x="3532" y="3511"/>
                </a:lnTo>
                <a:lnTo>
                  <a:pt x="3531" y="3500"/>
                </a:lnTo>
                <a:lnTo>
                  <a:pt x="3532" y="3491"/>
                </a:lnTo>
                <a:lnTo>
                  <a:pt x="3542" y="3483"/>
                </a:lnTo>
                <a:lnTo>
                  <a:pt x="3548" y="3485"/>
                </a:lnTo>
                <a:lnTo>
                  <a:pt x="3555" y="3490"/>
                </a:lnTo>
                <a:lnTo>
                  <a:pt x="3564" y="3504"/>
                </a:lnTo>
                <a:lnTo>
                  <a:pt x="3565" y="3512"/>
                </a:lnTo>
                <a:close/>
                <a:moveTo>
                  <a:pt x="3666" y="3510"/>
                </a:moveTo>
                <a:lnTo>
                  <a:pt x="3673" y="3515"/>
                </a:lnTo>
                <a:lnTo>
                  <a:pt x="3679" y="3521"/>
                </a:lnTo>
                <a:lnTo>
                  <a:pt x="3668" y="3526"/>
                </a:lnTo>
                <a:lnTo>
                  <a:pt x="3646" y="3527"/>
                </a:lnTo>
                <a:lnTo>
                  <a:pt x="3626" y="3526"/>
                </a:lnTo>
                <a:lnTo>
                  <a:pt x="3601" y="3516"/>
                </a:lnTo>
                <a:lnTo>
                  <a:pt x="3599" y="3510"/>
                </a:lnTo>
                <a:lnTo>
                  <a:pt x="3600" y="3503"/>
                </a:lnTo>
                <a:lnTo>
                  <a:pt x="3611" y="3494"/>
                </a:lnTo>
                <a:lnTo>
                  <a:pt x="3630" y="3494"/>
                </a:lnTo>
                <a:lnTo>
                  <a:pt x="3653" y="3503"/>
                </a:lnTo>
                <a:lnTo>
                  <a:pt x="3666" y="3510"/>
                </a:lnTo>
                <a:close/>
                <a:moveTo>
                  <a:pt x="3396" y="3584"/>
                </a:moveTo>
                <a:lnTo>
                  <a:pt x="3395" y="3588"/>
                </a:lnTo>
                <a:lnTo>
                  <a:pt x="3386" y="3598"/>
                </a:lnTo>
                <a:lnTo>
                  <a:pt x="3379" y="3603"/>
                </a:lnTo>
                <a:lnTo>
                  <a:pt x="3373" y="3605"/>
                </a:lnTo>
                <a:lnTo>
                  <a:pt x="3363" y="3602"/>
                </a:lnTo>
                <a:lnTo>
                  <a:pt x="3362" y="3596"/>
                </a:lnTo>
                <a:lnTo>
                  <a:pt x="3363" y="3589"/>
                </a:lnTo>
                <a:lnTo>
                  <a:pt x="3373" y="3579"/>
                </a:lnTo>
                <a:lnTo>
                  <a:pt x="3379" y="3578"/>
                </a:lnTo>
                <a:lnTo>
                  <a:pt x="3386" y="3578"/>
                </a:lnTo>
                <a:lnTo>
                  <a:pt x="3395" y="3582"/>
                </a:lnTo>
                <a:lnTo>
                  <a:pt x="3396" y="3584"/>
                </a:lnTo>
                <a:close/>
                <a:moveTo>
                  <a:pt x="3261" y="3715"/>
                </a:moveTo>
                <a:lnTo>
                  <a:pt x="3260" y="3721"/>
                </a:lnTo>
                <a:lnTo>
                  <a:pt x="3251" y="3729"/>
                </a:lnTo>
                <a:lnTo>
                  <a:pt x="3244" y="3730"/>
                </a:lnTo>
                <a:lnTo>
                  <a:pt x="3238" y="3728"/>
                </a:lnTo>
                <a:lnTo>
                  <a:pt x="3228" y="3714"/>
                </a:lnTo>
                <a:lnTo>
                  <a:pt x="3227" y="3702"/>
                </a:lnTo>
                <a:lnTo>
                  <a:pt x="3228" y="3693"/>
                </a:lnTo>
                <a:lnTo>
                  <a:pt x="3238" y="3685"/>
                </a:lnTo>
                <a:lnTo>
                  <a:pt x="3244" y="3687"/>
                </a:lnTo>
                <a:lnTo>
                  <a:pt x="3251" y="3692"/>
                </a:lnTo>
                <a:lnTo>
                  <a:pt x="3260" y="3707"/>
                </a:lnTo>
                <a:lnTo>
                  <a:pt x="3261" y="37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93" name="Freeform 1120">
            <a:extLst>
              <a:ext uri="{FF2B5EF4-FFF2-40B4-BE49-F238E27FC236}">
                <a16:creationId xmlns:a16="http://schemas.microsoft.com/office/drawing/2014/main" id="{413D53D4-5CF5-4469-9DDA-58B07F467D81}"/>
              </a:ext>
            </a:extLst>
          </p:cNvPr>
          <p:cNvSpPr>
            <a:spLocks noEditPoints="1"/>
          </p:cNvSpPr>
          <p:nvPr/>
        </p:nvSpPr>
        <p:spPr bwMode="auto">
          <a:xfrm>
            <a:off x="10151522" y="4705403"/>
            <a:ext cx="1174750" cy="1433513"/>
          </a:xfrm>
          <a:custGeom>
            <a:avLst/>
            <a:gdLst>
              <a:gd name="T0" fmla="*/ 2546 w 5177"/>
              <a:gd name="T1" fmla="*/ 286 h 6321"/>
              <a:gd name="T2" fmla="*/ 2354 w 5177"/>
              <a:gd name="T3" fmla="*/ 449 h 6321"/>
              <a:gd name="T4" fmla="*/ 1985 w 5177"/>
              <a:gd name="T5" fmla="*/ 857 h 6321"/>
              <a:gd name="T6" fmla="*/ 1678 w 5177"/>
              <a:gd name="T7" fmla="*/ 1257 h 6321"/>
              <a:gd name="T8" fmla="*/ 1228 w 5177"/>
              <a:gd name="T9" fmla="*/ 1694 h 6321"/>
              <a:gd name="T10" fmla="*/ 730 w 5177"/>
              <a:gd name="T11" fmla="*/ 2379 h 6321"/>
              <a:gd name="T12" fmla="*/ 310 w 5177"/>
              <a:gd name="T13" fmla="*/ 2949 h 6321"/>
              <a:gd name="T14" fmla="*/ 0 w 5177"/>
              <a:gd name="T15" fmla="*/ 3511 h 6321"/>
              <a:gd name="T16" fmla="*/ 96 w 5177"/>
              <a:gd name="T17" fmla="*/ 3861 h 6321"/>
              <a:gd name="T18" fmla="*/ 492 w 5177"/>
              <a:gd name="T19" fmla="*/ 3913 h 6321"/>
              <a:gd name="T20" fmla="*/ 681 w 5177"/>
              <a:gd name="T21" fmla="*/ 4136 h 6321"/>
              <a:gd name="T22" fmla="*/ 1069 w 5177"/>
              <a:gd name="T23" fmla="*/ 4084 h 6321"/>
              <a:gd name="T24" fmla="*/ 701 w 5177"/>
              <a:gd name="T25" fmla="*/ 4543 h 6321"/>
              <a:gd name="T26" fmla="*/ 274 w 5177"/>
              <a:gd name="T27" fmla="*/ 5161 h 6321"/>
              <a:gd name="T28" fmla="*/ 390 w 5177"/>
              <a:gd name="T29" fmla="*/ 5552 h 6321"/>
              <a:gd name="T30" fmla="*/ 517 w 5177"/>
              <a:gd name="T31" fmla="*/ 5591 h 6321"/>
              <a:gd name="T32" fmla="*/ 641 w 5177"/>
              <a:gd name="T33" fmla="*/ 5877 h 6321"/>
              <a:gd name="T34" fmla="*/ 982 w 5177"/>
              <a:gd name="T35" fmla="*/ 5907 h 6321"/>
              <a:gd name="T36" fmla="*/ 1251 w 5177"/>
              <a:gd name="T37" fmla="*/ 6055 h 6321"/>
              <a:gd name="T38" fmla="*/ 1378 w 5177"/>
              <a:gd name="T39" fmla="*/ 6246 h 6321"/>
              <a:gd name="T40" fmla="*/ 1858 w 5177"/>
              <a:gd name="T41" fmla="*/ 6181 h 6321"/>
              <a:gd name="T42" fmla="*/ 2077 w 5177"/>
              <a:gd name="T43" fmla="*/ 6148 h 6321"/>
              <a:gd name="T44" fmla="*/ 2347 w 5177"/>
              <a:gd name="T45" fmla="*/ 6026 h 6321"/>
              <a:gd name="T46" fmla="*/ 2839 w 5177"/>
              <a:gd name="T47" fmla="*/ 5432 h 6321"/>
              <a:gd name="T48" fmla="*/ 3218 w 5177"/>
              <a:gd name="T49" fmla="*/ 5043 h 6321"/>
              <a:gd name="T50" fmla="*/ 3568 w 5177"/>
              <a:gd name="T51" fmla="*/ 4752 h 6321"/>
              <a:gd name="T52" fmla="*/ 4115 w 5177"/>
              <a:gd name="T53" fmla="*/ 4288 h 6321"/>
              <a:gd name="T54" fmla="*/ 4455 w 5177"/>
              <a:gd name="T55" fmla="*/ 3949 h 6321"/>
              <a:gd name="T56" fmla="*/ 4880 w 5177"/>
              <a:gd name="T57" fmla="*/ 3762 h 6321"/>
              <a:gd name="T58" fmla="*/ 4876 w 5177"/>
              <a:gd name="T59" fmla="*/ 3480 h 6321"/>
              <a:gd name="T60" fmla="*/ 5070 w 5177"/>
              <a:gd name="T61" fmla="*/ 3240 h 6321"/>
              <a:gd name="T62" fmla="*/ 4924 w 5177"/>
              <a:gd name="T63" fmla="*/ 3036 h 6321"/>
              <a:gd name="T64" fmla="*/ 4749 w 5177"/>
              <a:gd name="T65" fmla="*/ 2851 h 6321"/>
              <a:gd name="T66" fmla="*/ 4725 w 5177"/>
              <a:gd name="T67" fmla="*/ 2678 h 6321"/>
              <a:gd name="T68" fmla="*/ 4426 w 5177"/>
              <a:gd name="T69" fmla="*/ 2631 h 6321"/>
              <a:gd name="T70" fmla="*/ 4582 w 5177"/>
              <a:gd name="T71" fmla="*/ 2782 h 6321"/>
              <a:gd name="T72" fmla="*/ 4110 w 5177"/>
              <a:gd name="T73" fmla="*/ 2901 h 6321"/>
              <a:gd name="T74" fmla="*/ 3893 w 5177"/>
              <a:gd name="T75" fmla="*/ 2649 h 6321"/>
              <a:gd name="T76" fmla="*/ 3793 w 5177"/>
              <a:gd name="T77" fmla="*/ 2324 h 6321"/>
              <a:gd name="T78" fmla="*/ 3899 w 5177"/>
              <a:gd name="T79" fmla="*/ 2134 h 6321"/>
              <a:gd name="T80" fmla="*/ 4040 w 5177"/>
              <a:gd name="T81" fmla="*/ 1620 h 6321"/>
              <a:gd name="T82" fmla="*/ 3972 w 5177"/>
              <a:gd name="T83" fmla="*/ 1093 h 6321"/>
              <a:gd name="T84" fmla="*/ 3635 w 5177"/>
              <a:gd name="T85" fmla="*/ 770 h 6321"/>
              <a:gd name="T86" fmla="*/ 3453 w 5177"/>
              <a:gd name="T87" fmla="*/ 555 h 6321"/>
              <a:gd name="T88" fmla="*/ 3391 w 5177"/>
              <a:gd name="T89" fmla="*/ 277 h 6321"/>
              <a:gd name="T90" fmla="*/ 2970 w 5177"/>
              <a:gd name="T91" fmla="*/ 376 h 6321"/>
              <a:gd name="T92" fmla="*/ 3004 w 5177"/>
              <a:gd name="T93" fmla="*/ 129 h 6321"/>
              <a:gd name="T94" fmla="*/ 2952 w 5177"/>
              <a:gd name="T95" fmla="*/ 494 h 6321"/>
              <a:gd name="T96" fmla="*/ 2260 w 5177"/>
              <a:gd name="T97" fmla="*/ 631 h 6321"/>
              <a:gd name="T98" fmla="*/ 3427 w 5177"/>
              <a:gd name="T99" fmla="*/ 857 h 6321"/>
              <a:gd name="T100" fmla="*/ 3578 w 5177"/>
              <a:gd name="T101" fmla="*/ 932 h 6321"/>
              <a:gd name="T102" fmla="*/ 2571 w 5177"/>
              <a:gd name="T103" fmla="*/ 928 h 6321"/>
              <a:gd name="T104" fmla="*/ 3476 w 5177"/>
              <a:gd name="T105" fmla="*/ 946 h 6321"/>
              <a:gd name="T106" fmla="*/ 2370 w 5177"/>
              <a:gd name="T107" fmla="*/ 1261 h 6321"/>
              <a:gd name="T108" fmla="*/ 3212 w 5177"/>
              <a:gd name="T109" fmla="*/ 1282 h 6321"/>
              <a:gd name="T110" fmla="*/ 3494 w 5177"/>
              <a:gd name="T111" fmla="*/ 1686 h 6321"/>
              <a:gd name="T112" fmla="*/ 4592 w 5177"/>
              <a:gd name="T113" fmla="*/ 2941 h 6321"/>
              <a:gd name="T114" fmla="*/ 5019 w 5177"/>
              <a:gd name="T115" fmla="*/ 3341 h 6321"/>
              <a:gd name="T116" fmla="*/ 162 w 5177"/>
              <a:gd name="T117" fmla="*/ 3796 h 6321"/>
              <a:gd name="T118" fmla="*/ 1101 w 5177"/>
              <a:gd name="T119" fmla="*/ 3907 h 6321"/>
              <a:gd name="T120" fmla="*/ 497 w 5177"/>
              <a:gd name="T121" fmla="*/ 5327 h 6321"/>
              <a:gd name="T122" fmla="*/ 764 w 5177"/>
              <a:gd name="T123" fmla="*/ 5806 h 6321"/>
              <a:gd name="T124" fmla="*/ 1748 w 5177"/>
              <a:gd name="T125" fmla="*/ 5999 h 6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177" h="6321">
                <a:moveTo>
                  <a:pt x="2984" y="20"/>
                </a:moveTo>
                <a:lnTo>
                  <a:pt x="2985" y="25"/>
                </a:lnTo>
                <a:lnTo>
                  <a:pt x="2981" y="33"/>
                </a:lnTo>
                <a:lnTo>
                  <a:pt x="2957" y="42"/>
                </a:lnTo>
                <a:lnTo>
                  <a:pt x="2924" y="44"/>
                </a:lnTo>
                <a:lnTo>
                  <a:pt x="2896" y="47"/>
                </a:lnTo>
                <a:lnTo>
                  <a:pt x="2858" y="58"/>
                </a:lnTo>
                <a:lnTo>
                  <a:pt x="2838" y="68"/>
                </a:lnTo>
                <a:lnTo>
                  <a:pt x="2832" y="74"/>
                </a:lnTo>
                <a:lnTo>
                  <a:pt x="2819" y="85"/>
                </a:lnTo>
                <a:lnTo>
                  <a:pt x="2791" y="99"/>
                </a:lnTo>
                <a:lnTo>
                  <a:pt x="2780" y="101"/>
                </a:lnTo>
                <a:lnTo>
                  <a:pt x="2769" y="102"/>
                </a:lnTo>
                <a:lnTo>
                  <a:pt x="2757" y="116"/>
                </a:lnTo>
                <a:lnTo>
                  <a:pt x="2756" y="127"/>
                </a:lnTo>
                <a:lnTo>
                  <a:pt x="2754" y="136"/>
                </a:lnTo>
                <a:lnTo>
                  <a:pt x="2742" y="150"/>
                </a:lnTo>
                <a:lnTo>
                  <a:pt x="2732" y="152"/>
                </a:lnTo>
                <a:lnTo>
                  <a:pt x="2727" y="152"/>
                </a:lnTo>
                <a:lnTo>
                  <a:pt x="2720" y="158"/>
                </a:lnTo>
                <a:lnTo>
                  <a:pt x="2715" y="176"/>
                </a:lnTo>
                <a:lnTo>
                  <a:pt x="2719" y="197"/>
                </a:lnTo>
                <a:lnTo>
                  <a:pt x="2723" y="222"/>
                </a:lnTo>
                <a:lnTo>
                  <a:pt x="2719" y="233"/>
                </a:lnTo>
                <a:lnTo>
                  <a:pt x="2710" y="229"/>
                </a:lnTo>
                <a:lnTo>
                  <a:pt x="2704" y="223"/>
                </a:lnTo>
                <a:lnTo>
                  <a:pt x="2693" y="214"/>
                </a:lnTo>
                <a:lnTo>
                  <a:pt x="2675" y="204"/>
                </a:lnTo>
                <a:lnTo>
                  <a:pt x="2662" y="205"/>
                </a:lnTo>
                <a:lnTo>
                  <a:pt x="2655" y="217"/>
                </a:lnTo>
                <a:lnTo>
                  <a:pt x="2655" y="228"/>
                </a:lnTo>
                <a:lnTo>
                  <a:pt x="2653" y="237"/>
                </a:lnTo>
                <a:lnTo>
                  <a:pt x="2641" y="245"/>
                </a:lnTo>
                <a:lnTo>
                  <a:pt x="2631" y="243"/>
                </a:lnTo>
                <a:lnTo>
                  <a:pt x="2620" y="241"/>
                </a:lnTo>
                <a:lnTo>
                  <a:pt x="2594" y="250"/>
                </a:lnTo>
                <a:lnTo>
                  <a:pt x="2582" y="259"/>
                </a:lnTo>
                <a:lnTo>
                  <a:pt x="2570" y="270"/>
                </a:lnTo>
                <a:lnTo>
                  <a:pt x="2546" y="286"/>
                </a:lnTo>
                <a:lnTo>
                  <a:pt x="2538" y="287"/>
                </a:lnTo>
                <a:lnTo>
                  <a:pt x="2530" y="289"/>
                </a:lnTo>
                <a:lnTo>
                  <a:pt x="2520" y="307"/>
                </a:lnTo>
                <a:lnTo>
                  <a:pt x="2519" y="320"/>
                </a:lnTo>
                <a:lnTo>
                  <a:pt x="2518" y="333"/>
                </a:lnTo>
                <a:lnTo>
                  <a:pt x="2506" y="349"/>
                </a:lnTo>
                <a:lnTo>
                  <a:pt x="2487" y="353"/>
                </a:lnTo>
                <a:lnTo>
                  <a:pt x="2468" y="343"/>
                </a:lnTo>
                <a:lnTo>
                  <a:pt x="2462" y="332"/>
                </a:lnTo>
                <a:lnTo>
                  <a:pt x="2460" y="329"/>
                </a:lnTo>
                <a:lnTo>
                  <a:pt x="2458" y="329"/>
                </a:lnTo>
                <a:lnTo>
                  <a:pt x="2457" y="343"/>
                </a:lnTo>
                <a:lnTo>
                  <a:pt x="2460" y="362"/>
                </a:lnTo>
                <a:lnTo>
                  <a:pt x="2465" y="392"/>
                </a:lnTo>
                <a:lnTo>
                  <a:pt x="2459" y="400"/>
                </a:lnTo>
                <a:lnTo>
                  <a:pt x="2445" y="383"/>
                </a:lnTo>
                <a:lnTo>
                  <a:pt x="2437" y="373"/>
                </a:lnTo>
                <a:lnTo>
                  <a:pt x="2426" y="361"/>
                </a:lnTo>
                <a:lnTo>
                  <a:pt x="2417" y="362"/>
                </a:lnTo>
                <a:lnTo>
                  <a:pt x="2408" y="376"/>
                </a:lnTo>
                <a:lnTo>
                  <a:pt x="2401" y="388"/>
                </a:lnTo>
                <a:lnTo>
                  <a:pt x="2396" y="398"/>
                </a:lnTo>
                <a:lnTo>
                  <a:pt x="2391" y="415"/>
                </a:lnTo>
                <a:lnTo>
                  <a:pt x="2392" y="430"/>
                </a:lnTo>
                <a:lnTo>
                  <a:pt x="2400" y="446"/>
                </a:lnTo>
                <a:lnTo>
                  <a:pt x="2408" y="454"/>
                </a:lnTo>
                <a:lnTo>
                  <a:pt x="2421" y="468"/>
                </a:lnTo>
                <a:lnTo>
                  <a:pt x="2433" y="488"/>
                </a:lnTo>
                <a:lnTo>
                  <a:pt x="2430" y="500"/>
                </a:lnTo>
                <a:lnTo>
                  <a:pt x="2411" y="505"/>
                </a:lnTo>
                <a:lnTo>
                  <a:pt x="2394" y="506"/>
                </a:lnTo>
                <a:lnTo>
                  <a:pt x="2382" y="505"/>
                </a:lnTo>
                <a:lnTo>
                  <a:pt x="2367" y="502"/>
                </a:lnTo>
                <a:lnTo>
                  <a:pt x="2360" y="494"/>
                </a:lnTo>
                <a:lnTo>
                  <a:pt x="2360" y="478"/>
                </a:lnTo>
                <a:lnTo>
                  <a:pt x="2362" y="467"/>
                </a:lnTo>
                <a:lnTo>
                  <a:pt x="2365" y="455"/>
                </a:lnTo>
                <a:lnTo>
                  <a:pt x="2366" y="442"/>
                </a:lnTo>
                <a:lnTo>
                  <a:pt x="2354" y="449"/>
                </a:lnTo>
                <a:lnTo>
                  <a:pt x="2326" y="476"/>
                </a:lnTo>
                <a:lnTo>
                  <a:pt x="2297" y="508"/>
                </a:lnTo>
                <a:lnTo>
                  <a:pt x="2282" y="535"/>
                </a:lnTo>
                <a:lnTo>
                  <a:pt x="2289" y="538"/>
                </a:lnTo>
                <a:lnTo>
                  <a:pt x="2300" y="532"/>
                </a:lnTo>
                <a:lnTo>
                  <a:pt x="2307" y="529"/>
                </a:lnTo>
                <a:lnTo>
                  <a:pt x="2315" y="533"/>
                </a:lnTo>
                <a:lnTo>
                  <a:pt x="2316" y="540"/>
                </a:lnTo>
                <a:lnTo>
                  <a:pt x="2315" y="548"/>
                </a:lnTo>
                <a:lnTo>
                  <a:pt x="2301" y="554"/>
                </a:lnTo>
                <a:lnTo>
                  <a:pt x="2291" y="552"/>
                </a:lnTo>
                <a:lnTo>
                  <a:pt x="2281" y="548"/>
                </a:lnTo>
                <a:lnTo>
                  <a:pt x="2263" y="552"/>
                </a:lnTo>
                <a:lnTo>
                  <a:pt x="2258" y="558"/>
                </a:lnTo>
                <a:lnTo>
                  <a:pt x="2251" y="564"/>
                </a:lnTo>
                <a:lnTo>
                  <a:pt x="2237" y="567"/>
                </a:lnTo>
                <a:lnTo>
                  <a:pt x="2230" y="563"/>
                </a:lnTo>
                <a:lnTo>
                  <a:pt x="2227" y="562"/>
                </a:lnTo>
                <a:lnTo>
                  <a:pt x="2219" y="563"/>
                </a:lnTo>
                <a:lnTo>
                  <a:pt x="2208" y="574"/>
                </a:lnTo>
                <a:lnTo>
                  <a:pt x="2204" y="587"/>
                </a:lnTo>
                <a:lnTo>
                  <a:pt x="2198" y="601"/>
                </a:lnTo>
                <a:lnTo>
                  <a:pt x="2171" y="625"/>
                </a:lnTo>
                <a:lnTo>
                  <a:pt x="2154" y="631"/>
                </a:lnTo>
                <a:lnTo>
                  <a:pt x="2138" y="637"/>
                </a:lnTo>
                <a:lnTo>
                  <a:pt x="2121" y="653"/>
                </a:lnTo>
                <a:lnTo>
                  <a:pt x="2115" y="666"/>
                </a:lnTo>
                <a:lnTo>
                  <a:pt x="2114" y="673"/>
                </a:lnTo>
                <a:lnTo>
                  <a:pt x="2112" y="685"/>
                </a:lnTo>
                <a:lnTo>
                  <a:pt x="2089" y="715"/>
                </a:lnTo>
                <a:lnTo>
                  <a:pt x="2072" y="725"/>
                </a:lnTo>
                <a:lnTo>
                  <a:pt x="2055" y="736"/>
                </a:lnTo>
                <a:lnTo>
                  <a:pt x="2037" y="758"/>
                </a:lnTo>
                <a:lnTo>
                  <a:pt x="2031" y="773"/>
                </a:lnTo>
                <a:lnTo>
                  <a:pt x="2030" y="780"/>
                </a:lnTo>
                <a:lnTo>
                  <a:pt x="2029" y="791"/>
                </a:lnTo>
                <a:lnTo>
                  <a:pt x="2015" y="820"/>
                </a:lnTo>
                <a:lnTo>
                  <a:pt x="1998" y="845"/>
                </a:lnTo>
                <a:lnTo>
                  <a:pt x="1985" y="857"/>
                </a:lnTo>
                <a:lnTo>
                  <a:pt x="1978" y="859"/>
                </a:lnTo>
                <a:lnTo>
                  <a:pt x="1976" y="857"/>
                </a:lnTo>
                <a:lnTo>
                  <a:pt x="1970" y="857"/>
                </a:lnTo>
                <a:lnTo>
                  <a:pt x="1945" y="874"/>
                </a:lnTo>
                <a:lnTo>
                  <a:pt x="1917" y="901"/>
                </a:lnTo>
                <a:lnTo>
                  <a:pt x="1897" y="928"/>
                </a:lnTo>
                <a:lnTo>
                  <a:pt x="1895" y="937"/>
                </a:lnTo>
                <a:lnTo>
                  <a:pt x="1894" y="949"/>
                </a:lnTo>
                <a:lnTo>
                  <a:pt x="1882" y="970"/>
                </a:lnTo>
                <a:lnTo>
                  <a:pt x="1861" y="981"/>
                </a:lnTo>
                <a:lnTo>
                  <a:pt x="1838" y="983"/>
                </a:lnTo>
                <a:lnTo>
                  <a:pt x="1827" y="978"/>
                </a:lnTo>
                <a:lnTo>
                  <a:pt x="1819" y="974"/>
                </a:lnTo>
                <a:lnTo>
                  <a:pt x="1806" y="971"/>
                </a:lnTo>
                <a:lnTo>
                  <a:pt x="1796" y="976"/>
                </a:lnTo>
                <a:lnTo>
                  <a:pt x="1789" y="988"/>
                </a:lnTo>
                <a:lnTo>
                  <a:pt x="1786" y="998"/>
                </a:lnTo>
                <a:lnTo>
                  <a:pt x="1783" y="1016"/>
                </a:lnTo>
                <a:lnTo>
                  <a:pt x="1790" y="1042"/>
                </a:lnTo>
                <a:lnTo>
                  <a:pt x="1798" y="1049"/>
                </a:lnTo>
                <a:lnTo>
                  <a:pt x="1807" y="1055"/>
                </a:lnTo>
                <a:lnTo>
                  <a:pt x="1808" y="1062"/>
                </a:lnTo>
                <a:lnTo>
                  <a:pt x="1799" y="1063"/>
                </a:lnTo>
                <a:lnTo>
                  <a:pt x="1795" y="1063"/>
                </a:lnTo>
                <a:lnTo>
                  <a:pt x="1790" y="1069"/>
                </a:lnTo>
                <a:lnTo>
                  <a:pt x="1787" y="1087"/>
                </a:lnTo>
                <a:lnTo>
                  <a:pt x="1789" y="1105"/>
                </a:lnTo>
                <a:lnTo>
                  <a:pt x="1791" y="1118"/>
                </a:lnTo>
                <a:lnTo>
                  <a:pt x="1790" y="1137"/>
                </a:lnTo>
                <a:lnTo>
                  <a:pt x="1780" y="1151"/>
                </a:lnTo>
                <a:lnTo>
                  <a:pt x="1761" y="1162"/>
                </a:lnTo>
                <a:lnTo>
                  <a:pt x="1746" y="1167"/>
                </a:lnTo>
                <a:lnTo>
                  <a:pt x="1733" y="1172"/>
                </a:lnTo>
                <a:lnTo>
                  <a:pt x="1712" y="1186"/>
                </a:lnTo>
                <a:lnTo>
                  <a:pt x="1698" y="1201"/>
                </a:lnTo>
                <a:lnTo>
                  <a:pt x="1690" y="1218"/>
                </a:lnTo>
                <a:lnTo>
                  <a:pt x="1688" y="1228"/>
                </a:lnTo>
                <a:lnTo>
                  <a:pt x="1687" y="1239"/>
                </a:lnTo>
                <a:lnTo>
                  <a:pt x="1678" y="1257"/>
                </a:lnTo>
                <a:lnTo>
                  <a:pt x="1661" y="1272"/>
                </a:lnTo>
                <a:lnTo>
                  <a:pt x="1635" y="1284"/>
                </a:lnTo>
                <a:lnTo>
                  <a:pt x="1617" y="1291"/>
                </a:lnTo>
                <a:lnTo>
                  <a:pt x="1590" y="1300"/>
                </a:lnTo>
                <a:lnTo>
                  <a:pt x="1547" y="1309"/>
                </a:lnTo>
                <a:lnTo>
                  <a:pt x="1538" y="1307"/>
                </a:lnTo>
                <a:lnTo>
                  <a:pt x="1536" y="1306"/>
                </a:lnTo>
                <a:lnTo>
                  <a:pt x="1533" y="1309"/>
                </a:lnTo>
                <a:lnTo>
                  <a:pt x="1529" y="1324"/>
                </a:lnTo>
                <a:lnTo>
                  <a:pt x="1528" y="1340"/>
                </a:lnTo>
                <a:lnTo>
                  <a:pt x="1527" y="1349"/>
                </a:lnTo>
                <a:lnTo>
                  <a:pt x="1519" y="1373"/>
                </a:lnTo>
                <a:lnTo>
                  <a:pt x="1496" y="1417"/>
                </a:lnTo>
                <a:lnTo>
                  <a:pt x="1475" y="1446"/>
                </a:lnTo>
                <a:lnTo>
                  <a:pt x="1454" y="1474"/>
                </a:lnTo>
                <a:lnTo>
                  <a:pt x="1419" y="1534"/>
                </a:lnTo>
                <a:lnTo>
                  <a:pt x="1413" y="1555"/>
                </a:lnTo>
                <a:lnTo>
                  <a:pt x="1406" y="1574"/>
                </a:lnTo>
                <a:lnTo>
                  <a:pt x="1385" y="1599"/>
                </a:lnTo>
                <a:lnTo>
                  <a:pt x="1366" y="1603"/>
                </a:lnTo>
                <a:lnTo>
                  <a:pt x="1353" y="1600"/>
                </a:lnTo>
                <a:lnTo>
                  <a:pt x="1343" y="1592"/>
                </a:lnTo>
                <a:lnTo>
                  <a:pt x="1334" y="1579"/>
                </a:lnTo>
                <a:lnTo>
                  <a:pt x="1332" y="1569"/>
                </a:lnTo>
                <a:lnTo>
                  <a:pt x="1327" y="1555"/>
                </a:lnTo>
                <a:lnTo>
                  <a:pt x="1313" y="1537"/>
                </a:lnTo>
                <a:lnTo>
                  <a:pt x="1305" y="1535"/>
                </a:lnTo>
                <a:lnTo>
                  <a:pt x="1298" y="1537"/>
                </a:lnTo>
                <a:lnTo>
                  <a:pt x="1294" y="1551"/>
                </a:lnTo>
                <a:lnTo>
                  <a:pt x="1297" y="1560"/>
                </a:lnTo>
                <a:lnTo>
                  <a:pt x="1301" y="1576"/>
                </a:lnTo>
                <a:lnTo>
                  <a:pt x="1300" y="1613"/>
                </a:lnTo>
                <a:lnTo>
                  <a:pt x="1289" y="1646"/>
                </a:lnTo>
                <a:lnTo>
                  <a:pt x="1275" y="1664"/>
                </a:lnTo>
                <a:lnTo>
                  <a:pt x="1266" y="1670"/>
                </a:lnTo>
                <a:lnTo>
                  <a:pt x="1261" y="1671"/>
                </a:lnTo>
                <a:lnTo>
                  <a:pt x="1255" y="1671"/>
                </a:lnTo>
                <a:lnTo>
                  <a:pt x="1243" y="1677"/>
                </a:lnTo>
                <a:lnTo>
                  <a:pt x="1228" y="1694"/>
                </a:lnTo>
                <a:lnTo>
                  <a:pt x="1214" y="1729"/>
                </a:lnTo>
                <a:lnTo>
                  <a:pt x="1210" y="1768"/>
                </a:lnTo>
                <a:lnTo>
                  <a:pt x="1214" y="1787"/>
                </a:lnTo>
                <a:lnTo>
                  <a:pt x="1216" y="1797"/>
                </a:lnTo>
                <a:lnTo>
                  <a:pt x="1216" y="1810"/>
                </a:lnTo>
                <a:lnTo>
                  <a:pt x="1209" y="1818"/>
                </a:lnTo>
                <a:lnTo>
                  <a:pt x="1192" y="1822"/>
                </a:lnTo>
                <a:lnTo>
                  <a:pt x="1180" y="1823"/>
                </a:lnTo>
                <a:lnTo>
                  <a:pt x="1161" y="1824"/>
                </a:lnTo>
                <a:lnTo>
                  <a:pt x="1132" y="1839"/>
                </a:lnTo>
                <a:lnTo>
                  <a:pt x="1114" y="1864"/>
                </a:lnTo>
                <a:lnTo>
                  <a:pt x="1111" y="1886"/>
                </a:lnTo>
                <a:lnTo>
                  <a:pt x="1115" y="1901"/>
                </a:lnTo>
                <a:lnTo>
                  <a:pt x="1119" y="1909"/>
                </a:lnTo>
                <a:lnTo>
                  <a:pt x="1127" y="1922"/>
                </a:lnTo>
                <a:lnTo>
                  <a:pt x="1134" y="1941"/>
                </a:lnTo>
                <a:lnTo>
                  <a:pt x="1125" y="1952"/>
                </a:lnTo>
                <a:lnTo>
                  <a:pt x="1102" y="1957"/>
                </a:lnTo>
                <a:lnTo>
                  <a:pt x="1084" y="1957"/>
                </a:lnTo>
                <a:lnTo>
                  <a:pt x="1070" y="1957"/>
                </a:lnTo>
                <a:lnTo>
                  <a:pt x="1048" y="1961"/>
                </a:lnTo>
                <a:lnTo>
                  <a:pt x="1032" y="1970"/>
                </a:lnTo>
                <a:lnTo>
                  <a:pt x="1019" y="1985"/>
                </a:lnTo>
                <a:lnTo>
                  <a:pt x="1014" y="1995"/>
                </a:lnTo>
                <a:lnTo>
                  <a:pt x="1002" y="2022"/>
                </a:lnTo>
                <a:lnTo>
                  <a:pt x="976" y="2068"/>
                </a:lnTo>
                <a:lnTo>
                  <a:pt x="944" y="2111"/>
                </a:lnTo>
                <a:lnTo>
                  <a:pt x="898" y="2161"/>
                </a:lnTo>
                <a:lnTo>
                  <a:pt x="867" y="2192"/>
                </a:lnTo>
                <a:lnTo>
                  <a:pt x="833" y="2228"/>
                </a:lnTo>
                <a:lnTo>
                  <a:pt x="794" y="2275"/>
                </a:lnTo>
                <a:lnTo>
                  <a:pt x="781" y="2297"/>
                </a:lnTo>
                <a:lnTo>
                  <a:pt x="780" y="2303"/>
                </a:lnTo>
                <a:lnTo>
                  <a:pt x="779" y="2313"/>
                </a:lnTo>
                <a:lnTo>
                  <a:pt x="771" y="2327"/>
                </a:lnTo>
                <a:lnTo>
                  <a:pt x="765" y="2329"/>
                </a:lnTo>
                <a:lnTo>
                  <a:pt x="758" y="2332"/>
                </a:lnTo>
                <a:lnTo>
                  <a:pt x="738" y="2359"/>
                </a:lnTo>
                <a:lnTo>
                  <a:pt x="730" y="2379"/>
                </a:lnTo>
                <a:lnTo>
                  <a:pt x="723" y="2401"/>
                </a:lnTo>
                <a:lnTo>
                  <a:pt x="699" y="2433"/>
                </a:lnTo>
                <a:lnTo>
                  <a:pt x="687" y="2440"/>
                </a:lnTo>
                <a:lnTo>
                  <a:pt x="676" y="2445"/>
                </a:lnTo>
                <a:lnTo>
                  <a:pt x="662" y="2463"/>
                </a:lnTo>
                <a:lnTo>
                  <a:pt x="661" y="2474"/>
                </a:lnTo>
                <a:lnTo>
                  <a:pt x="660" y="2484"/>
                </a:lnTo>
                <a:lnTo>
                  <a:pt x="645" y="2496"/>
                </a:lnTo>
                <a:lnTo>
                  <a:pt x="634" y="2497"/>
                </a:lnTo>
                <a:lnTo>
                  <a:pt x="627" y="2498"/>
                </a:lnTo>
                <a:lnTo>
                  <a:pt x="618" y="2502"/>
                </a:lnTo>
                <a:lnTo>
                  <a:pt x="612" y="2519"/>
                </a:lnTo>
                <a:lnTo>
                  <a:pt x="614" y="2539"/>
                </a:lnTo>
                <a:lnTo>
                  <a:pt x="617" y="2558"/>
                </a:lnTo>
                <a:lnTo>
                  <a:pt x="609" y="2590"/>
                </a:lnTo>
                <a:lnTo>
                  <a:pt x="600" y="2600"/>
                </a:lnTo>
                <a:lnTo>
                  <a:pt x="592" y="2608"/>
                </a:lnTo>
                <a:lnTo>
                  <a:pt x="584" y="2630"/>
                </a:lnTo>
                <a:lnTo>
                  <a:pt x="587" y="2639"/>
                </a:lnTo>
                <a:lnTo>
                  <a:pt x="588" y="2644"/>
                </a:lnTo>
                <a:lnTo>
                  <a:pt x="585" y="2652"/>
                </a:lnTo>
                <a:lnTo>
                  <a:pt x="573" y="2665"/>
                </a:lnTo>
                <a:lnTo>
                  <a:pt x="544" y="2678"/>
                </a:lnTo>
                <a:lnTo>
                  <a:pt x="506" y="2684"/>
                </a:lnTo>
                <a:lnTo>
                  <a:pt x="487" y="2683"/>
                </a:lnTo>
                <a:lnTo>
                  <a:pt x="481" y="2683"/>
                </a:lnTo>
                <a:lnTo>
                  <a:pt x="468" y="2688"/>
                </a:lnTo>
                <a:lnTo>
                  <a:pt x="450" y="2704"/>
                </a:lnTo>
                <a:lnTo>
                  <a:pt x="443" y="2722"/>
                </a:lnTo>
                <a:lnTo>
                  <a:pt x="435" y="2739"/>
                </a:lnTo>
                <a:lnTo>
                  <a:pt x="420" y="2764"/>
                </a:lnTo>
                <a:lnTo>
                  <a:pt x="413" y="2769"/>
                </a:lnTo>
                <a:lnTo>
                  <a:pt x="398" y="2778"/>
                </a:lnTo>
                <a:lnTo>
                  <a:pt x="362" y="2817"/>
                </a:lnTo>
                <a:lnTo>
                  <a:pt x="330" y="2866"/>
                </a:lnTo>
                <a:lnTo>
                  <a:pt x="312" y="2909"/>
                </a:lnTo>
                <a:lnTo>
                  <a:pt x="312" y="2922"/>
                </a:lnTo>
                <a:lnTo>
                  <a:pt x="314" y="2930"/>
                </a:lnTo>
                <a:lnTo>
                  <a:pt x="310" y="2949"/>
                </a:lnTo>
                <a:lnTo>
                  <a:pt x="289" y="2983"/>
                </a:lnTo>
                <a:lnTo>
                  <a:pt x="263" y="3010"/>
                </a:lnTo>
                <a:lnTo>
                  <a:pt x="240" y="3034"/>
                </a:lnTo>
                <a:lnTo>
                  <a:pt x="214" y="3069"/>
                </a:lnTo>
                <a:lnTo>
                  <a:pt x="206" y="3087"/>
                </a:lnTo>
                <a:lnTo>
                  <a:pt x="205" y="3094"/>
                </a:lnTo>
                <a:lnTo>
                  <a:pt x="204" y="3105"/>
                </a:lnTo>
                <a:lnTo>
                  <a:pt x="195" y="3121"/>
                </a:lnTo>
                <a:lnTo>
                  <a:pt x="188" y="3122"/>
                </a:lnTo>
                <a:lnTo>
                  <a:pt x="180" y="3124"/>
                </a:lnTo>
                <a:lnTo>
                  <a:pt x="160" y="3147"/>
                </a:lnTo>
                <a:lnTo>
                  <a:pt x="151" y="3164"/>
                </a:lnTo>
                <a:lnTo>
                  <a:pt x="142" y="3181"/>
                </a:lnTo>
                <a:lnTo>
                  <a:pt x="122" y="3200"/>
                </a:lnTo>
                <a:lnTo>
                  <a:pt x="109" y="3206"/>
                </a:lnTo>
                <a:lnTo>
                  <a:pt x="102" y="3206"/>
                </a:lnTo>
                <a:lnTo>
                  <a:pt x="95" y="3207"/>
                </a:lnTo>
                <a:lnTo>
                  <a:pt x="79" y="3212"/>
                </a:lnTo>
                <a:lnTo>
                  <a:pt x="60" y="3228"/>
                </a:lnTo>
                <a:lnTo>
                  <a:pt x="45" y="3256"/>
                </a:lnTo>
                <a:lnTo>
                  <a:pt x="44" y="3277"/>
                </a:lnTo>
                <a:lnTo>
                  <a:pt x="50" y="3288"/>
                </a:lnTo>
                <a:lnTo>
                  <a:pt x="55" y="3292"/>
                </a:lnTo>
                <a:lnTo>
                  <a:pt x="63" y="3298"/>
                </a:lnTo>
                <a:lnTo>
                  <a:pt x="68" y="3306"/>
                </a:lnTo>
                <a:lnTo>
                  <a:pt x="63" y="3307"/>
                </a:lnTo>
                <a:lnTo>
                  <a:pt x="60" y="3308"/>
                </a:lnTo>
                <a:lnTo>
                  <a:pt x="58" y="3312"/>
                </a:lnTo>
                <a:lnTo>
                  <a:pt x="62" y="3323"/>
                </a:lnTo>
                <a:lnTo>
                  <a:pt x="70" y="3332"/>
                </a:lnTo>
                <a:lnTo>
                  <a:pt x="75" y="3340"/>
                </a:lnTo>
                <a:lnTo>
                  <a:pt x="80" y="3354"/>
                </a:lnTo>
                <a:lnTo>
                  <a:pt x="75" y="3370"/>
                </a:lnTo>
                <a:lnTo>
                  <a:pt x="59" y="3389"/>
                </a:lnTo>
                <a:lnTo>
                  <a:pt x="46" y="3402"/>
                </a:lnTo>
                <a:lnTo>
                  <a:pt x="31" y="3417"/>
                </a:lnTo>
                <a:lnTo>
                  <a:pt x="11" y="3446"/>
                </a:lnTo>
                <a:lnTo>
                  <a:pt x="1" y="3475"/>
                </a:lnTo>
                <a:lnTo>
                  <a:pt x="0" y="3511"/>
                </a:lnTo>
                <a:lnTo>
                  <a:pt x="2" y="3535"/>
                </a:lnTo>
                <a:lnTo>
                  <a:pt x="4" y="3551"/>
                </a:lnTo>
                <a:lnTo>
                  <a:pt x="10" y="3569"/>
                </a:lnTo>
                <a:lnTo>
                  <a:pt x="19" y="3574"/>
                </a:lnTo>
                <a:lnTo>
                  <a:pt x="37" y="3568"/>
                </a:lnTo>
                <a:lnTo>
                  <a:pt x="51" y="3560"/>
                </a:lnTo>
                <a:lnTo>
                  <a:pt x="62" y="3555"/>
                </a:lnTo>
                <a:lnTo>
                  <a:pt x="77" y="3550"/>
                </a:lnTo>
                <a:lnTo>
                  <a:pt x="85" y="3556"/>
                </a:lnTo>
                <a:lnTo>
                  <a:pt x="87" y="3572"/>
                </a:lnTo>
                <a:lnTo>
                  <a:pt x="87" y="3585"/>
                </a:lnTo>
                <a:lnTo>
                  <a:pt x="89" y="3604"/>
                </a:lnTo>
                <a:lnTo>
                  <a:pt x="103" y="3632"/>
                </a:lnTo>
                <a:lnTo>
                  <a:pt x="112" y="3638"/>
                </a:lnTo>
                <a:lnTo>
                  <a:pt x="125" y="3644"/>
                </a:lnTo>
                <a:lnTo>
                  <a:pt x="138" y="3662"/>
                </a:lnTo>
                <a:lnTo>
                  <a:pt x="135" y="3677"/>
                </a:lnTo>
                <a:lnTo>
                  <a:pt x="118" y="3686"/>
                </a:lnTo>
                <a:lnTo>
                  <a:pt x="104" y="3684"/>
                </a:lnTo>
                <a:lnTo>
                  <a:pt x="95" y="3682"/>
                </a:lnTo>
                <a:lnTo>
                  <a:pt x="79" y="3682"/>
                </a:lnTo>
                <a:lnTo>
                  <a:pt x="68" y="3688"/>
                </a:lnTo>
                <a:lnTo>
                  <a:pt x="62" y="3697"/>
                </a:lnTo>
                <a:lnTo>
                  <a:pt x="59" y="3718"/>
                </a:lnTo>
                <a:lnTo>
                  <a:pt x="71" y="3756"/>
                </a:lnTo>
                <a:lnTo>
                  <a:pt x="86" y="3778"/>
                </a:lnTo>
                <a:lnTo>
                  <a:pt x="106" y="3807"/>
                </a:lnTo>
                <a:lnTo>
                  <a:pt x="110" y="3822"/>
                </a:lnTo>
                <a:lnTo>
                  <a:pt x="99" y="3821"/>
                </a:lnTo>
                <a:lnTo>
                  <a:pt x="89" y="3818"/>
                </a:lnTo>
                <a:lnTo>
                  <a:pt x="76" y="3816"/>
                </a:lnTo>
                <a:lnTo>
                  <a:pt x="55" y="3822"/>
                </a:lnTo>
                <a:lnTo>
                  <a:pt x="42" y="3835"/>
                </a:lnTo>
                <a:lnTo>
                  <a:pt x="40" y="3854"/>
                </a:lnTo>
                <a:lnTo>
                  <a:pt x="45" y="3864"/>
                </a:lnTo>
                <a:lnTo>
                  <a:pt x="48" y="3868"/>
                </a:lnTo>
                <a:lnTo>
                  <a:pt x="57" y="3871"/>
                </a:lnTo>
                <a:lnTo>
                  <a:pt x="77" y="3868"/>
                </a:lnTo>
                <a:lnTo>
                  <a:pt x="96" y="3861"/>
                </a:lnTo>
                <a:lnTo>
                  <a:pt x="116" y="3853"/>
                </a:lnTo>
                <a:lnTo>
                  <a:pt x="140" y="3852"/>
                </a:lnTo>
                <a:lnTo>
                  <a:pt x="154" y="3858"/>
                </a:lnTo>
                <a:lnTo>
                  <a:pt x="162" y="3863"/>
                </a:lnTo>
                <a:lnTo>
                  <a:pt x="172" y="3871"/>
                </a:lnTo>
                <a:lnTo>
                  <a:pt x="196" y="3876"/>
                </a:lnTo>
                <a:lnTo>
                  <a:pt x="205" y="3873"/>
                </a:lnTo>
                <a:lnTo>
                  <a:pt x="211" y="3870"/>
                </a:lnTo>
                <a:lnTo>
                  <a:pt x="221" y="3874"/>
                </a:lnTo>
                <a:lnTo>
                  <a:pt x="222" y="3879"/>
                </a:lnTo>
                <a:lnTo>
                  <a:pt x="222" y="3885"/>
                </a:lnTo>
                <a:lnTo>
                  <a:pt x="228" y="3893"/>
                </a:lnTo>
                <a:lnTo>
                  <a:pt x="245" y="3898"/>
                </a:lnTo>
                <a:lnTo>
                  <a:pt x="278" y="3891"/>
                </a:lnTo>
                <a:lnTo>
                  <a:pt x="317" y="3870"/>
                </a:lnTo>
                <a:lnTo>
                  <a:pt x="335" y="3854"/>
                </a:lnTo>
                <a:lnTo>
                  <a:pt x="348" y="3843"/>
                </a:lnTo>
                <a:lnTo>
                  <a:pt x="371" y="3827"/>
                </a:lnTo>
                <a:lnTo>
                  <a:pt x="394" y="3819"/>
                </a:lnTo>
                <a:lnTo>
                  <a:pt x="416" y="3818"/>
                </a:lnTo>
                <a:lnTo>
                  <a:pt x="428" y="3820"/>
                </a:lnTo>
                <a:lnTo>
                  <a:pt x="447" y="3823"/>
                </a:lnTo>
                <a:lnTo>
                  <a:pt x="468" y="3820"/>
                </a:lnTo>
                <a:lnTo>
                  <a:pt x="475" y="3815"/>
                </a:lnTo>
                <a:lnTo>
                  <a:pt x="476" y="3812"/>
                </a:lnTo>
                <a:lnTo>
                  <a:pt x="477" y="3805"/>
                </a:lnTo>
                <a:lnTo>
                  <a:pt x="486" y="3802"/>
                </a:lnTo>
                <a:lnTo>
                  <a:pt x="492" y="3805"/>
                </a:lnTo>
                <a:lnTo>
                  <a:pt x="496" y="3808"/>
                </a:lnTo>
                <a:lnTo>
                  <a:pt x="500" y="3816"/>
                </a:lnTo>
                <a:lnTo>
                  <a:pt x="498" y="3834"/>
                </a:lnTo>
                <a:lnTo>
                  <a:pt x="491" y="3851"/>
                </a:lnTo>
                <a:lnTo>
                  <a:pt x="481" y="3869"/>
                </a:lnTo>
                <a:lnTo>
                  <a:pt x="481" y="3887"/>
                </a:lnTo>
                <a:lnTo>
                  <a:pt x="488" y="3897"/>
                </a:lnTo>
                <a:lnTo>
                  <a:pt x="494" y="3901"/>
                </a:lnTo>
                <a:lnTo>
                  <a:pt x="505" y="3909"/>
                </a:lnTo>
                <a:lnTo>
                  <a:pt x="505" y="3914"/>
                </a:lnTo>
                <a:lnTo>
                  <a:pt x="492" y="3913"/>
                </a:lnTo>
                <a:lnTo>
                  <a:pt x="471" y="3911"/>
                </a:lnTo>
                <a:lnTo>
                  <a:pt x="437" y="3914"/>
                </a:lnTo>
                <a:lnTo>
                  <a:pt x="415" y="3927"/>
                </a:lnTo>
                <a:lnTo>
                  <a:pt x="399" y="3951"/>
                </a:lnTo>
                <a:lnTo>
                  <a:pt x="393" y="3969"/>
                </a:lnTo>
                <a:lnTo>
                  <a:pt x="382" y="3997"/>
                </a:lnTo>
                <a:lnTo>
                  <a:pt x="369" y="4011"/>
                </a:lnTo>
                <a:lnTo>
                  <a:pt x="361" y="4006"/>
                </a:lnTo>
                <a:lnTo>
                  <a:pt x="357" y="3999"/>
                </a:lnTo>
                <a:lnTo>
                  <a:pt x="351" y="3990"/>
                </a:lnTo>
                <a:lnTo>
                  <a:pt x="343" y="3986"/>
                </a:lnTo>
                <a:lnTo>
                  <a:pt x="341" y="3989"/>
                </a:lnTo>
                <a:lnTo>
                  <a:pt x="340" y="3992"/>
                </a:lnTo>
                <a:lnTo>
                  <a:pt x="341" y="4000"/>
                </a:lnTo>
                <a:lnTo>
                  <a:pt x="348" y="4017"/>
                </a:lnTo>
                <a:lnTo>
                  <a:pt x="354" y="4023"/>
                </a:lnTo>
                <a:lnTo>
                  <a:pt x="358" y="4030"/>
                </a:lnTo>
                <a:lnTo>
                  <a:pt x="365" y="4057"/>
                </a:lnTo>
                <a:lnTo>
                  <a:pt x="365" y="4071"/>
                </a:lnTo>
                <a:lnTo>
                  <a:pt x="366" y="4081"/>
                </a:lnTo>
                <a:lnTo>
                  <a:pt x="376" y="4099"/>
                </a:lnTo>
                <a:lnTo>
                  <a:pt x="395" y="4113"/>
                </a:lnTo>
                <a:lnTo>
                  <a:pt x="417" y="4124"/>
                </a:lnTo>
                <a:lnTo>
                  <a:pt x="442" y="4131"/>
                </a:lnTo>
                <a:lnTo>
                  <a:pt x="469" y="4133"/>
                </a:lnTo>
                <a:lnTo>
                  <a:pt x="492" y="4129"/>
                </a:lnTo>
                <a:lnTo>
                  <a:pt x="511" y="4120"/>
                </a:lnTo>
                <a:lnTo>
                  <a:pt x="517" y="4112"/>
                </a:lnTo>
                <a:lnTo>
                  <a:pt x="527" y="4102"/>
                </a:lnTo>
                <a:lnTo>
                  <a:pt x="552" y="4093"/>
                </a:lnTo>
                <a:lnTo>
                  <a:pt x="576" y="4097"/>
                </a:lnTo>
                <a:lnTo>
                  <a:pt x="592" y="4113"/>
                </a:lnTo>
                <a:lnTo>
                  <a:pt x="593" y="4126"/>
                </a:lnTo>
                <a:lnTo>
                  <a:pt x="594" y="4132"/>
                </a:lnTo>
                <a:lnTo>
                  <a:pt x="599" y="4142"/>
                </a:lnTo>
                <a:lnTo>
                  <a:pt x="616" y="4153"/>
                </a:lnTo>
                <a:lnTo>
                  <a:pt x="645" y="4156"/>
                </a:lnTo>
                <a:lnTo>
                  <a:pt x="672" y="4146"/>
                </a:lnTo>
                <a:lnTo>
                  <a:pt x="681" y="4136"/>
                </a:lnTo>
                <a:lnTo>
                  <a:pt x="688" y="4126"/>
                </a:lnTo>
                <a:lnTo>
                  <a:pt x="699" y="4116"/>
                </a:lnTo>
                <a:lnTo>
                  <a:pt x="711" y="4114"/>
                </a:lnTo>
                <a:lnTo>
                  <a:pt x="730" y="4121"/>
                </a:lnTo>
                <a:lnTo>
                  <a:pt x="744" y="4127"/>
                </a:lnTo>
                <a:lnTo>
                  <a:pt x="769" y="4140"/>
                </a:lnTo>
                <a:lnTo>
                  <a:pt x="786" y="4141"/>
                </a:lnTo>
                <a:lnTo>
                  <a:pt x="792" y="4131"/>
                </a:lnTo>
                <a:lnTo>
                  <a:pt x="795" y="4122"/>
                </a:lnTo>
                <a:lnTo>
                  <a:pt x="798" y="4110"/>
                </a:lnTo>
                <a:lnTo>
                  <a:pt x="815" y="4085"/>
                </a:lnTo>
                <a:lnTo>
                  <a:pt x="838" y="4066"/>
                </a:lnTo>
                <a:lnTo>
                  <a:pt x="860" y="4057"/>
                </a:lnTo>
                <a:lnTo>
                  <a:pt x="867" y="4060"/>
                </a:lnTo>
                <a:lnTo>
                  <a:pt x="872" y="4062"/>
                </a:lnTo>
                <a:lnTo>
                  <a:pt x="874" y="4054"/>
                </a:lnTo>
                <a:lnTo>
                  <a:pt x="872" y="4046"/>
                </a:lnTo>
                <a:lnTo>
                  <a:pt x="871" y="4041"/>
                </a:lnTo>
                <a:lnTo>
                  <a:pt x="876" y="4027"/>
                </a:lnTo>
                <a:lnTo>
                  <a:pt x="894" y="4001"/>
                </a:lnTo>
                <a:lnTo>
                  <a:pt x="915" y="3985"/>
                </a:lnTo>
                <a:lnTo>
                  <a:pt x="929" y="3975"/>
                </a:lnTo>
                <a:lnTo>
                  <a:pt x="952" y="3962"/>
                </a:lnTo>
                <a:lnTo>
                  <a:pt x="971" y="3957"/>
                </a:lnTo>
                <a:lnTo>
                  <a:pt x="990" y="3960"/>
                </a:lnTo>
                <a:lnTo>
                  <a:pt x="999" y="3965"/>
                </a:lnTo>
                <a:lnTo>
                  <a:pt x="1014" y="3972"/>
                </a:lnTo>
                <a:lnTo>
                  <a:pt x="1043" y="3976"/>
                </a:lnTo>
                <a:lnTo>
                  <a:pt x="1053" y="3972"/>
                </a:lnTo>
                <a:lnTo>
                  <a:pt x="1058" y="3969"/>
                </a:lnTo>
                <a:lnTo>
                  <a:pt x="1064" y="3969"/>
                </a:lnTo>
                <a:lnTo>
                  <a:pt x="1066" y="3981"/>
                </a:lnTo>
                <a:lnTo>
                  <a:pt x="1062" y="3999"/>
                </a:lnTo>
                <a:lnTo>
                  <a:pt x="1059" y="4017"/>
                </a:lnTo>
                <a:lnTo>
                  <a:pt x="1064" y="4050"/>
                </a:lnTo>
                <a:lnTo>
                  <a:pt x="1070" y="4061"/>
                </a:lnTo>
                <a:lnTo>
                  <a:pt x="1078" y="4072"/>
                </a:lnTo>
                <a:lnTo>
                  <a:pt x="1077" y="4082"/>
                </a:lnTo>
                <a:lnTo>
                  <a:pt x="1069" y="4084"/>
                </a:lnTo>
                <a:lnTo>
                  <a:pt x="1061" y="4085"/>
                </a:lnTo>
                <a:lnTo>
                  <a:pt x="1050" y="4099"/>
                </a:lnTo>
                <a:lnTo>
                  <a:pt x="1049" y="4109"/>
                </a:lnTo>
                <a:lnTo>
                  <a:pt x="1047" y="4120"/>
                </a:lnTo>
                <a:lnTo>
                  <a:pt x="1029" y="4142"/>
                </a:lnTo>
                <a:lnTo>
                  <a:pt x="1016" y="4151"/>
                </a:lnTo>
                <a:lnTo>
                  <a:pt x="1003" y="4159"/>
                </a:lnTo>
                <a:lnTo>
                  <a:pt x="987" y="4176"/>
                </a:lnTo>
                <a:lnTo>
                  <a:pt x="988" y="4182"/>
                </a:lnTo>
                <a:lnTo>
                  <a:pt x="989" y="4188"/>
                </a:lnTo>
                <a:lnTo>
                  <a:pt x="983" y="4195"/>
                </a:lnTo>
                <a:lnTo>
                  <a:pt x="970" y="4198"/>
                </a:lnTo>
                <a:lnTo>
                  <a:pt x="951" y="4196"/>
                </a:lnTo>
                <a:lnTo>
                  <a:pt x="940" y="4192"/>
                </a:lnTo>
                <a:lnTo>
                  <a:pt x="934" y="4190"/>
                </a:lnTo>
                <a:lnTo>
                  <a:pt x="921" y="4190"/>
                </a:lnTo>
                <a:lnTo>
                  <a:pt x="900" y="4198"/>
                </a:lnTo>
                <a:lnTo>
                  <a:pt x="879" y="4222"/>
                </a:lnTo>
                <a:lnTo>
                  <a:pt x="867" y="4255"/>
                </a:lnTo>
                <a:lnTo>
                  <a:pt x="867" y="4273"/>
                </a:lnTo>
                <a:lnTo>
                  <a:pt x="869" y="4284"/>
                </a:lnTo>
                <a:lnTo>
                  <a:pt x="867" y="4299"/>
                </a:lnTo>
                <a:lnTo>
                  <a:pt x="859" y="4307"/>
                </a:lnTo>
                <a:lnTo>
                  <a:pt x="842" y="4311"/>
                </a:lnTo>
                <a:lnTo>
                  <a:pt x="830" y="4311"/>
                </a:lnTo>
                <a:lnTo>
                  <a:pt x="821" y="4311"/>
                </a:lnTo>
                <a:lnTo>
                  <a:pt x="805" y="4317"/>
                </a:lnTo>
                <a:lnTo>
                  <a:pt x="786" y="4333"/>
                </a:lnTo>
                <a:lnTo>
                  <a:pt x="772" y="4365"/>
                </a:lnTo>
                <a:lnTo>
                  <a:pt x="772" y="4392"/>
                </a:lnTo>
                <a:lnTo>
                  <a:pt x="778" y="4411"/>
                </a:lnTo>
                <a:lnTo>
                  <a:pt x="783" y="4420"/>
                </a:lnTo>
                <a:lnTo>
                  <a:pt x="787" y="4428"/>
                </a:lnTo>
                <a:lnTo>
                  <a:pt x="789" y="4445"/>
                </a:lnTo>
                <a:lnTo>
                  <a:pt x="782" y="4463"/>
                </a:lnTo>
                <a:lnTo>
                  <a:pt x="765" y="4486"/>
                </a:lnTo>
                <a:lnTo>
                  <a:pt x="750" y="4502"/>
                </a:lnTo>
                <a:lnTo>
                  <a:pt x="726" y="4528"/>
                </a:lnTo>
                <a:lnTo>
                  <a:pt x="701" y="4543"/>
                </a:lnTo>
                <a:lnTo>
                  <a:pt x="689" y="4542"/>
                </a:lnTo>
                <a:lnTo>
                  <a:pt x="684" y="4537"/>
                </a:lnTo>
                <a:lnTo>
                  <a:pt x="672" y="4528"/>
                </a:lnTo>
                <a:lnTo>
                  <a:pt x="652" y="4527"/>
                </a:lnTo>
                <a:lnTo>
                  <a:pt x="637" y="4541"/>
                </a:lnTo>
                <a:lnTo>
                  <a:pt x="630" y="4568"/>
                </a:lnTo>
                <a:lnTo>
                  <a:pt x="631" y="4587"/>
                </a:lnTo>
                <a:lnTo>
                  <a:pt x="632" y="4600"/>
                </a:lnTo>
                <a:lnTo>
                  <a:pt x="630" y="4618"/>
                </a:lnTo>
                <a:lnTo>
                  <a:pt x="623" y="4629"/>
                </a:lnTo>
                <a:lnTo>
                  <a:pt x="608" y="4635"/>
                </a:lnTo>
                <a:lnTo>
                  <a:pt x="597" y="4637"/>
                </a:lnTo>
                <a:lnTo>
                  <a:pt x="588" y="4639"/>
                </a:lnTo>
                <a:lnTo>
                  <a:pt x="572" y="4648"/>
                </a:lnTo>
                <a:lnTo>
                  <a:pt x="547" y="4673"/>
                </a:lnTo>
                <a:lnTo>
                  <a:pt x="522" y="4713"/>
                </a:lnTo>
                <a:lnTo>
                  <a:pt x="516" y="4742"/>
                </a:lnTo>
                <a:lnTo>
                  <a:pt x="518" y="4757"/>
                </a:lnTo>
                <a:lnTo>
                  <a:pt x="522" y="4762"/>
                </a:lnTo>
                <a:lnTo>
                  <a:pt x="527" y="4767"/>
                </a:lnTo>
                <a:lnTo>
                  <a:pt x="525" y="4783"/>
                </a:lnTo>
                <a:lnTo>
                  <a:pt x="476" y="4843"/>
                </a:lnTo>
                <a:lnTo>
                  <a:pt x="382" y="4942"/>
                </a:lnTo>
                <a:lnTo>
                  <a:pt x="344" y="4984"/>
                </a:lnTo>
                <a:lnTo>
                  <a:pt x="330" y="5010"/>
                </a:lnTo>
                <a:lnTo>
                  <a:pt x="340" y="5019"/>
                </a:lnTo>
                <a:lnTo>
                  <a:pt x="350" y="5022"/>
                </a:lnTo>
                <a:lnTo>
                  <a:pt x="360" y="5024"/>
                </a:lnTo>
                <a:lnTo>
                  <a:pt x="372" y="5033"/>
                </a:lnTo>
                <a:lnTo>
                  <a:pt x="378" y="5046"/>
                </a:lnTo>
                <a:lnTo>
                  <a:pt x="379" y="5067"/>
                </a:lnTo>
                <a:lnTo>
                  <a:pt x="377" y="5081"/>
                </a:lnTo>
                <a:lnTo>
                  <a:pt x="374" y="5095"/>
                </a:lnTo>
                <a:lnTo>
                  <a:pt x="366" y="5116"/>
                </a:lnTo>
                <a:lnTo>
                  <a:pt x="354" y="5129"/>
                </a:lnTo>
                <a:lnTo>
                  <a:pt x="334" y="5139"/>
                </a:lnTo>
                <a:lnTo>
                  <a:pt x="320" y="5142"/>
                </a:lnTo>
                <a:lnTo>
                  <a:pt x="297" y="5148"/>
                </a:lnTo>
                <a:lnTo>
                  <a:pt x="274" y="5161"/>
                </a:lnTo>
                <a:lnTo>
                  <a:pt x="264" y="5171"/>
                </a:lnTo>
                <a:lnTo>
                  <a:pt x="260" y="5183"/>
                </a:lnTo>
                <a:lnTo>
                  <a:pt x="261" y="5196"/>
                </a:lnTo>
                <a:lnTo>
                  <a:pt x="272" y="5216"/>
                </a:lnTo>
                <a:lnTo>
                  <a:pt x="288" y="5230"/>
                </a:lnTo>
                <a:lnTo>
                  <a:pt x="299" y="5239"/>
                </a:lnTo>
                <a:lnTo>
                  <a:pt x="314" y="5255"/>
                </a:lnTo>
                <a:lnTo>
                  <a:pt x="318" y="5278"/>
                </a:lnTo>
                <a:lnTo>
                  <a:pt x="313" y="5317"/>
                </a:lnTo>
                <a:lnTo>
                  <a:pt x="306" y="5346"/>
                </a:lnTo>
                <a:lnTo>
                  <a:pt x="301" y="5372"/>
                </a:lnTo>
                <a:lnTo>
                  <a:pt x="297" y="5411"/>
                </a:lnTo>
                <a:lnTo>
                  <a:pt x="300" y="5440"/>
                </a:lnTo>
                <a:lnTo>
                  <a:pt x="311" y="5465"/>
                </a:lnTo>
                <a:lnTo>
                  <a:pt x="319" y="5478"/>
                </a:lnTo>
                <a:lnTo>
                  <a:pt x="332" y="5498"/>
                </a:lnTo>
                <a:lnTo>
                  <a:pt x="347" y="5507"/>
                </a:lnTo>
                <a:lnTo>
                  <a:pt x="356" y="5503"/>
                </a:lnTo>
                <a:lnTo>
                  <a:pt x="360" y="5498"/>
                </a:lnTo>
                <a:lnTo>
                  <a:pt x="364" y="5492"/>
                </a:lnTo>
                <a:lnTo>
                  <a:pt x="371" y="5486"/>
                </a:lnTo>
                <a:lnTo>
                  <a:pt x="381" y="5488"/>
                </a:lnTo>
                <a:lnTo>
                  <a:pt x="391" y="5501"/>
                </a:lnTo>
                <a:lnTo>
                  <a:pt x="395" y="5508"/>
                </a:lnTo>
                <a:lnTo>
                  <a:pt x="398" y="5519"/>
                </a:lnTo>
                <a:lnTo>
                  <a:pt x="393" y="5527"/>
                </a:lnTo>
                <a:lnTo>
                  <a:pt x="381" y="5534"/>
                </a:lnTo>
                <a:lnTo>
                  <a:pt x="372" y="5538"/>
                </a:lnTo>
                <a:lnTo>
                  <a:pt x="358" y="5545"/>
                </a:lnTo>
                <a:lnTo>
                  <a:pt x="346" y="5562"/>
                </a:lnTo>
                <a:lnTo>
                  <a:pt x="349" y="5581"/>
                </a:lnTo>
                <a:lnTo>
                  <a:pt x="368" y="5596"/>
                </a:lnTo>
                <a:lnTo>
                  <a:pt x="385" y="5600"/>
                </a:lnTo>
                <a:lnTo>
                  <a:pt x="402" y="5603"/>
                </a:lnTo>
                <a:lnTo>
                  <a:pt x="405" y="5594"/>
                </a:lnTo>
                <a:lnTo>
                  <a:pt x="393" y="5579"/>
                </a:lnTo>
                <a:lnTo>
                  <a:pt x="381" y="5564"/>
                </a:lnTo>
                <a:lnTo>
                  <a:pt x="380" y="5554"/>
                </a:lnTo>
                <a:lnTo>
                  <a:pt x="390" y="5552"/>
                </a:lnTo>
                <a:lnTo>
                  <a:pt x="398" y="5552"/>
                </a:lnTo>
                <a:lnTo>
                  <a:pt x="407" y="5551"/>
                </a:lnTo>
                <a:lnTo>
                  <a:pt x="420" y="5544"/>
                </a:lnTo>
                <a:lnTo>
                  <a:pt x="426" y="5528"/>
                </a:lnTo>
                <a:lnTo>
                  <a:pt x="428" y="5504"/>
                </a:lnTo>
                <a:lnTo>
                  <a:pt x="426" y="5488"/>
                </a:lnTo>
                <a:lnTo>
                  <a:pt x="427" y="5480"/>
                </a:lnTo>
                <a:lnTo>
                  <a:pt x="440" y="5469"/>
                </a:lnTo>
                <a:lnTo>
                  <a:pt x="451" y="5468"/>
                </a:lnTo>
                <a:lnTo>
                  <a:pt x="466" y="5467"/>
                </a:lnTo>
                <a:lnTo>
                  <a:pt x="469" y="5455"/>
                </a:lnTo>
                <a:lnTo>
                  <a:pt x="459" y="5443"/>
                </a:lnTo>
                <a:lnTo>
                  <a:pt x="449" y="5434"/>
                </a:lnTo>
                <a:lnTo>
                  <a:pt x="423" y="5426"/>
                </a:lnTo>
                <a:lnTo>
                  <a:pt x="411" y="5428"/>
                </a:lnTo>
                <a:lnTo>
                  <a:pt x="397" y="5432"/>
                </a:lnTo>
                <a:lnTo>
                  <a:pt x="395" y="5429"/>
                </a:lnTo>
                <a:lnTo>
                  <a:pt x="406" y="5420"/>
                </a:lnTo>
                <a:lnTo>
                  <a:pt x="412" y="5417"/>
                </a:lnTo>
                <a:lnTo>
                  <a:pt x="427" y="5416"/>
                </a:lnTo>
                <a:lnTo>
                  <a:pt x="455" y="5424"/>
                </a:lnTo>
                <a:lnTo>
                  <a:pt x="494" y="5450"/>
                </a:lnTo>
                <a:lnTo>
                  <a:pt x="518" y="5477"/>
                </a:lnTo>
                <a:lnTo>
                  <a:pt x="528" y="5495"/>
                </a:lnTo>
                <a:lnTo>
                  <a:pt x="531" y="5504"/>
                </a:lnTo>
                <a:lnTo>
                  <a:pt x="533" y="5511"/>
                </a:lnTo>
                <a:lnTo>
                  <a:pt x="530" y="5523"/>
                </a:lnTo>
                <a:lnTo>
                  <a:pt x="519" y="5541"/>
                </a:lnTo>
                <a:lnTo>
                  <a:pt x="493" y="5557"/>
                </a:lnTo>
                <a:lnTo>
                  <a:pt x="464" y="5561"/>
                </a:lnTo>
                <a:lnTo>
                  <a:pt x="450" y="5555"/>
                </a:lnTo>
                <a:lnTo>
                  <a:pt x="444" y="5553"/>
                </a:lnTo>
                <a:lnTo>
                  <a:pt x="442" y="5556"/>
                </a:lnTo>
                <a:lnTo>
                  <a:pt x="446" y="5562"/>
                </a:lnTo>
                <a:lnTo>
                  <a:pt x="454" y="5568"/>
                </a:lnTo>
                <a:lnTo>
                  <a:pt x="477" y="5576"/>
                </a:lnTo>
                <a:lnTo>
                  <a:pt x="487" y="5577"/>
                </a:lnTo>
                <a:lnTo>
                  <a:pt x="499" y="5578"/>
                </a:lnTo>
                <a:lnTo>
                  <a:pt x="517" y="5591"/>
                </a:lnTo>
                <a:lnTo>
                  <a:pt x="522" y="5600"/>
                </a:lnTo>
                <a:lnTo>
                  <a:pt x="525" y="5611"/>
                </a:lnTo>
                <a:lnTo>
                  <a:pt x="516" y="5617"/>
                </a:lnTo>
                <a:lnTo>
                  <a:pt x="504" y="5614"/>
                </a:lnTo>
                <a:lnTo>
                  <a:pt x="492" y="5611"/>
                </a:lnTo>
                <a:lnTo>
                  <a:pt x="469" y="5618"/>
                </a:lnTo>
                <a:lnTo>
                  <a:pt x="451" y="5636"/>
                </a:lnTo>
                <a:lnTo>
                  <a:pt x="448" y="5649"/>
                </a:lnTo>
                <a:lnTo>
                  <a:pt x="452" y="5657"/>
                </a:lnTo>
                <a:lnTo>
                  <a:pt x="456" y="5660"/>
                </a:lnTo>
                <a:lnTo>
                  <a:pt x="464" y="5666"/>
                </a:lnTo>
                <a:lnTo>
                  <a:pt x="468" y="5684"/>
                </a:lnTo>
                <a:lnTo>
                  <a:pt x="464" y="5695"/>
                </a:lnTo>
                <a:lnTo>
                  <a:pt x="461" y="5709"/>
                </a:lnTo>
                <a:lnTo>
                  <a:pt x="469" y="5735"/>
                </a:lnTo>
                <a:lnTo>
                  <a:pt x="487" y="5756"/>
                </a:lnTo>
                <a:lnTo>
                  <a:pt x="510" y="5765"/>
                </a:lnTo>
                <a:lnTo>
                  <a:pt x="522" y="5762"/>
                </a:lnTo>
                <a:lnTo>
                  <a:pt x="529" y="5760"/>
                </a:lnTo>
                <a:lnTo>
                  <a:pt x="538" y="5761"/>
                </a:lnTo>
                <a:lnTo>
                  <a:pt x="541" y="5776"/>
                </a:lnTo>
                <a:lnTo>
                  <a:pt x="537" y="5800"/>
                </a:lnTo>
                <a:lnTo>
                  <a:pt x="531" y="5825"/>
                </a:lnTo>
                <a:lnTo>
                  <a:pt x="536" y="5834"/>
                </a:lnTo>
                <a:lnTo>
                  <a:pt x="547" y="5820"/>
                </a:lnTo>
                <a:lnTo>
                  <a:pt x="554" y="5811"/>
                </a:lnTo>
                <a:lnTo>
                  <a:pt x="565" y="5802"/>
                </a:lnTo>
                <a:lnTo>
                  <a:pt x="574" y="5802"/>
                </a:lnTo>
                <a:lnTo>
                  <a:pt x="586" y="5810"/>
                </a:lnTo>
                <a:lnTo>
                  <a:pt x="593" y="5818"/>
                </a:lnTo>
                <a:lnTo>
                  <a:pt x="608" y="5833"/>
                </a:lnTo>
                <a:lnTo>
                  <a:pt x="604" y="5839"/>
                </a:lnTo>
                <a:lnTo>
                  <a:pt x="588" y="5833"/>
                </a:lnTo>
                <a:lnTo>
                  <a:pt x="577" y="5830"/>
                </a:lnTo>
                <a:lnTo>
                  <a:pt x="562" y="5831"/>
                </a:lnTo>
                <a:lnTo>
                  <a:pt x="560" y="5835"/>
                </a:lnTo>
                <a:lnTo>
                  <a:pt x="563" y="5842"/>
                </a:lnTo>
                <a:lnTo>
                  <a:pt x="593" y="5859"/>
                </a:lnTo>
                <a:lnTo>
                  <a:pt x="641" y="5877"/>
                </a:lnTo>
                <a:lnTo>
                  <a:pt x="689" y="5888"/>
                </a:lnTo>
                <a:lnTo>
                  <a:pt x="709" y="5889"/>
                </a:lnTo>
                <a:lnTo>
                  <a:pt x="720" y="5890"/>
                </a:lnTo>
                <a:lnTo>
                  <a:pt x="734" y="5893"/>
                </a:lnTo>
                <a:lnTo>
                  <a:pt x="739" y="5902"/>
                </a:lnTo>
                <a:lnTo>
                  <a:pt x="738" y="5918"/>
                </a:lnTo>
                <a:lnTo>
                  <a:pt x="735" y="5929"/>
                </a:lnTo>
                <a:lnTo>
                  <a:pt x="732" y="5949"/>
                </a:lnTo>
                <a:lnTo>
                  <a:pt x="737" y="5968"/>
                </a:lnTo>
                <a:lnTo>
                  <a:pt x="747" y="5977"/>
                </a:lnTo>
                <a:lnTo>
                  <a:pt x="754" y="5980"/>
                </a:lnTo>
                <a:lnTo>
                  <a:pt x="765" y="5983"/>
                </a:lnTo>
                <a:lnTo>
                  <a:pt x="774" y="5981"/>
                </a:lnTo>
                <a:lnTo>
                  <a:pt x="771" y="5975"/>
                </a:lnTo>
                <a:lnTo>
                  <a:pt x="769" y="5969"/>
                </a:lnTo>
                <a:lnTo>
                  <a:pt x="781" y="5956"/>
                </a:lnTo>
                <a:lnTo>
                  <a:pt x="791" y="5952"/>
                </a:lnTo>
                <a:lnTo>
                  <a:pt x="809" y="5948"/>
                </a:lnTo>
                <a:lnTo>
                  <a:pt x="810" y="5942"/>
                </a:lnTo>
                <a:lnTo>
                  <a:pt x="793" y="5941"/>
                </a:lnTo>
                <a:lnTo>
                  <a:pt x="777" y="5939"/>
                </a:lnTo>
                <a:lnTo>
                  <a:pt x="765" y="5931"/>
                </a:lnTo>
                <a:lnTo>
                  <a:pt x="763" y="5925"/>
                </a:lnTo>
                <a:lnTo>
                  <a:pt x="767" y="5916"/>
                </a:lnTo>
                <a:lnTo>
                  <a:pt x="789" y="5907"/>
                </a:lnTo>
                <a:lnTo>
                  <a:pt x="806" y="5906"/>
                </a:lnTo>
                <a:lnTo>
                  <a:pt x="828" y="5905"/>
                </a:lnTo>
                <a:lnTo>
                  <a:pt x="841" y="5899"/>
                </a:lnTo>
                <a:lnTo>
                  <a:pt x="838" y="5890"/>
                </a:lnTo>
                <a:lnTo>
                  <a:pt x="834" y="5884"/>
                </a:lnTo>
                <a:lnTo>
                  <a:pt x="829" y="5879"/>
                </a:lnTo>
                <a:lnTo>
                  <a:pt x="828" y="5870"/>
                </a:lnTo>
                <a:lnTo>
                  <a:pt x="841" y="5864"/>
                </a:lnTo>
                <a:lnTo>
                  <a:pt x="875" y="5867"/>
                </a:lnTo>
                <a:lnTo>
                  <a:pt x="914" y="5881"/>
                </a:lnTo>
                <a:lnTo>
                  <a:pt x="930" y="5893"/>
                </a:lnTo>
                <a:lnTo>
                  <a:pt x="946" y="5905"/>
                </a:lnTo>
                <a:lnTo>
                  <a:pt x="967" y="5910"/>
                </a:lnTo>
                <a:lnTo>
                  <a:pt x="982" y="5907"/>
                </a:lnTo>
                <a:lnTo>
                  <a:pt x="989" y="5903"/>
                </a:lnTo>
                <a:lnTo>
                  <a:pt x="1006" y="5895"/>
                </a:lnTo>
                <a:lnTo>
                  <a:pt x="1065" y="5880"/>
                </a:lnTo>
                <a:lnTo>
                  <a:pt x="1097" y="5874"/>
                </a:lnTo>
                <a:lnTo>
                  <a:pt x="1120" y="5871"/>
                </a:lnTo>
                <a:lnTo>
                  <a:pt x="1153" y="5864"/>
                </a:lnTo>
                <a:lnTo>
                  <a:pt x="1171" y="5852"/>
                </a:lnTo>
                <a:lnTo>
                  <a:pt x="1180" y="5836"/>
                </a:lnTo>
                <a:lnTo>
                  <a:pt x="1181" y="5825"/>
                </a:lnTo>
                <a:lnTo>
                  <a:pt x="1185" y="5810"/>
                </a:lnTo>
                <a:lnTo>
                  <a:pt x="1201" y="5790"/>
                </a:lnTo>
                <a:lnTo>
                  <a:pt x="1211" y="5788"/>
                </a:lnTo>
                <a:lnTo>
                  <a:pt x="1217" y="5789"/>
                </a:lnTo>
                <a:lnTo>
                  <a:pt x="1225" y="5793"/>
                </a:lnTo>
                <a:lnTo>
                  <a:pt x="1226" y="5809"/>
                </a:lnTo>
                <a:lnTo>
                  <a:pt x="1219" y="5830"/>
                </a:lnTo>
                <a:lnTo>
                  <a:pt x="1211" y="5851"/>
                </a:lnTo>
                <a:lnTo>
                  <a:pt x="1214" y="5864"/>
                </a:lnTo>
                <a:lnTo>
                  <a:pt x="1223" y="5864"/>
                </a:lnTo>
                <a:lnTo>
                  <a:pt x="1231" y="5860"/>
                </a:lnTo>
                <a:lnTo>
                  <a:pt x="1238" y="5857"/>
                </a:lnTo>
                <a:lnTo>
                  <a:pt x="1247" y="5856"/>
                </a:lnTo>
                <a:lnTo>
                  <a:pt x="1248" y="5867"/>
                </a:lnTo>
                <a:lnTo>
                  <a:pt x="1237" y="5886"/>
                </a:lnTo>
                <a:lnTo>
                  <a:pt x="1228" y="5904"/>
                </a:lnTo>
                <a:lnTo>
                  <a:pt x="1220" y="5930"/>
                </a:lnTo>
                <a:lnTo>
                  <a:pt x="1224" y="5948"/>
                </a:lnTo>
                <a:lnTo>
                  <a:pt x="1241" y="5959"/>
                </a:lnTo>
                <a:lnTo>
                  <a:pt x="1256" y="5964"/>
                </a:lnTo>
                <a:lnTo>
                  <a:pt x="1274" y="5969"/>
                </a:lnTo>
                <a:lnTo>
                  <a:pt x="1284" y="5978"/>
                </a:lnTo>
                <a:lnTo>
                  <a:pt x="1279" y="5987"/>
                </a:lnTo>
                <a:lnTo>
                  <a:pt x="1274" y="5992"/>
                </a:lnTo>
                <a:lnTo>
                  <a:pt x="1267" y="6001"/>
                </a:lnTo>
                <a:lnTo>
                  <a:pt x="1261" y="6026"/>
                </a:lnTo>
                <a:lnTo>
                  <a:pt x="1264" y="6038"/>
                </a:lnTo>
                <a:lnTo>
                  <a:pt x="1268" y="6049"/>
                </a:lnTo>
                <a:lnTo>
                  <a:pt x="1261" y="6057"/>
                </a:lnTo>
                <a:lnTo>
                  <a:pt x="1251" y="6055"/>
                </a:lnTo>
                <a:lnTo>
                  <a:pt x="1241" y="6049"/>
                </a:lnTo>
                <a:lnTo>
                  <a:pt x="1231" y="6025"/>
                </a:lnTo>
                <a:lnTo>
                  <a:pt x="1231" y="6009"/>
                </a:lnTo>
                <a:lnTo>
                  <a:pt x="1232" y="5992"/>
                </a:lnTo>
                <a:lnTo>
                  <a:pt x="1228" y="5978"/>
                </a:lnTo>
                <a:lnTo>
                  <a:pt x="1223" y="5974"/>
                </a:lnTo>
                <a:lnTo>
                  <a:pt x="1214" y="5978"/>
                </a:lnTo>
                <a:lnTo>
                  <a:pt x="1200" y="5999"/>
                </a:lnTo>
                <a:lnTo>
                  <a:pt x="1195" y="6017"/>
                </a:lnTo>
                <a:lnTo>
                  <a:pt x="1193" y="6036"/>
                </a:lnTo>
                <a:lnTo>
                  <a:pt x="1202" y="6090"/>
                </a:lnTo>
                <a:lnTo>
                  <a:pt x="1221" y="6149"/>
                </a:lnTo>
                <a:lnTo>
                  <a:pt x="1238" y="6180"/>
                </a:lnTo>
                <a:lnTo>
                  <a:pt x="1248" y="6192"/>
                </a:lnTo>
                <a:lnTo>
                  <a:pt x="1252" y="6193"/>
                </a:lnTo>
                <a:lnTo>
                  <a:pt x="1258" y="6191"/>
                </a:lnTo>
                <a:lnTo>
                  <a:pt x="1276" y="6168"/>
                </a:lnTo>
                <a:lnTo>
                  <a:pt x="1287" y="6151"/>
                </a:lnTo>
                <a:lnTo>
                  <a:pt x="1295" y="6136"/>
                </a:lnTo>
                <a:lnTo>
                  <a:pt x="1312" y="6115"/>
                </a:lnTo>
                <a:lnTo>
                  <a:pt x="1327" y="6108"/>
                </a:lnTo>
                <a:lnTo>
                  <a:pt x="1336" y="6114"/>
                </a:lnTo>
                <a:lnTo>
                  <a:pt x="1337" y="6124"/>
                </a:lnTo>
                <a:lnTo>
                  <a:pt x="1339" y="6130"/>
                </a:lnTo>
                <a:lnTo>
                  <a:pt x="1358" y="6143"/>
                </a:lnTo>
                <a:lnTo>
                  <a:pt x="1373" y="6147"/>
                </a:lnTo>
                <a:lnTo>
                  <a:pt x="1387" y="6153"/>
                </a:lnTo>
                <a:lnTo>
                  <a:pt x="1410" y="6177"/>
                </a:lnTo>
                <a:lnTo>
                  <a:pt x="1416" y="6192"/>
                </a:lnTo>
                <a:lnTo>
                  <a:pt x="1421" y="6206"/>
                </a:lnTo>
                <a:lnTo>
                  <a:pt x="1437" y="6225"/>
                </a:lnTo>
                <a:lnTo>
                  <a:pt x="1445" y="6227"/>
                </a:lnTo>
                <a:lnTo>
                  <a:pt x="1451" y="6227"/>
                </a:lnTo>
                <a:lnTo>
                  <a:pt x="1449" y="6236"/>
                </a:lnTo>
                <a:lnTo>
                  <a:pt x="1440" y="6242"/>
                </a:lnTo>
                <a:lnTo>
                  <a:pt x="1429" y="6247"/>
                </a:lnTo>
                <a:lnTo>
                  <a:pt x="1400" y="6250"/>
                </a:lnTo>
                <a:lnTo>
                  <a:pt x="1386" y="6248"/>
                </a:lnTo>
                <a:lnTo>
                  <a:pt x="1378" y="6246"/>
                </a:lnTo>
                <a:lnTo>
                  <a:pt x="1366" y="6247"/>
                </a:lnTo>
                <a:lnTo>
                  <a:pt x="1358" y="6253"/>
                </a:lnTo>
                <a:lnTo>
                  <a:pt x="1354" y="6266"/>
                </a:lnTo>
                <a:lnTo>
                  <a:pt x="1353" y="6276"/>
                </a:lnTo>
                <a:lnTo>
                  <a:pt x="1354" y="6285"/>
                </a:lnTo>
                <a:lnTo>
                  <a:pt x="1359" y="6298"/>
                </a:lnTo>
                <a:lnTo>
                  <a:pt x="1369" y="6307"/>
                </a:lnTo>
                <a:lnTo>
                  <a:pt x="1383" y="6312"/>
                </a:lnTo>
                <a:lnTo>
                  <a:pt x="1393" y="6313"/>
                </a:lnTo>
                <a:lnTo>
                  <a:pt x="1416" y="6314"/>
                </a:lnTo>
                <a:lnTo>
                  <a:pt x="1452" y="6310"/>
                </a:lnTo>
                <a:lnTo>
                  <a:pt x="1482" y="6295"/>
                </a:lnTo>
                <a:lnTo>
                  <a:pt x="1518" y="6263"/>
                </a:lnTo>
                <a:lnTo>
                  <a:pt x="1541" y="6238"/>
                </a:lnTo>
                <a:lnTo>
                  <a:pt x="1563" y="6215"/>
                </a:lnTo>
                <a:lnTo>
                  <a:pt x="1593" y="6188"/>
                </a:lnTo>
                <a:lnTo>
                  <a:pt x="1610" y="6180"/>
                </a:lnTo>
                <a:lnTo>
                  <a:pt x="1622" y="6191"/>
                </a:lnTo>
                <a:lnTo>
                  <a:pt x="1629" y="6202"/>
                </a:lnTo>
                <a:lnTo>
                  <a:pt x="1644" y="6229"/>
                </a:lnTo>
                <a:lnTo>
                  <a:pt x="1649" y="6243"/>
                </a:lnTo>
                <a:lnTo>
                  <a:pt x="1658" y="6259"/>
                </a:lnTo>
                <a:lnTo>
                  <a:pt x="1688" y="6294"/>
                </a:lnTo>
                <a:lnTo>
                  <a:pt x="1708" y="6315"/>
                </a:lnTo>
                <a:lnTo>
                  <a:pt x="1722" y="6321"/>
                </a:lnTo>
                <a:lnTo>
                  <a:pt x="1725" y="6313"/>
                </a:lnTo>
                <a:lnTo>
                  <a:pt x="1725" y="6304"/>
                </a:lnTo>
                <a:lnTo>
                  <a:pt x="1726" y="6294"/>
                </a:lnTo>
                <a:lnTo>
                  <a:pt x="1733" y="6285"/>
                </a:lnTo>
                <a:lnTo>
                  <a:pt x="1738" y="6284"/>
                </a:lnTo>
                <a:lnTo>
                  <a:pt x="1741" y="6286"/>
                </a:lnTo>
                <a:lnTo>
                  <a:pt x="1744" y="6287"/>
                </a:lnTo>
                <a:lnTo>
                  <a:pt x="1751" y="6286"/>
                </a:lnTo>
                <a:lnTo>
                  <a:pt x="1762" y="6275"/>
                </a:lnTo>
                <a:lnTo>
                  <a:pt x="1768" y="6262"/>
                </a:lnTo>
                <a:lnTo>
                  <a:pt x="1771" y="6253"/>
                </a:lnTo>
                <a:lnTo>
                  <a:pt x="1784" y="6236"/>
                </a:lnTo>
                <a:lnTo>
                  <a:pt x="1814" y="6209"/>
                </a:lnTo>
                <a:lnTo>
                  <a:pt x="1858" y="6181"/>
                </a:lnTo>
                <a:lnTo>
                  <a:pt x="1885" y="6174"/>
                </a:lnTo>
                <a:lnTo>
                  <a:pt x="1894" y="6178"/>
                </a:lnTo>
                <a:lnTo>
                  <a:pt x="1895" y="6184"/>
                </a:lnTo>
                <a:lnTo>
                  <a:pt x="1896" y="6197"/>
                </a:lnTo>
                <a:lnTo>
                  <a:pt x="1906" y="6209"/>
                </a:lnTo>
                <a:lnTo>
                  <a:pt x="1921" y="6206"/>
                </a:lnTo>
                <a:lnTo>
                  <a:pt x="1935" y="6190"/>
                </a:lnTo>
                <a:lnTo>
                  <a:pt x="1940" y="6176"/>
                </a:lnTo>
                <a:lnTo>
                  <a:pt x="1942" y="6166"/>
                </a:lnTo>
                <a:lnTo>
                  <a:pt x="1949" y="6155"/>
                </a:lnTo>
                <a:lnTo>
                  <a:pt x="1959" y="6151"/>
                </a:lnTo>
                <a:lnTo>
                  <a:pt x="1973" y="6156"/>
                </a:lnTo>
                <a:lnTo>
                  <a:pt x="1982" y="6161"/>
                </a:lnTo>
                <a:lnTo>
                  <a:pt x="1996" y="6167"/>
                </a:lnTo>
                <a:lnTo>
                  <a:pt x="2019" y="6172"/>
                </a:lnTo>
                <a:lnTo>
                  <a:pt x="2026" y="6169"/>
                </a:lnTo>
                <a:lnTo>
                  <a:pt x="2030" y="6165"/>
                </a:lnTo>
                <a:lnTo>
                  <a:pt x="2027" y="6160"/>
                </a:lnTo>
                <a:lnTo>
                  <a:pt x="2022" y="6159"/>
                </a:lnTo>
                <a:lnTo>
                  <a:pt x="2020" y="6159"/>
                </a:lnTo>
                <a:lnTo>
                  <a:pt x="2020" y="6154"/>
                </a:lnTo>
                <a:lnTo>
                  <a:pt x="2029" y="6142"/>
                </a:lnTo>
                <a:lnTo>
                  <a:pt x="2040" y="6131"/>
                </a:lnTo>
                <a:lnTo>
                  <a:pt x="2049" y="6121"/>
                </a:lnTo>
                <a:lnTo>
                  <a:pt x="2063" y="6112"/>
                </a:lnTo>
                <a:lnTo>
                  <a:pt x="2074" y="6114"/>
                </a:lnTo>
                <a:lnTo>
                  <a:pt x="2088" y="6128"/>
                </a:lnTo>
                <a:lnTo>
                  <a:pt x="2098" y="6141"/>
                </a:lnTo>
                <a:lnTo>
                  <a:pt x="2111" y="6156"/>
                </a:lnTo>
                <a:lnTo>
                  <a:pt x="2126" y="6183"/>
                </a:lnTo>
                <a:lnTo>
                  <a:pt x="2131" y="6202"/>
                </a:lnTo>
                <a:lnTo>
                  <a:pt x="2123" y="6206"/>
                </a:lnTo>
                <a:lnTo>
                  <a:pt x="2114" y="6202"/>
                </a:lnTo>
                <a:lnTo>
                  <a:pt x="2108" y="6196"/>
                </a:lnTo>
                <a:lnTo>
                  <a:pt x="2098" y="6176"/>
                </a:lnTo>
                <a:lnTo>
                  <a:pt x="2097" y="6166"/>
                </a:lnTo>
                <a:lnTo>
                  <a:pt x="2096" y="6154"/>
                </a:lnTo>
                <a:lnTo>
                  <a:pt x="2090" y="6144"/>
                </a:lnTo>
                <a:lnTo>
                  <a:pt x="2077" y="6148"/>
                </a:lnTo>
                <a:lnTo>
                  <a:pt x="2054" y="6169"/>
                </a:lnTo>
                <a:lnTo>
                  <a:pt x="2038" y="6188"/>
                </a:lnTo>
                <a:lnTo>
                  <a:pt x="2021" y="6207"/>
                </a:lnTo>
                <a:lnTo>
                  <a:pt x="2002" y="6235"/>
                </a:lnTo>
                <a:lnTo>
                  <a:pt x="1998" y="6248"/>
                </a:lnTo>
                <a:lnTo>
                  <a:pt x="1999" y="6252"/>
                </a:lnTo>
                <a:lnTo>
                  <a:pt x="2009" y="6254"/>
                </a:lnTo>
                <a:lnTo>
                  <a:pt x="2021" y="6250"/>
                </a:lnTo>
                <a:lnTo>
                  <a:pt x="2032" y="6247"/>
                </a:lnTo>
                <a:lnTo>
                  <a:pt x="2045" y="6255"/>
                </a:lnTo>
                <a:lnTo>
                  <a:pt x="2047" y="6268"/>
                </a:lnTo>
                <a:lnTo>
                  <a:pt x="2048" y="6278"/>
                </a:lnTo>
                <a:lnTo>
                  <a:pt x="2058" y="6293"/>
                </a:lnTo>
                <a:lnTo>
                  <a:pt x="2065" y="6294"/>
                </a:lnTo>
                <a:lnTo>
                  <a:pt x="2072" y="6293"/>
                </a:lnTo>
                <a:lnTo>
                  <a:pt x="2077" y="6279"/>
                </a:lnTo>
                <a:lnTo>
                  <a:pt x="2073" y="6269"/>
                </a:lnTo>
                <a:lnTo>
                  <a:pt x="2071" y="6258"/>
                </a:lnTo>
                <a:lnTo>
                  <a:pt x="2078" y="6245"/>
                </a:lnTo>
                <a:lnTo>
                  <a:pt x="2087" y="6243"/>
                </a:lnTo>
                <a:lnTo>
                  <a:pt x="2093" y="6242"/>
                </a:lnTo>
                <a:lnTo>
                  <a:pt x="2114" y="6230"/>
                </a:lnTo>
                <a:lnTo>
                  <a:pt x="2155" y="6198"/>
                </a:lnTo>
                <a:lnTo>
                  <a:pt x="2213" y="6139"/>
                </a:lnTo>
                <a:lnTo>
                  <a:pt x="2243" y="6100"/>
                </a:lnTo>
                <a:lnTo>
                  <a:pt x="2252" y="6082"/>
                </a:lnTo>
                <a:lnTo>
                  <a:pt x="2252" y="6076"/>
                </a:lnTo>
                <a:lnTo>
                  <a:pt x="2251" y="6069"/>
                </a:lnTo>
                <a:lnTo>
                  <a:pt x="2263" y="6059"/>
                </a:lnTo>
                <a:lnTo>
                  <a:pt x="2273" y="6058"/>
                </a:lnTo>
                <a:lnTo>
                  <a:pt x="2284" y="6057"/>
                </a:lnTo>
                <a:lnTo>
                  <a:pt x="2298" y="6047"/>
                </a:lnTo>
                <a:lnTo>
                  <a:pt x="2300" y="6040"/>
                </a:lnTo>
                <a:lnTo>
                  <a:pt x="2300" y="6034"/>
                </a:lnTo>
                <a:lnTo>
                  <a:pt x="2309" y="6029"/>
                </a:lnTo>
                <a:lnTo>
                  <a:pt x="2315" y="6033"/>
                </a:lnTo>
                <a:lnTo>
                  <a:pt x="2319" y="6035"/>
                </a:lnTo>
                <a:lnTo>
                  <a:pt x="2331" y="6034"/>
                </a:lnTo>
                <a:lnTo>
                  <a:pt x="2347" y="6026"/>
                </a:lnTo>
                <a:lnTo>
                  <a:pt x="2366" y="6003"/>
                </a:lnTo>
                <a:lnTo>
                  <a:pt x="2376" y="5977"/>
                </a:lnTo>
                <a:lnTo>
                  <a:pt x="2374" y="5965"/>
                </a:lnTo>
                <a:lnTo>
                  <a:pt x="2372" y="5959"/>
                </a:lnTo>
                <a:lnTo>
                  <a:pt x="2372" y="5950"/>
                </a:lnTo>
                <a:lnTo>
                  <a:pt x="2381" y="5940"/>
                </a:lnTo>
                <a:lnTo>
                  <a:pt x="2396" y="5939"/>
                </a:lnTo>
                <a:lnTo>
                  <a:pt x="2405" y="5938"/>
                </a:lnTo>
                <a:lnTo>
                  <a:pt x="2424" y="5928"/>
                </a:lnTo>
                <a:lnTo>
                  <a:pt x="2459" y="5896"/>
                </a:lnTo>
                <a:lnTo>
                  <a:pt x="2484" y="5864"/>
                </a:lnTo>
                <a:lnTo>
                  <a:pt x="2507" y="5833"/>
                </a:lnTo>
                <a:lnTo>
                  <a:pt x="2540" y="5801"/>
                </a:lnTo>
                <a:lnTo>
                  <a:pt x="2558" y="5789"/>
                </a:lnTo>
                <a:lnTo>
                  <a:pt x="2564" y="5788"/>
                </a:lnTo>
                <a:lnTo>
                  <a:pt x="2573" y="5787"/>
                </a:lnTo>
                <a:lnTo>
                  <a:pt x="2582" y="5778"/>
                </a:lnTo>
                <a:lnTo>
                  <a:pt x="2579" y="5772"/>
                </a:lnTo>
                <a:lnTo>
                  <a:pt x="2577" y="5768"/>
                </a:lnTo>
                <a:lnTo>
                  <a:pt x="2581" y="5755"/>
                </a:lnTo>
                <a:lnTo>
                  <a:pt x="2598" y="5728"/>
                </a:lnTo>
                <a:lnTo>
                  <a:pt x="2615" y="5709"/>
                </a:lnTo>
                <a:lnTo>
                  <a:pt x="2637" y="5686"/>
                </a:lnTo>
                <a:lnTo>
                  <a:pt x="2678" y="5635"/>
                </a:lnTo>
                <a:lnTo>
                  <a:pt x="2693" y="5614"/>
                </a:lnTo>
                <a:lnTo>
                  <a:pt x="2708" y="5595"/>
                </a:lnTo>
                <a:lnTo>
                  <a:pt x="2747" y="5565"/>
                </a:lnTo>
                <a:lnTo>
                  <a:pt x="2766" y="5559"/>
                </a:lnTo>
                <a:lnTo>
                  <a:pt x="2779" y="5555"/>
                </a:lnTo>
                <a:lnTo>
                  <a:pt x="2795" y="5548"/>
                </a:lnTo>
                <a:lnTo>
                  <a:pt x="2802" y="5536"/>
                </a:lnTo>
                <a:lnTo>
                  <a:pt x="2802" y="5520"/>
                </a:lnTo>
                <a:lnTo>
                  <a:pt x="2800" y="5509"/>
                </a:lnTo>
                <a:lnTo>
                  <a:pt x="2796" y="5492"/>
                </a:lnTo>
                <a:lnTo>
                  <a:pt x="2801" y="5472"/>
                </a:lnTo>
                <a:lnTo>
                  <a:pt x="2809" y="5464"/>
                </a:lnTo>
                <a:lnTo>
                  <a:pt x="2815" y="5461"/>
                </a:lnTo>
                <a:lnTo>
                  <a:pt x="2825" y="5455"/>
                </a:lnTo>
                <a:lnTo>
                  <a:pt x="2839" y="5432"/>
                </a:lnTo>
                <a:lnTo>
                  <a:pt x="2840" y="5418"/>
                </a:lnTo>
                <a:lnTo>
                  <a:pt x="2841" y="5406"/>
                </a:lnTo>
                <a:lnTo>
                  <a:pt x="2855" y="5384"/>
                </a:lnTo>
                <a:lnTo>
                  <a:pt x="2864" y="5378"/>
                </a:lnTo>
                <a:lnTo>
                  <a:pt x="2875" y="5370"/>
                </a:lnTo>
                <a:lnTo>
                  <a:pt x="2898" y="5334"/>
                </a:lnTo>
                <a:lnTo>
                  <a:pt x="2908" y="5309"/>
                </a:lnTo>
                <a:lnTo>
                  <a:pt x="2917" y="5284"/>
                </a:lnTo>
                <a:lnTo>
                  <a:pt x="2938" y="5255"/>
                </a:lnTo>
                <a:lnTo>
                  <a:pt x="2952" y="5242"/>
                </a:lnTo>
                <a:lnTo>
                  <a:pt x="2959" y="5240"/>
                </a:lnTo>
                <a:lnTo>
                  <a:pt x="2972" y="5234"/>
                </a:lnTo>
                <a:lnTo>
                  <a:pt x="2995" y="5209"/>
                </a:lnTo>
                <a:lnTo>
                  <a:pt x="3000" y="5195"/>
                </a:lnTo>
                <a:lnTo>
                  <a:pt x="3008" y="5182"/>
                </a:lnTo>
                <a:lnTo>
                  <a:pt x="3028" y="5167"/>
                </a:lnTo>
                <a:lnTo>
                  <a:pt x="3040" y="5167"/>
                </a:lnTo>
                <a:lnTo>
                  <a:pt x="3051" y="5168"/>
                </a:lnTo>
                <a:lnTo>
                  <a:pt x="3064" y="5160"/>
                </a:lnTo>
                <a:lnTo>
                  <a:pt x="3069" y="5152"/>
                </a:lnTo>
                <a:lnTo>
                  <a:pt x="3070" y="5147"/>
                </a:lnTo>
                <a:lnTo>
                  <a:pt x="3072" y="5122"/>
                </a:lnTo>
                <a:lnTo>
                  <a:pt x="3076" y="5099"/>
                </a:lnTo>
                <a:lnTo>
                  <a:pt x="3078" y="5092"/>
                </a:lnTo>
                <a:lnTo>
                  <a:pt x="3098" y="5081"/>
                </a:lnTo>
                <a:lnTo>
                  <a:pt x="3112" y="5079"/>
                </a:lnTo>
                <a:lnTo>
                  <a:pt x="3127" y="5080"/>
                </a:lnTo>
                <a:lnTo>
                  <a:pt x="3137" y="5087"/>
                </a:lnTo>
                <a:lnTo>
                  <a:pt x="3137" y="5095"/>
                </a:lnTo>
                <a:lnTo>
                  <a:pt x="3134" y="5099"/>
                </a:lnTo>
                <a:lnTo>
                  <a:pt x="3129" y="5108"/>
                </a:lnTo>
                <a:lnTo>
                  <a:pt x="3138" y="5112"/>
                </a:lnTo>
                <a:lnTo>
                  <a:pt x="3152" y="5108"/>
                </a:lnTo>
                <a:lnTo>
                  <a:pt x="3179" y="5098"/>
                </a:lnTo>
                <a:lnTo>
                  <a:pt x="3203" y="5096"/>
                </a:lnTo>
                <a:lnTo>
                  <a:pt x="3208" y="5095"/>
                </a:lnTo>
                <a:lnTo>
                  <a:pt x="3215" y="5089"/>
                </a:lnTo>
                <a:lnTo>
                  <a:pt x="3220" y="5068"/>
                </a:lnTo>
                <a:lnTo>
                  <a:pt x="3218" y="5043"/>
                </a:lnTo>
                <a:lnTo>
                  <a:pt x="3217" y="5022"/>
                </a:lnTo>
                <a:lnTo>
                  <a:pt x="3226" y="4986"/>
                </a:lnTo>
                <a:lnTo>
                  <a:pt x="3249" y="4958"/>
                </a:lnTo>
                <a:lnTo>
                  <a:pt x="3286" y="4940"/>
                </a:lnTo>
                <a:lnTo>
                  <a:pt x="3312" y="4934"/>
                </a:lnTo>
                <a:lnTo>
                  <a:pt x="3333" y="4929"/>
                </a:lnTo>
                <a:lnTo>
                  <a:pt x="3358" y="4911"/>
                </a:lnTo>
                <a:lnTo>
                  <a:pt x="3363" y="4896"/>
                </a:lnTo>
                <a:lnTo>
                  <a:pt x="3360" y="4887"/>
                </a:lnTo>
                <a:lnTo>
                  <a:pt x="3346" y="4877"/>
                </a:lnTo>
                <a:lnTo>
                  <a:pt x="3327" y="4875"/>
                </a:lnTo>
                <a:lnTo>
                  <a:pt x="3306" y="4874"/>
                </a:lnTo>
                <a:lnTo>
                  <a:pt x="3311" y="4865"/>
                </a:lnTo>
                <a:lnTo>
                  <a:pt x="3339" y="4855"/>
                </a:lnTo>
                <a:lnTo>
                  <a:pt x="3371" y="4841"/>
                </a:lnTo>
                <a:lnTo>
                  <a:pt x="3424" y="4813"/>
                </a:lnTo>
                <a:lnTo>
                  <a:pt x="3458" y="4784"/>
                </a:lnTo>
                <a:lnTo>
                  <a:pt x="3469" y="4765"/>
                </a:lnTo>
                <a:lnTo>
                  <a:pt x="3469" y="4755"/>
                </a:lnTo>
                <a:lnTo>
                  <a:pt x="3466" y="4750"/>
                </a:lnTo>
                <a:lnTo>
                  <a:pt x="3462" y="4745"/>
                </a:lnTo>
                <a:lnTo>
                  <a:pt x="3460" y="4736"/>
                </a:lnTo>
                <a:lnTo>
                  <a:pt x="3470" y="4721"/>
                </a:lnTo>
                <a:lnTo>
                  <a:pt x="3489" y="4711"/>
                </a:lnTo>
                <a:lnTo>
                  <a:pt x="3508" y="4701"/>
                </a:lnTo>
                <a:lnTo>
                  <a:pt x="3551" y="4663"/>
                </a:lnTo>
                <a:lnTo>
                  <a:pt x="3568" y="4642"/>
                </a:lnTo>
                <a:lnTo>
                  <a:pt x="3585" y="4621"/>
                </a:lnTo>
                <a:lnTo>
                  <a:pt x="3612" y="4593"/>
                </a:lnTo>
                <a:lnTo>
                  <a:pt x="3619" y="4590"/>
                </a:lnTo>
                <a:lnTo>
                  <a:pt x="3622" y="4593"/>
                </a:lnTo>
                <a:lnTo>
                  <a:pt x="3617" y="4625"/>
                </a:lnTo>
                <a:lnTo>
                  <a:pt x="3603" y="4670"/>
                </a:lnTo>
                <a:lnTo>
                  <a:pt x="3586" y="4708"/>
                </a:lnTo>
                <a:lnTo>
                  <a:pt x="3578" y="4718"/>
                </a:lnTo>
                <a:lnTo>
                  <a:pt x="3574" y="4723"/>
                </a:lnTo>
                <a:lnTo>
                  <a:pt x="3567" y="4741"/>
                </a:lnTo>
                <a:lnTo>
                  <a:pt x="3567" y="4749"/>
                </a:lnTo>
                <a:lnTo>
                  <a:pt x="3568" y="4752"/>
                </a:lnTo>
                <a:lnTo>
                  <a:pt x="3573" y="4753"/>
                </a:lnTo>
                <a:lnTo>
                  <a:pt x="3586" y="4743"/>
                </a:lnTo>
                <a:lnTo>
                  <a:pt x="3598" y="4728"/>
                </a:lnTo>
                <a:lnTo>
                  <a:pt x="3614" y="4713"/>
                </a:lnTo>
                <a:lnTo>
                  <a:pt x="3642" y="4693"/>
                </a:lnTo>
                <a:lnTo>
                  <a:pt x="3653" y="4691"/>
                </a:lnTo>
                <a:lnTo>
                  <a:pt x="3665" y="4688"/>
                </a:lnTo>
                <a:lnTo>
                  <a:pt x="3706" y="4656"/>
                </a:lnTo>
                <a:lnTo>
                  <a:pt x="3752" y="4610"/>
                </a:lnTo>
                <a:lnTo>
                  <a:pt x="3783" y="4568"/>
                </a:lnTo>
                <a:lnTo>
                  <a:pt x="3786" y="4556"/>
                </a:lnTo>
                <a:lnTo>
                  <a:pt x="3788" y="4546"/>
                </a:lnTo>
                <a:lnTo>
                  <a:pt x="3802" y="4514"/>
                </a:lnTo>
                <a:lnTo>
                  <a:pt x="3813" y="4496"/>
                </a:lnTo>
                <a:lnTo>
                  <a:pt x="3821" y="4484"/>
                </a:lnTo>
                <a:lnTo>
                  <a:pt x="3835" y="4470"/>
                </a:lnTo>
                <a:lnTo>
                  <a:pt x="3847" y="4465"/>
                </a:lnTo>
                <a:lnTo>
                  <a:pt x="3858" y="4468"/>
                </a:lnTo>
                <a:lnTo>
                  <a:pt x="3864" y="4473"/>
                </a:lnTo>
                <a:lnTo>
                  <a:pt x="3876" y="4481"/>
                </a:lnTo>
                <a:lnTo>
                  <a:pt x="3900" y="4480"/>
                </a:lnTo>
                <a:lnTo>
                  <a:pt x="3922" y="4464"/>
                </a:lnTo>
                <a:lnTo>
                  <a:pt x="3938" y="4435"/>
                </a:lnTo>
                <a:lnTo>
                  <a:pt x="3942" y="4416"/>
                </a:lnTo>
                <a:lnTo>
                  <a:pt x="3945" y="4401"/>
                </a:lnTo>
                <a:lnTo>
                  <a:pt x="3957" y="4385"/>
                </a:lnTo>
                <a:lnTo>
                  <a:pt x="3967" y="4379"/>
                </a:lnTo>
                <a:lnTo>
                  <a:pt x="3972" y="4379"/>
                </a:lnTo>
                <a:lnTo>
                  <a:pt x="3985" y="4377"/>
                </a:lnTo>
                <a:lnTo>
                  <a:pt x="4019" y="4356"/>
                </a:lnTo>
                <a:lnTo>
                  <a:pt x="4036" y="4340"/>
                </a:lnTo>
                <a:lnTo>
                  <a:pt x="4054" y="4324"/>
                </a:lnTo>
                <a:lnTo>
                  <a:pt x="4080" y="4311"/>
                </a:lnTo>
                <a:lnTo>
                  <a:pt x="4095" y="4308"/>
                </a:lnTo>
                <a:lnTo>
                  <a:pt x="4100" y="4309"/>
                </a:lnTo>
                <a:lnTo>
                  <a:pt x="4107" y="4311"/>
                </a:lnTo>
                <a:lnTo>
                  <a:pt x="4116" y="4312"/>
                </a:lnTo>
                <a:lnTo>
                  <a:pt x="4120" y="4303"/>
                </a:lnTo>
                <a:lnTo>
                  <a:pt x="4115" y="4288"/>
                </a:lnTo>
                <a:lnTo>
                  <a:pt x="4114" y="4281"/>
                </a:lnTo>
                <a:lnTo>
                  <a:pt x="4116" y="4267"/>
                </a:lnTo>
                <a:lnTo>
                  <a:pt x="4130" y="4246"/>
                </a:lnTo>
                <a:lnTo>
                  <a:pt x="4160" y="4219"/>
                </a:lnTo>
                <a:lnTo>
                  <a:pt x="4198" y="4203"/>
                </a:lnTo>
                <a:lnTo>
                  <a:pt x="4217" y="4202"/>
                </a:lnTo>
                <a:lnTo>
                  <a:pt x="4229" y="4201"/>
                </a:lnTo>
                <a:lnTo>
                  <a:pt x="4241" y="4191"/>
                </a:lnTo>
                <a:lnTo>
                  <a:pt x="4240" y="4179"/>
                </a:lnTo>
                <a:lnTo>
                  <a:pt x="4226" y="4169"/>
                </a:lnTo>
                <a:lnTo>
                  <a:pt x="4214" y="4168"/>
                </a:lnTo>
                <a:lnTo>
                  <a:pt x="4196" y="4167"/>
                </a:lnTo>
                <a:lnTo>
                  <a:pt x="4199" y="4155"/>
                </a:lnTo>
                <a:lnTo>
                  <a:pt x="4217" y="4141"/>
                </a:lnTo>
                <a:lnTo>
                  <a:pt x="4249" y="4116"/>
                </a:lnTo>
                <a:lnTo>
                  <a:pt x="4280" y="4094"/>
                </a:lnTo>
                <a:lnTo>
                  <a:pt x="4292" y="4084"/>
                </a:lnTo>
                <a:lnTo>
                  <a:pt x="4319" y="4072"/>
                </a:lnTo>
                <a:lnTo>
                  <a:pt x="4330" y="4071"/>
                </a:lnTo>
                <a:lnTo>
                  <a:pt x="4353" y="4072"/>
                </a:lnTo>
                <a:lnTo>
                  <a:pt x="4384" y="4068"/>
                </a:lnTo>
                <a:lnTo>
                  <a:pt x="4402" y="4059"/>
                </a:lnTo>
                <a:lnTo>
                  <a:pt x="4410" y="4043"/>
                </a:lnTo>
                <a:lnTo>
                  <a:pt x="4411" y="4031"/>
                </a:lnTo>
                <a:lnTo>
                  <a:pt x="4411" y="3995"/>
                </a:lnTo>
                <a:lnTo>
                  <a:pt x="4470" y="4033"/>
                </a:lnTo>
                <a:lnTo>
                  <a:pt x="4494" y="4047"/>
                </a:lnTo>
                <a:lnTo>
                  <a:pt x="4538" y="4063"/>
                </a:lnTo>
                <a:lnTo>
                  <a:pt x="4550" y="4063"/>
                </a:lnTo>
                <a:lnTo>
                  <a:pt x="4553" y="4061"/>
                </a:lnTo>
                <a:lnTo>
                  <a:pt x="4552" y="4056"/>
                </a:lnTo>
                <a:lnTo>
                  <a:pt x="4538" y="4044"/>
                </a:lnTo>
                <a:lnTo>
                  <a:pt x="4520" y="4036"/>
                </a:lnTo>
                <a:lnTo>
                  <a:pt x="4498" y="4026"/>
                </a:lnTo>
                <a:lnTo>
                  <a:pt x="4461" y="3997"/>
                </a:lnTo>
                <a:lnTo>
                  <a:pt x="4440" y="3969"/>
                </a:lnTo>
                <a:lnTo>
                  <a:pt x="4440" y="3954"/>
                </a:lnTo>
                <a:lnTo>
                  <a:pt x="4448" y="3949"/>
                </a:lnTo>
                <a:lnTo>
                  <a:pt x="4455" y="3949"/>
                </a:lnTo>
                <a:lnTo>
                  <a:pt x="4468" y="3947"/>
                </a:lnTo>
                <a:lnTo>
                  <a:pt x="4498" y="3928"/>
                </a:lnTo>
                <a:lnTo>
                  <a:pt x="4511" y="3913"/>
                </a:lnTo>
                <a:lnTo>
                  <a:pt x="4519" y="3903"/>
                </a:lnTo>
                <a:lnTo>
                  <a:pt x="4534" y="3891"/>
                </a:lnTo>
                <a:lnTo>
                  <a:pt x="4551" y="3886"/>
                </a:lnTo>
                <a:lnTo>
                  <a:pt x="4573" y="3887"/>
                </a:lnTo>
                <a:lnTo>
                  <a:pt x="4586" y="3889"/>
                </a:lnTo>
                <a:lnTo>
                  <a:pt x="4604" y="3895"/>
                </a:lnTo>
                <a:lnTo>
                  <a:pt x="4628" y="3909"/>
                </a:lnTo>
                <a:lnTo>
                  <a:pt x="4631" y="3916"/>
                </a:lnTo>
                <a:lnTo>
                  <a:pt x="4631" y="3921"/>
                </a:lnTo>
                <a:lnTo>
                  <a:pt x="4636" y="3926"/>
                </a:lnTo>
                <a:lnTo>
                  <a:pt x="4652" y="3924"/>
                </a:lnTo>
                <a:lnTo>
                  <a:pt x="4684" y="3905"/>
                </a:lnTo>
                <a:lnTo>
                  <a:pt x="4723" y="3873"/>
                </a:lnTo>
                <a:lnTo>
                  <a:pt x="4743" y="3853"/>
                </a:lnTo>
                <a:lnTo>
                  <a:pt x="4764" y="3829"/>
                </a:lnTo>
                <a:lnTo>
                  <a:pt x="4793" y="3792"/>
                </a:lnTo>
                <a:lnTo>
                  <a:pt x="4809" y="3763"/>
                </a:lnTo>
                <a:lnTo>
                  <a:pt x="4808" y="3743"/>
                </a:lnTo>
                <a:lnTo>
                  <a:pt x="4802" y="3737"/>
                </a:lnTo>
                <a:lnTo>
                  <a:pt x="4795" y="3733"/>
                </a:lnTo>
                <a:lnTo>
                  <a:pt x="4782" y="3711"/>
                </a:lnTo>
                <a:lnTo>
                  <a:pt x="4778" y="3697"/>
                </a:lnTo>
                <a:lnTo>
                  <a:pt x="4776" y="3686"/>
                </a:lnTo>
                <a:lnTo>
                  <a:pt x="4781" y="3672"/>
                </a:lnTo>
                <a:lnTo>
                  <a:pt x="4802" y="3668"/>
                </a:lnTo>
                <a:lnTo>
                  <a:pt x="4840" y="3672"/>
                </a:lnTo>
                <a:lnTo>
                  <a:pt x="4867" y="3678"/>
                </a:lnTo>
                <a:lnTo>
                  <a:pt x="4869" y="3680"/>
                </a:lnTo>
                <a:lnTo>
                  <a:pt x="4856" y="3694"/>
                </a:lnTo>
                <a:lnTo>
                  <a:pt x="4844" y="3704"/>
                </a:lnTo>
                <a:lnTo>
                  <a:pt x="4832" y="3714"/>
                </a:lnTo>
                <a:lnTo>
                  <a:pt x="4823" y="3734"/>
                </a:lnTo>
                <a:lnTo>
                  <a:pt x="4829" y="3751"/>
                </a:lnTo>
                <a:lnTo>
                  <a:pt x="4849" y="3762"/>
                </a:lnTo>
                <a:lnTo>
                  <a:pt x="4865" y="3763"/>
                </a:lnTo>
                <a:lnTo>
                  <a:pt x="4880" y="3762"/>
                </a:lnTo>
                <a:lnTo>
                  <a:pt x="4905" y="3749"/>
                </a:lnTo>
                <a:lnTo>
                  <a:pt x="4926" y="3725"/>
                </a:lnTo>
                <a:lnTo>
                  <a:pt x="4944" y="3687"/>
                </a:lnTo>
                <a:lnTo>
                  <a:pt x="4952" y="3661"/>
                </a:lnTo>
                <a:lnTo>
                  <a:pt x="4961" y="3629"/>
                </a:lnTo>
                <a:lnTo>
                  <a:pt x="4959" y="3617"/>
                </a:lnTo>
                <a:lnTo>
                  <a:pt x="4947" y="3626"/>
                </a:lnTo>
                <a:lnTo>
                  <a:pt x="4936" y="3635"/>
                </a:lnTo>
                <a:lnTo>
                  <a:pt x="4922" y="3647"/>
                </a:lnTo>
                <a:lnTo>
                  <a:pt x="4897" y="3660"/>
                </a:lnTo>
                <a:lnTo>
                  <a:pt x="4879" y="3658"/>
                </a:lnTo>
                <a:lnTo>
                  <a:pt x="4868" y="3642"/>
                </a:lnTo>
                <a:lnTo>
                  <a:pt x="4867" y="3628"/>
                </a:lnTo>
                <a:lnTo>
                  <a:pt x="4867" y="3617"/>
                </a:lnTo>
                <a:lnTo>
                  <a:pt x="4865" y="3604"/>
                </a:lnTo>
                <a:lnTo>
                  <a:pt x="4851" y="3605"/>
                </a:lnTo>
                <a:lnTo>
                  <a:pt x="4825" y="3621"/>
                </a:lnTo>
                <a:lnTo>
                  <a:pt x="4808" y="3632"/>
                </a:lnTo>
                <a:lnTo>
                  <a:pt x="4789" y="3637"/>
                </a:lnTo>
                <a:lnTo>
                  <a:pt x="4783" y="3634"/>
                </a:lnTo>
                <a:lnTo>
                  <a:pt x="4783" y="3630"/>
                </a:lnTo>
                <a:lnTo>
                  <a:pt x="4782" y="3623"/>
                </a:lnTo>
                <a:lnTo>
                  <a:pt x="4776" y="3614"/>
                </a:lnTo>
                <a:lnTo>
                  <a:pt x="4771" y="3613"/>
                </a:lnTo>
                <a:lnTo>
                  <a:pt x="4759" y="3614"/>
                </a:lnTo>
                <a:lnTo>
                  <a:pt x="4744" y="3613"/>
                </a:lnTo>
                <a:lnTo>
                  <a:pt x="4739" y="3607"/>
                </a:lnTo>
                <a:lnTo>
                  <a:pt x="4743" y="3594"/>
                </a:lnTo>
                <a:lnTo>
                  <a:pt x="4749" y="3585"/>
                </a:lnTo>
                <a:lnTo>
                  <a:pt x="4758" y="3576"/>
                </a:lnTo>
                <a:lnTo>
                  <a:pt x="4777" y="3567"/>
                </a:lnTo>
                <a:lnTo>
                  <a:pt x="4783" y="3569"/>
                </a:lnTo>
                <a:lnTo>
                  <a:pt x="4786" y="3570"/>
                </a:lnTo>
                <a:lnTo>
                  <a:pt x="4797" y="3566"/>
                </a:lnTo>
                <a:lnTo>
                  <a:pt x="4815" y="3548"/>
                </a:lnTo>
                <a:lnTo>
                  <a:pt x="4827" y="3529"/>
                </a:lnTo>
                <a:lnTo>
                  <a:pt x="4835" y="3515"/>
                </a:lnTo>
                <a:lnTo>
                  <a:pt x="4854" y="3494"/>
                </a:lnTo>
                <a:lnTo>
                  <a:pt x="4876" y="3480"/>
                </a:lnTo>
                <a:lnTo>
                  <a:pt x="4903" y="3470"/>
                </a:lnTo>
                <a:lnTo>
                  <a:pt x="4920" y="3468"/>
                </a:lnTo>
                <a:lnTo>
                  <a:pt x="4947" y="3462"/>
                </a:lnTo>
                <a:lnTo>
                  <a:pt x="4971" y="3451"/>
                </a:lnTo>
                <a:lnTo>
                  <a:pt x="4977" y="3442"/>
                </a:lnTo>
                <a:lnTo>
                  <a:pt x="4976" y="3438"/>
                </a:lnTo>
                <a:lnTo>
                  <a:pt x="4974" y="3427"/>
                </a:lnTo>
                <a:lnTo>
                  <a:pt x="4980" y="3402"/>
                </a:lnTo>
                <a:lnTo>
                  <a:pt x="4986" y="3392"/>
                </a:lnTo>
                <a:lnTo>
                  <a:pt x="4991" y="3384"/>
                </a:lnTo>
                <a:lnTo>
                  <a:pt x="5000" y="3377"/>
                </a:lnTo>
                <a:lnTo>
                  <a:pt x="5015" y="3382"/>
                </a:lnTo>
                <a:lnTo>
                  <a:pt x="5032" y="3400"/>
                </a:lnTo>
                <a:lnTo>
                  <a:pt x="5044" y="3416"/>
                </a:lnTo>
                <a:lnTo>
                  <a:pt x="5052" y="3417"/>
                </a:lnTo>
                <a:lnTo>
                  <a:pt x="5048" y="3405"/>
                </a:lnTo>
                <a:lnTo>
                  <a:pt x="5046" y="3398"/>
                </a:lnTo>
                <a:lnTo>
                  <a:pt x="5047" y="3387"/>
                </a:lnTo>
                <a:lnTo>
                  <a:pt x="5058" y="3374"/>
                </a:lnTo>
                <a:lnTo>
                  <a:pt x="5073" y="3368"/>
                </a:lnTo>
                <a:lnTo>
                  <a:pt x="5084" y="3366"/>
                </a:lnTo>
                <a:lnTo>
                  <a:pt x="5097" y="3361"/>
                </a:lnTo>
                <a:lnTo>
                  <a:pt x="5100" y="3352"/>
                </a:lnTo>
                <a:lnTo>
                  <a:pt x="5093" y="3341"/>
                </a:lnTo>
                <a:lnTo>
                  <a:pt x="5087" y="3332"/>
                </a:lnTo>
                <a:lnTo>
                  <a:pt x="5080" y="3324"/>
                </a:lnTo>
                <a:lnTo>
                  <a:pt x="5073" y="3312"/>
                </a:lnTo>
                <a:lnTo>
                  <a:pt x="5073" y="3302"/>
                </a:lnTo>
                <a:lnTo>
                  <a:pt x="5081" y="3294"/>
                </a:lnTo>
                <a:lnTo>
                  <a:pt x="5088" y="3289"/>
                </a:lnTo>
                <a:lnTo>
                  <a:pt x="5100" y="3281"/>
                </a:lnTo>
                <a:lnTo>
                  <a:pt x="5092" y="3273"/>
                </a:lnTo>
                <a:lnTo>
                  <a:pt x="5073" y="3273"/>
                </a:lnTo>
                <a:lnTo>
                  <a:pt x="5058" y="3272"/>
                </a:lnTo>
                <a:lnTo>
                  <a:pt x="5046" y="3266"/>
                </a:lnTo>
                <a:lnTo>
                  <a:pt x="5044" y="3260"/>
                </a:lnTo>
                <a:lnTo>
                  <a:pt x="5045" y="3256"/>
                </a:lnTo>
                <a:lnTo>
                  <a:pt x="5050" y="3249"/>
                </a:lnTo>
                <a:lnTo>
                  <a:pt x="5070" y="3240"/>
                </a:lnTo>
                <a:lnTo>
                  <a:pt x="5080" y="3240"/>
                </a:lnTo>
                <a:lnTo>
                  <a:pt x="5092" y="3238"/>
                </a:lnTo>
                <a:lnTo>
                  <a:pt x="5129" y="3224"/>
                </a:lnTo>
                <a:lnTo>
                  <a:pt x="5146" y="3213"/>
                </a:lnTo>
                <a:lnTo>
                  <a:pt x="5158" y="3205"/>
                </a:lnTo>
                <a:lnTo>
                  <a:pt x="5173" y="3191"/>
                </a:lnTo>
                <a:lnTo>
                  <a:pt x="5177" y="3180"/>
                </a:lnTo>
                <a:lnTo>
                  <a:pt x="5173" y="3169"/>
                </a:lnTo>
                <a:lnTo>
                  <a:pt x="5166" y="3162"/>
                </a:lnTo>
                <a:lnTo>
                  <a:pt x="5133" y="3125"/>
                </a:lnTo>
                <a:lnTo>
                  <a:pt x="5110" y="3092"/>
                </a:lnTo>
                <a:lnTo>
                  <a:pt x="5105" y="3076"/>
                </a:lnTo>
                <a:lnTo>
                  <a:pt x="5104" y="3069"/>
                </a:lnTo>
                <a:lnTo>
                  <a:pt x="5103" y="3062"/>
                </a:lnTo>
                <a:lnTo>
                  <a:pt x="5088" y="3057"/>
                </a:lnTo>
                <a:lnTo>
                  <a:pt x="5078" y="3061"/>
                </a:lnTo>
                <a:lnTo>
                  <a:pt x="5065" y="3065"/>
                </a:lnTo>
                <a:lnTo>
                  <a:pt x="5054" y="3060"/>
                </a:lnTo>
                <a:lnTo>
                  <a:pt x="5057" y="3045"/>
                </a:lnTo>
                <a:lnTo>
                  <a:pt x="5075" y="3024"/>
                </a:lnTo>
                <a:lnTo>
                  <a:pt x="5090" y="3013"/>
                </a:lnTo>
                <a:lnTo>
                  <a:pt x="5105" y="3002"/>
                </a:lnTo>
                <a:lnTo>
                  <a:pt x="5119" y="2983"/>
                </a:lnTo>
                <a:lnTo>
                  <a:pt x="5118" y="2978"/>
                </a:lnTo>
                <a:lnTo>
                  <a:pt x="5114" y="2976"/>
                </a:lnTo>
                <a:lnTo>
                  <a:pt x="5099" y="2978"/>
                </a:lnTo>
                <a:lnTo>
                  <a:pt x="5061" y="2991"/>
                </a:lnTo>
                <a:lnTo>
                  <a:pt x="5001" y="3018"/>
                </a:lnTo>
                <a:lnTo>
                  <a:pt x="4956" y="3048"/>
                </a:lnTo>
                <a:lnTo>
                  <a:pt x="4949" y="3058"/>
                </a:lnTo>
                <a:lnTo>
                  <a:pt x="4947" y="3062"/>
                </a:lnTo>
                <a:lnTo>
                  <a:pt x="4939" y="3067"/>
                </a:lnTo>
                <a:lnTo>
                  <a:pt x="4923" y="3068"/>
                </a:lnTo>
                <a:lnTo>
                  <a:pt x="4908" y="3063"/>
                </a:lnTo>
                <a:lnTo>
                  <a:pt x="4890" y="3055"/>
                </a:lnTo>
                <a:lnTo>
                  <a:pt x="4889" y="3047"/>
                </a:lnTo>
                <a:lnTo>
                  <a:pt x="4905" y="3043"/>
                </a:lnTo>
                <a:lnTo>
                  <a:pt x="4914" y="3040"/>
                </a:lnTo>
                <a:lnTo>
                  <a:pt x="4924" y="3036"/>
                </a:lnTo>
                <a:lnTo>
                  <a:pt x="4924" y="3024"/>
                </a:lnTo>
                <a:lnTo>
                  <a:pt x="4911" y="3010"/>
                </a:lnTo>
                <a:lnTo>
                  <a:pt x="4900" y="3000"/>
                </a:lnTo>
                <a:lnTo>
                  <a:pt x="4883" y="2989"/>
                </a:lnTo>
                <a:lnTo>
                  <a:pt x="4873" y="2989"/>
                </a:lnTo>
                <a:lnTo>
                  <a:pt x="4867" y="3002"/>
                </a:lnTo>
                <a:lnTo>
                  <a:pt x="4867" y="3013"/>
                </a:lnTo>
                <a:lnTo>
                  <a:pt x="4866" y="3022"/>
                </a:lnTo>
                <a:lnTo>
                  <a:pt x="4857" y="3031"/>
                </a:lnTo>
                <a:lnTo>
                  <a:pt x="4850" y="3028"/>
                </a:lnTo>
                <a:lnTo>
                  <a:pt x="4841" y="3022"/>
                </a:lnTo>
                <a:lnTo>
                  <a:pt x="4834" y="3008"/>
                </a:lnTo>
                <a:lnTo>
                  <a:pt x="4838" y="2995"/>
                </a:lnTo>
                <a:lnTo>
                  <a:pt x="4854" y="2983"/>
                </a:lnTo>
                <a:lnTo>
                  <a:pt x="4867" y="2978"/>
                </a:lnTo>
                <a:lnTo>
                  <a:pt x="4881" y="2974"/>
                </a:lnTo>
                <a:lnTo>
                  <a:pt x="4899" y="2959"/>
                </a:lnTo>
                <a:lnTo>
                  <a:pt x="4901" y="2952"/>
                </a:lnTo>
                <a:lnTo>
                  <a:pt x="4900" y="2941"/>
                </a:lnTo>
                <a:lnTo>
                  <a:pt x="4884" y="2928"/>
                </a:lnTo>
                <a:lnTo>
                  <a:pt x="4861" y="2923"/>
                </a:lnTo>
                <a:lnTo>
                  <a:pt x="4840" y="2929"/>
                </a:lnTo>
                <a:lnTo>
                  <a:pt x="4834" y="2937"/>
                </a:lnTo>
                <a:lnTo>
                  <a:pt x="4827" y="2945"/>
                </a:lnTo>
                <a:lnTo>
                  <a:pt x="4812" y="2952"/>
                </a:lnTo>
                <a:lnTo>
                  <a:pt x="4805" y="2947"/>
                </a:lnTo>
                <a:lnTo>
                  <a:pt x="4802" y="2941"/>
                </a:lnTo>
                <a:lnTo>
                  <a:pt x="4808" y="2925"/>
                </a:lnTo>
                <a:lnTo>
                  <a:pt x="4817" y="2917"/>
                </a:lnTo>
                <a:lnTo>
                  <a:pt x="4824" y="2913"/>
                </a:lnTo>
                <a:lnTo>
                  <a:pt x="4832" y="2905"/>
                </a:lnTo>
                <a:lnTo>
                  <a:pt x="4827" y="2891"/>
                </a:lnTo>
                <a:lnTo>
                  <a:pt x="4810" y="2877"/>
                </a:lnTo>
                <a:lnTo>
                  <a:pt x="4797" y="2867"/>
                </a:lnTo>
                <a:lnTo>
                  <a:pt x="4771" y="2859"/>
                </a:lnTo>
                <a:lnTo>
                  <a:pt x="4764" y="2861"/>
                </a:lnTo>
                <a:lnTo>
                  <a:pt x="4758" y="2864"/>
                </a:lnTo>
                <a:lnTo>
                  <a:pt x="4750" y="2858"/>
                </a:lnTo>
                <a:lnTo>
                  <a:pt x="4749" y="2851"/>
                </a:lnTo>
                <a:lnTo>
                  <a:pt x="4746" y="2843"/>
                </a:lnTo>
                <a:lnTo>
                  <a:pt x="4716" y="2820"/>
                </a:lnTo>
                <a:lnTo>
                  <a:pt x="4695" y="2810"/>
                </a:lnTo>
                <a:lnTo>
                  <a:pt x="4674" y="2800"/>
                </a:lnTo>
                <a:lnTo>
                  <a:pt x="4656" y="2789"/>
                </a:lnTo>
                <a:lnTo>
                  <a:pt x="4653" y="2785"/>
                </a:lnTo>
                <a:lnTo>
                  <a:pt x="4655" y="2784"/>
                </a:lnTo>
                <a:lnTo>
                  <a:pt x="4658" y="2783"/>
                </a:lnTo>
                <a:lnTo>
                  <a:pt x="4659" y="2779"/>
                </a:lnTo>
                <a:lnTo>
                  <a:pt x="4651" y="2768"/>
                </a:lnTo>
                <a:lnTo>
                  <a:pt x="4637" y="2759"/>
                </a:lnTo>
                <a:lnTo>
                  <a:pt x="4626" y="2749"/>
                </a:lnTo>
                <a:lnTo>
                  <a:pt x="4620" y="2738"/>
                </a:lnTo>
                <a:lnTo>
                  <a:pt x="4622" y="2734"/>
                </a:lnTo>
                <a:lnTo>
                  <a:pt x="4626" y="2734"/>
                </a:lnTo>
                <a:lnTo>
                  <a:pt x="4634" y="2735"/>
                </a:lnTo>
                <a:lnTo>
                  <a:pt x="4652" y="2745"/>
                </a:lnTo>
                <a:lnTo>
                  <a:pt x="4657" y="2752"/>
                </a:lnTo>
                <a:lnTo>
                  <a:pt x="4663" y="2759"/>
                </a:lnTo>
                <a:lnTo>
                  <a:pt x="4681" y="2763"/>
                </a:lnTo>
                <a:lnTo>
                  <a:pt x="4692" y="2760"/>
                </a:lnTo>
                <a:lnTo>
                  <a:pt x="4701" y="2758"/>
                </a:lnTo>
                <a:lnTo>
                  <a:pt x="4714" y="2761"/>
                </a:lnTo>
                <a:lnTo>
                  <a:pt x="4715" y="2767"/>
                </a:lnTo>
                <a:lnTo>
                  <a:pt x="4716" y="2773"/>
                </a:lnTo>
                <a:lnTo>
                  <a:pt x="4731" y="2776"/>
                </a:lnTo>
                <a:lnTo>
                  <a:pt x="4741" y="2774"/>
                </a:lnTo>
                <a:lnTo>
                  <a:pt x="4751" y="2767"/>
                </a:lnTo>
                <a:lnTo>
                  <a:pt x="4765" y="2744"/>
                </a:lnTo>
                <a:lnTo>
                  <a:pt x="4766" y="2730"/>
                </a:lnTo>
                <a:lnTo>
                  <a:pt x="4765" y="2716"/>
                </a:lnTo>
                <a:lnTo>
                  <a:pt x="4757" y="2704"/>
                </a:lnTo>
                <a:lnTo>
                  <a:pt x="4748" y="2703"/>
                </a:lnTo>
                <a:lnTo>
                  <a:pt x="4743" y="2704"/>
                </a:lnTo>
                <a:lnTo>
                  <a:pt x="4732" y="2708"/>
                </a:lnTo>
                <a:lnTo>
                  <a:pt x="4723" y="2702"/>
                </a:lnTo>
                <a:lnTo>
                  <a:pt x="4726" y="2693"/>
                </a:lnTo>
                <a:lnTo>
                  <a:pt x="4727" y="2688"/>
                </a:lnTo>
                <a:lnTo>
                  <a:pt x="4725" y="2678"/>
                </a:lnTo>
                <a:lnTo>
                  <a:pt x="4713" y="2666"/>
                </a:lnTo>
                <a:lnTo>
                  <a:pt x="4700" y="2661"/>
                </a:lnTo>
                <a:lnTo>
                  <a:pt x="4684" y="2658"/>
                </a:lnTo>
                <a:lnTo>
                  <a:pt x="4670" y="2663"/>
                </a:lnTo>
                <a:lnTo>
                  <a:pt x="4665" y="2671"/>
                </a:lnTo>
                <a:lnTo>
                  <a:pt x="4665" y="2676"/>
                </a:lnTo>
                <a:lnTo>
                  <a:pt x="4664" y="2686"/>
                </a:lnTo>
                <a:lnTo>
                  <a:pt x="4656" y="2697"/>
                </a:lnTo>
                <a:lnTo>
                  <a:pt x="4642" y="2697"/>
                </a:lnTo>
                <a:lnTo>
                  <a:pt x="4624" y="2685"/>
                </a:lnTo>
                <a:lnTo>
                  <a:pt x="4614" y="2674"/>
                </a:lnTo>
                <a:lnTo>
                  <a:pt x="4606" y="2665"/>
                </a:lnTo>
                <a:lnTo>
                  <a:pt x="4604" y="2654"/>
                </a:lnTo>
                <a:lnTo>
                  <a:pt x="4606" y="2650"/>
                </a:lnTo>
                <a:lnTo>
                  <a:pt x="4609" y="2649"/>
                </a:lnTo>
                <a:lnTo>
                  <a:pt x="4616" y="2647"/>
                </a:lnTo>
                <a:lnTo>
                  <a:pt x="4636" y="2621"/>
                </a:lnTo>
                <a:lnTo>
                  <a:pt x="4647" y="2603"/>
                </a:lnTo>
                <a:lnTo>
                  <a:pt x="4654" y="2587"/>
                </a:lnTo>
                <a:lnTo>
                  <a:pt x="4656" y="2560"/>
                </a:lnTo>
                <a:lnTo>
                  <a:pt x="4642" y="2541"/>
                </a:lnTo>
                <a:lnTo>
                  <a:pt x="4616" y="2533"/>
                </a:lnTo>
                <a:lnTo>
                  <a:pt x="4597" y="2532"/>
                </a:lnTo>
                <a:lnTo>
                  <a:pt x="4586" y="2533"/>
                </a:lnTo>
                <a:lnTo>
                  <a:pt x="4589" y="2540"/>
                </a:lnTo>
                <a:lnTo>
                  <a:pt x="4602" y="2546"/>
                </a:lnTo>
                <a:lnTo>
                  <a:pt x="4612" y="2550"/>
                </a:lnTo>
                <a:lnTo>
                  <a:pt x="4623" y="2556"/>
                </a:lnTo>
                <a:lnTo>
                  <a:pt x="4623" y="2567"/>
                </a:lnTo>
                <a:lnTo>
                  <a:pt x="4609" y="2580"/>
                </a:lnTo>
                <a:lnTo>
                  <a:pt x="4599" y="2590"/>
                </a:lnTo>
                <a:lnTo>
                  <a:pt x="4589" y="2613"/>
                </a:lnTo>
                <a:lnTo>
                  <a:pt x="4591" y="2623"/>
                </a:lnTo>
                <a:lnTo>
                  <a:pt x="4592" y="2630"/>
                </a:lnTo>
                <a:lnTo>
                  <a:pt x="4587" y="2638"/>
                </a:lnTo>
                <a:lnTo>
                  <a:pt x="4556" y="2643"/>
                </a:lnTo>
                <a:lnTo>
                  <a:pt x="4513" y="2641"/>
                </a:lnTo>
                <a:lnTo>
                  <a:pt x="4478" y="2639"/>
                </a:lnTo>
                <a:lnTo>
                  <a:pt x="4426" y="2631"/>
                </a:lnTo>
                <a:lnTo>
                  <a:pt x="4416" y="2625"/>
                </a:lnTo>
                <a:lnTo>
                  <a:pt x="4411" y="2621"/>
                </a:lnTo>
                <a:lnTo>
                  <a:pt x="4396" y="2616"/>
                </a:lnTo>
                <a:lnTo>
                  <a:pt x="4388" y="2615"/>
                </a:lnTo>
                <a:lnTo>
                  <a:pt x="4385" y="2615"/>
                </a:lnTo>
                <a:lnTo>
                  <a:pt x="4384" y="2619"/>
                </a:lnTo>
                <a:lnTo>
                  <a:pt x="4395" y="2632"/>
                </a:lnTo>
                <a:lnTo>
                  <a:pt x="4409" y="2643"/>
                </a:lnTo>
                <a:lnTo>
                  <a:pt x="4429" y="2654"/>
                </a:lnTo>
                <a:lnTo>
                  <a:pt x="4484" y="2669"/>
                </a:lnTo>
                <a:lnTo>
                  <a:pt x="4513" y="2671"/>
                </a:lnTo>
                <a:lnTo>
                  <a:pt x="4534" y="2671"/>
                </a:lnTo>
                <a:lnTo>
                  <a:pt x="4561" y="2674"/>
                </a:lnTo>
                <a:lnTo>
                  <a:pt x="4577" y="2685"/>
                </a:lnTo>
                <a:lnTo>
                  <a:pt x="4585" y="2708"/>
                </a:lnTo>
                <a:lnTo>
                  <a:pt x="4589" y="2727"/>
                </a:lnTo>
                <a:lnTo>
                  <a:pt x="4594" y="2750"/>
                </a:lnTo>
                <a:lnTo>
                  <a:pt x="4607" y="2781"/>
                </a:lnTo>
                <a:lnTo>
                  <a:pt x="4614" y="2784"/>
                </a:lnTo>
                <a:lnTo>
                  <a:pt x="4618" y="2784"/>
                </a:lnTo>
                <a:lnTo>
                  <a:pt x="4624" y="2791"/>
                </a:lnTo>
                <a:lnTo>
                  <a:pt x="4630" y="2809"/>
                </a:lnTo>
                <a:lnTo>
                  <a:pt x="4631" y="2826"/>
                </a:lnTo>
                <a:lnTo>
                  <a:pt x="4630" y="2835"/>
                </a:lnTo>
                <a:lnTo>
                  <a:pt x="4626" y="2850"/>
                </a:lnTo>
                <a:lnTo>
                  <a:pt x="4618" y="2860"/>
                </a:lnTo>
                <a:lnTo>
                  <a:pt x="4607" y="2867"/>
                </a:lnTo>
                <a:lnTo>
                  <a:pt x="4588" y="2868"/>
                </a:lnTo>
                <a:lnTo>
                  <a:pt x="4558" y="2854"/>
                </a:lnTo>
                <a:lnTo>
                  <a:pt x="4545" y="2840"/>
                </a:lnTo>
                <a:lnTo>
                  <a:pt x="4532" y="2824"/>
                </a:lnTo>
                <a:lnTo>
                  <a:pt x="4534" y="2817"/>
                </a:lnTo>
                <a:lnTo>
                  <a:pt x="4550" y="2823"/>
                </a:lnTo>
                <a:lnTo>
                  <a:pt x="4562" y="2826"/>
                </a:lnTo>
                <a:lnTo>
                  <a:pt x="4584" y="2823"/>
                </a:lnTo>
                <a:lnTo>
                  <a:pt x="4589" y="2816"/>
                </a:lnTo>
                <a:lnTo>
                  <a:pt x="4592" y="2811"/>
                </a:lnTo>
                <a:lnTo>
                  <a:pt x="4591" y="2800"/>
                </a:lnTo>
                <a:lnTo>
                  <a:pt x="4582" y="2782"/>
                </a:lnTo>
                <a:lnTo>
                  <a:pt x="4554" y="2762"/>
                </a:lnTo>
                <a:lnTo>
                  <a:pt x="4518" y="2752"/>
                </a:lnTo>
                <a:lnTo>
                  <a:pt x="4500" y="2752"/>
                </a:lnTo>
                <a:lnTo>
                  <a:pt x="4478" y="2753"/>
                </a:lnTo>
                <a:lnTo>
                  <a:pt x="4437" y="2749"/>
                </a:lnTo>
                <a:lnTo>
                  <a:pt x="4401" y="2738"/>
                </a:lnTo>
                <a:lnTo>
                  <a:pt x="4380" y="2723"/>
                </a:lnTo>
                <a:lnTo>
                  <a:pt x="4378" y="2715"/>
                </a:lnTo>
                <a:lnTo>
                  <a:pt x="4377" y="2708"/>
                </a:lnTo>
                <a:lnTo>
                  <a:pt x="4368" y="2700"/>
                </a:lnTo>
                <a:lnTo>
                  <a:pt x="4361" y="2699"/>
                </a:lnTo>
                <a:lnTo>
                  <a:pt x="4355" y="2701"/>
                </a:lnTo>
                <a:lnTo>
                  <a:pt x="4344" y="2714"/>
                </a:lnTo>
                <a:lnTo>
                  <a:pt x="4343" y="2724"/>
                </a:lnTo>
                <a:lnTo>
                  <a:pt x="4341" y="2734"/>
                </a:lnTo>
                <a:lnTo>
                  <a:pt x="4323" y="2753"/>
                </a:lnTo>
                <a:lnTo>
                  <a:pt x="4310" y="2759"/>
                </a:lnTo>
                <a:lnTo>
                  <a:pt x="4301" y="2762"/>
                </a:lnTo>
                <a:lnTo>
                  <a:pt x="4289" y="2770"/>
                </a:lnTo>
                <a:lnTo>
                  <a:pt x="4283" y="2780"/>
                </a:lnTo>
                <a:lnTo>
                  <a:pt x="4283" y="2794"/>
                </a:lnTo>
                <a:lnTo>
                  <a:pt x="4285" y="2801"/>
                </a:lnTo>
                <a:lnTo>
                  <a:pt x="4288" y="2810"/>
                </a:lnTo>
                <a:lnTo>
                  <a:pt x="4286" y="2824"/>
                </a:lnTo>
                <a:lnTo>
                  <a:pt x="4275" y="2833"/>
                </a:lnTo>
                <a:lnTo>
                  <a:pt x="4252" y="2841"/>
                </a:lnTo>
                <a:lnTo>
                  <a:pt x="4236" y="2845"/>
                </a:lnTo>
                <a:lnTo>
                  <a:pt x="4211" y="2849"/>
                </a:lnTo>
                <a:lnTo>
                  <a:pt x="4185" y="2861"/>
                </a:lnTo>
                <a:lnTo>
                  <a:pt x="4175" y="2868"/>
                </a:lnTo>
                <a:lnTo>
                  <a:pt x="4175" y="2872"/>
                </a:lnTo>
                <a:lnTo>
                  <a:pt x="4173" y="2880"/>
                </a:lnTo>
                <a:lnTo>
                  <a:pt x="4162" y="2900"/>
                </a:lnTo>
                <a:lnTo>
                  <a:pt x="4153" y="2911"/>
                </a:lnTo>
                <a:lnTo>
                  <a:pt x="4146" y="2917"/>
                </a:lnTo>
                <a:lnTo>
                  <a:pt x="4136" y="2923"/>
                </a:lnTo>
                <a:lnTo>
                  <a:pt x="4126" y="2921"/>
                </a:lnTo>
                <a:lnTo>
                  <a:pt x="4116" y="2910"/>
                </a:lnTo>
                <a:lnTo>
                  <a:pt x="4110" y="2901"/>
                </a:lnTo>
                <a:lnTo>
                  <a:pt x="4101" y="2887"/>
                </a:lnTo>
                <a:lnTo>
                  <a:pt x="4082" y="2872"/>
                </a:lnTo>
                <a:lnTo>
                  <a:pt x="4059" y="2873"/>
                </a:lnTo>
                <a:lnTo>
                  <a:pt x="4027" y="2890"/>
                </a:lnTo>
                <a:lnTo>
                  <a:pt x="4006" y="2906"/>
                </a:lnTo>
                <a:lnTo>
                  <a:pt x="3986" y="2919"/>
                </a:lnTo>
                <a:lnTo>
                  <a:pt x="3960" y="2933"/>
                </a:lnTo>
                <a:lnTo>
                  <a:pt x="3945" y="2928"/>
                </a:lnTo>
                <a:lnTo>
                  <a:pt x="3934" y="2902"/>
                </a:lnTo>
                <a:lnTo>
                  <a:pt x="3928" y="2879"/>
                </a:lnTo>
                <a:lnTo>
                  <a:pt x="3925" y="2863"/>
                </a:lnTo>
                <a:lnTo>
                  <a:pt x="3923" y="2845"/>
                </a:lnTo>
                <a:lnTo>
                  <a:pt x="3928" y="2839"/>
                </a:lnTo>
                <a:lnTo>
                  <a:pt x="3942" y="2844"/>
                </a:lnTo>
                <a:lnTo>
                  <a:pt x="3953" y="2850"/>
                </a:lnTo>
                <a:lnTo>
                  <a:pt x="3972" y="2860"/>
                </a:lnTo>
                <a:lnTo>
                  <a:pt x="3986" y="2859"/>
                </a:lnTo>
                <a:lnTo>
                  <a:pt x="3989" y="2849"/>
                </a:lnTo>
                <a:lnTo>
                  <a:pt x="3989" y="2841"/>
                </a:lnTo>
                <a:lnTo>
                  <a:pt x="3990" y="2835"/>
                </a:lnTo>
                <a:lnTo>
                  <a:pt x="3993" y="2826"/>
                </a:lnTo>
                <a:lnTo>
                  <a:pt x="4001" y="2821"/>
                </a:lnTo>
                <a:lnTo>
                  <a:pt x="4013" y="2821"/>
                </a:lnTo>
                <a:lnTo>
                  <a:pt x="4021" y="2823"/>
                </a:lnTo>
                <a:lnTo>
                  <a:pt x="4034" y="2825"/>
                </a:lnTo>
                <a:lnTo>
                  <a:pt x="4063" y="2822"/>
                </a:lnTo>
                <a:lnTo>
                  <a:pt x="4074" y="2818"/>
                </a:lnTo>
                <a:lnTo>
                  <a:pt x="4077" y="2815"/>
                </a:lnTo>
                <a:lnTo>
                  <a:pt x="4076" y="2809"/>
                </a:lnTo>
                <a:lnTo>
                  <a:pt x="4059" y="2800"/>
                </a:lnTo>
                <a:lnTo>
                  <a:pt x="4034" y="2795"/>
                </a:lnTo>
                <a:lnTo>
                  <a:pt x="4017" y="2791"/>
                </a:lnTo>
                <a:lnTo>
                  <a:pt x="3991" y="2780"/>
                </a:lnTo>
                <a:lnTo>
                  <a:pt x="3970" y="2763"/>
                </a:lnTo>
                <a:lnTo>
                  <a:pt x="3952" y="2736"/>
                </a:lnTo>
                <a:lnTo>
                  <a:pt x="3943" y="2717"/>
                </a:lnTo>
                <a:lnTo>
                  <a:pt x="3930" y="2689"/>
                </a:lnTo>
                <a:lnTo>
                  <a:pt x="3907" y="2660"/>
                </a:lnTo>
                <a:lnTo>
                  <a:pt x="3893" y="2649"/>
                </a:lnTo>
                <a:lnTo>
                  <a:pt x="3887" y="2648"/>
                </a:lnTo>
                <a:lnTo>
                  <a:pt x="3883" y="2647"/>
                </a:lnTo>
                <a:lnTo>
                  <a:pt x="3881" y="2645"/>
                </a:lnTo>
                <a:lnTo>
                  <a:pt x="3891" y="2637"/>
                </a:lnTo>
                <a:lnTo>
                  <a:pt x="3908" y="2629"/>
                </a:lnTo>
                <a:lnTo>
                  <a:pt x="3923" y="2623"/>
                </a:lnTo>
                <a:lnTo>
                  <a:pt x="3941" y="2614"/>
                </a:lnTo>
                <a:lnTo>
                  <a:pt x="3945" y="2604"/>
                </a:lnTo>
                <a:lnTo>
                  <a:pt x="3938" y="2588"/>
                </a:lnTo>
                <a:lnTo>
                  <a:pt x="3930" y="2577"/>
                </a:lnTo>
                <a:lnTo>
                  <a:pt x="3920" y="2560"/>
                </a:lnTo>
                <a:lnTo>
                  <a:pt x="3907" y="2519"/>
                </a:lnTo>
                <a:lnTo>
                  <a:pt x="3906" y="2480"/>
                </a:lnTo>
                <a:lnTo>
                  <a:pt x="3915" y="2445"/>
                </a:lnTo>
                <a:lnTo>
                  <a:pt x="3925" y="2433"/>
                </a:lnTo>
                <a:lnTo>
                  <a:pt x="3933" y="2425"/>
                </a:lnTo>
                <a:lnTo>
                  <a:pt x="3937" y="2410"/>
                </a:lnTo>
                <a:lnTo>
                  <a:pt x="3928" y="2400"/>
                </a:lnTo>
                <a:lnTo>
                  <a:pt x="3906" y="2393"/>
                </a:lnTo>
                <a:lnTo>
                  <a:pt x="3889" y="2391"/>
                </a:lnTo>
                <a:lnTo>
                  <a:pt x="3875" y="2389"/>
                </a:lnTo>
                <a:lnTo>
                  <a:pt x="3856" y="2380"/>
                </a:lnTo>
                <a:lnTo>
                  <a:pt x="3854" y="2375"/>
                </a:lnTo>
                <a:lnTo>
                  <a:pt x="3853" y="2368"/>
                </a:lnTo>
                <a:lnTo>
                  <a:pt x="3839" y="2362"/>
                </a:lnTo>
                <a:lnTo>
                  <a:pt x="3819" y="2364"/>
                </a:lnTo>
                <a:lnTo>
                  <a:pt x="3803" y="2374"/>
                </a:lnTo>
                <a:lnTo>
                  <a:pt x="3800" y="2382"/>
                </a:lnTo>
                <a:lnTo>
                  <a:pt x="3796" y="2392"/>
                </a:lnTo>
                <a:lnTo>
                  <a:pt x="3787" y="2392"/>
                </a:lnTo>
                <a:lnTo>
                  <a:pt x="3780" y="2382"/>
                </a:lnTo>
                <a:lnTo>
                  <a:pt x="3776" y="2374"/>
                </a:lnTo>
                <a:lnTo>
                  <a:pt x="3778" y="2363"/>
                </a:lnTo>
                <a:lnTo>
                  <a:pt x="3785" y="2362"/>
                </a:lnTo>
                <a:lnTo>
                  <a:pt x="3791" y="2361"/>
                </a:lnTo>
                <a:lnTo>
                  <a:pt x="3796" y="2348"/>
                </a:lnTo>
                <a:lnTo>
                  <a:pt x="3793" y="2339"/>
                </a:lnTo>
                <a:lnTo>
                  <a:pt x="3792" y="2333"/>
                </a:lnTo>
                <a:lnTo>
                  <a:pt x="3793" y="2324"/>
                </a:lnTo>
                <a:lnTo>
                  <a:pt x="3803" y="2311"/>
                </a:lnTo>
                <a:lnTo>
                  <a:pt x="3827" y="2301"/>
                </a:lnTo>
                <a:lnTo>
                  <a:pt x="3851" y="2304"/>
                </a:lnTo>
                <a:lnTo>
                  <a:pt x="3861" y="2312"/>
                </a:lnTo>
                <a:lnTo>
                  <a:pt x="3869" y="2318"/>
                </a:lnTo>
                <a:lnTo>
                  <a:pt x="3899" y="2328"/>
                </a:lnTo>
                <a:lnTo>
                  <a:pt x="3915" y="2329"/>
                </a:lnTo>
                <a:lnTo>
                  <a:pt x="3931" y="2329"/>
                </a:lnTo>
                <a:lnTo>
                  <a:pt x="3957" y="2338"/>
                </a:lnTo>
                <a:lnTo>
                  <a:pt x="3963" y="2345"/>
                </a:lnTo>
                <a:lnTo>
                  <a:pt x="3968" y="2352"/>
                </a:lnTo>
                <a:lnTo>
                  <a:pt x="3986" y="2361"/>
                </a:lnTo>
                <a:lnTo>
                  <a:pt x="3994" y="2362"/>
                </a:lnTo>
                <a:lnTo>
                  <a:pt x="3998" y="2362"/>
                </a:lnTo>
                <a:lnTo>
                  <a:pt x="3999" y="2356"/>
                </a:lnTo>
                <a:lnTo>
                  <a:pt x="3988" y="2342"/>
                </a:lnTo>
                <a:lnTo>
                  <a:pt x="3972" y="2329"/>
                </a:lnTo>
                <a:lnTo>
                  <a:pt x="3954" y="2316"/>
                </a:lnTo>
                <a:lnTo>
                  <a:pt x="3928" y="2303"/>
                </a:lnTo>
                <a:lnTo>
                  <a:pt x="3915" y="2301"/>
                </a:lnTo>
                <a:lnTo>
                  <a:pt x="3910" y="2303"/>
                </a:lnTo>
                <a:lnTo>
                  <a:pt x="3900" y="2304"/>
                </a:lnTo>
                <a:lnTo>
                  <a:pt x="3881" y="2296"/>
                </a:lnTo>
                <a:lnTo>
                  <a:pt x="3868" y="2278"/>
                </a:lnTo>
                <a:lnTo>
                  <a:pt x="3862" y="2253"/>
                </a:lnTo>
                <a:lnTo>
                  <a:pt x="3864" y="2239"/>
                </a:lnTo>
                <a:lnTo>
                  <a:pt x="3867" y="2222"/>
                </a:lnTo>
                <a:lnTo>
                  <a:pt x="3875" y="2201"/>
                </a:lnTo>
                <a:lnTo>
                  <a:pt x="3888" y="2197"/>
                </a:lnTo>
                <a:lnTo>
                  <a:pt x="3909" y="2207"/>
                </a:lnTo>
                <a:lnTo>
                  <a:pt x="3922" y="2218"/>
                </a:lnTo>
                <a:lnTo>
                  <a:pt x="3937" y="2232"/>
                </a:lnTo>
                <a:lnTo>
                  <a:pt x="3950" y="2239"/>
                </a:lnTo>
                <a:lnTo>
                  <a:pt x="3954" y="2238"/>
                </a:lnTo>
                <a:lnTo>
                  <a:pt x="3953" y="2229"/>
                </a:lnTo>
                <a:lnTo>
                  <a:pt x="3937" y="2201"/>
                </a:lnTo>
                <a:lnTo>
                  <a:pt x="3922" y="2182"/>
                </a:lnTo>
                <a:lnTo>
                  <a:pt x="3910" y="2165"/>
                </a:lnTo>
                <a:lnTo>
                  <a:pt x="3899" y="2134"/>
                </a:lnTo>
                <a:lnTo>
                  <a:pt x="3899" y="2118"/>
                </a:lnTo>
                <a:lnTo>
                  <a:pt x="3903" y="2113"/>
                </a:lnTo>
                <a:lnTo>
                  <a:pt x="3915" y="2113"/>
                </a:lnTo>
                <a:lnTo>
                  <a:pt x="3927" y="2124"/>
                </a:lnTo>
                <a:lnTo>
                  <a:pt x="3938" y="2134"/>
                </a:lnTo>
                <a:lnTo>
                  <a:pt x="3954" y="2144"/>
                </a:lnTo>
                <a:lnTo>
                  <a:pt x="3963" y="2139"/>
                </a:lnTo>
                <a:lnTo>
                  <a:pt x="3961" y="2123"/>
                </a:lnTo>
                <a:lnTo>
                  <a:pt x="3955" y="2111"/>
                </a:lnTo>
                <a:lnTo>
                  <a:pt x="3946" y="2092"/>
                </a:lnTo>
                <a:lnTo>
                  <a:pt x="3938" y="2054"/>
                </a:lnTo>
                <a:lnTo>
                  <a:pt x="3940" y="2026"/>
                </a:lnTo>
                <a:lnTo>
                  <a:pt x="3949" y="2015"/>
                </a:lnTo>
                <a:lnTo>
                  <a:pt x="3958" y="2013"/>
                </a:lnTo>
                <a:lnTo>
                  <a:pt x="3963" y="2015"/>
                </a:lnTo>
                <a:lnTo>
                  <a:pt x="3970" y="2017"/>
                </a:lnTo>
                <a:lnTo>
                  <a:pt x="3981" y="2013"/>
                </a:lnTo>
                <a:lnTo>
                  <a:pt x="3989" y="1988"/>
                </a:lnTo>
                <a:lnTo>
                  <a:pt x="3991" y="1949"/>
                </a:lnTo>
                <a:lnTo>
                  <a:pt x="3994" y="1885"/>
                </a:lnTo>
                <a:lnTo>
                  <a:pt x="3998" y="1856"/>
                </a:lnTo>
                <a:lnTo>
                  <a:pt x="4001" y="1838"/>
                </a:lnTo>
                <a:lnTo>
                  <a:pt x="4004" y="1823"/>
                </a:lnTo>
                <a:lnTo>
                  <a:pt x="4006" y="1815"/>
                </a:lnTo>
                <a:lnTo>
                  <a:pt x="4021" y="1806"/>
                </a:lnTo>
                <a:lnTo>
                  <a:pt x="4031" y="1805"/>
                </a:lnTo>
                <a:lnTo>
                  <a:pt x="4043" y="1804"/>
                </a:lnTo>
                <a:lnTo>
                  <a:pt x="4061" y="1791"/>
                </a:lnTo>
                <a:lnTo>
                  <a:pt x="4072" y="1769"/>
                </a:lnTo>
                <a:lnTo>
                  <a:pt x="4077" y="1741"/>
                </a:lnTo>
                <a:lnTo>
                  <a:pt x="4075" y="1709"/>
                </a:lnTo>
                <a:lnTo>
                  <a:pt x="4068" y="1679"/>
                </a:lnTo>
                <a:lnTo>
                  <a:pt x="4054" y="1652"/>
                </a:lnTo>
                <a:lnTo>
                  <a:pt x="4034" y="1634"/>
                </a:lnTo>
                <a:lnTo>
                  <a:pt x="4023" y="1630"/>
                </a:lnTo>
                <a:lnTo>
                  <a:pt x="4011" y="1626"/>
                </a:lnTo>
                <a:lnTo>
                  <a:pt x="4013" y="1623"/>
                </a:lnTo>
                <a:lnTo>
                  <a:pt x="4028" y="1621"/>
                </a:lnTo>
                <a:lnTo>
                  <a:pt x="4040" y="1620"/>
                </a:lnTo>
                <a:lnTo>
                  <a:pt x="4054" y="1613"/>
                </a:lnTo>
                <a:lnTo>
                  <a:pt x="4055" y="1599"/>
                </a:lnTo>
                <a:lnTo>
                  <a:pt x="4042" y="1575"/>
                </a:lnTo>
                <a:lnTo>
                  <a:pt x="4031" y="1559"/>
                </a:lnTo>
                <a:lnTo>
                  <a:pt x="4022" y="1544"/>
                </a:lnTo>
                <a:lnTo>
                  <a:pt x="4015" y="1523"/>
                </a:lnTo>
                <a:lnTo>
                  <a:pt x="4022" y="1509"/>
                </a:lnTo>
                <a:lnTo>
                  <a:pt x="4042" y="1503"/>
                </a:lnTo>
                <a:lnTo>
                  <a:pt x="4059" y="1502"/>
                </a:lnTo>
                <a:lnTo>
                  <a:pt x="4070" y="1501"/>
                </a:lnTo>
                <a:lnTo>
                  <a:pt x="4083" y="1488"/>
                </a:lnTo>
                <a:lnTo>
                  <a:pt x="4082" y="1479"/>
                </a:lnTo>
                <a:lnTo>
                  <a:pt x="4074" y="1448"/>
                </a:lnTo>
                <a:lnTo>
                  <a:pt x="4067" y="1385"/>
                </a:lnTo>
                <a:lnTo>
                  <a:pt x="4062" y="1354"/>
                </a:lnTo>
                <a:lnTo>
                  <a:pt x="4047" y="1314"/>
                </a:lnTo>
                <a:lnTo>
                  <a:pt x="4034" y="1296"/>
                </a:lnTo>
                <a:lnTo>
                  <a:pt x="4028" y="1291"/>
                </a:lnTo>
                <a:lnTo>
                  <a:pt x="4020" y="1285"/>
                </a:lnTo>
                <a:lnTo>
                  <a:pt x="4010" y="1274"/>
                </a:lnTo>
                <a:lnTo>
                  <a:pt x="4008" y="1263"/>
                </a:lnTo>
                <a:lnTo>
                  <a:pt x="4014" y="1250"/>
                </a:lnTo>
                <a:lnTo>
                  <a:pt x="4019" y="1243"/>
                </a:lnTo>
                <a:lnTo>
                  <a:pt x="4027" y="1232"/>
                </a:lnTo>
                <a:lnTo>
                  <a:pt x="4033" y="1205"/>
                </a:lnTo>
                <a:lnTo>
                  <a:pt x="4029" y="1193"/>
                </a:lnTo>
                <a:lnTo>
                  <a:pt x="4027" y="1183"/>
                </a:lnTo>
                <a:lnTo>
                  <a:pt x="4031" y="1162"/>
                </a:lnTo>
                <a:lnTo>
                  <a:pt x="4038" y="1155"/>
                </a:lnTo>
                <a:lnTo>
                  <a:pt x="4045" y="1150"/>
                </a:lnTo>
                <a:lnTo>
                  <a:pt x="4056" y="1126"/>
                </a:lnTo>
                <a:lnTo>
                  <a:pt x="4057" y="1112"/>
                </a:lnTo>
                <a:lnTo>
                  <a:pt x="4057" y="1104"/>
                </a:lnTo>
                <a:lnTo>
                  <a:pt x="4052" y="1091"/>
                </a:lnTo>
                <a:lnTo>
                  <a:pt x="4041" y="1083"/>
                </a:lnTo>
                <a:lnTo>
                  <a:pt x="4026" y="1080"/>
                </a:lnTo>
                <a:lnTo>
                  <a:pt x="4016" y="1079"/>
                </a:lnTo>
                <a:lnTo>
                  <a:pt x="4000" y="1081"/>
                </a:lnTo>
                <a:lnTo>
                  <a:pt x="3972" y="1093"/>
                </a:lnTo>
                <a:lnTo>
                  <a:pt x="3967" y="1100"/>
                </a:lnTo>
                <a:lnTo>
                  <a:pt x="3963" y="1107"/>
                </a:lnTo>
                <a:lnTo>
                  <a:pt x="3957" y="1100"/>
                </a:lnTo>
                <a:lnTo>
                  <a:pt x="3957" y="1086"/>
                </a:lnTo>
                <a:lnTo>
                  <a:pt x="3955" y="1075"/>
                </a:lnTo>
                <a:lnTo>
                  <a:pt x="3948" y="1054"/>
                </a:lnTo>
                <a:lnTo>
                  <a:pt x="3935" y="1036"/>
                </a:lnTo>
                <a:lnTo>
                  <a:pt x="3918" y="1022"/>
                </a:lnTo>
                <a:lnTo>
                  <a:pt x="3901" y="1013"/>
                </a:lnTo>
                <a:lnTo>
                  <a:pt x="3882" y="1009"/>
                </a:lnTo>
                <a:lnTo>
                  <a:pt x="3866" y="1013"/>
                </a:lnTo>
                <a:lnTo>
                  <a:pt x="3853" y="1024"/>
                </a:lnTo>
                <a:lnTo>
                  <a:pt x="3849" y="1033"/>
                </a:lnTo>
                <a:lnTo>
                  <a:pt x="3847" y="1036"/>
                </a:lnTo>
                <a:lnTo>
                  <a:pt x="3844" y="1039"/>
                </a:lnTo>
                <a:lnTo>
                  <a:pt x="3840" y="1031"/>
                </a:lnTo>
                <a:lnTo>
                  <a:pt x="3839" y="1018"/>
                </a:lnTo>
                <a:lnTo>
                  <a:pt x="3839" y="1002"/>
                </a:lnTo>
                <a:lnTo>
                  <a:pt x="3850" y="978"/>
                </a:lnTo>
                <a:lnTo>
                  <a:pt x="3859" y="973"/>
                </a:lnTo>
                <a:lnTo>
                  <a:pt x="3863" y="971"/>
                </a:lnTo>
                <a:lnTo>
                  <a:pt x="3865" y="966"/>
                </a:lnTo>
                <a:lnTo>
                  <a:pt x="3858" y="958"/>
                </a:lnTo>
                <a:lnTo>
                  <a:pt x="3842" y="953"/>
                </a:lnTo>
                <a:lnTo>
                  <a:pt x="3827" y="947"/>
                </a:lnTo>
                <a:lnTo>
                  <a:pt x="3814" y="934"/>
                </a:lnTo>
                <a:lnTo>
                  <a:pt x="3813" y="923"/>
                </a:lnTo>
                <a:lnTo>
                  <a:pt x="3815" y="917"/>
                </a:lnTo>
                <a:lnTo>
                  <a:pt x="3817" y="905"/>
                </a:lnTo>
                <a:lnTo>
                  <a:pt x="3810" y="879"/>
                </a:lnTo>
                <a:lnTo>
                  <a:pt x="3790" y="859"/>
                </a:lnTo>
                <a:lnTo>
                  <a:pt x="3766" y="850"/>
                </a:lnTo>
                <a:lnTo>
                  <a:pt x="3753" y="852"/>
                </a:lnTo>
                <a:lnTo>
                  <a:pt x="3745" y="854"/>
                </a:lnTo>
                <a:lnTo>
                  <a:pt x="3728" y="852"/>
                </a:lnTo>
                <a:lnTo>
                  <a:pt x="3700" y="839"/>
                </a:lnTo>
                <a:lnTo>
                  <a:pt x="3661" y="811"/>
                </a:lnTo>
                <a:lnTo>
                  <a:pt x="3642" y="786"/>
                </a:lnTo>
                <a:lnTo>
                  <a:pt x="3635" y="770"/>
                </a:lnTo>
                <a:lnTo>
                  <a:pt x="3634" y="762"/>
                </a:lnTo>
                <a:lnTo>
                  <a:pt x="3634" y="750"/>
                </a:lnTo>
                <a:lnTo>
                  <a:pt x="3625" y="746"/>
                </a:lnTo>
                <a:lnTo>
                  <a:pt x="3616" y="754"/>
                </a:lnTo>
                <a:lnTo>
                  <a:pt x="3608" y="763"/>
                </a:lnTo>
                <a:lnTo>
                  <a:pt x="3607" y="788"/>
                </a:lnTo>
                <a:lnTo>
                  <a:pt x="3614" y="803"/>
                </a:lnTo>
                <a:lnTo>
                  <a:pt x="3621" y="821"/>
                </a:lnTo>
                <a:lnTo>
                  <a:pt x="3635" y="884"/>
                </a:lnTo>
                <a:lnTo>
                  <a:pt x="3641" y="919"/>
                </a:lnTo>
                <a:lnTo>
                  <a:pt x="3651" y="1003"/>
                </a:lnTo>
                <a:lnTo>
                  <a:pt x="3628" y="942"/>
                </a:lnTo>
                <a:lnTo>
                  <a:pt x="3616" y="914"/>
                </a:lnTo>
                <a:lnTo>
                  <a:pt x="3583" y="863"/>
                </a:lnTo>
                <a:lnTo>
                  <a:pt x="3568" y="845"/>
                </a:lnTo>
                <a:lnTo>
                  <a:pt x="3554" y="829"/>
                </a:lnTo>
                <a:lnTo>
                  <a:pt x="3535" y="803"/>
                </a:lnTo>
                <a:lnTo>
                  <a:pt x="3533" y="796"/>
                </a:lnTo>
                <a:lnTo>
                  <a:pt x="3531" y="789"/>
                </a:lnTo>
                <a:lnTo>
                  <a:pt x="3508" y="771"/>
                </a:lnTo>
                <a:lnTo>
                  <a:pt x="3491" y="762"/>
                </a:lnTo>
                <a:lnTo>
                  <a:pt x="3474" y="752"/>
                </a:lnTo>
                <a:lnTo>
                  <a:pt x="3452" y="724"/>
                </a:lnTo>
                <a:lnTo>
                  <a:pt x="3446" y="703"/>
                </a:lnTo>
                <a:lnTo>
                  <a:pt x="3448" y="692"/>
                </a:lnTo>
                <a:lnTo>
                  <a:pt x="3456" y="684"/>
                </a:lnTo>
                <a:lnTo>
                  <a:pt x="3469" y="683"/>
                </a:lnTo>
                <a:lnTo>
                  <a:pt x="3477" y="686"/>
                </a:lnTo>
                <a:lnTo>
                  <a:pt x="3489" y="691"/>
                </a:lnTo>
                <a:lnTo>
                  <a:pt x="3497" y="686"/>
                </a:lnTo>
                <a:lnTo>
                  <a:pt x="3492" y="678"/>
                </a:lnTo>
                <a:lnTo>
                  <a:pt x="3486" y="669"/>
                </a:lnTo>
                <a:lnTo>
                  <a:pt x="3466" y="659"/>
                </a:lnTo>
                <a:lnTo>
                  <a:pt x="3456" y="658"/>
                </a:lnTo>
                <a:lnTo>
                  <a:pt x="3450" y="657"/>
                </a:lnTo>
                <a:lnTo>
                  <a:pt x="3441" y="649"/>
                </a:lnTo>
                <a:lnTo>
                  <a:pt x="3436" y="625"/>
                </a:lnTo>
                <a:lnTo>
                  <a:pt x="3441" y="583"/>
                </a:lnTo>
                <a:lnTo>
                  <a:pt x="3453" y="555"/>
                </a:lnTo>
                <a:lnTo>
                  <a:pt x="3464" y="541"/>
                </a:lnTo>
                <a:lnTo>
                  <a:pt x="3471" y="537"/>
                </a:lnTo>
                <a:lnTo>
                  <a:pt x="3480" y="530"/>
                </a:lnTo>
                <a:lnTo>
                  <a:pt x="3489" y="509"/>
                </a:lnTo>
                <a:lnTo>
                  <a:pt x="3485" y="485"/>
                </a:lnTo>
                <a:lnTo>
                  <a:pt x="3471" y="461"/>
                </a:lnTo>
                <a:lnTo>
                  <a:pt x="3459" y="451"/>
                </a:lnTo>
                <a:lnTo>
                  <a:pt x="3455" y="447"/>
                </a:lnTo>
                <a:lnTo>
                  <a:pt x="3451" y="440"/>
                </a:lnTo>
                <a:lnTo>
                  <a:pt x="3455" y="428"/>
                </a:lnTo>
                <a:lnTo>
                  <a:pt x="3466" y="420"/>
                </a:lnTo>
                <a:lnTo>
                  <a:pt x="3475" y="412"/>
                </a:lnTo>
                <a:lnTo>
                  <a:pt x="3480" y="402"/>
                </a:lnTo>
                <a:lnTo>
                  <a:pt x="3476" y="397"/>
                </a:lnTo>
                <a:lnTo>
                  <a:pt x="3472" y="395"/>
                </a:lnTo>
                <a:lnTo>
                  <a:pt x="3469" y="393"/>
                </a:lnTo>
                <a:lnTo>
                  <a:pt x="3463" y="383"/>
                </a:lnTo>
                <a:lnTo>
                  <a:pt x="3460" y="358"/>
                </a:lnTo>
                <a:lnTo>
                  <a:pt x="3462" y="339"/>
                </a:lnTo>
                <a:lnTo>
                  <a:pt x="3464" y="319"/>
                </a:lnTo>
                <a:lnTo>
                  <a:pt x="3460" y="294"/>
                </a:lnTo>
                <a:lnTo>
                  <a:pt x="3454" y="282"/>
                </a:lnTo>
                <a:lnTo>
                  <a:pt x="3451" y="279"/>
                </a:lnTo>
                <a:lnTo>
                  <a:pt x="3442" y="276"/>
                </a:lnTo>
                <a:lnTo>
                  <a:pt x="3432" y="282"/>
                </a:lnTo>
                <a:lnTo>
                  <a:pt x="3431" y="292"/>
                </a:lnTo>
                <a:lnTo>
                  <a:pt x="3430" y="302"/>
                </a:lnTo>
                <a:lnTo>
                  <a:pt x="3415" y="320"/>
                </a:lnTo>
                <a:lnTo>
                  <a:pt x="3394" y="331"/>
                </a:lnTo>
                <a:lnTo>
                  <a:pt x="3373" y="332"/>
                </a:lnTo>
                <a:lnTo>
                  <a:pt x="3365" y="327"/>
                </a:lnTo>
                <a:lnTo>
                  <a:pt x="3363" y="322"/>
                </a:lnTo>
                <a:lnTo>
                  <a:pt x="3369" y="312"/>
                </a:lnTo>
                <a:lnTo>
                  <a:pt x="3378" y="309"/>
                </a:lnTo>
                <a:lnTo>
                  <a:pt x="3385" y="304"/>
                </a:lnTo>
                <a:lnTo>
                  <a:pt x="3397" y="290"/>
                </a:lnTo>
                <a:lnTo>
                  <a:pt x="3398" y="281"/>
                </a:lnTo>
                <a:lnTo>
                  <a:pt x="3397" y="278"/>
                </a:lnTo>
                <a:lnTo>
                  <a:pt x="3391" y="277"/>
                </a:lnTo>
                <a:lnTo>
                  <a:pt x="3372" y="289"/>
                </a:lnTo>
                <a:lnTo>
                  <a:pt x="3355" y="304"/>
                </a:lnTo>
                <a:lnTo>
                  <a:pt x="3314" y="342"/>
                </a:lnTo>
                <a:lnTo>
                  <a:pt x="3314" y="299"/>
                </a:lnTo>
                <a:lnTo>
                  <a:pt x="3313" y="281"/>
                </a:lnTo>
                <a:lnTo>
                  <a:pt x="3306" y="259"/>
                </a:lnTo>
                <a:lnTo>
                  <a:pt x="3293" y="252"/>
                </a:lnTo>
                <a:lnTo>
                  <a:pt x="3279" y="261"/>
                </a:lnTo>
                <a:lnTo>
                  <a:pt x="3273" y="273"/>
                </a:lnTo>
                <a:lnTo>
                  <a:pt x="3270" y="279"/>
                </a:lnTo>
                <a:lnTo>
                  <a:pt x="3270" y="271"/>
                </a:lnTo>
                <a:lnTo>
                  <a:pt x="3273" y="258"/>
                </a:lnTo>
                <a:lnTo>
                  <a:pt x="3275" y="245"/>
                </a:lnTo>
                <a:lnTo>
                  <a:pt x="3276" y="231"/>
                </a:lnTo>
                <a:lnTo>
                  <a:pt x="3259" y="230"/>
                </a:lnTo>
                <a:lnTo>
                  <a:pt x="3223" y="244"/>
                </a:lnTo>
                <a:lnTo>
                  <a:pt x="3200" y="253"/>
                </a:lnTo>
                <a:lnTo>
                  <a:pt x="3163" y="260"/>
                </a:lnTo>
                <a:lnTo>
                  <a:pt x="3155" y="258"/>
                </a:lnTo>
                <a:lnTo>
                  <a:pt x="3153" y="256"/>
                </a:lnTo>
                <a:lnTo>
                  <a:pt x="3149" y="256"/>
                </a:lnTo>
                <a:lnTo>
                  <a:pt x="3145" y="266"/>
                </a:lnTo>
                <a:lnTo>
                  <a:pt x="3144" y="278"/>
                </a:lnTo>
                <a:lnTo>
                  <a:pt x="3143" y="290"/>
                </a:lnTo>
                <a:lnTo>
                  <a:pt x="3139" y="300"/>
                </a:lnTo>
                <a:lnTo>
                  <a:pt x="3136" y="301"/>
                </a:lnTo>
                <a:lnTo>
                  <a:pt x="3134" y="299"/>
                </a:lnTo>
                <a:lnTo>
                  <a:pt x="3129" y="297"/>
                </a:lnTo>
                <a:lnTo>
                  <a:pt x="3106" y="307"/>
                </a:lnTo>
                <a:lnTo>
                  <a:pt x="3092" y="317"/>
                </a:lnTo>
                <a:lnTo>
                  <a:pt x="3078" y="328"/>
                </a:lnTo>
                <a:lnTo>
                  <a:pt x="3053" y="342"/>
                </a:lnTo>
                <a:lnTo>
                  <a:pt x="3046" y="342"/>
                </a:lnTo>
                <a:lnTo>
                  <a:pt x="3040" y="342"/>
                </a:lnTo>
                <a:lnTo>
                  <a:pt x="3019" y="354"/>
                </a:lnTo>
                <a:lnTo>
                  <a:pt x="3006" y="365"/>
                </a:lnTo>
                <a:lnTo>
                  <a:pt x="2992" y="376"/>
                </a:lnTo>
                <a:lnTo>
                  <a:pt x="2977" y="380"/>
                </a:lnTo>
                <a:lnTo>
                  <a:pt x="2970" y="376"/>
                </a:lnTo>
                <a:lnTo>
                  <a:pt x="2967" y="371"/>
                </a:lnTo>
                <a:lnTo>
                  <a:pt x="2960" y="361"/>
                </a:lnTo>
                <a:lnTo>
                  <a:pt x="2949" y="361"/>
                </a:lnTo>
                <a:lnTo>
                  <a:pt x="2942" y="371"/>
                </a:lnTo>
                <a:lnTo>
                  <a:pt x="2935" y="380"/>
                </a:lnTo>
                <a:lnTo>
                  <a:pt x="2918" y="384"/>
                </a:lnTo>
                <a:lnTo>
                  <a:pt x="2904" y="375"/>
                </a:lnTo>
                <a:lnTo>
                  <a:pt x="2899" y="356"/>
                </a:lnTo>
                <a:lnTo>
                  <a:pt x="2903" y="345"/>
                </a:lnTo>
                <a:lnTo>
                  <a:pt x="2908" y="336"/>
                </a:lnTo>
                <a:lnTo>
                  <a:pt x="2931" y="322"/>
                </a:lnTo>
                <a:lnTo>
                  <a:pt x="2944" y="320"/>
                </a:lnTo>
                <a:lnTo>
                  <a:pt x="2957" y="319"/>
                </a:lnTo>
                <a:lnTo>
                  <a:pt x="2974" y="304"/>
                </a:lnTo>
                <a:lnTo>
                  <a:pt x="2975" y="294"/>
                </a:lnTo>
                <a:lnTo>
                  <a:pt x="2974" y="282"/>
                </a:lnTo>
                <a:lnTo>
                  <a:pt x="2964" y="274"/>
                </a:lnTo>
                <a:lnTo>
                  <a:pt x="2955" y="278"/>
                </a:lnTo>
                <a:lnTo>
                  <a:pt x="2948" y="281"/>
                </a:lnTo>
                <a:lnTo>
                  <a:pt x="2953" y="273"/>
                </a:lnTo>
                <a:lnTo>
                  <a:pt x="2965" y="263"/>
                </a:lnTo>
                <a:lnTo>
                  <a:pt x="2977" y="252"/>
                </a:lnTo>
                <a:lnTo>
                  <a:pt x="2987" y="230"/>
                </a:lnTo>
                <a:lnTo>
                  <a:pt x="2985" y="223"/>
                </a:lnTo>
                <a:lnTo>
                  <a:pt x="2982" y="214"/>
                </a:lnTo>
                <a:lnTo>
                  <a:pt x="2990" y="200"/>
                </a:lnTo>
                <a:lnTo>
                  <a:pt x="3009" y="194"/>
                </a:lnTo>
                <a:lnTo>
                  <a:pt x="3030" y="197"/>
                </a:lnTo>
                <a:lnTo>
                  <a:pt x="3038" y="204"/>
                </a:lnTo>
                <a:lnTo>
                  <a:pt x="3046" y="211"/>
                </a:lnTo>
                <a:lnTo>
                  <a:pt x="3059" y="207"/>
                </a:lnTo>
                <a:lnTo>
                  <a:pt x="3065" y="195"/>
                </a:lnTo>
                <a:lnTo>
                  <a:pt x="3067" y="184"/>
                </a:lnTo>
                <a:lnTo>
                  <a:pt x="3059" y="157"/>
                </a:lnTo>
                <a:lnTo>
                  <a:pt x="3040" y="134"/>
                </a:lnTo>
                <a:lnTo>
                  <a:pt x="3024" y="125"/>
                </a:lnTo>
                <a:lnTo>
                  <a:pt x="3014" y="125"/>
                </a:lnTo>
                <a:lnTo>
                  <a:pt x="3010" y="127"/>
                </a:lnTo>
                <a:lnTo>
                  <a:pt x="3004" y="129"/>
                </a:lnTo>
                <a:lnTo>
                  <a:pt x="2991" y="118"/>
                </a:lnTo>
                <a:lnTo>
                  <a:pt x="2985" y="109"/>
                </a:lnTo>
                <a:lnTo>
                  <a:pt x="2982" y="99"/>
                </a:lnTo>
                <a:lnTo>
                  <a:pt x="2985" y="85"/>
                </a:lnTo>
                <a:lnTo>
                  <a:pt x="2990" y="84"/>
                </a:lnTo>
                <a:lnTo>
                  <a:pt x="2997" y="82"/>
                </a:lnTo>
                <a:lnTo>
                  <a:pt x="3010" y="59"/>
                </a:lnTo>
                <a:lnTo>
                  <a:pt x="3013" y="42"/>
                </a:lnTo>
                <a:lnTo>
                  <a:pt x="3017" y="22"/>
                </a:lnTo>
                <a:lnTo>
                  <a:pt x="3012" y="5"/>
                </a:lnTo>
                <a:lnTo>
                  <a:pt x="3005" y="0"/>
                </a:lnTo>
                <a:lnTo>
                  <a:pt x="2999" y="0"/>
                </a:lnTo>
                <a:lnTo>
                  <a:pt x="2991" y="1"/>
                </a:lnTo>
                <a:lnTo>
                  <a:pt x="2982" y="12"/>
                </a:lnTo>
                <a:lnTo>
                  <a:pt x="2984" y="20"/>
                </a:lnTo>
                <a:close/>
                <a:moveTo>
                  <a:pt x="2840" y="462"/>
                </a:moveTo>
                <a:lnTo>
                  <a:pt x="2833" y="472"/>
                </a:lnTo>
                <a:lnTo>
                  <a:pt x="2812" y="491"/>
                </a:lnTo>
                <a:lnTo>
                  <a:pt x="2795" y="504"/>
                </a:lnTo>
                <a:lnTo>
                  <a:pt x="2792" y="501"/>
                </a:lnTo>
                <a:lnTo>
                  <a:pt x="2805" y="484"/>
                </a:lnTo>
                <a:lnTo>
                  <a:pt x="2820" y="466"/>
                </a:lnTo>
                <a:lnTo>
                  <a:pt x="2835" y="456"/>
                </a:lnTo>
                <a:lnTo>
                  <a:pt x="2840" y="458"/>
                </a:lnTo>
                <a:lnTo>
                  <a:pt x="2840" y="462"/>
                </a:lnTo>
                <a:close/>
                <a:moveTo>
                  <a:pt x="2950" y="535"/>
                </a:moveTo>
                <a:lnTo>
                  <a:pt x="2945" y="555"/>
                </a:lnTo>
                <a:lnTo>
                  <a:pt x="2937" y="580"/>
                </a:lnTo>
                <a:lnTo>
                  <a:pt x="2927" y="590"/>
                </a:lnTo>
                <a:lnTo>
                  <a:pt x="2915" y="587"/>
                </a:lnTo>
                <a:lnTo>
                  <a:pt x="2908" y="580"/>
                </a:lnTo>
                <a:lnTo>
                  <a:pt x="2901" y="570"/>
                </a:lnTo>
                <a:lnTo>
                  <a:pt x="2899" y="542"/>
                </a:lnTo>
                <a:lnTo>
                  <a:pt x="2908" y="511"/>
                </a:lnTo>
                <a:lnTo>
                  <a:pt x="2920" y="495"/>
                </a:lnTo>
                <a:lnTo>
                  <a:pt x="2931" y="490"/>
                </a:lnTo>
                <a:lnTo>
                  <a:pt x="2937" y="489"/>
                </a:lnTo>
                <a:lnTo>
                  <a:pt x="2944" y="489"/>
                </a:lnTo>
                <a:lnTo>
                  <a:pt x="2952" y="494"/>
                </a:lnTo>
                <a:lnTo>
                  <a:pt x="2955" y="512"/>
                </a:lnTo>
                <a:lnTo>
                  <a:pt x="2950" y="535"/>
                </a:lnTo>
                <a:close/>
                <a:moveTo>
                  <a:pt x="2866" y="631"/>
                </a:moveTo>
                <a:lnTo>
                  <a:pt x="2859" y="657"/>
                </a:lnTo>
                <a:lnTo>
                  <a:pt x="2828" y="711"/>
                </a:lnTo>
                <a:lnTo>
                  <a:pt x="2812" y="730"/>
                </a:lnTo>
                <a:lnTo>
                  <a:pt x="2769" y="767"/>
                </a:lnTo>
                <a:lnTo>
                  <a:pt x="2729" y="805"/>
                </a:lnTo>
                <a:lnTo>
                  <a:pt x="2688" y="841"/>
                </a:lnTo>
                <a:lnTo>
                  <a:pt x="2688" y="801"/>
                </a:lnTo>
                <a:lnTo>
                  <a:pt x="2687" y="785"/>
                </a:lnTo>
                <a:lnTo>
                  <a:pt x="2680" y="760"/>
                </a:lnTo>
                <a:lnTo>
                  <a:pt x="2675" y="755"/>
                </a:lnTo>
                <a:lnTo>
                  <a:pt x="2669" y="751"/>
                </a:lnTo>
                <a:lnTo>
                  <a:pt x="2669" y="726"/>
                </a:lnTo>
                <a:lnTo>
                  <a:pt x="2673" y="709"/>
                </a:lnTo>
                <a:lnTo>
                  <a:pt x="2680" y="682"/>
                </a:lnTo>
                <a:lnTo>
                  <a:pt x="2685" y="683"/>
                </a:lnTo>
                <a:lnTo>
                  <a:pt x="2686" y="714"/>
                </a:lnTo>
                <a:lnTo>
                  <a:pt x="2688" y="735"/>
                </a:lnTo>
                <a:lnTo>
                  <a:pt x="2696" y="751"/>
                </a:lnTo>
                <a:lnTo>
                  <a:pt x="2705" y="754"/>
                </a:lnTo>
                <a:lnTo>
                  <a:pt x="2711" y="752"/>
                </a:lnTo>
                <a:lnTo>
                  <a:pt x="2732" y="742"/>
                </a:lnTo>
                <a:lnTo>
                  <a:pt x="2759" y="732"/>
                </a:lnTo>
                <a:lnTo>
                  <a:pt x="2765" y="729"/>
                </a:lnTo>
                <a:lnTo>
                  <a:pt x="2780" y="714"/>
                </a:lnTo>
                <a:lnTo>
                  <a:pt x="2799" y="679"/>
                </a:lnTo>
                <a:lnTo>
                  <a:pt x="2808" y="651"/>
                </a:lnTo>
                <a:lnTo>
                  <a:pt x="2815" y="629"/>
                </a:lnTo>
                <a:lnTo>
                  <a:pt x="2831" y="592"/>
                </a:lnTo>
                <a:lnTo>
                  <a:pt x="2848" y="568"/>
                </a:lnTo>
                <a:lnTo>
                  <a:pt x="2861" y="561"/>
                </a:lnTo>
                <a:lnTo>
                  <a:pt x="2868" y="562"/>
                </a:lnTo>
                <a:lnTo>
                  <a:pt x="2871" y="565"/>
                </a:lnTo>
                <a:lnTo>
                  <a:pt x="2873" y="582"/>
                </a:lnTo>
                <a:lnTo>
                  <a:pt x="2866" y="631"/>
                </a:lnTo>
                <a:close/>
                <a:moveTo>
                  <a:pt x="2258" y="624"/>
                </a:moveTo>
                <a:lnTo>
                  <a:pt x="2260" y="631"/>
                </a:lnTo>
                <a:lnTo>
                  <a:pt x="2251" y="640"/>
                </a:lnTo>
                <a:lnTo>
                  <a:pt x="2242" y="641"/>
                </a:lnTo>
                <a:lnTo>
                  <a:pt x="2231" y="640"/>
                </a:lnTo>
                <a:lnTo>
                  <a:pt x="2217" y="631"/>
                </a:lnTo>
                <a:lnTo>
                  <a:pt x="2215" y="624"/>
                </a:lnTo>
                <a:lnTo>
                  <a:pt x="2216" y="617"/>
                </a:lnTo>
                <a:lnTo>
                  <a:pt x="2224" y="608"/>
                </a:lnTo>
                <a:lnTo>
                  <a:pt x="2230" y="608"/>
                </a:lnTo>
                <a:lnTo>
                  <a:pt x="2238" y="608"/>
                </a:lnTo>
                <a:lnTo>
                  <a:pt x="2252" y="617"/>
                </a:lnTo>
                <a:lnTo>
                  <a:pt x="2258" y="624"/>
                </a:lnTo>
                <a:close/>
                <a:moveTo>
                  <a:pt x="3375" y="722"/>
                </a:moveTo>
                <a:lnTo>
                  <a:pt x="3367" y="724"/>
                </a:lnTo>
                <a:lnTo>
                  <a:pt x="3346" y="713"/>
                </a:lnTo>
                <a:lnTo>
                  <a:pt x="3334" y="702"/>
                </a:lnTo>
                <a:lnTo>
                  <a:pt x="3317" y="682"/>
                </a:lnTo>
                <a:lnTo>
                  <a:pt x="3321" y="678"/>
                </a:lnTo>
                <a:lnTo>
                  <a:pt x="3344" y="692"/>
                </a:lnTo>
                <a:lnTo>
                  <a:pt x="3359" y="700"/>
                </a:lnTo>
                <a:lnTo>
                  <a:pt x="3372" y="712"/>
                </a:lnTo>
                <a:lnTo>
                  <a:pt x="3376" y="719"/>
                </a:lnTo>
                <a:lnTo>
                  <a:pt x="3375" y="722"/>
                </a:lnTo>
                <a:close/>
                <a:moveTo>
                  <a:pt x="2942" y="709"/>
                </a:moveTo>
                <a:lnTo>
                  <a:pt x="2941" y="715"/>
                </a:lnTo>
                <a:lnTo>
                  <a:pt x="2933" y="724"/>
                </a:lnTo>
                <a:lnTo>
                  <a:pt x="2927" y="725"/>
                </a:lnTo>
                <a:lnTo>
                  <a:pt x="2918" y="724"/>
                </a:lnTo>
                <a:lnTo>
                  <a:pt x="2904" y="715"/>
                </a:lnTo>
                <a:lnTo>
                  <a:pt x="2899" y="709"/>
                </a:lnTo>
                <a:lnTo>
                  <a:pt x="2897" y="702"/>
                </a:lnTo>
                <a:lnTo>
                  <a:pt x="2905" y="693"/>
                </a:lnTo>
                <a:lnTo>
                  <a:pt x="2914" y="692"/>
                </a:lnTo>
                <a:lnTo>
                  <a:pt x="2925" y="693"/>
                </a:lnTo>
                <a:lnTo>
                  <a:pt x="2941" y="702"/>
                </a:lnTo>
                <a:lnTo>
                  <a:pt x="2942" y="709"/>
                </a:lnTo>
                <a:close/>
                <a:moveTo>
                  <a:pt x="3497" y="833"/>
                </a:moveTo>
                <a:lnTo>
                  <a:pt x="3483" y="840"/>
                </a:lnTo>
                <a:lnTo>
                  <a:pt x="3448" y="851"/>
                </a:lnTo>
                <a:lnTo>
                  <a:pt x="3427" y="857"/>
                </a:lnTo>
                <a:lnTo>
                  <a:pt x="3420" y="854"/>
                </a:lnTo>
                <a:lnTo>
                  <a:pt x="3435" y="843"/>
                </a:lnTo>
                <a:lnTo>
                  <a:pt x="3446" y="834"/>
                </a:lnTo>
                <a:lnTo>
                  <a:pt x="3456" y="817"/>
                </a:lnTo>
                <a:lnTo>
                  <a:pt x="3456" y="803"/>
                </a:lnTo>
                <a:lnTo>
                  <a:pt x="3454" y="796"/>
                </a:lnTo>
                <a:lnTo>
                  <a:pt x="3447" y="780"/>
                </a:lnTo>
                <a:lnTo>
                  <a:pt x="3456" y="780"/>
                </a:lnTo>
                <a:lnTo>
                  <a:pt x="3474" y="796"/>
                </a:lnTo>
                <a:lnTo>
                  <a:pt x="3487" y="809"/>
                </a:lnTo>
                <a:lnTo>
                  <a:pt x="3499" y="828"/>
                </a:lnTo>
                <a:lnTo>
                  <a:pt x="3497" y="833"/>
                </a:lnTo>
                <a:close/>
                <a:moveTo>
                  <a:pt x="3376" y="854"/>
                </a:moveTo>
                <a:lnTo>
                  <a:pt x="3387" y="878"/>
                </a:lnTo>
                <a:lnTo>
                  <a:pt x="3387" y="890"/>
                </a:lnTo>
                <a:lnTo>
                  <a:pt x="3379" y="890"/>
                </a:lnTo>
                <a:lnTo>
                  <a:pt x="3370" y="887"/>
                </a:lnTo>
                <a:lnTo>
                  <a:pt x="3348" y="880"/>
                </a:lnTo>
                <a:lnTo>
                  <a:pt x="3337" y="877"/>
                </a:lnTo>
                <a:lnTo>
                  <a:pt x="3334" y="875"/>
                </a:lnTo>
                <a:lnTo>
                  <a:pt x="3331" y="857"/>
                </a:lnTo>
                <a:lnTo>
                  <a:pt x="3330" y="843"/>
                </a:lnTo>
                <a:lnTo>
                  <a:pt x="3331" y="827"/>
                </a:lnTo>
                <a:lnTo>
                  <a:pt x="3338" y="811"/>
                </a:lnTo>
                <a:lnTo>
                  <a:pt x="3351" y="814"/>
                </a:lnTo>
                <a:lnTo>
                  <a:pt x="3367" y="835"/>
                </a:lnTo>
                <a:lnTo>
                  <a:pt x="3376" y="854"/>
                </a:lnTo>
                <a:close/>
                <a:moveTo>
                  <a:pt x="2671" y="861"/>
                </a:moveTo>
                <a:lnTo>
                  <a:pt x="2670" y="873"/>
                </a:lnTo>
                <a:lnTo>
                  <a:pt x="2665" y="877"/>
                </a:lnTo>
                <a:lnTo>
                  <a:pt x="2655" y="873"/>
                </a:lnTo>
                <a:lnTo>
                  <a:pt x="2646" y="861"/>
                </a:lnTo>
                <a:lnTo>
                  <a:pt x="2644" y="854"/>
                </a:lnTo>
                <a:lnTo>
                  <a:pt x="2647" y="844"/>
                </a:lnTo>
                <a:lnTo>
                  <a:pt x="2653" y="843"/>
                </a:lnTo>
                <a:lnTo>
                  <a:pt x="2660" y="844"/>
                </a:lnTo>
                <a:lnTo>
                  <a:pt x="2670" y="854"/>
                </a:lnTo>
                <a:lnTo>
                  <a:pt x="2671" y="861"/>
                </a:lnTo>
                <a:close/>
                <a:moveTo>
                  <a:pt x="3578" y="932"/>
                </a:moveTo>
                <a:lnTo>
                  <a:pt x="3575" y="939"/>
                </a:lnTo>
                <a:lnTo>
                  <a:pt x="3569" y="934"/>
                </a:lnTo>
                <a:lnTo>
                  <a:pt x="3568" y="921"/>
                </a:lnTo>
                <a:lnTo>
                  <a:pt x="3568" y="908"/>
                </a:lnTo>
                <a:lnTo>
                  <a:pt x="3571" y="898"/>
                </a:lnTo>
                <a:lnTo>
                  <a:pt x="3575" y="897"/>
                </a:lnTo>
                <a:lnTo>
                  <a:pt x="3577" y="899"/>
                </a:lnTo>
                <a:lnTo>
                  <a:pt x="3580" y="904"/>
                </a:lnTo>
                <a:lnTo>
                  <a:pt x="3581" y="921"/>
                </a:lnTo>
                <a:lnTo>
                  <a:pt x="3578" y="932"/>
                </a:lnTo>
                <a:close/>
                <a:moveTo>
                  <a:pt x="3735" y="950"/>
                </a:moveTo>
                <a:lnTo>
                  <a:pt x="3735" y="969"/>
                </a:lnTo>
                <a:lnTo>
                  <a:pt x="3727" y="974"/>
                </a:lnTo>
                <a:lnTo>
                  <a:pt x="3719" y="962"/>
                </a:lnTo>
                <a:lnTo>
                  <a:pt x="3711" y="949"/>
                </a:lnTo>
                <a:lnTo>
                  <a:pt x="3703" y="924"/>
                </a:lnTo>
                <a:lnTo>
                  <a:pt x="3703" y="906"/>
                </a:lnTo>
                <a:lnTo>
                  <a:pt x="3711" y="899"/>
                </a:lnTo>
                <a:lnTo>
                  <a:pt x="3719" y="902"/>
                </a:lnTo>
                <a:lnTo>
                  <a:pt x="3726" y="908"/>
                </a:lnTo>
                <a:lnTo>
                  <a:pt x="3734" y="935"/>
                </a:lnTo>
                <a:lnTo>
                  <a:pt x="3735" y="950"/>
                </a:lnTo>
                <a:close/>
                <a:moveTo>
                  <a:pt x="2620" y="955"/>
                </a:moveTo>
                <a:lnTo>
                  <a:pt x="2619" y="965"/>
                </a:lnTo>
                <a:lnTo>
                  <a:pt x="2604" y="977"/>
                </a:lnTo>
                <a:lnTo>
                  <a:pt x="2594" y="978"/>
                </a:lnTo>
                <a:lnTo>
                  <a:pt x="2584" y="979"/>
                </a:lnTo>
                <a:lnTo>
                  <a:pt x="2576" y="988"/>
                </a:lnTo>
                <a:lnTo>
                  <a:pt x="2579" y="995"/>
                </a:lnTo>
                <a:lnTo>
                  <a:pt x="2581" y="1001"/>
                </a:lnTo>
                <a:lnTo>
                  <a:pt x="2571" y="1012"/>
                </a:lnTo>
                <a:lnTo>
                  <a:pt x="2560" y="1013"/>
                </a:lnTo>
                <a:lnTo>
                  <a:pt x="2545" y="1012"/>
                </a:lnTo>
                <a:lnTo>
                  <a:pt x="2540" y="1002"/>
                </a:lnTo>
                <a:lnTo>
                  <a:pt x="2549" y="992"/>
                </a:lnTo>
                <a:lnTo>
                  <a:pt x="2559" y="982"/>
                </a:lnTo>
                <a:lnTo>
                  <a:pt x="2569" y="955"/>
                </a:lnTo>
                <a:lnTo>
                  <a:pt x="2570" y="942"/>
                </a:lnTo>
                <a:lnTo>
                  <a:pt x="2571" y="928"/>
                </a:lnTo>
                <a:lnTo>
                  <a:pt x="2584" y="918"/>
                </a:lnTo>
                <a:lnTo>
                  <a:pt x="2595" y="921"/>
                </a:lnTo>
                <a:lnTo>
                  <a:pt x="2605" y="926"/>
                </a:lnTo>
                <a:lnTo>
                  <a:pt x="2619" y="945"/>
                </a:lnTo>
                <a:lnTo>
                  <a:pt x="2620" y="955"/>
                </a:lnTo>
                <a:close/>
                <a:moveTo>
                  <a:pt x="2696" y="927"/>
                </a:moveTo>
                <a:lnTo>
                  <a:pt x="2699" y="935"/>
                </a:lnTo>
                <a:lnTo>
                  <a:pt x="2696" y="944"/>
                </a:lnTo>
                <a:lnTo>
                  <a:pt x="2690" y="945"/>
                </a:lnTo>
                <a:lnTo>
                  <a:pt x="2683" y="944"/>
                </a:lnTo>
                <a:lnTo>
                  <a:pt x="2668" y="935"/>
                </a:lnTo>
                <a:lnTo>
                  <a:pt x="2663" y="927"/>
                </a:lnTo>
                <a:lnTo>
                  <a:pt x="2660" y="920"/>
                </a:lnTo>
                <a:lnTo>
                  <a:pt x="2663" y="911"/>
                </a:lnTo>
                <a:lnTo>
                  <a:pt x="2670" y="911"/>
                </a:lnTo>
                <a:lnTo>
                  <a:pt x="2677" y="911"/>
                </a:lnTo>
                <a:lnTo>
                  <a:pt x="2692" y="920"/>
                </a:lnTo>
                <a:lnTo>
                  <a:pt x="2696" y="927"/>
                </a:lnTo>
                <a:close/>
                <a:moveTo>
                  <a:pt x="3293" y="958"/>
                </a:moveTo>
                <a:lnTo>
                  <a:pt x="3294" y="966"/>
                </a:lnTo>
                <a:lnTo>
                  <a:pt x="3284" y="972"/>
                </a:lnTo>
                <a:lnTo>
                  <a:pt x="3273" y="968"/>
                </a:lnTo>
                <a:lnTo>
                  <a:pt x="3262" y="964"/>
                </a:lnTo>
                <a:lnTo>
                  <a:pt x="3247" y="949"/>
                </a:lnTo>
                <a:lnTo>
                  <a:pt x="3246" y="942"/>
                </a:lnTo>
                <a:lnTo>
                  <a:pt x="3247" y="935"/>
                </a:lnTo>
                <a:lnTo>
                  <a:pt x="3258" y="929"/>
                </a:lnTo>
                <a:lnTo>
                  <a:pt x="3274" y="936"/>
                </a:lnTo>
                <a:lnTo>
                  <a:pt x="3289" y="949"/>
                </a:lnTo>
                <a:lnTo>
                  <a:pt x="3293" y="958"/>
                </a:lnTo>
                <a:close/>
                <a:moveTo>
                  <a:pt x="3499" y="952"/>
                </a:moveTo>
                <a:lnTo>
                  <a:pt x="3498" y="956"/>
                </a:lnTo>
                <a:lnTo>
                  <a:pt x="3489" y="966"/>
                </a:lnTo>
                <a:lnTo>
                  <a:pt x="3482" y="970"/>
                </a:lnTo>
                <a:lnTo>
                  <a:pt x="3476" y="973"/>
                </a:lnTo>
                <a:lnTo>
                  <a:pt x="3467" y="969"/>
                </a:lnTo>
                <a:lnTo>
                  <a:pt x="3466" y="963"/>
                </a:lnTo>
                <a:lnTo>
                  <a:pt x="3467" y="956"/>
                </a:lnTo>
                <a:lnTo>
                  <a:pt x="3476" y="946"/>
                </a:lnTo>
                <a:lnTo>
                  <a:pt x="3482" y="945"/>
                </a:lnTo>
                <a:lnTo>
                  <a:pt x="3489" y="945"/>
                </a:lnTo>
                <a:lnTo>
                  <a:pt x="3498" y="949"/>
                </a:lnTo>
                <a:lnTo>
                  <a:pt x="3499" y="952"/>
                </a:lnTo>
                <a:close/>
                <a:moveTo>
                  <a:pt x="2007" y="1005"/>
                </a:moveTo>
                <a:lnTo>
                  <a:pt x="2002" y="1008"/>
                </a:lnTo>
                <a:lnTo>
                  <a:pt x="1985" y="1010"/>
                </a:lnTo>
                <a:lnTo>
                  <a:pt x="1976" y="1007"/>
                </a:lnTo>
                <a:lnTo>
                  <a:pt x="1968" y="1003"/>
                </a:lnTo>
                <a:lnTo>
                  <a:pt x="1974" y="997"/>
                </a:lnTo>
                <a:lnTo>
                  <a:pt x="1986" y="997"/>
                </a:lnTo>
                <a:lnTo>
                  <a:pt x="1998" y="996"/>
                </a:lnTo>
                <a:lnTo>
                  <a:pt x="2008" y="1000"/>
                </a:lnTo>
                <a:lnTo>
                  <a:pt x="2009" y="1003"/>
                </a:lnTo>
                <a:lnTo>
                  <a:pt x="2007" y="1005"/>
                </a:lnTo>
                <a:close/>
                <a:moveTo>
                  <a:pt x="3516" y="1068"/>
                </a:moveTo>
                <a:lnTo>
                  <a:pt x="3515" y="1073"/>
                </a:lnTo>
                <a:lnTo>
                  <a:pt x="3506" y="1074"/>
                </a:lnTo>
                <a:lnTo>
                  <a:pt x="3499" y="1071"/>
                </a:lnTo>
                <a:lnTo>
                  <a:pt x="3493" y="1066"/>
                </a:lnTo>
                <a:lnTo>
                  <a:pt x="3483" y="1044"/>
                </a:lnTo>
                <a:lnTo>
                  <a:pt x="3482" y="1033"/>
                </a:lnTo>
                <a:lnTo>
                  <a:pt x="3483" y="1017"/>
                </a:lnTo>
                <a:lnTo>
                  <a:pt x="3490" y="1016"/>
                </a:lnTo>
                <a:lnTo>
                  <a:pt x="3499" y="1029"/>
                </a:lnTo>
                <a:lnTo>
                  <a:pt x="3511" y="1052"/>
                </a:lnTo>
                <a:lnTo>
                  <a:pt x="3516" y="1068"/>
                </a:lnTo>
                <a:close/>
                <a:moveTo>
                  <a:pt x="3146" y="1236"/>
                </a:moveTo>
                <a:lnTo>
                  <a:pt x="3135" y="1245"/>
                </a:lnTo>
                <a:lnTo>
                  <a:pt x="3131" y="1241"/>
                </a:lnTo>
                <a:lnTo>
                  <a:pt x="3137" y="1226"/>
                </a:lnTo>
                <a:lnTo>
                  <a:pt x="3142" y="1215"/>
                </a:lnTo>
                <a:lnTo>
                  <a:pt x="3154" y="1204"/>
                </a:lnTo>
                <a:lnTo>
                  <a:pt x="3158" y="1206"/>
                </a:lnTo>
                <a:lnTo>
                  <a:pt x="3161" y="1211"/>
                </a:lnTo>
                <a:lnTo>
                  <a:pt x="3155" y="1227"/>
                </a:lnTo>
                <a:lnTo>
                  <a:pt x="3146" y="1236"/>
                </a:lnTo>
                <a:close/>
                <a:moveTo>
                  <a:pt x="2376" y="1250"/>
                </a:moveTo>
                <a:lnTo>
                  <a:pt x="2370" y="1261"/>
                </a:lnTo>
                <a:lnTo>
                  <a:pt x="2348" y="1285"/>
                </a:lnTo>
                <a:lnTo>
                  <a:pt x="2319" y="1304"/>
                </a:lnTo>
                <a:lnTo>
                  <a:pt x="2296" y="1313"/>
                </a:lnTo>
                <a:lnTo>
                  <a:pt x="2290" y="1311"/>
                </a:lnTo>
                <a:lnTo>
                  <a:pt x="2290" y="1306"/>
                </a:lnTo>
                <a:lnTo>
                  <a:pt x="2310" y="1278"/>
                </a:lnTo>
                <a:lnTo>
                  <a:pt x="2326" y="1259"/>
                </a:lnTo>
                <a:lnTo>
                  <a:pt x="2344" y="1242"/>
                </a:lnTo>
                <a:lnTo>
                  <a:pt x="2368" y="1224"/>
                </a:lnTo>
                <a:lnTo>
                  <a:pt x="2377" y="1222"/>
                </a:lnTo>
                <a:lnTo>
                  <a:pt x="2381" y="1225"/>
                </a:lnTo>
                <a:lnTo>
                  <a:pt x="2380" y="1236"/>
                </a:lnTo>
                <a:lnTo>
                  <a:pt x="2376" y="1250"/>
                </a:lnTo>
                <a:close/>
                <a:moveTo>
                  <a:pt x="3246" y="1231"/>
                </a:moveTo>
                <a:lnTo>
                  <a:pt x="3245" y="1238"/>
                </a:lnTo>
                <a:lnTo>
                  <a:pt x="3236" y="1247"/>
                </a:lnTo>
                <a:lnTo>
                  <a:pt x="3229" y="1248"/>
                </a:lnTo>
                <a:lnTo>
                  <a:pt x="3222" y="1247"/>
                </a:lnTo>
                <a:lnTo>
                  <a:pt x="3213" y="1238"/>
                </a:lnTo>
                <a:lnTo>
                  <a:pt x="3212" y="1231"/>
                </a:lnTo>
                <a:lnTo>
                  <a:pt x="3213" y="1224"/>
                </a:lnTo>
                <a:lnTo>
                  <a:pt x="3222" y="1215"/>
                </a:lnTo>
                <a:lnTo>
                  <a:pt x="3229" y="1215"/>
                </a:lnTo>
                <a:lnTo>
                  <a:pt x="3236" y="1215"/>
                </a:lnTo>
                <a:lnTo>
                  <a:pt x="3245" y="1224"/>
                </a:lnTo>
                <a:lnTo>
                  <a:pt x="3246" y="1231"/>
                </a:lnTo>
                <a:close/>
                <a:moveTo>
                  <a:pt x="3212" y="1282"/>
                </a:moveTo>
                <a:lnTo>
                  <a:pt x="3211" y="1289"/>
                </a:lnTo>
                <a:lnTo>
                  <a:pt x="3201" y="1298"/>
                </a:lnTo>
                <a:lnTo>
                  <a:pt x="3193" y="1299"/>
                </a:lnTo>
                <a:lnTo>
                  <a:pt x="3188" y="1298"/>
                </a:lnTo>
                <a:lnTo>
                  <a:pt x="3184" y="1289"/>
                </a:lnTo>
                <a:lnTo>
                  <a:pt x="3187" y="1282"/>
                </a:lnTo>
                <a:lnTo>
                  <a:pt x="3191" y="1275"/>
                </a:lnTo>
                <a:lnTo>
                  <a:pt x="3201" y="1266"/>
                </a:lnTo>
                <a:lnTo>
                  <a:pt x="3205" y="1266"/>
                </a:lnTo>
                <a:lnTo>
                  <a:pt x="3207" y="1266"/>
                </a:lnTo>
                <a:lnTo>
                  <a:pt x="3211" y="1275"/>
                </a:lnTo>
                <a:lnTo>
                  <a:pt x="3212" y="1282"/>
                </a:lnTo>
                <a:close/>
                <a:moveTo>
                  <a:pt x="2263" y="1353"/>
                </a:moveTo>
                <a:lnTo>
                  <a:pt x="2258" y="1364"/>
                </a:lnTo>
                <a:lnTo>
                  <a:pt x="2243" y="1377"/>
                </a:lnTo>
                <a:lnTo>
                  <a:pt x="2227" y="1379"/>
                </a:lnTo>
                <a:lnTo>
                  <a:pt x="2216" y="1370"/>
                </a:lnTo>
                <a:lnTo>
                  <a:pt x="2215" y="1360"/>
                </a:lnTo>
                <a:lnTo>
                  <a:pt x="2217" y="1349"/>
                </a:lnTo>
                <a:lnTo>
                  <a:pt x="2231" y="1335"/>
                </a:lnTo>
                <a:lnTo>
                  <a:pt x="2242" y="1332"/>
                </a:lnTo>
                <a:lnTo>
                  <a:pt x="2252" y="1333"/>
                </a:lnTo>
                <a:lnTo>
                  <a:pt x="2264" y="1345"/>
                </a:lnTo>
                <a:lnTo>
                  <a:pt x="2263" y="1353"/>
                </a:lnTo>
                <a:close/>
                <a:moveTo>
                  <a:pt x="2055" y="1519"/>
                </a:moveTo>
                <a:lnTo>
                  <a:pt x="2058" y="1525"/>
                </a:lnTo>
                <a:lnTo>
                  <a:pt x="2054" y="1534"/>
                </a:lnTo>
                <a:lnTo>
                  <a:pt x="2048" y="1535"/>
                </a:lnTo>
                <a:lnTo>
                  <a:pt x="2041" y="1534"/>
                </a:lnTo>
                <a:lnTo>
                  <a:pt x="2031" y="1525"/>
                </a:lnTo>
                <a:lnTo>
                  <a:pt x="2030" y="1519"/>
                </a:lnTo>
                <a:lnTo>
                  <a:pt x="2030" y="1512"/>
                </a:lnTo>
                <a:lnTo>
                  <a:pt x="2034" y="1503"/>
                </a:lnTo>
                <a:lnTo>
                  <a:pt x="2037" y="1502"/>
                </a:lnTo>
                <a:lnTo>
                  <a:pt x="2041" y="1503"/>
                </a:lnTo>
                <a:lnTo>
                  <a:pt x="2051" y="1512"/>
                </a:lnTo>
                <a:lnTo>
                  <a:pt x="2055" y="1519"/>
                </a:lnTo>
                <a:close/>
                <a:moveTo>
                  <a:pt x="3611" y="1600"/>
                </a:moveTo>
                <a:lnTo>
                  <a:pt x="3604" y="1605"/>
                </a:lnTo>
                <a:lnTo>
                  <a:pt x="3593" y="1602"/>
                </a:lnTo>
                <a:lnTo>
                  <a:pt x="3588" y="1586"/>
                </a:lnTo>
                <a:lnTo>
                  <a:pt x="3591" y="1558"/>
                </a:lnTo>
                <a:lnTo>
                  <a:pt x="3595" y="1542"/>
                </a:lnTo>
                <a:lnTo>
                  <a:pt x="3609" y="1493"/>
                </a:lnTo>
                <a:lnTo>
                  <a:pt x="3614" y="1540"/>
                </a:lnTo>
                <a:lnTo>
                  <a:pt x="3616" y="1560"/>
                </a:lnTo>
                <a:lnTo>
                  <a:pt x="3614" y="1592"/>
                </a:lnTo>
                <a:lnTo>
                  <a:pt x="3611" y="1600"/>
                </a:lnTo>
                <a:close/>
                <a:moveTo>
                  <a:pt x="3509" y="1664"/>
                </a:moveTo>
                <a:lnTo>
                  <a:pt x="3504" y="1675"/>
                </a:lnTo>
                <a:lnTo>
                  <a:pt x="3494" y="1686"/>
                </a:lnTo>
                <a:lnTo>
                  <a:pt x="3491" y="1684"/>
                </a:lnTo>
                <a:lnTo>
                  <a:pt x="3488" y="1679"/>
                </a:lnTo>
                <a:lnTo>
                  <a:pt x="3488" y="1659"/>
                </a:lnTo>
                <a:lnTo>
                  <a:pt x="3492" y="1646"/>
                </a:lnTo>
                <a:lnTo>
                  <a:pt x="3498" y="1636"/>
                </a:lnTo>
                <a:lnTo>
                  <a:pt x="3508" y="1624"/>
                </a:lnTo>
                <a:lnTo>
                  <a:pt x="3511" y="1626"/>
                </a:lnTo>
                <a:lnTo>
                  <a:pt x="3514" y="1632"/>
                </a:lnTo>
                <a:lnTo>
                  <a:pt x="3513" y="1652"/>
                </a:lnTo>
                <a:lnTo>
                  <a:pt x="3509" y="1664"/>
                </a:lnTo>
                <a:close/>
                <a:moveTo>
                  <a:pt x="3619" y="1692"/>
                </a:moveTo>
                <a:lnTo>
                  <a:pt x="3610" y="1700"/>
                </a:lnTo>
                <a:lnTo>
                  <a:pt x="3602" y="1697"/>
                </a:lnTo>
                <a:lnTo>
                  <a:pt x="3601" y="1686"/>
                </a:lnTo>
                <a:lnTo>
                  <a:pt x="3602" y="1673"/>
                </a:lnTo>
                <a:lnTo>
                  <a:pt x="3608" y="1653"/>
                </a:lnTo>
                <a:lnTo>
                  <a:pt x="3618" y="1643"/>
                </a:lnTo>
                <a:lnTo>
                  <a:pt x="3627" y="1645"/>
                </a:lnTo>
                <a:lnTo>
                  <a:pt x="3631" y="1653"/>
                </a:lnTo>
                <a:lnTo>
                  <a:pt x="3633" y="1663"/>
                </a:lnTo>
                <a:lnTo>
                  <a:pt x="3626" y="1684"/>
                </a:lnTo>
                <a:lnTo>
                  <a:pt x="3619" y="1692"/>
                </a:lnTo>
                <a:close/>
                <a:moveTo>
                  <a:pt x="4698" y="2892"/>
                </a:moveTo>
                <a:lnTo>
                  <a:pt x="4697" y="2896"/>
                </a:lnTo>
                <a:lnTo>
                  <a:pt x="4689" y="2906"/>
                </a:lnTo>
                <a:lnTo>
                  <a:pt x="4682" y="2911"/>
                </a:lnTo>
                <a:lnTo>
                  <a:pt x="4675" y="2913"/>
                </a:lnTo>
                <a:lnTo>
                  <a:pt x="4666" y="2910"/>
                </a:lnTo>
                <a:lnTo>
                  <a:pt x="4665" y="2904"/>
                </a:lnTo>
                <a:lnTo>
                  <a:pt x="4666" y="2897"/>
                </a:lnTo>
                <a:lnTo>
                  <a:pt x="4675" y="2887"/>
                </a:lnTo>
                <a:lnTo>
                  <a:pt x="4682" y="2886"/>
                </a:lnTo>
                <a:lnTo>
                  <a:pt x="4689" y="2886"/>
                </a:lnTo>
                <a:lnTo>
                  <a:pt x="4697" y="2890"/>
                </a:lnTo>
                <a:lnTo>
                  <a:pt x="4698" y="2892"/>
                </a:lnTo>
                <a:close/>
                <a:moveTo>
                  <a:pt x="4634" y="2939"/>
                </a:moveTo>
                <a:lnTo>
                  <a:pt x="4627" y="2945"/>
                </a:lnTo>
                <a:lnTo>
                  <a:pt x="4609" y="2948"/>
                </a:lnTo>
                <a:lnTo>
                  <a:pt x="4592" y="2941"/>
                </a:lnTo>
                <a:lnTo>
                  <a:pt x="4582" y="2928"/>
                </a:lnTo>
                <a:lnTo>
                  <a:pt x="4581" y="2919"/>
                </a:lnTo>
                <a:lnTo>
                  <a:pt x="4583" y="2914"/>
                </a:lnTo>
                <a:lnTo>
                  <a:pt x="4601" y="2911"/>
                </a:lnTo>
                <a:lnTo>
                  <a:pt x="4616" y="2914"/>
                </a:lnTo>
                <a:lnTo>
                  <a:pt x="4630" y="2919"/>
                </a:lnTo>
                <a:lnTo>
                  <a:pt x="4639" y="2928"/>
                </a:lnTo>
                <a:lnTo>
                  <a:pt x="4637" y="2935"/>
                </a:lnTo>
                <a:lnTo>
                  <a:pt x="4634" y="2939"/>
                </a:lnTo>
                <a:close/>
                <a:moveTo>
                  <a:pt x="4492" y="3164"/>
                </a:moveTo>
                <a:lnTo>
                  <a:pt x="4488" y="3166"/>
                </a:lnTo>
                <a:lnTo>
                  <a:pt x="4476" y="3155"/>
                </a:lnTo>
                <a:lnTo>
                  <a:pt x="4472" y="3144"/>
                </a:lnTo>
                <a:lnTo>
                  <a:pt x="4466" y="3129"/>
                </a:lnTo>
                <a:lnTo>
                  <a:pt x="4470" y="3124"/>
                </a:lnTo>
                <a:lnTo>
                  <a:pt x="4480" y="3134"/>
                </a:lnTo>
                <a:lnTo>
                  <a:pt x="4488" y="3143"/>
                </a:lnTo>
                <a:lnTo>
                  <a:pt x="4494" y="3159"/>
                </a:lnTo>
                <a:lnTo>
                  <a:pt x="4492" y="3164"/>
                </a:lnTo>
                <a:close/>
                <a:moveTo>
                  <a:pt x="813" y="3292"/>
                </a:moveTo>
                <a:lnTo>
                  <a:pt x="812" y="3299"/>
                </a:lnTo>
                <a:lnTo>
                  <a:pt x="803" y="3302"/>
                </a:lnTo>
                <a:lnTo>
                  <a:pt x="796" y="3299"/>
                </a:lnTo>
                <a:lnTo>
                  <a:pt x="790" y="3294"/>
                </a:lnTo>
                <a:lnTo>
                  <a:pt x="781" y="3279"/>
                </a:lnTo>
                <a:lnTo>
                  <a:pt x="780" y="3271"/>
                </a:lnTo>
                <a:lnTo>
                  <a:pt x="781" y="3265"/>
                </a:lnTo>
                <a:lnTo>
                  <a:pt x="790" y="3262"/>
                </a:lnTo>
                <a:lnTo>
                  <a:pt x="796" y="3265"/>
                </a:lnTo>
                <a:lnTo>
                  <a:pt x="803" y="3269"/>
                </a:lnTo>
                <a:lnTo>
                  <a:pt x="812" y="3285"/>
                </a:lnTo>
                <a:lnTo>
                  <a:pt x="813" y="3292"/>
                </a:lnTo>
                <a:close/>
                <a:moveTo>
                  <a:pt x="5053" y="3341"/>
                </a:moveTo>
                <a:lnTo>
                  <a:pt x="5052" y="3347"/>
                </a:lnTo>
                <a:lnTo>
                  <a:pt x="5044" y="3357"/>
                </a:lnTo>
                <a:lnTo>
                  <a:pt x="5037" y="3358"/>
                </a:lnTo>
                <a:lnTo>
                  <a:pt x="5030" y="3357"/>
                </a:lnTo>
                <a:lnTo>
                  <a:pt x="5021" y="3347"/>
                </a:lnTo>
                <a:lnTo>
                  <a:pt x="5019" y="3341"/>
                </a:lnTo>
                <a:lnTo>
                  <a:pt x="5021" y="3334"/>
                </a:lnTo>
                <a:lnTo>
                  <a:pt x="5030" y="3325"/>
                </a:lnTo>
                <a:lnTo>
                  <a:pt x="5037" y="3324"/>
                </a:lnTo>
                <a:lnTo>
                  <a:pt x="5044" y="3325"/>
                </a:lnTo>
                <a:lnTo>
                  <a:pt x="5052" y="3334"/>
                </a:lnTo>
                <a:lnTo>
                  <a:pt x="5053" y="3341"/>
                </a:lnTo>
                <a:close/>
                <a:moveTo>
                  <a:pt x="4918" y="3375"/>
                </a:moveTo>
                <a:lnTo>
                  <a:pt x="4917" y="3381"/>
                </a:lnTo>
                <a:lnTo>
                  <a:pt x="4907" y="3391"/>
                </a:lnTo>
                <a:lnTo>
                  <a:pt x="4900" y="3392"/>
                </a:lnTo>
                <a:lnTo>
                  <a:pt x="4894" y="3391"/>
                </a:lnTo>
                <a:lnTo>
                  <a:pt x="4890" y="3381"/>
                </a:lnTo>
                <a:lnTo>
                  <a:pt x="4893" y="3375"/>
                </a:lnTo>
                <a:lnTo>
                  <a:pt x="4897" y="3368"/>
                </a:lnTo>
                <a:lnTo>
                  <a:pt x="4907" y="3359"/>
                </a:lnTo>
                <a:lnTo>
                  <a:pt x="4911" y="3358"/>
                </a:lnTo>
                <a:lnTo>
                  <a:pt x="4914" y="3359"/>
                </a:lnTo>
                <a:lnTo>
                  <a:pt x="4918" y="3368"/>
                </a:lnTo>
                <a:lnTo>
                  <a:pt x="4918" y="3375"/>
                </a:lnTo>
                <a:close/>
                <a:moveTo>
                  <a:pt x="484" y="3678"/>
                </a:moveTo>
                <a:lnTo>
                  <a:pt x="487" y="3685"/>
                </a:lnTo>
                <a:lnTo>
                  <a:pt x="483" y="3695"/>
                </a:lnTo>
                <a:lnTo>
                  <a:pt x="477" y="3696"/>
                </a:lnTo>
                <a:lnTo>
                  <a:pt x="470" y="3695"/>
                </a:lnTo>
                <a:lnTo>
                  <a:pt x="460" y="3685"/>
                </a:lnTo>
                <a:lnTo>
                  <a:pt x="459" y="3678"/>
                </a:lnTo>
                <a:lnTo>
                  <a:pt x="459" y="3671"/>
                </a:lnTo>
                <a:lnTo>
                  <a:pt x="463" y="3662"/>
                </a:lnTo>
                <a:lnTo>
                  <a:pt x="466" y="3661"/>
                </a:lnTo>
                <a:lnTo>
                  <a:pt x="470" y="3662"/>
                </a:lnTo>
                <a:lnTo>
                  <a:pt x="480" y="3671"/>
                </a:lnTo>
                <a:lnTo>
                  <a:pt x="484" y="3678"/>
                </a:lnTo>
                <a:close/>
                <a:moveTo>
                  <a:pt x="141" y="3739"/>
                </a:moveTo>
                <a:lnTo>
                  <a:pt x="152" y="3745"/>
                </a:lnTo>
                <a:lnTo>
                  <a:pt x="172" y="3769"/>
                </a:lnTo>
                <a:lnTo>
                  <a:pt x="177" y="3783"/>
                </a:lnTo>
                <a:lnTo>
                  <a:pt x="179" y="3794"/>
                </a:lnTo>
                <a:lnTo>
                  <a:pt x="179" y="3804"/>
                </a:lnTo>
                <a:lnTo>
                  <a:pt x="162" y="3796"/>
                </a:lnTo>
                <a:lnTo>
                  <a:pt x="132" y="3770"/>
                </a:lnTo>
                <a:lnTo>
                  <a:pt x="89" y="3730"/>
                </a:lnTo>
                <a:lnTo>
                  <a:pt x="70" y="3714"/>
                </a:lnTo>
                <a:lnTo>
                  <a:pt x="69" y="3711"/>
                </a:lnTo>
                <a:lnTo>
                  <a:pt x="87" y="3719"/>
                </a:lnTo>
                <a:lnTo>
                  <a:pt x="112" y="3729"/>
                </a:lnTo>
                <a:lnTo>
                  <a:pt x="141" y="3739"/>
                </a:lnTo>
                <a:close/>
                <a:moveTo>
                  <a:pt x="543" y="3729"/>
                </a:moveTo>
                <a:lnTo>
                  <a:pt x="542" y="3741"/>
                </a:lnTo>
                <a:lnTo>
                  <a:pt x="537" y="3746"/>
                </a:lnTo>
                <a:lnTo>
                  <a:pt x="526" y="3741"/>
                </a:lnTo>
                <a:lnTo>
                  <a:pt x="517" y="3729"/>
                </a:lnTo>
                <a:lnTo>
                  <a:pt x="515" y="3722"/>
                </a:lnTo>
                <a:lnTo>
                  <a:pt x="518" y="3713"/>
                </a:lnTo>
                <a:lnTo>
                  <a:pt x="524" y="3712"/>
                </a:lnTo>
                <a:lnTo>
                  <a:pt x="531" y="3713"/>
                </a:lnTo>
                <a:lnTo>
                  <a:pt x="542" y="3722"/>
                </a:lnTo>
                <a:lnTo>
                  <a:pt x="543" y="3729"/>
                </a:lnTo>
                <a:close/>
                <a:moveTo>
                  <a:pt x="4479" y="3820"/>
                </a:moveTo>
                <a:lnTo>
                  <a:pt x="4478" y="3824"/>
                </a:lnTo>
                <a:lnTo>
                  <a:pt x="4469" y="3834"/>
                </a:lnTo>
                <a:lnTo>
                  <a:pt x="4462" y="3838"/>
                </a:lnTo>
                <a:lnTo>
                  <a:pt x="4456" y="3842"/>
                </a:lnTo>
                <a:lnTo>
                  <a:pt x="4446" y="3837"/>
                </a:lnTo>
                <a:lnTo>
                  <a:pt x="4445" y="3832"/>
                </a:lnTo>
                <a:lnTo>
                  <a:pt x="4446" y="3824"/>
                </a:lnTo>
                <a:lnTo>
                  <a:pt x="4456" y="3814"/>
                </a:lnTo>
                <a:lnTo>
                  <a:pt x="4462" y="3813"/>
                </a:lnTo>
                <a:lnTo>
                  <a:pt x="4469" y="3814"/>
                </a:lnTo>
                <a:lnTo>
                  <a:pt x="4478" y="3817"/>
                </a:lnTo>
                <a:lnTo>
                  <a:pt x="4479" y="3820"/>
                </a:lnTo>
                <a:close/>
                <a:moveTo>
                  <a:pt x="1125" y="3914"/>
                </a:moveTo>
                <a:lnTo>
                  <a:pt x="1128" y="3921"/>
                </a:lnTo>
                <a:lnTo>
                  <a:pt x="1124" y="3931"/>
                </a:lnTo>
                <a:lnTo>
                  <a:pt x="1119" y="3932"/>
                </a:lnTo>
                <a:lnTo>
                  <a:pt x="1111" y="3931"/>
                </a:lnTo>
                <a:lnTo>
                  <a:pt x="1101" y="3921"/>
                </a:lnTo>
                <a:lnTo>
                  <a:pt x="1100" y="3914"/>
                </a:lnTo>
                <a:lnTo>
                  <a:pt x="1101" y="3907"/>
                </a:lnTo>
                <a:lnTo>
                  <a:pt x="1104" y="3898"/>
                </a:lnTo>
                <a:lnTo>
                  <a:pt x="1107" y="3898"/>
                </a:lnTo>
                <a:lnTo>
                  <a:pt x="1111" y="3898"/>
                </a:lnTo>
                <a:lnTo>
                  <a:pt x="1121" y="3907"/>
                </a:lnTo>
                <a:lnTo>
                  <a:pt x="1125" y="3914"/>
                </a:lnTo>
                <a:close/>
                <a:moveTo>
                  <a:pt x="3263" y="4885"/>
                </a:moveTo>
                <a:lnTo>
                  <a:pt x="3262" y="4895"/>
                </a:lnTo>
                <a:lnTo>
                  <a:pt x="3253" y="4909"/>
                </a:lnTo>
                <a:lnTo>
                  <a:pt x="3246" y="4911"/>
                </a:lnTo>
                <a:lnTo>
                  <a:pt x="3240" y="4909"/>
                </a:lnTo>
                <a:lnTo>
                  <a:pt x="3237" y="4895"/>
                </a:lnTo>
                <a:lnTo>
                  <a:pt x="3239" y="4885"/>
                </a:lnTo>
                <a:lnTo>
                  <a:pt x="3249" y="4865"/>
                </a:lnTo>
                <a:lnTo>
                  <a:pt x="3256" y="4860"/>
                </a:lnTo>
                <a:lnTo>
                  <a:pt x="3258" y="4861"/>
                </a:lnTo>
                <a:lnTo>
                  <a:pt x="3262" y="4875"/>
                </a:lnTo>
                <a:lnTo>
                  <a:pt x="3263" y="4885"/>
                </a:lnTo>
                <a:close/>
                <a:moveTo>
                  <a:pt x="390" y="5354"/>
                </a:moveTo>
                <a:lnTo>
                  <a:pt x="402" y="5370"/>
                </a:lnTo>
                <a:lnTo>
                  <a:pt x="400" y="5379"/>
                </a:lnTo>
                <a:lnTo>
                  <a:pt x="385" y="5372"/>
                </a:lnTo>
                <a:lnTo>
                  <a:pt x="373" y="5367"/>
                </a:lnTo>
                <a:lnTo>
                  <a:pt x="358" y="5347"/>
                </a:lnTo>
                <a:lnTo>
                  <a:pt x="357" y="5336"/>
                </a:lnTo>
                <a:lnTo>
                  <a:pt x="357" y="5326"/>
                </a:lnTo>
                <a:lnTo>
                  <a:pt x="360" y="5316"/>
                </a:lnTo>
                <a:lnTo>
                  <a:pt x="362" y="5317"/>
                </a:lnTo>
                <a:lnTo>
                  <a:pt x="370" y="5329"/>
                </a:lnTo>
                <a:lnTo>
                  <a:pt x="390" y="5354"/>
                </a:lnTo>
                <a:close/>
                <a:moveTo>
                  <a:pt x="519" y="5351"/>
                </a:moveTo>
                <a:lnTo>
                  <a:pt x="540" y="5374"/>
                </a:lnTo>
                <a:lnTo>
                  <a:pt x="538" y="5380"/>
                </a:lnTo>
                <a:lnTo>
                  <a:pt x="514" y="5364"/>
                </a:lnTo>
                <a:lnTo>
                  <a:pt x="498" y="5354"/>
                </a:lnTo>
                <a:lnTo>
                  <a:pt x="478" y="5335"/>
                </a:lnTo>
                <a:lnTo>
                  <a:pt x="476" y="5329"/>
                </a:lnTo>
                <a:lnTo>
                  <a:pt x="476" y="5322"/>
                </a:lnTo>
                <a:lnTo>
                  <a:pt x="480" y="5317"/>
                </a:lnTo>
                <a:lnTo>
                  <a:pt x="497" y="5327"/>
                </a:lnTo>
                <a:lnTo>
                  <a:pt x="519" y="5351"/>
                </a:lnTo>
                <a:close/>
                <a:moveTo>
                  <a:pt x="821" y="5400"/>
                </a:moveTo>
                <a:lnTo>
                  <a:pt x="824" y="5406"/>
                </a:lnTo>
                <a:lnTo>
                  <a:pt x="820" y="5416"/>
                </a:lnTo>
                <a:lnTo>
                  <a:pt x="815" y="5417"/>
                </a:lnTo>
                <a:lnTo>
                  <a:pt x="807" y="5416"/>
                </a:lnTo>
                <a:lnTo>
                  <a:pt x="797" y="5406"/>
                </a:lnTo>
                <a:lnTo>
                  <a:pt x="796" y="5400"/>
                </a:lnTo>
                <a:lnTo>
                  <a:pt x="797" y="5393"/>
                </a:lnTo>
                <a:lnTo>
                  <a:pt x="800" y="5384"/>
                </a:lnTo>
                <a:lnTo>
                  <a:pt x="803" y="5383"/>
                </a:lnTo>
                <a:lnTo>
                  <a:pt x="807" y="5384"/>
                </a:lnTo>
                <a:lnTo>
                  <a:pt x="817" y="5393"/>
                </a:lnTo>
                <a:lnTo>
                  <a:pt x="821" y="5400"/>
                </a:lnTo>
                <a:close/>
                <a:moveTo>
                  <a:pt x="600" y="5651"/>
                </a:moveTo>
                <a:lnTo>
                  <a:pt x="604" y="5660"/>
                </a:lnTo>
                <a:lnTo>
                  <a:pt x="603" y="5682"/>
                </a:lnTo>
                <a:lnTo>
                  <a:pt x="594" y="5705"/>
                </a:lnTo>
                <a:lnTo>
                  <a:pt x="581" y="5719"/>
                </a:lnTo>
                <a:lnTo>
                  <a:pt x="573" y="5721"/>
                </a:lnTo>
                <a:lnTo>
                  <a:pt x="568" y="5720"/>
                </a:lnTo>
                <a:lnTo>
                  <a:pt x="565" y="5710"/>
                </a:lnTo>
                <a:lnTo>
                  <a:pt x="568" y="5704"/>
                </a:lnTo>
                <a:lnTo>
                  <a:pt x="572" y="5694"/>
                </a:lnTo>
                <a:lnTo>
                  <a:pt x="567" y="5672"/>
                </a:lnTo>
                <a:lnTo>
                  <a:pt x="560" y="5661"/>
                </a:lnTo>
                <a:lnTo>
                  <a:pt x="550" y="5648"/>
                </a:lnTo>
                <a:lnTo>
                  <a:pt x="550" y="5639"/>
                </a:lnTo>
                <a:lnTo>
                  <a:pt x="558" y="5636"/>
                </a:lnTo>
                <a:lnTo>
                  <a:pt x="565" y="5636"/>
                </a:lnTo>
                <a:lnTo>
                  <a:pt x="576" y="5637"/>
                </a:lnTo>
                <a:lnTo>
                  <a:pt x="595" y="5645"/>
                </a:lnTo>
                <a:lnTo>
                  <a:pt x="600" y="5651"/>
                </a:lnTo>
                <a:close/>
                <a:moveTo>
                  <a:pt x="796" y="5797"/>
                </a:moveTo>
                <a:lnTo>
                  <a:pt x="795" y="5806"/>
                </a:lnTo>
                <a:lnTo>
                  <a:pt x="787" y="5820"/>
                </a:lnTo>
                <a:lnTo>
                  <a:pt x="780" y="5822"/>
                </a:lnTo>
                <a:lnTo>
                  <a:pt x="773" y="5820"/>
                </a:lnTo>
                <a:lnTo>
                  <a:pt x="764" y="5806"/>
                </a:lnTo>
                <a:lnTo>
                  <a:pt x="763" y="5797"/>
                </a:lnTo>
                <a:lnTo>
                  <a:pt x="764" y="5787"/>
                </a:lnTo>
                <a:lnTo>
                  <a:pt x="773" y="5772"/>
                </a:lnTo>
                <a:lnTo>
                  <a:pt x="780" y="5771"/>
                </a:lnTo>
                <a:lnTo>
                  <a:pt x="787" y="5772"/>
                </a:lnTo>
                <a:lnTo>
                  <a:pt x="795" y="5787"/>
                </a:lnTo>
                <a:lnTo>
                  <a:pt x="796" y="5797"/>
                </a:lnTo>
                <a:close/>
                <a:moveTo>
                  <a:pt x="712" y="5848"/>
                </a:moveTo>
                <a:lnTo>
                  <a:pt x="710" y="5851"/>
                </a:lnTo>
                <a:lnTo>
                  <a:pt x="687" y="5855"/>
                </a:lnTo>
                <a:lnTo>
                  <a:pt x="669" y="5855"/>
                </a:lnTo>
                <a:lnTo>
                  <a:pt x="652" y="5854"/>
                </a:lnTo>
                <a:lnTo>
                  <a:pt x="630" y="5846"/>
                </a:lnTo>
                <a:lnTo>
                  <a:pt x="628" y="5840"/>
                </a:lnTo>
                <a:lnTo>
                  <a:pt x="630" y="5835"/>
                </a:lnTo>
                <a:lnTo>
                  <a:pt x="652" y="5832"/>
                </a:lnTo>
                <a:lnTo>
                  <a:pt x="669" y="5835"/>
                </a:lnTo>
                <a:lnTo>
                  <a:pt x="687" y="5838"/>
                </a:lnTo>
                <a:lnTo>
                  <a:pt x="710" y="5845"/>
                </a:lnTo>
                <a:lnTo>
                  <a:pt x="712" y="5848"/>
                </a:lnTo>
                <a:close/>
                <a:moveTo>
                  <a:pt x="1852" y="5923"/>
                </a:moveTo>
                <a:lnTo>
                  <a:pt x="1855" y="5929"/>
                </a:lnTo>
                <a:lnTo>
                  <a:pt x="1851" y="5938"/>
                </a:lnTo>
                <a:lnTo>
                  <a:pt x="1845" y="5939"/>
                </a:lnTo>
                <a:lnTo>
                  <a:pt x="1838" y="5938"/>
                </a:lnTo>
                <a:lnTo>
                  <a:pt x="1828" y="5929"/>
                </a:lnTo>
                <a:lnTo>
                  <a:pt x="1827" y="5923"/>
                </a:lnTo>
                <a:lnTo>
                  <a:pt x="1827" y="5916"/>
                </a:lnTo>
                <a:lnTo>
                  <a:pt x="1831" y="5907"/>
                </a:lnTo>
                <a:lnTo>
                  <a:pt x="1834" y="5906"/>
                </a:lnTo>
                <a:lnTo>
                  <a:pt x="1838" y="5907"/>
                </a:lnTo>
                <a:lnTo>
                  <a:pt x="1848" y="5916"/>
                </a:lnTo>
                <a:lnTo>
                  <a:pt x="1852" y="5923"/>
                </a:lnTo>
                <a:close/>
                <a:moveTo>
                  <a:pt x="1810" y="5990"/>
                </a:moveTo>
                <a:lnTo>
                  <a:pt x="1808" y="5997"/>
                </a:lnTo>
                <a:lnTo>
                  <a:pt x="1787" y="6005"/>
                </a:lnTo>
                <a:lnTo>
                  <a:pt x="1773" y="6005"/>
                </a:lnTo>
                <a:lnTo>
                  <a:pt x="1750" y="6005"/>
                </a:lnTo>
                <a:lnTo>
                  <a:pt x="1748" y="5999"/>
                </a:lnTo>
                <a:lnTo>
                  <a:pt x="1768" y="5990"/>
                </a:lnTo>
                <a:lnTo>
                  <a:pt x="1794" y="5979"/>
                </a:lnTo>
                <a:lnTo>
                  <a:pt x="1807" y="5975"/>
                </a:lnTo>
                <a:lnTo>
                  <a:pt x="1809" y="5977"/>
                </a:lnTo>
                <a:lnTo>
                  <a:pt x="1810" y="5990"/>
                </a:lnTo>
                <a:close/>
                <a:moveTo>
                  <a:pt x="1743" y="6083"/>
                </a:moveTo>
                <a:lnTo>
                  <a:pt x="1740" y="6094"/>
                </a:lnTo>
                <a:lnTo>
                  <a:pt x="1716" y="6126"/>
                </a:lnTo>
                <a:lnTo>
                  <a:pt x="1684" y="6156"/>
                </a:lnTo>
                <a:lnTo>
                  <a:pt x="1662" y="6170"/>
                </a:lnTo>
                <a:lnTo>
                  <a:pt x="1650" y="6172"/>
                </a:lnTo>
                <a:lnTo>
                  <a:pt x="1647" y="6171"/>
                </a:lnTo>
                <a:lnTo>
                  <a:pt x="1644" y="6165"/>
                </a:lnTo>
                <a:lnTo>
                  <a:pt x="1645" y="6141"/>
                </a:lnTo>
                <a:lnTo>
                  <a:pt x="1649" y="6127"/>
                </a:lnTo>
                <a:lnTo>
                  <a:pt x="1652" y="6119"/>
                </a:lnTo>
                <a:lnTo>
                  <a:pt x="1660" y="6108"/>
                </a:lnTo>
                <a:lnTo>
                  <a:pt x="1669" y="6101"/>
                </a:lnTo>
                <a:lnTo>
                  <a:pt x="1681" y="6101"/>
                </a:lnTo>
                <a:lnTo>
                  <a:pt x="1688" y="6103"/>
                </a:lnTo>
                <a:lnTo>
                  <a:pt x="1703" y="6110"/>
                </a:lnTo>
                <a:lnTo>
                  <a:pt x="1707" y="6103"/>
                </a:lnTo>
                <a:lnTo>
                  <a:pt x="1697" y="6090"/>
                </a:lnTo>
                <a:lnTo>
                  <a:pt x="1691" y="6083"/>
                </a:lnTo>
                <a:lnTo>
                  <a:pt x="1686" y="6073"/>
                </a:lnTo>
                <a:lnTo>
                  <a:pt x="1693" y="6065"/>
                </a:lnTo>
                <a:lnTo>
                  <a:pt x="1710" y="6065"/>
                </a:lnTo>
                <a:lnTo>
                  <a:pt x="1722" y="6066"/>
                </a:lnTo>
                <a:lnTo>
                  <a:pt x="1741" y="6076"/>
                </a:lnTo>
                <a:lnTo>
                  <a:pt x="1743" y="608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94" name="Freeform 1239">
            <a:extLst>
              <a:ext uri="{FF2B5EF4-FFF2-40B4-BE49-F238E27FC236}">
                <a16:creationId xmlns:a16="http://schemas.microsoft.com/office/drawing/2014/main" id="{3A27F3EE-8575-49C3-9EC8-B79D5EDB80C9}"/>
              </a:ext>
            </a:extLst>
          </p:cNvPr>
          <p:cNvSpPr>
            <a:spLocks noEditPoints="1"/>
          </p:cNvSpPr>
          <p:nvPr/>
        </p:nvSpPr>
        <p:spPr bwMode="auto">
          <a:xfrm>
            <a:off x="3173329" y="5145934"/>
            <a:ext cx="1663700" cy="552450"/>
          </a:xfrm>
          <a:custGeom>
            <a:avLst/>
            <a:gdLst>
              <a:gd name="T0" fmla="*/ 4018 w 7334"/>
              <a:gd name="T1" fmla="*/ 36 h 2441"/>
              <a:gd name="T2" fmla="*/ 3178 w 7334"/>
              <a:gd name="T3" fmla="*/ 103 h 2441"/>
              <a:gd name="T4" fmla="*/ 2218 w 7334"/>
              <a:gd name="T5" fmla="*/ 123 h 2441"/>
              <a:gd name="T6" fmla="*/ 1845 w 7334"/>
              <a:gd name="T7" fmla="*/ 237 h 2441"/>
              <a:gd name="T8" fmla="*/ 2580 w 7334"/>
              <a:gd name="T9" fmla="*/ 265 h 2441"/>
              <a:gd name="T10" fmla="*/ 3517 w 7334"/>
              <a:gd name="T11" fmla="*/ 286 h 2441"/>
              <a:gd name="T12" fmla="*/ 3862 w 7334"/>
              <a:gd name="T13" fmla="*/ 390 h 2441"/>
              <a:gd name="T14" fmla="*/ 3561 w 7334"/>
              <a:gd name="T15" fmla="*/ 442 h 2441"/>
              <a:gd name="T16" fmla="*/ 3289 w 7334"/>
              <a:gd name="T17" fmla="*/ 443 h 2441"/>
              <a:gd name="T18" fmla="*/ 2888 w 7334"/>
              <a:gd name="T19" fmla="*/ 505 h 2441"/>
              <a:gd name="T20" fmla="*/ 2006 w 7334"/>
              <a:gd name="T21" fmla="*/ 552 h 2441"/>
              <a:gd name="T22" fmla="*/ 1204 w 7334"/>
              <a:gd name="T23" fmla="*/ 621 h 2441"/>
              <a:gd name="T24" fmla="*/ 528 w 7334"/>
              <a:gd name="T25" fmla="*/ 825 h 2441"/>
              <a:gd name="T26" fmla="*/ 559 w 7334"/>
              <a:gd name="T27" fmla="*/ 1100 h 2441"/>
              <a:gd name="T28" fmla="*/ 7 w 7334"/>
              <a:gd name="T29" fmla="*/ 1274 h 2441"/>
              <a:gd name="T30" fmla="*/ 478 w 7334"/>
              <a:gd name="T31" fmla="*/ 1712 h 2441"/>
              <a:gd name="T32" fmla="*/ 1076 w 7334"/>
              <a:gd name="T33" fmla="*/ 1800 h 2441"/>
              <a:gd name="T34" fmla="*/ 806 w 7334"/>
              <a:gd name="T35" fmla="*/ 1939 h 2441"/>
              <a:gd name="T36" fmla="*/ 862 w 7334"/>
              <a:gd name="T37" fmla="*/ 2053 h 2441"/>
              <a:gd name="T38" fmla="*/ 1701 w 7334"/>
              <a:gd name="T39" fmla="*/ 2149 h 2441"/>
              <a:gd name="T40" fmla="*/ 2285 w 7334"/>
              <a:gd name="T41" fmla="*/ 2220 h 2441"/>
              <a:gd name="T42" fmla="*/ 3578 w 7334"/>
              <a:gd name="T43" fmla="*/ 2357 h 2441"/>
              <a:gd name="T44" fmla="*/ 4246 w 7334"/>
              <a:gd name="T45" fmla="*/ 2352 h 2441"/>
              <a:gd name="T46" fmla="*/ 4265 w 7334"/>
              <a:gd name="T47" fmla="*/ 2023 h 2441"/>
              <a:gd name="T48" fmla="*/ 4528 w 7334"/>
              <a:gd name="T49" fmla="*/ 1960 h 2441"/>
              <a:gd name="T50" fmla="*/ 5185 w 7334"/>
              <a:gd name="T51" fmla="*/ 1979 h 2441"/>
              <a:gd name="T52" fmla="*/ 5468 w 7334"/>
              <a:gd name="T53" fmla="*/ 1873 h 2441"/>
              <a:gd name="T54" fmla="*/ 6054 w 7334"/>
              <a:gd name="T55" fmla="*/ 1951 h 2441"/>
              <a:gd name="T56" fmla="*/ 6803 w 7334"/>
              <a:gd name="T57" fmla="*/ 1852 h 2441"/>
              <a:gd name="T58" fmla="*/ 7216 w 7334"/>
              <a:gd name="T59" fmla="*/ 1451 h 2441"/>
              <a:gd name="T60" fmla="*/ 7160 w 7334"/>
              <a:gd name="T61" fmla="*/ 1083 h 2441"/>
              <a:gd name="T62" fmla="*/ 6412 w 7334"/>
              <a:gd name="T63" fmla="*/ 1018 h 2441"/>
              <a:gd name="T64" fmla="*/ 5889 w 7334"/>
              <a:gd name="T65" fmla="*/ 634 h 2441"/>
              <a:gd name="T66" fmla="*/ 5452 w 7334"/>
              <a:gd name="T67" fmla="*/ 446 h 2441"/>
              <a:gd name="T68" fmla="*/ 5248 w 7334"/>
              <a:gd name="T69" fmla="*/ 202 h 2441"/>
              <a:gd name="T70" fmla="*/ 5059 w 7334"/>
              <a:gd name="T71" fmla="*/ 31 h 2441"/>
              <a:gd name="T72" fmla="*/ 4532 w 7334"/>
              <a:gd name="T73" fmla="*/ 12 h 2441"/>
              <a:gd name="T74" fmla="*/ 3617 w 7334"/>
              <a:gd name="T75" fmla="*/ 283 h 2441"/>
              <a:gd name="T76" fmla="*/ 4177 w 7334"/>
              <a:gd name="T77" fmla="*/ 446 h 2441"/>
              <a:gd name="T78" fmla="*/ 4316 w 7334"/>
              <a:gd name="T79" fmla="*/ 277 h 2441"/>
              <a:gd name="T80" fmla="*/ 4936 w 7334"/>
              <a:gd name="T81" fmla="*/ 353 h 2441"/>
              <a:gd name="T82" fmla="*/ 4335 w 7334"/>
              <a:gd name="T83" fmla="*/ 339 h 2441"/>
              <a:gd name="T84" fmla="*/ 3796 w 7334"/>
              <a:gd name="T85" fmla="*/ 450 h 2441"/>
              <a:gd name="T86" fmla="*/ 5704 w 7334"/>
              <a:gd name="T87" fmla="*/ 557 h 2441"/>
              <a:gd name="T88" fmla="*/ 6099 w 7334"/>
              <a:gd name="T89" fmla="*/ 803 h 2441"/>
              <a:gd name="T90" fmla="*/ 6178 w 7334"/>
              <a:gd name="T91" fmla="*/ 993 h 2441"/>
              <a:gd name="T92" fmla="*/ 316 w 7334"/>
              <a:gd name="T93" fmla="*/ 1293 h 2441"/>
              <a:gd name="T94" fmla="*/ 6331 w 7334"/>
              <a:gd name="T95" fmla="*/ 1435 h 2441"/>
              <a:gd name="T96" fmla="*/ 282 w 7334"/>
              <a:gd name="T97" fmla="*/ 1516 h 2441"/>
              <a:gd name="T98" fmla="*/ 7177 w 7334"/>
              <a:gd name="T99" fmla="*/ 1602 h 2441"/>
              <a:gd name="T100" fmla="*/ 1294 w 7334"/>
              <a:gd name="T101" fmla="*/ 1945 h 2441"/>
              <a:gd name="T102" fmla="*/ 1447 w 7334"/>
              <a:gd name="T103" fmla="*/ 1871 h 2441"/>
              <a:gd name="T104" fmla="*/ 4907 w 7334"/>
              <a:gd name="T105" fmla="*/ 1846 h 2441"/>
              <a:gd name="T106" fmla="*/ 3956 w 7334"/>
              <a:gd name="T107" fmla="*/ 1878 h 2441"/>
              <a:gd name="T108" fmla="*/ 1556 w 7334"/>
              <a:gd name="T109" fmla="*/ 1974 h 2441"/>
              <a:gd name="T110" fmla="*/ 2605 w 7334"/>
              <a:gd name="T111" fmla="*/ 1921 h 2441"/>
              <a:gd name="T112" fmla="*/ 4402 w 7334"/>
              <a:gd name="T113" fmla="*/ 1940 h 2441"/>
              <a:gd name="T114" fmla="*/ 4023 w 7334"/>
              <a:gd name="T115" fmla="*/ 1973 h 2441"/>
              <a:gd name="T116" fmla="*/ 2165 w 7334"/>
              <a:gd name="T117" fmla="*/ 2051 h 2441"/>
              <a:gd name="T118" fmla="*/ 4055 w 7334"/>
              <a:gd name="T119" fmla="*/ 2099 h 2441"/>
              <a:gd name="T120" fmla="*/ 3884 w 7334"/>
              <a:gd name="T121" fmla="*/ 2168 h 2441"/>
              <a:gd name="T122" fmla="*/ 2512 w 7334"/>
              <a:gd name="T123" fmla="*/ 2270 h 2441"/>
              <a:gd name="T124" fmla="*/ 3335 w 7334"/>
              <a:gd name="T125" fmla="*/ 2271 h 24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7334" h="2441">
                <a:moveTo>
                  <a:pt x="4530" y="15"/>
                </a:moveTo>
                <a:lnTo>
                  <a:pt x="4528" y="18"/>
                </a:lnTo>
                <a:lnTo>
                  <a:pt x="4530" y="24"/>
                </a:lnTo>
                <a:lnTo>
                  <a:pt x="4543" y="34"/>
                </a:lnTo>
                <a:lnTo>
                  <a:pt x="4556" y="40"/>
                </a:lnTo>
                <a:lnTo>
                  <a:pt x="4569" y="44"/>
                </a:lnTo>
                <a:lnTo>
                  <a:pt x="4587" y="58"/>
                </a:lnTo>
                <a:lnTo>
                  <a:pt x="4589" y="66"/>
                </a:lnTo>
                <a:lnTo>
                  <a:pt x="4588" y="69"/>
                </a:lnTo>
                <a:lnTo>
                  <a:pt x="4582" y="72"/>
                </a:lnTo>
                <a:lnTo>
                  <a:pt x="4566" y="73"/>
                </a:lnTo>
                <a:lnTo>
                  <a:pt x="4535" y="64"/>
                </a:lnTo>
                <a:lnTo>
                  <a:pt x="4509" y="50"/>
                </a:lnTo>
                <a:lnTo>
                  <a:pt x="4501" y="41"/>
                </a:lnTo>
                <a:lnTo>
                  <a:pt x="4495" y="33"/>
                </a:lnTo>
                <a:lnTo>
                  <a:pt x="4489" y="34"/>
                </a:lnTo>
                <a:lnTo>
                  <a:pt x="4488" y="43"/>
                </a:lnTo>
                <a:lnTo>
                  <a:pt x="4487" y="52"/>
                </a:lnTo>
                <a:lnTo>
                  <a:pt x="4478" y="63"/>
                </a:lnTo>
                <a:lnTo>
                  <a:pt x="4471" y="66"/>
                </a:lnTo>
                <a:lnTo>
                  <a:pt x="4465" y="63"/>
                </a:lnTo>
                <a:lnTo>
                  <a:pt x="4455" y="49"/>
                </a:lnTo>
                <a:lnTo>
                  <a:pt x="4454" y="40"/>
                </a:lnTo>
                <a:lnTo>
                  <a:pt x="4453" y="34"/>
                </a:lnTo>
                <a:lnTo>
                  <a:pt x="4448" y="25"/>
                </a:lnTo>
                <a:lnTo>
                  <a:pt x="4432" y="16"/>
                </a:lnTo>
                <a:lnTo>
                  <a:pt x="4417" y="15"/>
                </a:lnTo>
                <a:lnTo>
                  <a:pt x="4399" y="15"/>
                </a:lnTo>
                <a:lnTo>
                  <a:pt x="4391" y="22"/>
                </a:lnTo>
                <a:lnTo>
                  <a:pt x="4395" y="29"/>
                </a:lnTo>
                <a:lnTo>
                  <a:pt x="4400" y="35"/>
                </a:lnTo>
                <a:lnTo>
                  <a:pt x="4409" y="44"/>
                </a:lnTo>
                <a:lnTo>
                  <a:pt x="4419" y="70"/>
                </a:lnTo>
                <a:lnTo>
                  <a:pt x="4420" y="81"/>
                </a:lnTo>
                <a:lnTo>
                  <a:pt x="4420" y="87"/>
                </a:lnTo>
                <a:lnTo>
                  <a:pt x="4418" y="94"/>
                </a:lnTo>
                <a:lnTo>
                  <a:pt x="4407" y="91"/>
                </a:lnTo>
                <a:lnTo>
                  <a:pt x="4390" y="77"/>
                </a:lnTo>
                <a:lnTo>
                  <a:pt x="4376" y="64"/>
                </a:lnTo>
                <a:lnTo>
                  <a:pt x="4348" y="49"/>
                </a:lnTo>
                <a:lnTo>
                  <a:pt x="4339" y="48"/>
                </a:lnTo>
                <a:lnTo>
                  <a:pt x="4331" y="47"/>
                </a:lnTo>
                <a:lnTo>
                  <a:pt x="4320" y="38"/>
                </a:lnTo>
                <a:lnTo>
                  <a:pt x="4319" y="31"/>
                </a:lnTo>
                <a:lnTo>
                  <a:pt x="4319" y="28"/>
                </a:lnTo>
                <a:lnTo>
                  <a:pt x="4315" y="24"/>
                </a:lnTo>
                <a:lnTo>
                  <a:pt x="4301" y="24"/>
                </a:lnTo>
                <a:lnTo>
                  <a:pt x="4277" y="32"/>
                </a:lnTo>
                <a:lnTo>
                  <a:pt x="4250" y="49"/>
                </a:lnTo>
                <a:lnTo>
                  <a:pt x="4237" y="60"/>
                </a:lnTo>
                <a:lnTo>
                  <a:pt x="4226" y="71"/>
                </a:lnTo>
                <a:lnTo>
                  <a:pt x="4207" y="81"/>
                </a:lnTo>
                <a:lnTo>
                  <a:pt x="4195" y="79"/>
                </a:lnTo>
                <a:lnTo>
                  <a:pt x="4192" y="63"/>
                </a:lnTo>
                <a:lnTo>
                  <a:pt x="4194" y="51"/>
                </a:lnTo>
                <a:lnTo>
                  <a:pt x="4196" y="43"/>
                </a:lnTo>
                <a:lnTo>
                  <a:pt x="4194" y="32"/>
                </a:lnTo>
                <a:lnTo>
                  <a:pt x="4181" y="26"/>
                </a:lnTo>
                <a:lnTo>
                  <a:pt x="4154" y="24"/>
                </a:lnTo>
                <a:lnTo>
                  <a:pt x="4135" y="25"/>
                </a:lnTo>
                <a:lnTo>
                  <a:pt x="4052" y="28"/>
                </a:lnTo>
                <a:lnTo>
                  <a:pt x="4020" y="33"/>
                </a:lnTo>
                <a:lnTo>
                  <a:pt x="4018" y="36"/>
                </a:lnTo>
                <a:lnTo>
                  <a:pt x="4026" y="43"/>
                </a:lnTo>
                <a:lnTo>
                  <a:pt x="4037" y="50"/>
                </a:lnTo>
                <a:lnTo>
                  <a:pt x="4050" y="58"/>
                </a:lnTo>
                <a:lnTo>
                  <a:pt x="4064" y="76"/>
                </a:lnTo>
                <a:lnTo>
                  <a:pt x="4062" y="90"/>
                </a:lnTo>
                <a:lnTo>
                  <a:pt x="4045" y="98"/>
                </a:lnTo>
                <a:lnTo>
                  <a:pt x="4030" y="99"/>
                </a:lnTo>
                <a:lnTo>
                  <a:pt x="4022" y="99"/>
                </a:lnTo>
                <a:lnTo>
                  <a:pt x="4007" y="94"/>
                </a:lnTo>
                <a:lnTo>
                  <a:pt x="3996" y="85"/>
                </a:lnTo>
                <a:lnTo>
                  <a:pt x="3988" y="72"/>
                </a:lnTo>
                <a:lnTo>
                  <a:pt x="3986" y="63"/>
                </a:lnTo>
                <a:lnTo>
                  <a:pt x="3983" y="52"/>
                </a:lnTo>
                <a:lnTo>
                  <a:pt x="3973" y="38"/>
                </a:lnTo>
                <a:lnTo>
                  <a:pt x="3956" y="33"/>
                </a:lnTo>
                <a:lnTo>
                  <a:pt x="3923" y="35"/>
                </a:lnTo>
                <a:lnTo>
                  <a:pt x="3900" y="38"/>
                </a:lnTo>
                <a:lnTo>
                  <a:pt x="3869" y="43"/>
                </a:lnTo>
                <a:lnTo>
                  <a:pt x="3822" y="56"/>
                </a:lnTo>
                <a:lnTo>
                  <a:pt x="3814" y="61"/>
                </a:lnTo>
                <a:lnTo>
                  <a:pt x="3805" y="74"/>
                </a:lnTo>
                <a:lnTo>
                  <a:pt x="3780" y="87"/>
                </a:lnTo>
                <a:lnTo>
                  <a:pt x="3756" y="88"/>
                </a:lnTo>
                <a:lnTo>
                  <a:pt x="3735" y="76"/>
                </a:lnTo>
                <a:lnTo>
                  <a:pt x="3728" y="66"/>
                </a:lnTo>
                <a:lnTo>
                  <a:pt x="3720" y="53"/>
                </a:lnTo>
                <a:lnTo>
                  <a:pt x="3698" y="42"/>
                </a:lnTo>
                <a:lnTo>
                  <a:pt x="3674" y="44"/>
                </a:lnTo>
                <a:lnTo>
                  <a:pt x="3650" y="59"/>
                </a:lnTo>
                <a:lnTo>
                  <a:pt x="3639" y="72"/>
                </a:lnTo>
                <a:lnTo>
                  <a:pt x="3632" y="81"/>
                </a:lnTo>
                <a:lnTo>
                  <a:pt x="3620" y="81"/>
                </a:lnTo>
                <a:lnTo>
                  <a:pt x="3614" y="74"/>
                </a:lnTo>
                <a:lnTo>
                  <a:pt x="3607" y="66"/>
                </a:lnTo>
                <a:lnTo>
                  <a:pt x="3588" y="56"/>
                </a:lnTo>
                <a:lnTo>
                  <a:pt x="3568" y="58"/>
                </a:lnTo>
                <a:lnTo>
                  <a:pt x="3549" y="72"/>
                </a:lnTo>
                <a:lnTo>
                  <a:pt x="3542" y="82"/>
                </a:lnTo>
                <a:lnTo>
                  <a:pt x="3535" y="91"/>
                </a:lnTo>
                <a:lnTo>
                  <a:pt x="3521" y="98"/>
                </a:lnTo>
                <a:lnTo>
                  <a:pt x="3515" y="94"/>
                </a:lnTo>
                <a:lnTo>
                  <a:pt x="3509" y="90"/>
                </a:lnTo>
                <a:lnTo>
                  <a:pt x="3489" y="94"/>
                </a:lnTo>
                <a:lnTo>
                  <a:pt x="3479" y="101"/>
                </a:lnTo>
                <a:lnTo>
                  <a:pt x="3468" y="110"/>
                </a:lnTo>
                <a:lnTo>
                  <a:pt x="3458" y="107"/>
                </a:lnTo>
                <a:lnTo>
                  <a:pt x="3457" y="96"/>
                </a:lnTo>
                <a:lnTo>
                  <a:pt x="3457" y="90"/>
                </a:lnTo>
                <a:lnTo>
                  <a:pt x="3451" y="82"/>
                </a:lnTo>
                <a:lnTo>
                  <a:pt x="3428" y="76"/>
                </a:lnTo>
                <a:lnTo>
                  <a:pt x="3398" y="79"/>
                </a:lnTo>
                <a:lnTo>
                  <a:pt x="3373" y="83"/>
                </a:lnTo>
                <a:lnTo>
                  <a:pt x="3352" y="93"/>
                </a:lnTo>
                <a:lnTo>
                  <a:pt x="3349" y="101"/>
                </a:lnTo>
                <a:lnTo>
                  <a:pt x="3351" y="106"/>
                </a:lnTo>
                <a:lnTo>
                  <a:pt x="3353" y="109"/>
                </a:lnTo>
                <a:lnTo>
                  <a:pt x="3349" y="109"/>
                </a:lnTo>
                <a:lnTo>
                  <a:pt x="3333" y="99"/>
                </a:lnTo>
                <a:lnTo>
                  <a:pt x="3317" y="84"/>
                </a:lnTo>
                <a:lnTo>
                  <a:pt x="3272" y="41"/>
                </a:lnTo>
                <a:lnTo>
                  <a:pt x="3221" y="79"/>
                </a:lnTo>
                <a:lnTo>
                  <a:pt x="3201" y="94"/>
                </a:lnTo>
                <a:lnTo>
                  <a:pt x="3178" y="103"/>
                </a:lnTo>
                <a:lnTo>
                  <a:pt x="3171" y="103"/>
                </a:lnTo>
                <a:lnTo>
                  <a:pt x="3170" y="101"/>
                </a:lnTo>
                <a:lnTo>
                  <a:pt x="3169" y="97"/>
                </a:lnTo>
                <a:lnTo>
                  <a:pt x="3159" y="93"/>
                </a:lnTo>
                <a:lnTo>
                  <a:pt x="3130" y="89"/>
                </a:lnTo>
                <a:lnTo>
                  <a:pt x="3078" y="90"/>
                </a:lnTo>
                <a:lnTo>
                  <a:pt x="3033" y="98"/>
                </a:lnTo>
                <a:lnTo>
                  <a:pt x="3023" y="104"/>
                </a:lnTo>
                <a:lnTo>
                  <a:pt x="3013" y="113"/>
                </a:lnTo>
                <a:lnTo>
                  <a:pt x="2993" y="119"/>
                </a:lnTo>
                <a:lnTo>
                  <a:pt x="2978" y="111"/>
                </a:lnTo>
                <a:lnTo>
                  <a:pt x="2971" y="91"/>
                </a:lnTo>
                <a:lnTo>
                  <a:pt x="2973" y="77"/>
                </a:lnTo>
                <a:lnTo>
                  <a:pt x="2983" y="40"/>
                </a:lnTo>
                <a:lnTo>
                  <a:pt x="2952" y="77"/>
                </a:lnTo>
                <a:lnTo>
                  <a:pt x="2940" y="91"/>
                </a:lnTo>
                <a:lnTo>
                  <a:pt x="2911" y="110"/>
                </a:lnTo>
                <a:lnTo>
                  <a:pt x="2879" y="119"/>
                </a:lnTo>
                <a:lnTo>
                  <a:pt x="2849" y="117"/>
                </a:lnTo>
                <a:lnTo>
                  <a:pt x="2836" y="111"/>
                </a:lnTo>
                <a:lnTo>
                  <a:pt x="2823" y="104"/>
                </a:lnTo>
                <a:lnTo>
                  <a:pt x="2784" y="96"/>
                </a:lnTo>
                <a:lnTo>
                  <a:pt x="2740" y="96"/>
                </a:lnTo>
                <a:lnTo>
                  <a:pt x="2708" y="103"/>
                </a:lnTo>
                <a:lnTo>
                  <a:pt x="2701" y="109"/>
                </a:lnTo>
                <a:lnTo>
                  <a:pt x="2697" y="113"/>
                </a:lnTo>
                <a:lnTo>
                  <a:pt x="2679" y="120"/>
                </a:lnTo>
                <a:lnTo>
                  <a:pt x="2640" y="127"/>
                </a:lnTo>
                <a:lnTo>
                  <a:pt x="2578" y="129"/>
                </a:lnTo>
                <a:lnTo>
                  <a:pt x="2540" y="125"/>
                </a:lnTo>
                <a:lnTo>
                  <a:pt x="2524" y="120"/>
                </a:lnTo>
                <a:lnTo>
                  <a:pt x="2520" y="116"/>
                </a:lnTo>
                <a:lnTo>
                  <a:pt x="2515" y="109"/>
                </a:lnTo>
                <a:lnTo>
                  <a:pt x="2500" y="105"/>
                </a:lnTo>
                <a:lnTo>
                  <a:pt x="2493" y="107"/>
                </a:lnTo>
                <a:lnTo>
                  <a:pt x="2487" y="110"/>
                </a:lnTo>
                <a:lnTo>
                  <a:pt x="2485" y="101"/>
                </a:lnTo>
                <a:lnTo>
                  <a:pt x="2488" y="92"/>
                </a:lnTo>
                <a:lnTo>
                  <a:pt x="2491" y="81"/>
                </a:lnTo>
                <a:lnTo>
                  <a:pt x="2492" y="69"/>
                </a:lnTo>
                <a:lnTo>
                  <a:pt x="2481" y="67"/>
                </a:lnTo>
                <a:lnTo>
                  <a:pt x="2456" y="77"/>
                </a:lnTo>
                <a:lnTo>
                  <a:pt x="2435" y="86"/>
                </a:lnTo>
                <a:lnTo>
                  <a:pt x="2418" y="94"/>
                </a:lnTo>
                <a:lnTo>
                  <a:pt x="2396" y="117"/>
                </a:lnTo>
                <a:lnTo>
                  <a:pt x="2393" y="127"/>
                </a:lnTo>
                <a:lnTo>
                  <a:pt x="2393" y="133"/>
                </a:lnTo>
                <a:lnTo>
                  <a:pt x="2387" y="141"/>
                </a:lnTo>
                <a:lnTo>
                  <a:pt x="2364" y="144"/>
                </a:lnTo>
                <a:lnTo>
                  <a:pt x="2336" y="141"/>
                </a:lnTo>
                <a:lnTo>
                  <a:pt x="2311" y="137"/>
                </a:lnTo>
                <a:lnTo>
                  <a:pt x="2283" y="139"/>
                </a:lnTo>
                <a:lnTo>
                  <a:pt x="2270" y="144"/>
                </a:lnTo>
                <a:lnTo>
                  <a:pt x="2266" y="148"/>
                </a:lnTo>
                <a:lnTo>
                  <a:pt x="2262" y="155"/>
                </a:lnTo>
                <a:lnTo>
                  <a:pt x="2247" y="160"/>
                </a:lnTo>
                <a:lnTo>
                  <a:pt x="2240" y="157"/>
                </a:lnTo>
                <a:lnTo>
                  <a:pt x="2234" y="152"/>
                </a:lnTo>
                <a:lnTo>
                  <a:pt x="2230" y="139"/>
                </a:lnTo>
                <a:lnTo>
                  <a:pt x="2231" y="134"/>
                </a:lnTo>
                <a:lnTo>
                  <a:pt x="2233" y="132"/>
                </a:lnTo>
                <a:lnTo>
                  <a:pt x="2231" y="128"/>
                </a:lnTo>
                <a:lnTo>
                  <a:pt x="2218" y="123"/>
                </a:lnTo>
                <a:lnTo>
                  <a:pt x="2205" y="122"/>
                </a:lnTo>
                <a:lnTo>
                  <a:pt x="2197" y="123"/>
                </a:lnTo>
                <a:lnTo>
                  <a:pt x="2185" y="126"/>
                </a:lnTo>
                <a:lnTo>
                  <a:pt x="2179" y="133"/>
                </a:lnTo>
                <a:lnTo>
                  <a:pt x="2177" y="145"/>
                </a:lnTo>
                <a:lnTo>
                  <a:pt x="2179" y="153"/>
                </a:lnTo>
                <a:lnTo>
                  <a:pt x="2181" y="166"/>
                </a:lnTo>
                <a:lnTo>
                  <a:pt x="2177" y="181"/>
                </a:lnTo>
                <a:lnTo>
                  <a:pt x="2166" y="182"/>
                </a:lnTo>
                <a:lnTo>
                  <a:pt x="2152" y="170"/>
                </a:lnTo>
                <a:lnTo>
                  <a:pt x="2147" y="158"/>
                </a:lnTo>
                <a:lnTo>
                  <a:pt x="2143" y="153"/>
                </a:lnTo>
                <a:lnTo>
                  <a:pt x="2135" y="145"/>
                </a:lnTo>
                <a:lnTo>
                  <a:pt x="2117" y="140"/>
                </a:lnTo>
                <a:lnTo>
                  <a:pt x="2089" y="145"/>
                </a:lnTo>
                <a:lnTo>
                  <a:pt x="2061" y="162"/>
                </a:lnTo>
                <a:lnTo>
                  <a:pt x="2052" y="173"/>
                </a:lnTo>
                <a:lnTo>
                  <a:pt x="2048" y="178"/>
                </a:lnTo>
                <a:lnTo>
                  <a:pt x="2040" y="183"/>
                </a:lnTo>
                <a:lnTo>
                  <a:pt x="2022" y="180"/>
                </a:lnTo>
                <a:lnTo>
                  <a:pt x="2005" y="170"/>
                </a:lnTo>
                <a:lnTo>
                  <a:pt x="1989" y="162"/>
                </a:lnTo>
                <a:lnTo>
                  <a:pt x="1961" y="152"/>
                </a:lnTo>
                <a:lnTo>
                  <a:pt x="1937" y="151"/>
                </a:lnTo>
                <a:lnTo>
                  <a:pt x="1922" y="158"/>
                </a:lnTo>
                <a:lnTo>
                  <a:pt x="1920" y="165"/>
                </a:lnTo>
                <a:lnTo>
                  <a:pt x="1919" y="168"/>
                </a:lnTo>
                <a:lnTo>
                  <a:pt x="1914" y="172"/>
                </a:lnTo>
                <a:lnTo>
                  <a:pt x="1899" y="173"/>
                </a:lnTo>
                <a:lnTo>
                  <a:pt x="1873" y="167"/>
                </a:lnTo>
                <a:lnTo>
                  <a:pt x="1850" y="156"/>
                </a:lnTo>
                <a:lnTo>
                  <a:pt x="1842" y="148"/>
                </a:lnTo>
                <a:lnTo>
                  <a:pt x="1841" y="144"/>
                </a:lnTo>
                <a:lnTo>
                  <a:pt x="1842" y="141"/>
                </a:lnTo>
                <a:lnTo>
                  <a:pt x="1853" y="140"/>
                </a:lnTo>
                <a:lnTo>
                  <a:pt x="1865" y="144"/>
                </a:lnTo>
                <a:lnTo>
                  <a:pt x="1879" y="150"/>
                </a:lnTo>
                <a:lnTo>
                  <a:pt x="1884" y="143"/>
                </a:lnTo>
                <a:lnTo>
                  <a:pt x="1875" y="132"/>
                </a:lnTo>
                <a:lnTo>
                  <a:pt x="1866" y="124"/>
                </a:lnTo>
                <a:lnTo>
                  <a:pt x="1847" y="120"/>
                </a:lnTo>
                <a:lnTo>
                  <a:pt x="1830" y="129"/>
                </a:lnTo>
                <a:lnTo>
                  <a:pt x="1820" y="152"/>
                </a:lnTo>
                <a:lnTo>
                  <a:pt x="1819" y="167"/>
                </a:lnTo>
                <a:lnTo>
                  <a:pt x="1818" y="176"/>
                </a:lnTo>
                <a:lnTo>
                  <a:pt x="1815" y="188"/>
                </a:lnTo>
                <a:lnTo>
                  <a:pt x="1805" y="191"/>
                </a:lnTo>
                <a:lnTo>
                  <a:pt x="1788" y="187"/>
                </a:lnTo>
                <a:lnTo>
                  <a:pt x="1775" y="182"/>
                </a:lnTo>
                <a:lnTo>
                  <a:pt x="1753" y="175"/>
                </a:lnTo>
                <a:lnTo>
                  <a:pt x="1726" y="173"/>
                </a:lnTo>
                <a:lnTo>
                  <a:pt x="1719" y="183"/>
                </a:lnTo>
                <a:lnTo>
                  <a:pt x="1732" y="203"/>
                </a:lnTo>
                <a:lnTo>
                  <a:pt x="1748" y="217"/>
                </a:lnTo>
                <a:lnTo>
                  <a:pt x="1763" y="232"/>
                </a:lnTo>
                <a:lnTo>
                  <a:pt x="1785" y="256"/>
                </a:lnTo>
                <a:lnTo>
                  <a:pt x="1787" y="263"/>
                </a:lnTo>
                <a:lnTo>
                  <a:pt x="1789" y="269"/>
                </a:lnTo>
                <a:lnTo>
                  <a:pt x="1800" y="272"/>
                </a:lnTo>
                <a:lnTo>
                  <a:pt x="1816" y="267"/>
                </a:lnTo>
                <a:lnTo>
                  <a:pt x="1832" y="254"/>
                </a:lnTo>
                <a:lnTo>
                  <a:pt x="1839" y="246"/>
                </a:lnTo>
                <a:lnTo>
                  <a:pt x="1845" y="237"/>
                </a:lnTo>
                <a:lnTo>
                  <a:pt x="1853" y="237"/>
                </a:lnTo>
                <a:lnTo>
                  <a:pt x="1853" y="246"/>
                </a:lnTo>
                <a:lnTo>
                  <a:pt x="1854" y="251"/>
                </a:lnTo>
                <a:lnTo>
                  <a:pt x="1865" y="259"/>
                </a:lnTo>
                <a:lnTo>
                  <a:pt x="1900" y="266"/>
                </a:lnTo>
                <a:lnTo>
                  <a:pt x="1942" y="266"/>
                </a:lnTo>
                <a:lnTo>
                  <a:pt x="2016" y="265"/>
                </a:lnTo>
                <a:lnTo>
                  <a:pt x="2055" y="269"/>
                </a:lnTo>
                <a:lnTo>
                  <a:pt x="2065" y="270"/>
                </a:lnTo>
                <a:lnTo>
                  <a:pt x="2079" y="260"/>
                </a:lnTo>
                <a:lnTo>
                  <a:pt x="2081" y="251"/>
                </a:lnTo>
                <a:lnTo>
                  <a:pt x="2082" y="239"/>
                </a:lnTo>
                <a:lnTo>
                  <a:pt x="2097" y="226"/>
                </a:lnTo>
                <a:lnTo>
                  <a:pt x="2121" y="228"/>
                </a:lnTo>
                <a:lnTo>
                  <a:pt x="2154" y="244"/>
                </a:lnTo>
                <a:lnTo>
                  <a:pt x="2170" y="258"/>
                </a:lnTo>
                <a:lnTo>
                  <a:pt x="2191" y="275"/>
                </a:lnTo>
                <a:lnTo>
                  <a:pt x="2204" y="279"/>
                </a:lnTo>
                <a:lnTo>
                  <a:pt x="2207" y="271"/>
                </a:lnTo>
                <a:lnTo>
                  <a:pt x="2207" y="263"/>
                </a:lnTo>
                <a:lnTo>
                  <a:pt x="2207" y="257"/>
                </a:lnTo>
                <a:lnTo>
                  <a:pt x="2211" y="249"/>
                </a:lnTo>
                <a:lnTo>
                  <a:pt x="2224" y="244"/>
                </a:lnTo>
                <a:lnTo>
                  <a:pt x="2248" y="250"/>
                </a:lnTo>
                <a:lnTo>
                  <a:pt x="2275" y="269"/>
                </a:lnTo>
                <a:lnTo>
                  <a:pt x="2288" y="283"/>
                </a:lnTo>
                <a:lnTo>
                  <a:pt x="2301" y="297"/>
                </a:lnTo>
                <a:lnTo>
                  <a:pt x="2306" y="292"/>
                </a:lnTo>
                <a:lnTo>
                  <a:pt x="2301" y="271"/>
                </a:lnTo>
                <a:lnTo>
                  <a:pt x="2297" y="257"/>
                </a:lnTo>
                <a:lnTo>
                  <a:pt x="2299" y="239"/>
                </a:lnTo>
                <a:lnTo>
                  <a:pt x="2310" y="235"/>
                </a:lnTo>
                <a:lnTo>
                  <a:pt x="2328" y="244"/>
                </a:lnTo>
                <a:lnTo>
                  <a:pt x="2339" y="254"/>
                </a:lnTo>
                <a:lnTo>
                  <a:pt x="2349" y="264"/>
                </a:lnTo>
                <a:lnTo>
                  <a:pt x="2358" y="264"/>
                </a:lnTo>
                <a:lnTo>
                  <a:pt x="2359" y="254"/>
                </a:lnTo>
                <a:lnTo>
                  <a:pt x="2360" y="246"/>
                </a:lnTo>
                <a:lnTo>
                  <a:pt x="2370" y="235"/>
                </a:lnTo>
                <a:lnTo>
                  <a:pt x="2377" y="234"/>
                </a:lnTo>
                <a:lnTo>
                  <a:pt x="2384" y="236"/>
                </a:lnTo>
                <a:lnTo>
                  <a:pt x="2392" y="250"/>
                </a:lnTo>
                <a:lnTo>
                  <a:pt x="2393" y="259"/>
                </a:lnTo>
                <a:lnTo>
                  <a:pt x="2394" y="269"/>
                </a:lnTo>
                <a:lnTo>
                  <a:pt x="2404" y="283"/>
                </a:lnTo>
                <a:lnTo>
                  <a:pt x="2410" y="284"/>
                </a:lnTo>
                <a:lnTo>
                  <a:pt x="2417" y="283"/>
                </a:lnTo>
                <a:lnTo>
                  <a:pt x="2426" y="274"/>
                </a:lnTo>
                <a:lnTo>
                  <a:pt x="2427" y="268"/>
                </a:lnTo>
                <a:lnTo>
                  <a:pt x="2427" y="264"/>
                </a:lnTo>
                <a:lnTo>
                  <a:pt x="2435" y="259"/>
                </a:lnTo>
                <a:lnTo>
                  <a:pt x="2458" y="254"/>
                </a:lnTo>
                <a:lnTo>
                  <a:pt x="2478" y="254"/>
                </a:lnTo>
                <a:lnTo>
                  <a:pt x="2498" y="256"/>
                </a:lnTo>
                <a:lnTo>
                  <a:pt x="2526" y="266"/>
                </a:lnTo>
                <a:lnTo>
                  <a:pt x="2529" y="271"/>
                </a:lnTo>
                <a:lnTo>
                  <a:pt x="2530" y="276"/>
                </a:lnTo>
                <a:lnTo>
                  <a:pt x="2544" y="283"/>
                </a:lnTo>
                <a:lnTo>
                  <a:pt x="2554" y="284"/>
                </a:lnTo>
                <a:lnTo>
                  <a:pt x="2563" y="283"/>
                </a:lnTo>
                <a:lnTo>
                  <a:pt x="2577" y="275"/>
                </a:lnTo>
                <a:lnTo>
                  <a:pt x="2579" y="268"/>
                </a:lnTo>
                <a:lnTo>
                  <a:pt x="2580" y="265"/>
                </a:lnTo>
                <a:lnTo>
                  <a:pt x="2596" y="261"/>
                </a:lnTo>
                <a:lnTo>
                  <a:pt x="2640" y="259"/>
                </a:lnTo>
                <a:lnTo>
                  <a:pt x="2686" y="263"/>
                </a:lnTo>
                <a:lnTo>
                  <a:pt x="2741" y="266"/>
                </a:lnTo>
                <a:lnTo>
                  <a:pt x="2790" y="262"/>
                </a:lnTo>
                <a:lnTo>
                  <a:pt x="2810" y="252"/>
                </a:lnTo>
                <a:lnTo>
                  <a:pt x="2819" y="244"/>
                </a:lnTo>
                <a:lnTo>
                  <a:pt x="2828" y="236"/>
                </a:lnTo>
                <a:lnTo>
                  <a:pt x="2841" y="226"/>
                </a:lnTo>
                <a:lnTo>
                  <a:pt x="2852" y="226"/>
                </a:lnTo>
                <a:lnTo>
                  <a:pt x="2864" y="236"/>
                </a:lnTo>
                <a:lnTo>
                  <a:pt x="2873" y="244"/>
                </a:lnTo>
                <a:lnTo>
                  <a:pt x="2884" y="254"/>
                </a:lnTo>
                <a:lnTo>
                  <a:pt x="2908" y="262"/>
                </a:lnTo>
                <a:lnTo>
                  <a:pt x="2915" y="259"/>
                </a:lnTo>
                <a:lnTo>
                  <a:pt x="2922" y="257"/>
                </a:lnTo>
                <a:lnTo>
                  <a:pt x="2937" y="262"/>
                </a:lnTo>
                <a:lnTo>
                  <a:pt x="2942" y="268"/>
                </a:lnTo>
                <a:lnTo>
                  <a:pt x="2945" y="272"/>
                </a:lnTo>
                <a:lnTo>
                  <a:pt x="2953" y="276"/>
                </a:lnTo>
                <a:lnTo>
                  <a:pt x="2970" y="271"/>
                </a:lnTo>
                <a:lnTo>
                  <a:pt x="2985" y="259"/>
                </a:lnTo>
                <a:lnTo>
                  <a:pt x="2995" y="251"/>
                </a:lnTo>
                <a:lnTo>
                  <a:pt x="3008" y="242"/>
                </a:lnTo>
                <a:lnTo>
                  <a:pt x="3016" y="243"/>
                </a:lnTo>
                <a:lnTo>
                  <a:pt x="3023" y="255"/>
                </a:lnTo>
                <a:lnTo>
                  <a:pt x="3026" y="266"/>
                </a:lnTo>
                <a:lnTo>
                  <a:pt x="3031" y="281"/>
                </a:lnTo>
                <a:lnTo>
                  <a:pt x="3042" y="297"/>
                </a:lnTo>
                <a:lnTo>
                  <a:pt x="3057" y="298"/>
                </a:lnTo>
                <a:lnTo>
                  <a:pt x="3073" y="282"/>
                </a:lnTo>
                <a:lnTo>
                  <a:pt x="3082" y="268"/>
                </a:lnTo>
                <a:lnTo>
                  <a:pt x="3091" y="254"/>
                </a:lnTo>
                <a:lnTo>
                  <a:pt x="3110" y="238"/>
                </a:lnTo>
                <a:lnTo>
                  <a:pt x="3126" y="235"/>
                </a:lnTo>
                <a:lnTo>
                  <a:pt x="3136" y="247"/>
                </a:lnTo>
                <a:lnTo>
                  <a:pt x="3137" y="259"/>
                </a:lnTo>
                <a:lnTo>
                  <a:pt x="3138" y="269"/>
                </a:lnTo>
                <a:lnTo>
                  <a:pt x="3152" y="283"/>
                </a:lnTo>
                <a:lnTo>
                  <a:pt x="3162" y="284"/>
                </a:lnTo>
                <a:lnTo>
                  <a:pt x="3171" y="283"/>
                </a:lnTo>
                <a:lnTo>
                  <a:pt x="3185" y="274"/>
                </a:lnTo>
                <a:lnTo>
                  <a:pt x="3187" y="268"/>
                </a:lnTo>
                <a:lnTo>
                  <a:pt x="3187" y="264"/>
                </a:lnTo>
                <a:lnTo>
                  <a:pt x="3194" y="258"/>
                </a:lnTo>
                <a:lnTo>
                  <a:pt x="3212" y="252"/>
                </a:lnTo>
                <a:lnTo>
                  <a:pt x="3229" y="251"/>
                </a:lnTo>
                <a:lnTo>
                  <a:pt x="3246" y="252"/>
                </a:lnTo>
                <a:lnTo>
                  <a:pt x="3270" y="260"/>
                </a:lnTo>
                <a:lnTo>
                  <a:pt x="3272" y="266"/>
                </a:lnTo>
                <a:lnTo>
                  <a:pt x="3273" y="269"/>
                </a:lnTo>
                <a:lnTo>
                  <a:pt x="3282" y="273"/>
                </a:lnTo>
                <a:lnTo>
                  <a:pt x="3310" y="277"/>
                </a:lnTo>
                <a:lnTo>
                  <a:pt x="3335" y="276"/>
                </a:lnTo>
                <a:lnTo>
                  <a:pt x="3384" y="271"/>
                </a:lnTo>
                <a:lnTo>
                  <a:pt x="3398" y="268"/>
                </a:lnTo>
                <a:lnTo>
                  <a:pt x="3399" y="265"/>
                </a:lnTo>
                <a:lnTo>
                  <a:pt x="3405" y="261"/>
                </a:lnTo>
                <a:lnTo>
                  <a:pt x="3424" y="258"/>
                </a:lnTo>
                <a:lnTo>
                  <a:pt x="3458" y="261"/>
                </a:lnTo>
                <a:lnTo>
                  <a:pt x="3492" y="271"/>
                </a:lnTo>
                <a:lnTo>
                  <a:pt x="3505" y="278"/>
                </a:lnTo>
                <a:lnTo>
                  <a:pt x="3517" y="286"/>
                </a:lnTo>
                <a:lnTo>
                  <a:pt x="3532" y="293"/>
                </a:lnTo>
                <a:lnTo>
                  <a:pt x="3540" y="285"/>
                </a:lnTo>
                <a:lnTo>
                  <a:pt x="3543" y="261"/>
                </a:lnTo>
                <a:lnTo>
                  <a:pt x="3543" y="239"/>
                </a:lnTo>
                <a:lnTo>
                  <a:pt x="3545" y="198"/>
                </a:lnTo>
                <a:lnTo>
                  <a:pt x="3554" y="204"/>
                </a:lnTo>
                <a:lnTo>
                  <a:pt x="3565" y="254"/>
                </a:lnTo>
                <a:lnTo>
                  <a:pt x="3571" y="273"/>
                </a:lnTo>
                <a:lnTo>
                  <a:pt x="3590" y="296"/>
                </a:lnTo>
                <a:lnTo>
                  <a:pt x="3614" y="300"/>
                </a:lnTo>
                <a:lnTo>
                  <a:pt x="3640" y="286"/>
                </a:lnTo>
                <a:lnTo>
                  <a:pt x="3654" y="271"/>
                </a:lnTo>
                <a:lnTo>
                  <a:pt x="3664" y="259"/>
                </a:lnTo>
                <a:lnTo>
                  <a:pt x="3673" y="255"/>
                </a:lnTo>
                <a:lnTo>
                  <a:pt x="3676" y="259"/>
                </a:lnTo>
                <a:lnTo>
                  <a:pt x="3677" y="264"/>
                </a:lnTo>
                <a:lnTo>
                  <a:pt x="3678" y="272"/>
                </a:lnTo>
                <a:lnTo>
                  <a:pt x="3687" y="278"/>
                </a:lnTo>
                <a:lnTo>
                  <a:pt x="3694" y="276"/>
                </a:lnTo>
                <a:lnTo>
                  <a:pt x="3701" y="273"/>
                </a:lnTo>
                <a:lnTo>
                  <a:pt x="3709" y="276"/>
                </a:lnTo>
                <a:lnTo>
                  <a:pt x="3710" y="281"/>
                </a:lnTo>
                <a:lnTo>
                  <a:pt x="3711" y="285"/>
                </a:lnTo>
                <a:lnTo>
                  <a:pt x="3715" y="291"/>
                </a:lnTo>
                <a:lnTo>
                  <a:pt x="3729" y="295"/>
                </a:lnTo>
                <a:lnTo>
                  <a:pt x="3753" y="292"/>
                </a:lnTo>
                <a:lnTo>
                  <a:pt x="3776" y="280"/>
                </a:lnTo>
                <a:lnTo>
                  <a:pt x="3783" y="271"/>
                </a:lnTo>
                <a:lnTo>
                  <a:pt x="3791" y="261"/>
                </a:lnTo>
                <a:lnTo>
                  <a:pt x="3811" y="252"/>
                </a:lnTo>
                <a:lnTo>
                  <a:pt x="3831" y="253"/>
                </a:lnTo>
                <a:lnTo>
                  <a:pt x="3847" y="266"/>
                </a:lnTo>
                <a:lnTo>
                  <a:pt x="3852" y="276"/>
                </a:lnTo>
                <a:lnTo>
                  <a:pt x="3857" y="286"/>
                </a:lnTo>
                <a:lnTo>
                  <a:pt x="3874" y="297"/>
                </a:lnTo>
                <a:lnTo>
                  <a:pt x="3882" y="298"/>
                </a:lnTo>
                <a:lnTo>
                  <a:pt x="3886" y="297"/>
                </a:lnTo>
                <a:lnTo>
                  <a:pt x="3895" y="301"/>
                </a:lnTo>
                <a:lnTo>
                  <a:pt x="3907" y="319"/>
                </a:lnTo>
                <a:lnTo>
                  <a:pt x="3913" y="335"/>
                </a:lnTo>
                <a:lnTo>
                  <a:pt x="3918" y="354"/>
                </a:lnTo>
                <a:lnTo>
                  <a:pt x="3927" y="363"/>
                </a:lnTo>
                <a:lnTo>
                  <a:pt x="3933" y="360"/>
                </a:lnTo>
                <a:lnTo>
                  <a:pt x="3937" y="355"/>
                </a:lnTo>
                <a:lnTo>
                  <a:pt x="3945" y="348"/>
                </a:lnTo>
                <a:lnTo>
                  <a:pt x="3971" y="337"/>
                </a:lnTo>
                <a:lnTo>
                  <a:pt x="3986" y="337"/>
                </a:lnTo>
                <a:lnTo>
                  <a:pt x="4024" y="337"/>
                </a:lnTo>
                <a:lnTo>
                  <a:pt x="3986" y="352"/>
                </a:lnTo>
                <a:lnTo>
                  <a:pt x="3970" y="359"/>
                </a:lnTo>
                <a:lnTo>
                  <a:pt x="3950" y="382"/>
                </a:lnTo>
                <a:lnTo>
                  <a:pt x="3948" y="395"/>
                </a:lnTo>
                <a:lnTo>
                  <a:pt x="3947" y="406"/>
                </a:lnTo>
                <a:lnTo>
                  <a:pt x="3936" y="418"/>
                </a:lnTo>
                <a:lnTo>
                  <a:pt x="3922" y="417"/>
                </a:lnTo>
                <a:lnTo>
                  <a:pt x="3907" y="405"/>
                </a:lnTo>
                <a:lnTo>
                  <a:pt x="3902" y="393"/>
                </a:lnTo>
                <a:lnTo>
                  <a:pt x="3896" y="378"/>
                </a:lnTo>
                <a:lnTo>
                  <a:pt x="3886" y="377"/>
                </a:lnTo>
                <a:lnTo>
                  <a:pt x="3878" y="390"/>
                </a:lnTo>
                <a:lnTo>
                  <a:pt x="3871" y="401"/>
                </a:lnTo>
                <a:lnTo>
                  <a:pt x="3863" y="401"/>
                </a:lnTo>
                <a:lnTo>
                  <a:pt x="3862" y="390"/>
                </a:lnTo>
                <a:lnTo>
                  <a:pt x="3862" y="383"/>
                </a:lnTo>
                <a:lnTo>
                  <a:pt x="3859" y="377"/>
                </a:lnTo>
                <a:lnTo>
                  <a:pt x="3849" y="379"/>
                </a:lnTo>
                <a:lnTo>
                  <a:pt x="3836" y="393"/>
                </a:lnTo>
                <a:lnTo>
                  <a:pt x="3827" y="402"/>
                </a:lnTo>
                <a:lnTo>
                  <a:pt x="3807" y="415"/>
                </a:lnTo>
                <a:lnTo>
                  <a:pt x="3791" y="420"/>
                </a:lnTo>
                <a:lnTo>
                  <a:pt x="3779" y="418"/>
                </a:lnTo>
                <a:lnTo>
                  <a:pt x="3778" y="413"/>
                </a:lnTo>
                <a:lnTo>
                  <a:pt x="3781" y="397"/>
                </a:lnTo>
                <a:lnTo>
                  <a:pt x="3796" y="362"/>
                </a:lnTo>
                <a:lnTo>
                  <a:pt x="3801" y="348"/>
                </a:lnTo>
                <a:lnTo>
                  <a:pt x="3804" y="330"/>
                </a:lnTo>
                <a:lnTo>
                  <a:pt x="3796" y="321"/>
                </a:lnTo>
                <a:lnTo>
                  <a:pt x="3772" y="319"/>
                </a:lnTo>
                <a:lnTo>
                  <a:pt x="3753" y="319"/>
                </a:lnTo>
                <a:lnTo>
                  <a:pt x="3694" y="319"/>
                </a:lnTo>
                <a:lnTo>
                  <a:pt x="3728" y="352"/>
                </a:lnTo>
                <a:lnTo>
                  <a:pt x="3739" y="364"/>
                </a:lnTo>
                <a:lnTo>
                  <a:pt x="3755" y="387"/>
                </a:lnTo>
                <a:lnTo>
                  <a:pt x="3762" y="407"/>
                </a:lnTo>
                <a:lnTo>
                  <a:pt x="3758" y="419"/>
                </a:lnTo>
                <a:lnTo>
                  <a:pt x="3751" y="420"/>
                </a:lnTo>
                <a:lnTo>
                  <a:pt x="3745" y="418"/>
                </a:lnTo>
                <a:lnTo>
                  <a:pt x="3727" y="402"/>
                </a:lnTo>
                <a:lnTo>
                  <a:pt x="3718" y="390"/>
                </a:lnTo>
                <a:lnTo>
                  <a:pt x="3704" y="373"/>
                </a:lnTo>
                <a:lnTo>
                  <a:pt x="3701" y="382"/>
                </a:lnTo>
                <a:lnTo>
                  <a:pt x="3710" y="410"/>
                </a:lnTo>
                <a:lnTo>
                  <a:pt x="3718" y="430"/>
                </a:lnTo>
                <a:lnTo>
                  <a:pt x="3722" y="462"/>
                </a:lnTo>
                <a:lnTo>
                  <a:pt x="3718" y="468"/>
                </a:lnTo>
                <a:lnTo>
                  <a:pt x="3712" y="471"/>
                </a:lnTo>
                <a:lnTo>
                  <a:pt x="3702" y="464"/>
                </a:lnTo>
                <a:lnTo>
                  <a:pt x="3699" y="456"/>
                </a:lnTo>
                <a:lnTo>
                  <a:pt x="3694" y="449"/>
                </a:lnTo>
                <a:lnTo>
                  <a:pt x="3683" y="442"/>
                </a:lnTo>
                <a:lnTo>
                  <a:pt x="3677" y="445"/>
                </a:lnTo>
                <a:lnTo>
                  <a:pt x="3672" y="447"/>
                </a:lnTo>
                <a:lnTo>
                  <a:pt x="3665" y="439"/>
                </a:lnTo>
                <a:lnTo>
                  <a:pt x="3665" y="431"/>
                </a:lnTo>
                <a:lnTo>
                  <a:pt x="3666" y="401"/>
                </a:lnTo>
                <a:lnTo>
                  <a:pt x="3663" y="357"/>
                </a:lnTo>
                <a:lnTo>
                  <a:pt x="3654" y="331"/>
                </a:lnTo>
                <a:lnTo>
                  <a:pt x="3637" y="319"/>
                </a:lnTo>
                <a:lnTo>
                  <a:pt x="3626" y="319"/>
                </a:lnTo>
                <a:lnTo>
                  <a:pt x="3618" y="319"/>
                </a:lnTo>
                <a:lnTo>
                  <a:pt x="3606" y="323"/>
                </a:lnTo>
                <a:lnTo>
                  <a:pt x="3597" y="332"/>
                </a:lnTo>
                <a:lnTo>
                  <a:pt x="3593" y="344"/>
                </a:lnTo>
                <a:lnTo>
                  <a:pt x="3593" y="352"/>
                </a:lnTo>
                <a:lnTo>
                  <a:pt x="3593" y="365"/>
                </a:lnTo>
                <a:lnTo>
                  <a:pt x="3602" y="383"/>
                </a:lnTo>
                <a:lnTo>
                  <a:pt x="3608" y="385"/>
                </a:lnTo>
                <a:lnTo>
                  <a:pt x="3612" y="389"/>
                </a:lnTo>
                <a:lnTo>
                  <a:pt x="3615" y="411"/>
                </a:lnTo>
                <a:lnTo>
                  <a:pt x="3613" y="428"/>
                </a:lnTo>
                <a:lnTo>
                  <a:pt x="3609" y="449"/>
                </a:lnTo>
                <a:lnTo>
                  <a:pt x="3599" y="460"/>
                </a:lnTo>
                <a:lnTo>
                  <a:pt x="3589" y="456"/>
                </a:lnTo>
                <a:lnTo>
                  <a:pt x="3583" y="451"/>
                </a:lnTo>
                <a:lnTo>
                  <a:pt x="3571" y="443"/>
                </a:lnTo>
                <a:lnTo>
                  <a:pt x="3561" y="442"/>
                </a:lnTo>
                <a:lnTo>
                  <a:pt x="3559" y="447"/>
                </a:lnTo>
                <a:lnTo>
                  <a:pt x="3558" y="451"/>
                </a:lnTo>
                <a:lnTo>
                  <a:pt x="3557" y="459"/>
                </a:lnTo>
                <a:lnTo>
                  <a:pt x="3547" y="470"/>
                </a:lnTo>
                <a:lnTo>
                  <a:pt x="3540" y="471"/>
                </a:lnTo>
                <a:lnTo>
                  <a:pt x="3533" y="468"/>
                </a:lnTo>
                <a:lnTo>
                  <a:pt x="3528" y="454"/>
                </a:lnTo>
                <a:lnTo>
                  <a:pt x="3532" y="445"/>
                </a:lnTo>
                <a:lnTo>
                  <a:pt x="3534" y="435"/>
                </a:lnTo>
                <a:lnTo>
                  <a:pt x="3531" y="421"/>
                </a:lnTo>
                <a:lnTo>
                  <a:pt x="3525" y="420"/>
                </a:lnTo>
                <a:lnTo>
                  <a:pt x="3518" y="418"/>
                </a:lnTo>
                <a:lnTo>
                  <a:pt x="3509" y="404"/>
                </a:lnTo>
                <a:lnTo>
                  <a:pt x="3508" y="395"/>
                </a:lnTo>
                <a:lnTo>
                  <a:pt x="3507" y="384"/>
                </a:lnTo>
                <a:lnTo>
                  <a:pt x="3499" y="370"/>
                </a:lnTo>
                <a:lnTo>
                  <a:pt x="3493" y="369"/>
                </a:lnTo>
                <a:lnTo>
                  <a:pt x="3484" y="370"/>
                </a:lnTo>
                <a:lnTo>
                  <a:pt x="3472" y="384"/>
                </a:lnTo>
                <a:lnTo>
                  <a:pt x="3465" y="408"/>
                </a:lnTo>
                <a:lnTo>
                  <a:pt x="3464" y="433"/>
                </a:lnTo>
                <a:lnTo>
                  <a:pt x="3467" y="445"/>
                </a:lnTo>
                <a:lnTo>
                  <a:pt x="3470" y="451"/>
                </a:lnTo>
                <a:lnTo>
                  <a:pt x="3469" y="461"/>
                </a:lnTo>
                <a:lnTo>
                  <a:pt x="3454" y="470"/>
                </a:lnTo>
                <a:lnTo>
                  <a:pt x="3431" y="471"/>
                </a:lnTo>
                <a:lnTo>
                  <a:pt x="3402" y="470"/>
                </a:lnTo>
                <a:lnTo>
                  <a:pt x="3397" y="459"/>
                </a:lnTo>
                <a:lnTo>
                  <a:pt x="3416" y="445"/>
                </a:lnTo>
                <a:lnTo>
                  <a:pt x="3429" y="435"/>
                </a:lnTo>
                <a:lnTo>
                  <a:pt x="3436" y="424"/>
                </a:lnTo>
                <a:lnTo>
                  <a:pt x="3433" y="420"/>
                </a:lnTo>
                <a:lnTo>
                  <a:pt x="3429" y="420"/>
                </a:lnTo>
                <a:lnTo>
                  <a:pt x="3420" y="418"/>
                </a:lnTo>
                <a:lnTo>
                  <a:pt x="3408" y="404"/>
                </a:lnTo>
                <a:lnTo>
                  <a:pt x="3406" y="395"/>
                </a:lnTo>
                <a:lnTo>
                  <a:pt x="3405" y="384"/>
                </a:lnTo>
                <a:lnTo>
                  <a:pt x="3397" y="370"/>
                </a:lnTo>
                <a:lnTo>
                  <a:pt x="3390" y="369"/>
                </a:lnTo>
                <a:lnTo>
                  <a:pt x="3384" y="370"/>
                </a:lnTo>
                <a:lnTo>
                  <a:pt x="3380" y="384"/>
                </a:lnTo>
                <a:lnTo>
                  <a:pt x="3383" y="395"/>
                </a:lnTo>
                <a:lnTo>
                  <a:pt x="3385" y="401"/>
                </a:lnTo>
                <a:lnTo>
                  <a:pt x="3385" y="410"/>
                </a:lnTo>
                <a:lnTo>
                  <a:pt x="3377" y="419"/>
                </a:lnTo>
                <a:lnTo>
                  <a:pt x="3365" y="420"/>
                </a:lnTo>
                <a:lnTo>
                  <a:pt x="3350" y="420"/>
                </a:lnTo>
                <a:lnTo>
                  <a:pt x="3345" y="431"/>
                </a:lnTo>
                <a:lnTo>
                  <a:pt x="3355" y="443"/>
                </a:lnTo>
                <a:lnTo>
                  <a:pt x="3363" y="455"/>
                </a:lnTo>
                <a:lnTo>
                  <a:pt x="3365" y="468"/>
                </a:lnTo>
                <a:lnTo>
                  <a:pt x="3361" y="476"/>
                </a:lnTo>
                <a:lnTo>
                  <a:pt x="3356" y="479"/>
                </a:lnTo>
                <a:lnTo>
                  <a:pt x="3350" y="482"/>
                </a:lnTo>
                <a:lnTo>
                  <a:pt x="3340" y="479"/>
                </a:lnTo>
                <a:lnTo>
                  <a:pt x="3339" y="472"/>
                </a:lnTo>
                <a:lnTo>
                  <a:pt x="3337" y="465"/>
                </a:lnTo>
                <a:lnTo>
                  <a:pt x="3323" y="460"/>
                </a:lnTo>
                <a:lnTo>
                  <a:pt x="3314" y="463"/>
                </a:lnTo>
                <a:lnTo>
                  <a:pt x="3308" y="465"/>
                </a:lnTo>
                <a:lnTo>
                  <a:pt x="3298" y="465"/>
                </a:lnTo>
                <a:lnTo>
                  <a:pt x="3290" y="456"/>
                </a:lnTo>
                <a:lnTo>
                  <a:pt x="3289" y="443"/>
                </a:lnTo>
                <a:lnTo>
                  <a:pt x="3288" y="427"/>
                </a:lnTo>
                <a:lnTo>
                  <a:pt x="3281" y="423"/>
                </a:lnTo>
                <a:lnTo>
                  <a:pt x="3274" y="433"/>
                </a:lnTo>
                <a:lnTo>
                  <a:pt x="3270" y="438"/>
                </a:lnTo>
                <a:lnTo>
                  <a:pt x="3260" y="440"/>
                </a:lnTo>
                <a:lnTo>
                  <a:pt x="3243" y="421"/>
                </a:lnTo>
                <a:lnTo>
                  <a:pt x="3228" y="387"/>
                </a:lnTo>
                <a:lnTo>
                  <a:pt x="3214" y="360"/>
                </a:lnTo>
                <a:lnTo>
                  <a:pt x="3190" y="323"/>
                </a:lnTo>
                <a:lnTo>
                  <a:pt x="3183" y="319"/>
                </a:lnTo>
                <a:lnTo>
                  <a:pt x="3177" y="319"/>
                </a:lnTo>
                <a:lnTo>
                  <a:pt x="3171" y="328"/>
                </a:lnTo>
                <a:lnTo>
                  <a:pt x="3180" y="358"/>
                </a:lnTo>
                <a:lnTo>
                  <a:pt x="3201" y="395"/>
                </a:lnTo>
                <a:lnTo>
                  <a:pt x="3214" y="417"/>
                </a:lnTo>
                <a:lnTo>
                  <a:pt x="3236" y="472"/>
                </a:lnTo>
                <a:lnTo>
                  <a:pt x="3243" y="496"/>
                </a:lnTo>
                <a:lnTo>
                  <a:pt x="3245" y="509"/>
                </a:lnTo>
                <a:lnTo>
                  <a:pt x="3246" y="521"/>
                </a:lnTo>
                <a:lnTo>
                  <a:pt x="3235" y="508"/>
                </a:lnTo>
                <a:lnTo>
                  <a:pt x="3218" y="471"/>
                </a:lnTo>
                <a:lnTo>
                  <a:pt x="3200" y="435"/>
                </a:lnTo>
                <a:lnTo>
                  <a:pt x="3182" y="415"/>
                </a:lnTo>
                <a:lnTo>
                  <a:pt x="3175" y="418"/>
                </a:lnTo>
                <a:lnTo>
                  <a:pt x="3173" y="425"/>
                </a:lnTo>
                <a:lnTo>
                  <a:pt x="3171" y="433"/>
                </a:lnTo>
                <a:lnTo>
                  <a:pt x="3167" y="443"/>
                </a:lnTo>
                <a:lnTo>
                  <a:pt x="3160" y="445"/>
                </a:lnTo>
                <a:lnTo>
                  <a:pt x="3150" y="440"/>
                </a:lnTo>
                <a:lnTo>
                  <a:pt x="3143" y="435"/>
                </a:lnTo>
                <a:lnTo>
                  <a:pt x="3135" y="427"/>
                </a:lnTo>
                <a:lnTo>
                  <a:pt x="3128" y="408"/>
                </a:lnTo>
                <a:lnTo>
                  <a:pt x="3130" y="401"/>
                </a:lnTo>
                <a:lnTo>
                  <a:pt x="3132" y="395"/>
                </a:lnTo>
                <a:lnTo>
                  <a:pt x="3127" y="386"/>
                </a:lnTo>
                <a:lnTo>
                  <a:pt x="3122" y="385"/>
                </a:lnTo>
                <a:lnTo>
                  <a:pt x="3116" y="386"/>
                </a:lnTo>
                <a:lnTo>
                  <a:pt x="3109" y="392"/>
                </a:lnTo>
                <a:lnTo>
                  <a:pt x="3103" y="406"/>
                </a:lnTo>
                <a:lnTo>
                  <a:pt x="3104" y="431"/>
                </a:lnTo>
                <a:lnTo>
                  <a:pt x="3115" y="453"/>
                </a:lnTo>
                <a:lnTo>
                  <a:pt x="3125" y="458"/>
                </a:lnTo>
                <a:lnTo>
                  <a:pt x="3132" y="462"/>
                </a:lnTo>
                <a:lnTo>
                  <a:pt x="3128" y="467"/>
                </a:lnTo>
                <a:lnTo>
                  <a:pt x="3116" y="468"/>
                </a:lnTo>
                <a:lnTo>
                  <a:pt x="3104" y="468"/>
                </a:lnTo>
                <a:lnTo>
                  <a:pt x="3083" y="459"/>
                </a:lnTo>
                <a:lnTo>
                  <a:pt x="3077" y="453"/>
                </a:lnTo>
                <a:lnTo>
                  <a:pt x="3071" y="445"/>
                </a:lnTo>
                <a:lnTo>
                  <a:pt x="3055" y="445"/>
                </a:lnTo>
                <a:lnTo>
                  <a:pt x="3044" y="453"/>
                </a:lnTo>
                <a:lnTo>
                  <a:pt x="3031" y="461"/>
                </a:lnTo>
                <a:lnTo>
                  <a:pt x="2999" y="467"/>
                </a:lnTo>
                <a:lnTo>
                  <a:pt x="2963" y="462"/>
                </a:lnTo>
                <a:lnTo>
                  <a:pt x="2932" y="447"/>
                </a:lnTo>
                <a:lnTo>
                  <a:pt x="2920" y="436"/>
                </a:lnTo>
                <a:lnTo>
                  <a:pt x="2914" y="429"/>
                </a:lnTo>
                <a:lnTo>
                  <a:pt x="2906" y="423"/>
                </a:lnTo>
                <a:lnTo>
                  <a:pt x="2902" y="432"/>
                </a:lnTo>
                <a:lnTo>
                  <a:pt x="2905" y="456"/>
                </a:lnTo>
                <a:lnTo>
                  <a:pt x="2907" y="476"/>
                </a:lnTo>
                <a:lnTo>
                  <a:pt x="2900" y="499"/>
                </a:lnTo>
                <a:lnTo>
                  <a:pt x="2888" y="505"/>
                </a:lnTo>
                <a:lnTo>
                  <a:pt x="2880" y="504"/>
                </a:lnTo>
                <a:lnTo>
                  <a:pt x="2867" y="493"/>
                </a:lnTo>
                <a:lnTo>
                  <a:pt x="2859" y="477"/>
                </a:lnTo>
                <a:lnTo>
                  <a:pt x="2856" y="470"/>
                </a:lnTo>
                <a:lnTo>
                  <a:pt x="2846" y="460"/>
                </a:lnTo>
                <a:lnTo>
                  <a:pt x="2832" y="456"/>
                </a:lnTo>
                <a:lnTo>
                  <a:pt x="2809" y="457"/>
                </a:lnTo>
                <a:lnTo>
                  <a:pt x="2795" y="460"/>
                </a:lnTo>
                <a:lnTo>
                  <a:pt x="2769" y="463"/>
                </a:lnTo>
                <a:lnTo>
                  <a:pt x="2741" y="458"/>
                </a:lnTo>
                <a:lnTo>
                  <a:pt x="2726" y="448"/>
                </a:lnTo>
                <a:lnTo>
                  <a:pt x="2719" y="441"/>
                </a:lnTo>
                <a:lnTo>
                  <a:pt x="2705" y="425"/>
                </a:lnTo>
                <a:lnTo>
                  <a:pt x="2700" y="432"/>
                </a:lnTo>
                <a:lnTo>
                  <a:pt x="2706" y="460"/>
                </a:lnTo>
                <a:lnTo>
                  <a:pt x="2711" y="486"/>
                </a:lnTo>
                <a:lnTo>
                  <a:pt x="2708" y="499"/>
                </a:lnTo>
                <a:lnTo>
                  <a:pt x="2700" y="497"/>
                </a:lnTo>
                <a:lnTo>
                  <a:pt x="2694" y="492"/>
                </a:lnTo>
                <a:lnTo>
                  <a:pt x="2686" y="489"/>
                </a:lnTo>
                <a:lnTo>
                  <a:pt x="2638" y="483"/>
                </a:lnTo>
                <a:lnTo>
                  <a:pt x="2522" y="477"/>
                </a:lnTo>
                <a:lnTo>
                  <a:pt x="2332" y="477"/>
                </a:lnTo>
                <a:lnTo>
                  <a:pt x="2216" y="482"/>
                </a:lnTo>
                <a:lnTo>
                  <a:pt x="2171" y="487"/>
                </a:lnTo>
                <a:lnTo>
                  <a:pt x="2164" y="491"/>
                </a:lnTo>
                <a:lnTo>
                  <a:pt x="2160" y="495"/>
                </a:lnTo>
                <a:lnTo>
                  <a:pt x="2165" y="503"/>
                </a:lnTo>
                <a:lnTo>
                  <a:pt x="2191" y="508"/>
                </a:lnTo>
                <a:lnTo>
                  <a:pt x="2225" y="506"/>
                </a:lnTo>
                <a:lnTo>
                  <a:pt x="2237" y="504"/>
                </a:lnTo>
                <a:lnTo>
                  <a:pt x="2239" y="510"/>
                </a:lnTo>
                <a:lnTo>
                  <a:pt x="2226" y="517"/>
                </a:lnTo>
                <a:lnTo>
                  <a:pt x="2217" y="525"/>
                </a:lnTo>
                <a:lnTo>
                  <a:pt x="2210" y="543"/>
                </a:lnTo>
                <a:lnTo>
                  <a:pt x="2214" y="552"/>
                </a:lnTo>
                <a:lnTo>
                  <a:pt x="2216" y="559"/>
                </a:lnTo>
                <a:lnTo>
                  <a:pt x="2206" y="580"/>
                </a:lnTo>
                <a:lnTo>
                  <a:pt x="2195" y="590"/>
                </a:lnTo>
                <a:lnTo>
                  <a:pt x="2180" y="602"/>
                </a:lnTo>
                <a:lnTo>
                  <a:pt x="2172" y="602"/>
                </a:lnTo>
                <a:lnTo>
                  <a:pt x="2177" y="588"/>
                </a:lnTo>
                <a:lnTo>
                  <a:pt x="2179" y="577"/>
                </a:lnTo>
                <a:lnTo>
                  <a:pt x="2173" y="554"/>
                </a:lnTo>
                <a:lnTo>
                  <a:pt x="2155" y="534"/>
                </a:lnTo>
                <a:lnTo>
                  <a:pt x="2130" y="522"/>
                </a:lnTo>
                <a:lnTo>
                  <a:pt x="2116" y="521"/>
                </a:lnTo>
                <a:lnTo>
                  <a:pt x="2110" y="521"/>
                </a:lnTo>
                <a:lnTo>
                  <a:pt x="2100" y="527"/>
                </a:lnTo>
                <a:lnTo>
                  <a:pt x="2091" y="544"/>
                </a:lnTo>
                <a:lnTo>
                  <a:pt x="2089" y="563"/>
                </a:lnTo>
                <a:lnTo>
                  <a:pt x="2088" y="581"/>
                </a:lnTo>
                <a:lnTo>
                  <a:pt x="2079" y="599"/>
                </a:lnTo>
                <a:lnTo>
                  <a:pt x="2069" y="604"/>
                </a:lnTo>
                <a:lnTo>
                  <a:pt x="2063" y="605"/>
                </a:lnTo>
                <a:lnTo>
                  <a:pt x="2054" y="604"/>
                </a:lnTo>
                <a:lnTo>
                  <a:pt x="2046" y="591"/>
                </a:lnTo>
                <a:lnTo>
                  <a:pt x="2048" y="582"/>
                </a:lnTo>
                <a:lnTo>
                  <a:pt x="2050" y="572"/>
                </a:lnTo>
                <a:lnTo>
                  <a:pt x="2041" y="555"/>
                </a:lnTo>
                <a:lnTo>
                  <a:pt x="2032" y="549"/>
                </a:lnTo>
                <a:lnTo>
                  <a:pt x="2021" y="545"/>
                </a:lnTo>
                <a:lnTo>
                  <a:pt x="2006" y="552"/>
                </a:lnTo>
                <a:lnTo>
                  <a:pt x="2005" y="560"/>
                </a:lnTo>
                <a:lnTo>
                  <a:pt x="2005" y="564"/>
                </a:lnTo>
                <a:lnTo>
                  <a:pt x="2002" y="568"/>
                </a:lnTo>
                <a:lnTo>
                  <a:pt x="1994" y="565"/>
                </a:lnTo>
                <a:lnTo>
                  <a:pt x="1987" y="555"/>
                </a:lnTo>
                <a:lnTo>
                  <a:pt x="1978" y="540"/>
                </a:lnTo>
                <a:lnTo>
                  <a:pt x="1970" y="540"/>
                </a:lnTo>
                <a:lnTo>
                  <a:pt x="1969" y="555"/>
                </a:lnTo>
                <a:lnTo>
                  <a:pt x="1969" y="559"/>
                </a:lnTo>
                <a:lnTo>
                  <a:pt x="1967" y="562"/>
                </a:lnTo>
                <a:lnTo>
                  <a:pt x="1961" y="554"/>
                </a:lnTo>
                <a:lnTo>
                  <a:pt x="1956" y="539"/>
                </a:lnTo>
                <a:lnTo>
                  <a:pt x="1950" y="521"/>
                </a:lnTo>
                <a:lnTo>
                  <a:pt x="1936" y="498"/>
                </a:lnTo>
                <a:lnTo>
                  <a:pt x="1925" y="493"/>
                </a:lnTo>
                <a:lnTo>
                  <a:pt x="1918" y="494"/>
                </a:lnTo>
                <a:lnTo>
                  <a:pt x="1910" y="506"/>
                </a:lnTo>
                <a:lnTo>
                  <a:pt x="1908" y="521"/>
                </a:lnTo>
                <a:lnTo>
                  <a:pt x="1905" y="540"/>
                </a:lnTo>
                <a:lnTo>
                  <a:pt x="1891" y="571"/>
                </a:lnTo>
                <a:lnTo>
                  <a:pt x="1867" y="588"/>
                </a:lnTo>
                <a:lnTo>
                  <a:pt x="1837" y="592"/>
                </a:lnTo>
                <a:lnTo>
                  <a:pt x="1820" y="587"/>
                </a:lnTo>
                <a:lnTo>
                  <a:pt x="1800" y="580"/>
                </a:lnTo>
                <a:lnTo>
                  <a:pt x="1775" y="581"/>
                </a:lnTo>
                <a:lnTo>
                  <a:pt x="1760" y="588"/>
                </a:lnTo>
                <a:lnTo>
                  <a:pt x="1753" y="593"/>
                </a:lnTo>
                <a:lnTo>
                  <a:pt x="1741" y="602"/>
                </a:lnTo>
                <a:lnTo>
                  <a:pt x="1709" y="612"/>
                </a:lnTo>
                <a:lnTo>
                  <a:pt x="1671" y="613"/>
                </a:lnTo>
                <a:lnTo>
                  <a:pt x="1632" y="606"/>
                </a:lnTo>
                <a:lnTo>
                  <a:pt x="1612" y="598"/>
                </a:lnTo>
                <a:lnTo>
                  <a:pt x="1606" y="596"/>
                </a:lnTo>
                <a:lnTo>
                  <a:pt x="1588" y="594"/>
                </a:lnTo>
                <a:lnTo>
                  <a:pt x="1557" y="600"/>
                </a:lnTo>
                <a:lnTo>
                  <a:pt x="1535" y="610"/>
                </a:lnTo>
                <a:lnTo>
                  <a:pt x="1512" y="620"/>
                </a:lnTo>
                <a:lnTo>
                  <a:pt x="1482" y="624"/>
                </a:lnTo>
                <a:lnTo>
                  <a:pt x="1464" y="622"/>
                </a:lnTo>
                <a:lnTo>
                  <a:pt x="1457" y="618"/>
                </a:lnTo>
                <a:lnTo>
                  <a:pt x="1444" y="613"/>
                </a:lnTo>
                <a:lnTo>
                  <a:pt x="1413" y="614"/>
                </a:lnTo>
                <a:lnTo>
                  <a:pt x="1396" y="622"/>
                </a:lnTo>
                <a:lnTo>
                  <a:pt x="1378" y="632"/>
                </a:lnTo>
                <a:lnTo>
                  <a:pt x="1366" y="630"/>
                </a:lnTo>
                <a:lnTo>
                  <a:pt x="1363" y="621"/>
                </a:lnTo>
                <a:lnTo>
                  <a:pt x="1363" y="613"/>
                </a:lnTo>
                <a:lnTo>
                  <a:pt x="1362" y="607"/>
                </a:lnTo>
                <a:lnTo>
                  <a:pt x="1357" y="598"/>
                </a:lnTo>
                <a:lnTo>
                  <a:pt x="1342" y="589"/>
                </a:lnTo>
                <a:lnTo>
                  <a:pt x="1314" y="589"/>
                </a:lnTo>
                <a:lnTo>
                  <a:pt x="1296" y="598"/>
                </a:lnTo>
                <a:lnTo>
                  <a:pt x="1288" y="607"/>
                </a:lnTo>
                <a:lnTo>
                  <a:pt x="1285" y="613"/>
                </a:lnTo>
                <a:lnTo>
                  <a:pt x="1280" y="624"/>
                </a:lnTo>
                <a:lnTo>
                  <a:pt x="1262" y="637"/>
                </a:lnTo>
                <a:lnTo>
                  <a:pt x="1242" y="639"/>
                </a:lnTo>
                <a:lnTo>
                  <a:pt x="1229" y="628"/>
                </a:lnTo>
                <a:lnTo>
                  <a:pt x="1227" y="618"/>
                </a:lnTo>
                <a:lnTo>
                  <a:pt x="1227" y="609"/>
                </a:lnTo>
                <a:lnTo>
                  <a:pt x="1218" y="608"/>
                </a:lnTo>
                <a:lnTo>
                  <a:pt x="1209" y="617"/>
                </a:lnTo>
                <a:lnTo>
                  <a:pt x="1204" y="621"/>
                </a:lnTo>
                <a:lnTo>
                  <a:pt x="1190" y="624"/>
                </a:lnTo>
                <a:lnTo>
                  <a:pt x="1158" y="617"/>
                </a:lnTo>
                <a:lnTo>
                  <a:pt x="1126" y="603"/>
                </a:lnTo>
                <a:lnTo>
                  <a:pt x="1096" y="589"/>
                </a:lnTo>
                <a:lnTo>
                  <a:pt x="1059" y="574"/>
                </a:lnTo>
                <a:lnTo>
                  <a:pt x="1048" y="574"/>
                </a:lnTo>
                <a:lnTo>
                  <a:pt x="1048" y="578"/>
                </a:lnTo>
                <a:lnTo>
                  <a:pt x="1058" y="592"/>
                </a:lnTo>
                <a:lnTo>
                  <a:pt x="1074" y="607"/>
                </a:lnTo>
                <a:lnTo>
                  <a:pt x="1088" y="621"/>
                </a:lnTo>
                <a:lnTo>
                  <a:pt x="1105" y="652"/>
                </a:lnTo>
                <a:lnTo>
                  <a:pt x="1105" y="661"/>
                </a:lnTo>
                <a:lnTo>
                  <a:pt x="1102" y="667"/>
                </a:lnTo>
                <a:lnTo>
                  <a:pt x="1092" y="676"/>
                </a:lnTo>
                <a:lnTo>
                  <a:pt x="1072" y="685"/>
                </a:lnTo>
                <a:lnTo>
                  <a:pt x="1039" y="686"/>
                </a:lnTo>
                <a:lnTo>
                  <a:pt x="1007" y="676"/>
                </a:lnTo>
                <a:lnTo>
                  <a:pt x="998" y="666"/>
                </a:lnTo>
                <a:lnTo>
                  <a:pt x="988" y="655"/>
                </a:lnTo>
                <a:lnTo>
                  <a:pt x="951" y="639"/>
                </a:lnTo>
                <a:lnTo>
                  <a:pt x="930" y="636"/>
                </a:lnTo>
                <a:lnTo>
                  <a:pt x="910" y="634"/>
                </a:lnTo>
                <a:lnTo>
                  <a:pt x="877" y="621"/>
                </a:lnTo>
                <a:lnTo>
                  <a:pt x="869" y="613"/>
                </a:lnTo>
                <a:lnTo>
                  <a:pt x="863" y="608"/>
                </a:lnTo>
                <a:lnTo>
                  <a:pt x="856" y="613"/>
                </a:lnTo>
                <a:lnTo>
                  <a:pt x="856" y="623"/>
                </a:lnTo>
                <a:lnTo>
                  <a:pt x="858" y="637"/>
                </a:lnTo>
                <a:lnTo>
                  <a:pt x="877" y="674"/>
                </a:lnTo>
                <a:lnTo>
                  <a:pt x="892" y="691"/>
                </a:lnTo>
                <a:lnTo>
                  <a:pt x="909" y="711"/>
                </a:lnTo>
                <a:lnTo>
                  <a:pt x="919" y="718"/>
                </a:lnTo>
                <a:lnTo>
                  <a:pt x="919" y="709"/>
                </a:lnTo>
                <a:lnTo>
                  <a:pt x="917" y="701"/>
                </a:lnTo>
                <a:lnTo>
                  <a:pt x="914" y="692"/>
                </a:lnTo>
                <a:lnTo>
                  <a:pt x="913" y="682"/>
                </a:lnTo>
                <a:lnTo>
                  <a:pt x="926" y="686"/>
                </a:lnTo>
                <a:lnTo>
                  <a:pt x="953" y="706"/>
                </a:lnTo>
                <a:lnTo>
                  <a:pt x="971" y="721"/>
                </a:lnTo>
                <a:lnTo>
                  <a:pt x="993" y="730"/>
                </a:lnTo>
                <a:lnTo>
                  <a:pt x="1002" y="730"/>
                </a:lnTo>
                <a:lnTo>
                  <a:pt x="1004" y="727"/>
                </a:lnTo>
                <a:lnTo>
                  <a:pt x="1006" y="724"/>
                </a:lnTo>
                <a:lnTo>
                  <a:pt x="1017" y="722"/>
                </a:lnTo>
                <a:lnTo>
                  <a:pt x="1045" y="725"/>
                </a:lnTo>
                <a:lnTo>
                  <a:pt x="1089" y="737"/>
                </a:lnTo>
                <a:lnTo>
                  <a:pt x="1116" y="749"/>
                </a:lnTo>
                <a:lnTo>
                  <a:pt x="1125" y="757"/>
                </a:lnTo>
                <a:lnTo>
                  <a:pt x="1126" y="760"/>
                </a:lnTo>
                <a:lnTo>
                  <a:pt x="1125" y="763"/>
                </a:lnTo>
                <a:lnTo>
                  <a:pt x="1106" y="769"/>
                </a:lnTo>
                <a:lnTo>
                  <a:pt x="1053" y="774"/>
                </a:lnTo>
                <a:lnTo>
                  <a:pt x="1004" y="775"/>
                </a:lnTo>
                <a:lnTo>
                  <a:pt x="898" y="779"/>
                </a:lnTo>
                <a:lnTo>
                  <a:pt x="831" y="784"/>
                </a:lnTo>
                <a:lnTo>
                  <a:pt x="771" y="789"/>
                </a:lnTo>
                <a:lnTo>
                  <a:pt x="690" y="796"/>
                </a:lnTo>
                <a:lnTo>
                  <a:pt x="654" y="800"/>
                </a:lnTo>
                <a:lnTo>
                  <a:pt x="595" y="814"/>
                </a:lnTo>
                <a:lnTo>
                  <a:pt x="583" y="821"/>
                </a:lnTo>
                <a:lnTo>
                  <a:pt x="573" y="828"/>
                </a:lnTo>
                <a:lnTo>
                  <a:pt x="545" y="830"/>
                </a:lnTo>
                <a:lnTo>
                  <a:pt x="528" y="825"/>
                </a:lnTo>
                <a:lnTo>
                  <a:pt x="518" y="821"/>
                </a:lnTo>
                <a:lnTo>
                  <a:pt x="503" y="819"/>
                </a:lnTo>
                <a:lnTo>
                  <a:pt x="494" y="823"/>
                </a:lnTo>
                <a:lnTo>
                  <a:pt x="490" y="834"/>
                </a:lnTo>
                <a:lnTo>
                  <a:pt x="489" y="843"/>
                </a:lnTo>
                <a:lnTo>
                  <a:pt x="489" y="852"/>
                </a:lnTo>
                <a:lnTo>
                  <a:pt x="493" y="864"/>
                </a:lnTo>
                <a:lnTo>
                  <a:pt x="507" y="872"/>
                </a:lnTo>
                <a:lnTo>
                  <a:pt x="531" y="877"/>
                </a:lnTo>
                <a:lnTo>
                  <a:pt x="548" y="877"/>
                </a:lnTo>
                <a:lnTo>
                  <a:pt x="603" y="880"/>
                </a:lnTo>
                <a:lnTo>
                  <a:pt x="636" y="882"/>
                </a:lnTo>
                <a:lnTo>
                  <a:pt x="663" y="886"/>
                </a:lnTo>
                <a:lnTo>
                  <a:pt x="690" y="889"/>
                </a:lnTo>
                <a:lnTo>
                  <a:pt x="697" y="890"/>
                </a:lnTo>
                <a:lnTo>
                  <a:pt x="706" y="894"/>
                </a:lnTo>
                <a:lnTo>
                  <a:pt x="711" y="902"/>
                </a:lnTo>
                <a:lnTo>
                  <a:pt x="711" y="912"/>
                </a:lnTo>
                <a:lnTo>
                  <a:pt x="709" y="919"/>
                </a:lnTo>
                <a:lnTo>
                  <a:pt x="704" y="931"/>
                </a:lnTo>
                <a:lnTo>
                  <a:pt x="693" y="934"/>
                </a:lnTo>
                <a:lnTo>
                  <a:pt x="687" y="926"/>
                </a:lnTo>
                <a:lnTo>
                  <a:pt x="680" y="916"/>
                </a:lnTo>
                <a:lnTo>
                  <a:pt x="669" y="916"/>
                </a:lnTo>
                <a:lnTo>
                  <a:pt x="664" y="924"/>
                </a:lnTo>
                <a:lnTo>
                  <a:pt x="658" y="931"/>
                </a:lnTo>
                <a:lnTo>
                  <a:pt x="641" y="936"/>
                </a:lnTo>
                <a:lnTo>
                  <a:pt x="634" y="934"/>
                </a:lnTo>
                <a:lnTo>
                  <a:pt x="631" y="932"/>
                </a:lnTo>
                <a:lnTo>
                  <a:pt x="626" y="935"/>
                </a:lnTo>
                <a:lnTo>
                  <a:pt x="620" y="951"/>
                </a:lnTo>
                <a:lnTo>
                  <a:pt x="619" y="968"/>
                </a:lnTo>
                <a:lnTo>
                  <a:pt x="618" y="985"/>
                </a:lnTo>
                <a:lnTo>
                  <a:pt x="612" y="1000"/>
                </a:lnTo>
                <a:lnTo>
                  <a:pt x="606" y="1003"/>
                </a:lnTo>
                <a:lnTo>
                  <a:pt x="603" y="1002"/>
                </a:lnTo>
                <a:lnTo>
                  <a:pt x="597" y="997"/>
                </a:lnTo>
                <a:lnTo>
                  <a:pt x="594" y="979"/>
                </a:lnTo>
                <a:lnTo>
                  <a:pt x="598" y="968"/>
                </a:lnTo>
                <a:lnTo>
                  <a:pt x="600" y="959"/>
                </a:lnTo>
                <a:lnTo>
                  <a:pt x="595" y="944"/>
                </a:lnTo>
                <a:lnTo>
                  <a:pt x="589" y="942"/>
                </a:lnTo>
                <a:lnTo>
                  <a:pt x="582" y="944"/>
                </a:lnTo>
                <a:lnTo>
                  <a:pt x="568" y="961"/>
                </a:lnTo>
                <a:lnTo>
                  <a:pt x="565" y="972"/>
                </a:lnTo>
                <a:lnTo>
                  <a:pt x="561" y="984"/>
                </a:lnTo>
                <a:lnTo>
                  <a:pt x="540" y="1001"/>
                </a:lnTo>
                <a:lnTo>
                  <a:pt x="527" y="1003"/>
                </a:lnTo>
                <a:lnTo>
                  <a:pt x="507" y="1005"/>
                </a:lnTo>
                <a:lnTo>
                  <a:pt x="473" y="1013"/>
                </a:lnTo>
                <a:lnTo>
                  <a:pt x="448" y="1028"/>
                </a:lnTo>
                <a:lnTo>
                  <a:pt x="435" y="1047"/>
                </a:lnTo>
                <a:lnTo>
                  <a:pt x="434" y="1058"/>
                </a:lnTo>
                <a:lnTo>
                  <a:pt x="435" y="1067"/>
                </a:lnTo>
                <a:lnTo>
                  <a:pt x="441" y="1075"/>
                </a:lnTo>
                <a:lnTo>
                  <a:pt x="446" y="1073"/>
                </a:lnTo>
                <a:lnTo>
                  <a:pt x="452" y="1069"/>
                </a:lnTo>
                <a:lnTo>
                  <a:pt x="479" y="1077"/>
                </a:lnTo>
                <a:lnTo>
                  <a:pt x="496" y="1086"/>
                </a:lnTo>
                <a:lnTo>
                  <a:pt x="513" y="1096"/>
                </a:lnTo>
                <a:lnTo>
                  <a:pt x="543" y="1105"/>
                </a:lnTo>
                <a:lnTo>
                  <a:pt x="552" y="1103"/>
                </a:lnTo>
                <a:lnTo>
                  <a:pt x="559" y="1100"/>
                </a:lnTo>
                <a:lnTo>
                  <a:pt x="567" y="1104"/>
                </a:lnTo>
                <a:lnTo>
                  <a:pt x="568" y="1109"/>
                </a:lnTo>
                <a:lnTo>
                  <a:pt x="569" y="1121"/>
                </a:lnTo>
                <a:lnTo>
                  <a:pt x="580" y="1129"/>
                </a:lnTo>
                <a:lnTo>
                  <a:pt x="593" y="1125"/>
                </a:lnTo>
                <a:lnTo>
                  <a:pt x="603" y="1109"/>
                </a:lnTo>
                <a:lnTo>
                  <a:pt x="604" y="1098"/>
                </a:lnTo>
                <a:lnTo>
                  <a:pt x="605" y="1088"/>
                </a:lnTo>
                <a:lnTo>
                  <a:pt x="607" y="1080"/>
                </a:lnTo>
                <a:lnTo>
                  <a:pt x="615" y="1098"/>
                </a:lnTo>
                <a:lnTo>
                  <a:pt x="629" y="1144"/>
                </a:lnTo>
                <a:lnTo>
                  <a:pt x="631" y="1150"/>
                </a:lnTo>
                <a:lnTo>
                  <a:pt x="636" y="1157"/>
                </a:lnTo>
                <a:lnTo>
                  <a:pt x="648" y="1155"/>
                </a:lnTo>
                <a:lnTo>
                  <a:pt x="664" y="1144"/>
                </a:lnTo>
                <a:lnTo>
                  <a:pt x="678" y="1133"/>
                </a:lnTo>
                <a:lnTo>
                  <a:pt x="692" y="1132"/>
                </a:lnTo>
                <a:lnTo>
                  <a:pt x="701" y="1140"/>
                </a:lnTo>
                <a:lnTo>
                  <a:pt x="705" y="1147"/>
                </a:lnTo>
                <a:lnTo>
                  <a:pt x="714" y="1161"/>
                </a:lnTo>
                <a:lnTo>
                  <a:pt x="717" y="1175"/>
                </a:lnTo>
                <a:lnTo>
                  <a:pt x="713" y="1181"/>
                </a:lnTo>
                <a:lnTo>
                  <a:pt x="696" y="1188"/>
                </a:lnTo>
                <a:lnTo>
                  <a:pt x="642" y="1191"/>
                </a:lnTo>
                <a:lnTo>
                  <a:pt x="599" y="1192"/>
                </a:lnTo>
                <a:lnTo>
                  <a:pt x="547" y="1193"/>
                </a:lnTo>
                <a:lnTo>
                  <a:pt x="493" y="1201"/>
                </a:lnTo>
                <a:lnTo>
                  <a:pt x="473" y="1208"/>
                </a:lnTo>
                <a:lnTo>
                  <a:pt x="471" y="1211"/>
                </a:lnTo>
                <a:lnTo>
                  <a:pt x="467" y="1219"/>
                </a:lnTo>
                <a:lnTo>
                  <a:pt x="451" y="1229"/>
                </a:lnTo>
                <a:lnTo>
                  <a:pt x="441" y="1230"/>
                </a:lnTo>
                <a:lnTo>
                  <a:pt x="430" y="1229"/>
                </a:lnTo>
                <a:lnTo>
                  <a:pt x="421" y="1221"/>
                </a:lnTo>
                <a:lnTo>
                  <a:pt x="426" y="1215"/>
                </a:lnTo>
                <a:lnTo>
                  <a:pt x="429" y="1205"/>
                </a:lnTo>
                <a:lnTo>
                  <a:pt x="422" y="1190"/>
                </a:lnTo>
                <a:lnTo>
                  <a:pt x="404" y="1184"/>
                </a:lnTo>
                <a:lnTo>
                  <a:pt x="385" y="1190"/>
                </a:lnTo>
                <a:lnTo>
                  <a:pt x="376" y="1200"/>
                </a:lnTo>
                <a:lnTo>
                  <a:pt x="367" y="1209"/>
                </a:lnTo>
                <a:lnTo>
                  <a:pt x="331" y="1223"/>
                </a:lnTo>
                <a:lnTo>
                  <a:pt x="312" y="1225"/>
                </a:lnTo>
                <a:lnTo>
                  <a:pt x="265" y="1226"/>
                </a:lnTo>
                <a:lnTo>
                  <a:pt x="224" y="1228"/>
                </a:lnTo>
                <a:lnTo>
                  <a:pt x="206" y="1231"/>
                </a:lnTo>
                <a:lnTo>
                  <a:pt x="184" y="1243"/>
                </a:lnTo>
                <a:lnTo>
                  <a:pt x="175" y="1255"/>
                </a:lnTo>
                <a:lnTo>
                  <a:pt x="172" y="1261"/>
                </a:lnTo>
                <a:lnTo>
                  <a:pt x="169" y="1272"/>
                </a:lnTo>
                <a:lnTo>
                  <a:pt x="162" y="1284"/>
                </a:lnTo>
                <a:lnTo>
                  <a:pt x="151" y="1286"/>
                </a:lnTo>
                <a:lnTo>
                  <a:pt x="131" y="1279"/>
                </a:lnTo>
                <a:lnTo>
                  <a:pt x="116" y="1271"/>
                </a:lnTo>
                <a:lnTo>
                  <a:pt x="95" y="1261"/>
                </a:lnTo>
                <a:lnTo>
                  <a:pt x="74" y="1257"/>
                </a:lnTo>
                <a:lnTo>
                  <a:pt x="64" y="1262"/>
                </a:lnTo>
                <a:lnTo>
                  <a:pt x="61" y="1266"/>
                </a:lnTo>
                <a:lnTo>
                  <a:pt x="55" y="1273"/>
                </a:lnTo>
                <a:lnTo>
                  <a:pt x="39" y="1277"/>
                </a:lnTo>
                <a:lnTo>
                  <a:pt x="31" y="1273"/>
                </a:lnTo>
                <a:lnTo>
                  <a:pt x="22" y="1269"/>
                </a:lnTo>
                <a:lnTo>
                  <a:pt x="7" y="1274"/>
                </a:lnTo>
                <a:lnTo>
                  <a:pt x="0" y="1291"/>
                </a:lnTo>
                <a:lnTo>
                  <a:pt x="4" y="1310"/>
                </a:lnTo>
                <a:lnTo>
                  <a:pt x="11" y="1319"/>
                </a:lnTo>
                <a:lnTo>
                  <a:pt x="23" y="1328"/>
                </a:lnTo>
                <a:lnTo>
                  <a:pt x="33" y="1329"/>
                </a:lnTo>
                <a:lnTo>
                  <a:pt x="38" y="1323"/>
                </a:lnTo>
                <a:lnTo>
                  <a:pt x="40" y="1317"/>
                </a:lnTo>
                <a:lnTo>
                  <a:pt x="42" y="1312"/>
                </a:lnTo>
                <a:lnTo>
                  <a:pt x="48" y="1307"/>
                </a:lnTo>
                <a:lnTo>
                  <a:pt x="61" y="1313"/>
                </a:lnTo>
                <a:lnTo>
                  <a:pt x="74" y="1329"/>
                </a:lnTo>
                <a:lnTo>
                  <a:pt x="84" y="1343"/>
                </a:lnTo>
                <a:lnTo>
                  <a:pt x="105" y="1361"/>
                </a:lnTo>
                <a:lnTo>
                  <a:pt x="121" y="1364"/>
                </a:lnTo>
                <a:lnTo>
                  <a:pt x="127" y="1351"/>
                </a:lnTo>
                <a:lnTo>
                  <a:pt x="122" y="1339"/>
                </a:lnTo>
                <a:lnTo>
                  <a:pt x="120" y="1328"/>
                </a:lnTo>
                <a:lnTo>
                  <a:pt x="128" y="1315"/>
                </a:lnTo>
                <a:lnTo>
                  <a:pt x="138" y="1314"/>
                </a:lnTo>
                <a:lnTo>
                  <a:pt x="144" y="1315"/>
                </a:lnTo>
                <a:lnTo>
                  <a:pt x="154" y="1321"/>
                </a:lnTo>
                <a:lnTo>
                  <a:pt x="162" y="1342"/>
                </a:lnTo>
                <a:lnTo>
                  <a:pt x="163" y="1367"/>
                </a:lnTo>
                <a:lnTo>
                  <a:pt x="164" y="1380"/>
                </a:lnTo>
                <a:lnTo>
                  <a:pt x="167" y="1400"/>
                </a:lnTo>
                <a:lnTo>
                  <a:pt x="175" y="1415"/>
                </a:lnTo>
                <a:lnTo>
                  <a:pt x="188" y="1424"/>
                </a:lnTo>
                <a:lnTo>
                  <a:pt x="197" y="1427"/>
                </a:lnTo>
                <a:lnTo>
                  <a:pt x="210" y="1431"/>
                </a:lnTo>
                <a:lnTo>
                  <a:pt x="221" y="1442"/>
                </a:lnTo>
                <a:lnTo>
                  <a:pt x="222" y="1449"/>
                </a:lnTo>
                <a:lnTo>
                  <a:pt x="221" y="1453"/>
                </a:lnTo>
                <a:lnTo>
                  <a:pt x="216" y="1458"/>
                </a:lnTo>
                <a:lnTo>
                  <a:pt x="192" y="1461"/>
                </a:lnTo>
                <a:lnTo>
                  <a:pt x="178" y="1458"/>
                </a:lnTo>
                <a:lnTo>
                  <a:pt x="164" y="1454"/>
                </a:lnTo>
                <a:lnTo>
                  <a:pt x="151" y="1456"/>
                </a:lnTo>
                <a:lnTo>
                  <a:pt x="148" y="1462"/>
                </a:lnTo>
                <a:lnTo>
                  <a:pt x="150" y="1473"/>
                </a:lnTo>
                <a:lnTo>
                  <a:pt x="169" y="1493"/>
                </a:lnTo>
                <a:lnTo>
                  <a:pt x="185" y="1503"/>
                </a:lnTo>
                <a:lnTo>
                  <a:pt x="223" y="1524"/>
                </a:lnTo>
                <a:lnTo>
                  <a:pt x="182" y="1534"/>
                </a:lnTo>
                <a:lnTo>
                  <a:pt x="164" y="1539"/>
                </a:lnTo>
                <a:lnTo>
                  <a:pt x="138" y="1556"/>
                </a:lnTo>
                <a:lnTo>
                  <a:pt x="133" y="1565"/>
                </a:lnTo>
                <a:lnTo>
                  <a:pt x="131" y="1576"/>
                </a:lnTo>
                <a:lnTo>
                  <a:pt x="140" y="1582"/>
                </a:lnTo>
                <a:lnTo>
                  <a:pt x="153" y="1579"/>
                </a:lnTo>
                <a:lnTo>
                  <a:pt x="166" y="1575"/>
                </a:lnTo>
                <a:lnTo>
                  <a:pt x="180" y="1584"/>
                </a:lnTo>
                <a:lnTo>
                  <a:pt x="183" y="1597"/>
                </a:lnTo>
                <a:lnTo>
                  <a:pt x="185" y="1624"/>
                </a:lnTo>
                <a:lnTo>
                  <a:pt x="187" y="1646"/>
                </a:lnTo>
                <a:lnTo>
                  <a:pt x="189" y="1655"/>
                </a:lnTo>
                <a:lnTo>
                  <a:pt x="199" y="1675"/>
                </a:lnTo>
                <a:lnTo>
                  <a:pt x="206" y="1684"/>
                </a:lnTo>
                <a:lnTo>
                  <a:pt x="221" y="1693"/>
                </a:lnTo>
                <a:lnTo>
                  <a:pt x="287" y="1709"/>
                </a:lnTo>
                <a:lnTo>
                  <a:pt x="370" y="1721"/>
                </a:lnTo>
                <a:lnTo>
                  <a:pt x="442" y="1722"/>
                </a:lnTo>
                <a:lnTo>
                  <a:pt x="462" y="1717"/>
                </a:lnTo>
                <a:lnTo>
                  <a:pt x="478" y="1712"/>
                </a:lnTo>
                <a:lnTo>
                  <a:pt x="495" y="1713"/>
                </a:lnTo>
                <a:lnTo>
                  <a:pt x="503" y="1717"/>
                </a:lnTo>
                <a:lnTo>
                  <a:pt x="505" y="1721"/>
                </a:lnTo>
                <a:lnTo>
                  <a:pt x="511" y="1727"/>
                </a:lnTo>
                <a:lnTo>
                  <a:pt x="554" y="1740"/>
                </a:lnTo>
                <a:lnTo>
                  <a:pt x="584" y="1744"/>
                </a:lnTo>
                <a:lnTo>
                  <a:pt x="614" y="1748"/>
                </a:lnTo>
                <a:lnTo>
                  <a:pt x="661" y="1761"/>
                </a:lnTo>
                <a:lnTo>
                  <a:pt x="670" y="1770"/>
                </a:lnTo>
                <a:lnTo>
                  <a:pt x="677" y="1777"/>
                </a:lnTo>
                <a:lnTo>
                  <a:pt x="697" y="1780"/>
                </a:lnTo>
                <a:lnTo>
                  <a:pt x="709" y="1777"/>
                </a:lnTo>
                <a:lnTo>
                  <a:pt x="719" y="1772"/>
                </a:lnTo>
                <a:lnTo>
                  <a:pt x="734" y="1758"/>
                </a:lnTo>
                <a:lnTo>
                  <a:pt x="738" y="1745"/>
                </a:lnTo>
                <a:lnTo>
                  <a:pt x="730" y="1737"/>
                </a:lnTo>
                <a:lnTo>
                  <a:pt x="720" y="1736"/>
                </a:lnTo>
                <a:lnTo>
                  <a:pt x="714" y="1735"/>
                </a:lnTo>
                <a:lnTo>
                  <a:pt x="705" y="1726"/>
                </a:lnTo>
                <a:lnTo>
                  <a:pt x="704" y="1719"/>
                </a:lnTo>
                <a:lnTo>
                  <a:pt x="705" y="1713"/>
                </a:lnTo>
                <a:lnTo>
                  <a:pt x="719" y="1710"/>
                </a:lnTo>
                <a:lnTo>
                  <a:pt x="730" y="1712"/>
                </a:lnTo>
                <a:lnTo>
                  <a:pt x="739" y="1718"/>
                </a:lnTo>
                <a:lnTo>
                  <a:pt x="753" y="1735"/>
                </a:lnTo>
                <a:lnTo>
                  <a:pt x="755" y="1744"/>
                </a:lnTo>
                <a:lnTo>
                  <a:pt x="756" y="1754"/>
                </a:lnTo>
                <a:lnTo>
                  <a:pt x="772" y="1779"/>
                </a:lnTo>
                <a:lnTo>
                  <a:pt x="783" y="1788"/>
                </a:lnTo>
                <a:lnTo>
                  <a:pt x="800" y="1802"/>
                </a:lnTo>
                <a:lnTo>
                  <a:pt x="807" y="1795"/>
                </a:lnTo>
                <a:lnTo>
                  <a:pt x="802" y="1773"/>
                </a:lnTo>
                <a:lnTo>
                  <a:pt x="798" y="1758"/>
                </a:lnTo>
                <a:lnTo>
                  <a:pt x="800" y="1742"/>
                </a:lnTo>
                <a:lnTo>
                  <a:pt x="804" y="1736"/>
                </a:lnTo>
                <a:lnTo>
                  <a:pt x="807" y="1736"/>
                </a:lnTo>
                <a:lnTo>
                  <a:pt x="813" y="1737"/>
                </a:lnTo>
                <a:lnTo>
                  <a:pt x="821" y="1751"/>
                </a:lnTo>
                <a:lnTo>
                  <a:pt x="822" y="1761"/>
                </a:lnTo>
                <a:lnTo>
                  <a:pt x="823" y="1770"/>
                </a:lnTo>
                <a:lnTo>
                  <a:pt x="832" y="1782"/>
                </a:lnTo>
                <a:lnTo>
                  <a:pt x="871" y="1791"/>
                </a:lnTo>
                <a:lnTo>
                  <a:pt x="928" y="1792"/>
                </a:lnTo>
                <a:lnTo>
                  <a:pt x="952" y="1792"/>
                </a:lnTo>
                <a:lnTo>
                  <a:pt x="968" y="1800"/>
                </a:lnTo>
                <a:lnTo>
                  <a:pt x="969" y="1810"/>
                </a:lnTo>
                <a:lnTo>
                  <a:pt x="966" y="1817"/>
                </a:lnTo>
                <a:lnTo>
                  <a:pt x="963" y="1829"/>
                </a:lnTo>
                <a:lnTo>
                  <a:pt x="968" y="1853"/>
                </a:lnTo>
                <a:lnTo>
                  <a:pt x="984" y="1871"/>
                </a:lnTo>
                <a:lnTo>
                  <a:pt x="1006" y="1879"/>
                </a:lnTo>
                <a:lnTo>
                  <a:pt x="1018" y="1876"/>
                </a:lnTo>
                <a:lnTo>
                  <a:pt x="1022" y="1874"/>
                </a:lnTo>
                <a:lnTo>
                  <a:pt x="1031" y="1866"/>
                </a:lnTo>
                <a:lnTo>
                  <a:pt x="1035" y="1848"/>
                </a:lnTo>
                <a:lnTo>
                  <a:pt x="1032" y="1830"/>
                </a:lnTo>
                <a:lnTo>
                  <a:pt x="1031" y="1815"/>
                </a:lnTo>
                <a:lnTo>
                  <a:pt x="1039" y="1777"/>
                </a:lnTo>
                <a:lnTo>
                  <a:pt x="1049" y="1761"/>
                </a:lnTo>
                <a:lnTo>
                  <a:pt x="1064" y="1741"/>
                </a:lnTo>
                <a:lnTo>
                  <a:pt x="1074" y="1746"/>
                </a:lnTo>
                <a:lnTo>
                  <a:pt x="1075" y="1777"/>
                </a:lnTo>
                <a:lnTo>
                  <a:pt x="1076" y="1800"/>
                </a:lnTo>
                <a:lnTo>
                  <a:pt x="1084" y="1815"/>
                </a:lnTo>
                <a:lnTo>
                  <a:pt x="1094" y="1816"/>
                </a:lnTo>
                <a:lnTo>
                  <a:pt x="1101" y="1813"/>
                </a:lnTo>
                <a:lnTo>
                  <a:pt x="1108" y="1811"/>
                </a:lnTo>
                <a:lnTo>
                  <a:pt x="1117" y="1812"/>
                </a:lnTo>
                <a:lnTo>
                  <a:pt x="1125" y="1825"/>
                </a:lnTo>
                <a:lnTo>
                  <a:pt x="1126" y="1846"/>
                </a:lnTo>
                <a:lnTo>
                  <a:pt x="1127" y="1863"/>
                </a:lnTo>
                <a:lnTo>
                  <a:pt x="1135" y="1885"/>
                </a:lnTo>
                <a:lnTo>
                  <a:pt x="1141" y="1888"/>
                </a:lnTo>
                <a:lnTo>
                  <a:pt x="1147" y="1890"/>
                </a:lnTo>
                <a:lnTo>
                  <a:pt x="1151" y="1908"/>
                </a:lnTo>
                <a:lnTo>
                  <a:pt x="1148" y="1921"/>
                </a:lnTo>
                <a:lnTo>
                  <a:pt x="1145" y="1935"/>
                </a:lnTo>
                <a:lnTo>
                  <a:pt x="1149" y="1950"/>
                </a:lnTo>
                <a:lnTo>
                  <a:pt x="1154" y="1955"/>
                </a:lnTo>
                <a:lnTo>
                  <a:pt x="1158" y="1955"/>
                </a:lnTo>
                <a:lnTo>
                  <a:pt x="1165" y="1956"/>
                </a:lnTo>
                <a:lnTo>
                  <a:pt x="1176" y="1964"/>
                </a:lnTo>
                <a:lnTo>
                  <a:pt x="1177" y="1970"/>
                </a:lnTo>
                <a:lnTo>
                  <a:pt x="1175" y="1975"/>
                </a:lnTo>
                <a:lnTo>
                  <a:pt x="1152" y="1978"/>
                </a:lnTo>
                <a:lnTo>
                  <a:pt x="1135" y="1975"/>
                </a:lnTo>
                <a:lnTo>
                  <a:pt x="1118" y="1972"/>
                </a:lnTo>
                <a:lnTo>
                  <a:pt x="1104" y="1963"/>
                </a:lnTo>
                <a:lnTo>
                  <a:pt x="1102" y="1957"/>
                </a:lnTo>
                <a:lnTo>
                  <a:pt x="1103" y="1954"/>
                </a:lnTo>
                <a:lnTo>
                  <a:pt x="1105" y="1946"/>
                </a:lnTo>
                <a:lnTo>
                  <a:pt x="1100" y="1921"/>
                </a:lnTo>
                <a:lnTo>
                  <a:pt x="1094" y="1909"/>
                </a:lnTo>
                <a:lnTo>
                  <a:pt x="1084" y="1893"/>
                </a:lnTo>
                <a:lnTo>
                  <a:pt x="1077" y="1898"/>
                </a:lnTo>
                <a:lnTo>
                  <a:pt x="1075" y="1921"/>
                </a:lnTo>
                <a:lnTo>
                  <a:pt x="1074" y="1945"/>
                </a:lnTo>
                <a:lnTo>
                  <a:pt x="1067" y="1950"/>
                </a:lnTo>
                <a:lnTo>
                  <a:pt x="1057" y="1934"/>
                </a:lnTo>
                <a:lnTo>
                  <a:pt x="1049" y="1922"/>
                </a:lnTo>
                <a:lnTo>
                  <a:pt x="1020" y="1906"/>
                </a:lnTo>
                <a:lnTo>
                  <a:pt x="1004" y="1904"/>
                </a:lnTo>
                <a:lnTo>
                  <a:pt x="986" y="1905"/>
                </a:lnTo>
                <a:lnTo>
                  <a:pt x="981" y="1915"/>
                </a:lnTo>
                <a:lnTo>
                  <a:pt x="991" y="1930"/>
                </a:lnTo>
                <a:lnTo>
                  <a:pt x="997" y="1938"/>
                </a:lnTo>
                <a:lnTo>
                  <a:pt x="1001" y="1948"/>
                </a:lnTo>
                <a:lnTo>
                  <a:pt x="984" y="1955"/>
                </a:lnTo>
                <a:lnTo>
                  <a:pt x="951" y="1955"/>
                </a:lnTo>
                <a:lnTo>
                  <a:pt x="922" y="1956"/>
                </a:lnTo>
                <a:lnTo>
                  <a:pt x="898" y="1965"/>
                </a:lnTo>
                <a:lnTo>
                  <a:pt x="891" y="1973"/>
                </a:lnTo>
                <a:lnTo>
                  <a:pt x="890" y="1979"/>
                </a:lnTo>
                <a:lnTo>
                  <a:pt x="889" y="1987"/>
                </a:lnTo>
                <a:lnTo>
                  <a:pt x="878" y="2002"/>
                </a:lnTo>
                <a:lnTo>
                  <a:pt x="858" y="2015"/>
                </a:lnTo>
                <a:lnTo>
                  <a:pt x="834" y="2022"/>
                </a:lnTo>
                <a:lnTo>
                  <a:pt x="821" y="2023"/>
                </a:lnTo>
                <a:lnTo>
                  <a:pt x="818" y="2022"/>
                </a:lnTo>
                <a:lnTo>
                  <a:pt x="814" y="2016"/>
                </a:lnTo>
                <a:lnTo>
                  <a:pt x="812" y="1997"/>
                </a:lnTo>
                <a:lnTo>
                  <a:pt x="816" y="1980"/>
                </a:lnTo>
                <a:lnTo>
                  <a:pt x="819" y="1962"/>
                </a:lnTo>
                <a:lnTo>
                  <a:pt x="817" y="1945"/>
                </a:lnTo>
                <a:lnTo>
                  <a:pt x="810" y="1939"/>
                </a:lnTo>
                <a:lnTo>
                  <a:pt x="806" y="1939"/>
                </a:lnTo>
                <a:lnTo>
                  <a:pt x="797" y="1941"/>
                </a:lnTo>
                <a:lnTo>
                  <a:pt x="781" y="1959"/>
                </a:lnTo>
                <a:lnTo>
                  <a:pt x="776" y="1972"/>
                </a:lnTo>
                <a:lnTo>
                  <a:pt x="770" y="1989"/>
                </a:lnTo>
                <a:lnTo>
                  <a:pt x="758" y="2002"/>
                </a:lnTo>
                <a:lnTo>
                  <a:pt x="748" y="2007"/>
                </a:lnTo>
                <a:lnTo>
                  <a:pt x="735" y="2002"/>
                </a:lnTo>
                <a:lnTo>
                  <a:pt x="722" y="1980"/>
                </a:lnTo>
                <a:lnTo>
                  <a:pt x="720" y="1962"/>
                </a:lnTo>
                <a:lnTo>
                  <a:pt x="719" y="1940"/>
                </a:lnTo>
                <a:lnTo>
                  <a:pt x="711" y="1926"/>
                </a:lnTo>
                <a:lnTo>
                  <a:pt x="701" y="1926"/>
                </a:lnTo>
                <a:lnTo>
                  <a:pt x="694" y="1929"/>
                </a:lnTo>
                <a:lnTo>
                  <a:pt x="669" y="1936"/>
                </a:lnTo>
                <a:lnTo>
                  <a:pt x="650" y="1939"/>
                </a:lnTo>
                <a:lnTo>
                  <a:pt x="643" y="1940"/>
                </a:lnTo>
                <a:lnTo>
                  <a:pt x="638" y="1951"/>
                </a:lnTo>
                <a:lnTo>
                  <a:pt x="639" y="1959"/>
                </a:lnTo>
                <a:lnTo>
                  <a:pt x="641" y="1967"/>
                </a:lnTo>
                <a:lnTo>
                  <a:pt x="634" y="1988"/>
                </a:lnTo>
                <a:lnTo>
                  <a:pt x="621" y="2009"/>
                </a:lnTo>
                <a:lnTo>
                  <a:pt x="605" y="2022"/>
                </a:lnTo>
                <a:lnTo>
                  <a:pt x="598" y="2023"/>
                </a:lnTo>
                <a:lnTo>
                  <a:pt x="594" y="2022"/>
                </a:lnTo>
                <a:lnTo>
                  <a:pt x="592" y="2010"/>
                </a:lnTo>
                <a:lnTo>
                  <a:pt x="597" y="1980"/>
                </a:lnTo>
                <a:lnTo>
                  <a:pt x="608" y="1959"/>
                </a:lnTo>
                <a:lnTo>
                  <a:pt x="613" y="1949"/>
                </a:lnTo>
                <a:lnTo>
                  <a:pt x="614" y="1930"/>
                </a:lnTo>
                <a:lnTo>
                  <a:pt x="606" y="1914"/>
                </a:lnTo>
                <a:lnTo>
                  <a:pt x="592" y="1910"/>
                </a:lnTo>
                <a:lnTo>
                  <a:pt x="584" y="1914"/>
                </a:lnTo>
                <a:lnTo>
                  <a:pt x="578" y="1920"/>
                </a:lnTo>
                <a:lnTo>
                  <a:pt x="571" y="1941"/>
                </a:lnTo>
                <a:lnTo>
                  <a:pt x="572" y="1952"/>
                </a:lnTo>
                <a:lnTo>
                  <a:pt x="573" y="1961"/>
                </a:lnTo>
                <a:lnTo>
                  <a:pt x="570" y="1974"/>
                </a:lnTo>
                <a:lnTo>
                  <a:pt x="545" y="1983"/>
                </a:lnTo>
                <a:lnTo>
                  <a:pt x="499" y="1987"/>
                </a:lnTo>
                <a:lnTo>
                  <a:pt x="482" y="1989"/>
                </a:lnTo>
                <a:lnTo>
                  <a:pt x="473" y="1997"/>
                </a:lnTo>
                <a:lnTo>
                  <a:pt x="474" y="2003"/>
                </a:lnTo>
                <a:lnTo>
                  <a:pt x="484" y="2013"/>
                </a:lnTo>
                <a:lnTo>
                  <a:pt x="515" y="2022"/>
                </a:lnTo>
                <a:lnTo>
                  <a:pt x="535" y="2023"/>
                </a:lnTo>
                <a:lnTo>
                  <a:pt x="555" y="2024"/>
                </a:lnTo>
                <a:lnTo>
                  <a:pt x="587" y="2033"/>
                </a:lnTo>
                <a:lnTo>
                  <a:pt x="594" y="2040"/>
                </a:lnTo>
                <a:lnTo>
                  <a:pt x="597" y="2043"/>
                </a:lnTo>
                <a:lnTo>
                  <a:pt x="615" y="2047"/>
                </a:lnTo>
                <a:lnTo>
                  <a:pt x="658" y="2051"/>
                </a:lnTo>
                <a:lnTo>
                  <a:pt x="695" y="2050"/>
                </a:lnTo>
                <a:lnTo>
                  <a:pt x="744" y="2048"/>
                </a:lnTo>
                <a:lnTo>
                  <a:pt x="779" y="2053"/>
                </a:lnTo>
                <a:lnTo>
                  <a:pt x="787" y="2063"/>
                </a:lnTo>
                <a:lnTo>
                  <a:pt x="788" y="2070"/>
                </a:lnTo>
                <a:lnTo>
                  <a:pt x="788" y="2077"/>
                </a:lnTo>
                <a:lnTo>
                  <a:pt x="791" y="2085"/>
                </a:lnTo>
                <a:lnTo>
                  <a:pt x="803" y="2081"/>
                </a:lnTo>
                <a:lnTo>
                  <a:pt x="821" y="2066"/>
                </a:lnTo>
                <a:lnTo>
                  <a:pt x="837" y="2053"/>
                </a:lnTo>
                <a:lnTo>
                  <a:pt x="853" y="2048"/>
                </a:lnTo>
                <a:lnTo>
                  <a:pt x="862" y="2053"/>
                </a:lnTo>
                <a:lnTo>
                  <a:pt x="866" y="2058"/>
                </a:lnTo>
                <a:lnTo>
                  <a:pt x="870" y="2067"/>
                </a:lnTo>
                <a:lnTo>
                  <a:pt x="865" y="2070"/>
                </a:lnTo>
                <a:lnTo>
                  <a:pt x="856" y="2065"/>
                </a:lnTo>
                <a:lnTo>
                  <a:pt x="847" y="2060"/>
                </a:lnTo>
                <a:lnTo>
                  <a:pt x="840" y="2062"/>
                </a:lnTo>
                <a:lnTo>
                  <a:pt x="844" y="2068"/>
                </a:lnTo>
                <a:lnTo>
                  <a:pt x="848" y="2072"/>
                </a:lnTo>
                <a:lnTo>
                  <a:pt x="867" y="2080"/>
                </a:lnTo>
                <a:lnTo>
                  <a:pt x="914" y="2092"/>
                </a:lnTo>
                <a:lnTo>
                  <a:pt x="954" y="2097"/>
                </a:lnTo>
                <a:lnTo>
                  <a:pt x="995" y="2103"/>
                </a:lnTo>
                <a:lnTo>
                  <a:pt x="1054" y="2114"/>
                </a:lnTo>
                <a:lnTo>
                  <a:pt x="1064" y="2119"/>
                </a:lnTo>
                <a:lnTo>
                  <a:pt x="1077" y="2124"/>
                </a:lnTo>
                <a:lnTo>
                  <a:pt x="1149" y="2130"/>
                </a:lnTo>
                <a:lnTo>
                  <a:pt x="1239" y="2131"/>
                </a:lnTo>
                <a:lnTo>
                  <a:pt x="1291" y="2127"/>
                </a:lnTo>
                <a:lnTo>
                  <a:pt x="1310" y="2122"/>
                </a:lnTo>
                <a:lnTo>
                  <a:pt x="1312" y="2119"/>
                </a:lnTo>
                <a:lnTo>
                  <a:pt x="1313" y="2114"/>
                </a:lnTo>
                <a:lnTo>
                  <a:pt x="1325" y="2114"/>
                </a:lnTo>
                <a:lnTo>
                  <a:pt x="1333" y="2121"/>
                </a:lnTo>
                <a:lnTo>
                  <a:pt x="1349" y="2133"/>
                </a:lnTo>
                <a:lnTo>
                  <a:pt x="1382" y="2144"/>
                </a:lnTo>
                <a:lnTo>
                  <a:pt x="1411" y="2140"/>
                </a:lnTo>
                <a:lnTo>
                  <a:pt x="1435" y="2122"/>
                </a:lnTo>
                <a:lnTo>
                  <a:pt x="1444" y="2107"/>
                </a:lnTo>
                <a:lnTo>
                  <a:pt x="1452" y="2092"/>
                </a:lnTo>
                <a:lnTo>
                  <a:pt x="1458" y="2087"/>
                </a:lnTo>
                <a:lnTo>
                  <a:pt x="1455" y="2097"/>
                </a:lnTo>
                <a:lnTo>
                  <a:pt x="1453" y="2111"/>
                </a:lnTo>
                <a:lnTo>
                  <a:pt x="1459" y="2136"/>
                </a:lnTo>
                <a:lnTo>
                  <a:pt x="1467" y="2144"/>
                </a:lnTo>
                <a:lnTo>
                  <a:pt x="1479" y="2150"/>
                </a:lnTo>
                <a:lnTo>
                  <a:pt x="1497" y="2157"/>
                </a:lnTo>
                <a:lnTo>
                  <a:pt x="1508" y="2156"/>
                </a:lnTo>
                <a:lnTo>
                  <a:pt x="1510" y="2148"/>
                </a:lnTo>
                <a:lnTo>
                  <a:pt x="1506" y="2141"/>
                </a:lnTo>
                <a:lnTo>
                  <a:pt x="1504" y="2134"/>
                </a:lnTo>
                <a:lnTo>
                  <a:pt x="1507" y="2125"/>
                </a:lnTo>
                <a:lnTo>
                  <a:pt x="1513" y="2124"/>
                </a:lnTo>
                <a:lnTo>
                  <a:pt x="1520" y="2125"/>
                </a:lnTo>
                <a:lnTo>
                  <a:pt x="1530" y="2134"/>
                </a:lnTo>
                <a:lnTo>
                  <a:pt x="1531" y="2141"/>
                </a:lnTo>
                <a:lnTo>
                  <a:pt x="1533" y="2147"/>
                </a:lnTo>
                <a:lnTo>
                  <a:pt x="1552" y="2156"/>
                </a:lnTo>
                <a:lnTo>
                  <a:pt x="1566" y="2157"/>
                </a:lnTo>
                <a:lnTo>
                  <a:pt x="1577" y="2157"/>
                </a:lnTo>
                <a:lnTo>
                  <a:pt x="1592" y="2150"/>
                </a:lnTo>
                <a:lnTo>
                  <a:pt x="1600" y="2135"/>
                </a:lnTo>
                <a:lnTo>
                  <a:pt x="1602" y="2111"/>
                </a:lnTo>
                <a:lnTo>
                  <a:pt x="1601" y="2094"/>
                </a:lnTo>
                <a:lnTo>
                  <a:pt x="1600" y="2082"/>
                </a:lnTo>
                <a:lnTo>
                  <a:pt x="1604" y="2072"/>
                </a:lnTo>
                <a:lnTo>
                  <a:pt x="1613" y="2077"/>
                </a:lnTo>
                <a:lnTo>
                  <a:pt x="1626" y="2096"/>
                </a:lnTo>
                <a:lnTo>
                  <a:pt x="1632" y="2109"/>
                </a:lnTo>
                <a:lnTo>
                  <a:pt x="1635" y="2118"/>
                </a:lnTo>
                <a:lnTo>
                  <a:pt x="1646" y="2132"/>
                </a:lnTo>
                <a:lnTo>
                  <a:pt x="1663" y="2142"/>
                </a:lnTo>
                <a:lnTo>
                  <a:pt x="1686" y="2147"/>
                </a:lnTo>
                <a:lnTo>
                  <a:pt x="1701" y="2149"/>
                </a:lnTo>
                <a:lnTo>
                  <a:pt x="1725" y="2153"/>
                </a:lnTo>
                <a:lnTo>
                  <a:pt x="1756" y="2163"/>
                </a:lnTo>
                <a:lnTo>
                  <a:pt x="1770" y="2173"/>
                </a:lnTo>
                <a:lnTo>
                  <a:pt x="1775" y="2178"/>
                </a:lnTo>
                <a:lnTo>
                  <a:pt x="1785" y="2190"/>
                </a:lnTo>
                <a:lnTo>
                  <a:pt x="1810" y="2207"/>
                </a:lnTo>
                <a:lnTo>
                  <a:pt x="1835" y="2216"/>
                </a:lnTo>
                <a:lnTo>
                  <a:pt x="1856" y="2214"/>
                </a:lnTo>
                <a:lnTo>
                  <a:pt x="1861" y="2208"/>
                </a:lnTo>
                <a:lnTo>
                  <a:pt x="1868" y="2201"/>
                </a:lnTo>
                <a:lnTo>
                  <a:pt x="1886" y="2199"/>
                </a:lnTo>
                <a:lnTo>
                  <a:pt x="1905" y="2211"/>
                </a:lnTo>
                <a:lnTo>
                  <a:pt x="1918" y="2231"/>
                </a:lnTo>
                <a:lnTo>
                  <a:pt x="1920" y="2243"/>
                </a:lnTo>
                <a:lnTo>
                  <a:pt x="1922" y="2257"/>
                </a:lnTo>
                <a:lnTo>
                  <a:pt x="1932" y="2274"/>
                </a:lnTo>
                <a:lnTo>
                  <a:pt x="1939" y="2276"/>
                </a:lnTo>
                <a:lnTo>
                  <a:pt x="1943" y="2276"/>
                </a:lnTo>
                <a:lnTo>
                  <a:pt x="1947" y="2271"/>
                </a:lnTo>
                <a:lnTo>
                  <a:pt x="1950" y="2258"/>
                </a:lnTo>
                <a:lnTo>
                  <a:pt x="1947" y="2245"/>
                </a:lnTo>
                <a:lnTo>
                  <a:pt x="1945" y="2237"/>
                </a:lnTo>
                <a:lnTo>
                  <a:pt x="1944" y="2225"/>
                </a:lnTo>
                <a:lnTo>
                  <a:pt x="1950" y="2219"/>
                </a:lnTo>
                <a:lnTo>
                  <a:pt x="1962" y="2216"/>
                </a:lnTo>
                <a:lnTo>
                  <a:pt x="1971" y="2217"/>
                </a:lnTo>
                <a:lnTo>
                  <a:pt x="1985" y="2218"/>
                </a:lnTo>
                <a:lnTo>
                  <a:pt x="2009" y="2225"/>
                </a:lnTo>
                <a:lnTo>
                  <a:pt x="2015" y="2230"/>
                </a:lnTo>
                <a:lnTo>
                  <a:pt x="2018" y="2232"/>
                </a:lnTo>
                <a:lnTo>
                  <a:pt x="2027" y="2232"/>
                </a:lnTo>
                <a:lnTo>
                  <a:pt x="2046" y="2224"/>
                </a:lnTo>
                <a:lnTo>
                  <a:pt x="2060" y="2213"/>
                </a:lnTo>
                <a:lnTo>
                  <a:pt x="2074" y="2202"/>
                </a:lnTo>
                <a:lnTo>
                  <a:pt x="2085" y="2196"/>
                </a:lnTo>
                <a:lnTo>
                  <a:pt x="2087" y="2197"/>
                </a:lnTo>
                <a:lnTo>
                  <a:pt x="2086" y="2200"/>
                </a:lnTo>
                <a:lnTo>
                  <a:pt x="2083" y="2209"/>
                </a:lnTo>
                <a:lnTo>
                  <a:pt x="2090" y="2241"/>
                </a:lnTo>
                <a:lnTo>
                  <a:pt x="2099" y="2259"/>
                </a:lnTo>
                <a:lnTo>
                  <a:pt x="2108" y="2275"/>
                </a:lnTo>
                <a:lnTo>
                  <a:pt x="2118" y="2287"/>
                </a:lnTo>
                <a:lnTo>
                  <a:pt x="2122" y="2287"/>
                </a:lnTo>
                <a:lnTo>
                  <a:pt x="2123" y="2284"/>
                </a:lnTo>
                <a:lnTo>
                  <a:pt x="2123" y="2282"/>
                </a:lnTo>
                <a:lnTo>
                  <a:pt x="2127" y="2282"/>
                </a:lnTo>
                <a:lnTo>
                  <a:pt x="2138" y="2292"/>
                </a:lnTo>
                <a:lnTo>
                  <a:pt x="2150" y="2306"/>
                </a:lnTo>
                <a:lnTo>
                  <a:pt x="2161" y="2321"/>
                </a:lnTo>
                <a:lnTo>
                  <a:pt x="2184" y="2342"/>
                </a:lnTo>
                <a:lnTo>
                  <a:pt x="2192" y="2344"/>
                </a:lnTo>
                <a:lnTo>
                  <a:pt x="2195" y="2343"/>
                </a:lnTo>
                <a:lnTo>
                  <a:pt x="2196" y="2336"/>
                </a:lnTo>
                <a:lnTo>
                  <a:pt x="2187" y="2315"/>
                </a:lnTo>
                <a:lnTo>
                  <a:pt x="2174" y="2296"/>
                </a:lnTo>
                <a:lnTo>
                  <a:pt x="2136" y="2251"/>
                </a:lnTo>
                <a:lnTo>
                  <a:pt x="2192" y="2245"/>
                </a:lnTo>
                <a:lnTo>
                  <a:pt x="2216" y="2241"/>
                </a:lnTo>
                <a:lnTo>
                  <a:pt x="2260" y="2228"/>
                </a:lnTo>
                <a:lnTo>
                  <a:pt x="2273" y="2220"/>
                </a:lnTo>
                <a:lnTo>
                  <a:pt x="2286" y="2211"/>
                </a:lnTo>
                <a:lnTo>
                  <a:pt x="2291" y="2211"/>
                </a:lnTo>
                <a:lnTo>
                  <a:pt x="2285" y="2220"/>
                </a:lnTo>
                <a:lnTo>
                  <a:pt x="2281" y="2229"/>
                </a:lnTo>
                <a:lnTo>
                  <a:pt x="2288" y="2241"/>
                </a:lnTo>
                <a:lnTo>
                  <a:pt x="2299" y="2242"/>
                </a:lnTo>
                <a:lnTo>
                  <a:pt x="2309" y="2243"/>
                </a:lnTo>
                <a:lnTo>
                  <a:pt x="2318" y="2257"/>
                </a:lnTo>
                <a:lnTo>
                  <a:pt x="2316" y="2268"/>
                </a:lnTo>
                <a:lnTo>
                  <a:pt x="2313" y="2279"/>
                </a:lnTo>
                <a:lnTo>
                  <a:pt x="2321" y="2305"/>
                </a:lnTo>
                <a:lnTo>
                  <a:pt x="2331" y="2316"/>
                </a:lnTo>
                <a:lnTo>
                  <a:pt x="2345" y="2332"/>
                </a:lnTo>
                <a:lnTo>
                  <a:pt x="2357" y="2334"/>
                </a:lnTo>
                <a:lnTo>
                  <a:pt x="2363" y="2325"/>
                </a:lnTo>
                <a:lnTo>
                  <a:pt x="2366" y="2318"/>
                </a:lnTo>
                <a:lnTo>
                  <a:pt x="2372" y="2308"/>
                </a:lnTo>
                <a:lnTo>
                  <a:pt x="2394" y="2296"/>
                </a:lnTo>
                <a:lnTo>
                  <a:pt x="2421" y="2293"/>
                </a:lnTo>
                <a:lnTo>
                  <a:pt x="2446" y="2301"/>
                </a:lnTo>
                <a:lnTo>
                  <a:pt x="2453" y="2309"/>
                </a:lnTo>
                <a:lnTo>
                  <a:pt x="2459" y="2318"/>
                </a:lnTo>
                <a:lnTo>
                  <a:pt x="2475" y="2318"/>
                </a:lnTo>
                <a:lnTo>
                  <a:pt x="2486" y="2309"/>
                </a:lnTo>
                <a:lnTo>
                  <a:pt x="2491" y="2305"/>
                </a:lnTo>
                <a:lnTo>
                  <a:pt x="2500" y="2301"/>
                </a:lnTo>
                <a:lnTo>
                  <a:pt x="2511" y="2306"/>
                </a:lnTo>
                <a:lnTo>
                  <a:pt x="2518" y="2319"/>
                </a:lnTo>
                <a:lnTo>
                  <a:pt x="2528" y="2344"/>
                </a:lnTo>
                <a:lnTo>
                  <a:pt x="2527" y="2357"/>
                </a:lnTo>
                <a:lnTo>
                  <a:pt x="2517" y="2355"/>
                </a:lnTo>
                <a:lnTo>
                  <a:pt x="2509" y="2350"/>
                </a:lnTo>
                <a:lnTo>
                  <a:pt x="2505" y="2348"/>
                </a:lnTo>
                <a:lnTo>
                  <a:pt x="2499" y="2349"/>
                </a:lnTo>
                <a:lnTo>
                  <a:pt x="2495" y="2358"/>
                </a:lnTo>
                <a:lnTo>
                  <a:pt x="2498" y="2370"/>
                </a:lnTo>
                <a:lnTo>
                  <a:pt x="2500" y="2380"/>
                </a:lnTo>
                <a:lnTo>
                  <a:pt x="2512" y="2393"/>
                </a:lnTo>
                <a:lnTo>
                  <a:pt x="2526" y="2397"/>
                </a:lnTo>
                <a:lnTo>
                  <a:pt x="2537" y="2389"/>
                </a:lnTo>
                <a:lnTo>
                  <a:pt x="2539" y="2380"/>
                </a:lnTo>
                <a:lnTo>
                  <a:pt x="2544" y="2347"/>
                </a:lnTo>
                <a:lnTo>
                  <a:pt x="2556" y="2301"/>
                </a:lnTo>
                <a:lnTo>
                  <a:pt x="2572" y="2278"/>
                </a:lnTo>
                <a:lnTo>
                  <a:pt x="2597" y="2271"/>
                </a:lnTo>
                <a:lnTo>
                  <a:pt x="2613" y="2273"/>
                </a:lnTo>
                <a:lnTo>
                  <a:pt x="2634" y="2277"/>
                </a:lnTo>
                <a:lnTo>
                  <a:pt x="2676" y="2297"/>
                </a:lnTo>
                <a:lnTo>
                  <a:pt x="2709" y="2324"/>
                </a:lnTo>
                <a:lnTo>
                  <a:pt x="2721" y="2345"/>
                </a:lnTo>
                <a:lnTo>
                  <a:pt x="2723" y="2357"/>
                </a:lnTo>
                <a:lnTo>
                  <a:pt x="2721" y="2362"/>
                </a:lnTo>
                <a:lnTo>
                  <a:pt x="2716" y="2369"/>
                </a:lnTo>
                <a:lnTo>
                  <a:pt x="2698" y="2373"/>
                </a:lnTo>
                <a:lnTo>
                  <a:pt x="2687" y="2370"/>
                </a:lnTo>
                <a:lnTo>
                  <a:pt x="2678" y="2368"/>
                </a:lnTo>
                <a:lnTo>
                  <a:pt x="2664" y="2371"/>
                </a:lnTo>
                <a:lnTo>
                  <a:pt x="2663" y="2377"/>
                </a:lnTo>
                <a:lnTo>
                  <a:pt x="2664" y="2384"/>
                </a:lnTo>
                <a:lnTo>
                  <a:pt x="2677" y="2393"/>
                </a:lnTo>
                <a:lnTo>
                  <a:pt x="2686" y="2395"/>
                </a:lnTo>
                <a:lnTo>
                  <a:pt x="2879" y="2402"/>
                </a:lnTo>
                <a:lnTo>
                  <a:pt x="3381" y="2415"/>
                </a:lnTo>
                <a:lnTo>
                  <a:pt x="3584" y="2420"/>
                </a:lnTo>
                <a:lnTo>
                  <a:pt x="3579" y="2379"/>
                </a:lnTo>
                <a:lnTo>
                  <a:pt x="3578" y="2357"/>
                </a:lnTo>
                <a:lnTo>
                  <a:pt x="3584" y="2349"/>
                </a:lnTo>
                <a:lnTo>
                  <a:pt x="3593" y="2354"/>
                </a:lnTo>
                <a:lnTo>
                  <a:pt x="3601" y="2360"/>
                </a:lnTo>
                <a:lnTo>
                  <a:pt x="3610" y="2369"/>
                </a:lnTo>
                <a:lnTo>
                  <a:pt x="3620" y="2386"/>
                </a:lnTo>
                <a:lnTo>
                  <a:pt x="3619" y="2392"/>
                </a:lnTo>
                <a:lnTo>
                  <a:pt x="3617" y="2398"/>
                </a:lnTo>
                <a:lnTo>
                  <a:pt x="3621" y="2418"/>
                </a:lnTo>
                <a:lnTo>
                  <a:pt x="3628" y="2428"/>
                </a:lnTo>
                <a:lnTo>
                  <a:pt x="3635" y="2441"/>
                </a:lnTo>
                <a:lnTo>
                  <a:pt x="3643" y="2439"/>
                </a:lnTo>
                <a:lnTo>
                  <a:pt x="3644" y="2425"/>
                </a:lnTo>
                <a:lnTo>
                  <a:pt x="3644" y="2416"/>
                </a:lnTo>
                <a:lnTo>
                  <a:pt x="3647" y="2405"/>
                </a:lnTo>
                <a:lnTo>
                  <a:pt x="3663" y="2403"/>
                </a:lnTo>
                <a:lnTo>
                  <a:pt x="3685" y="2415"/>
                </a:lnTo>
                <a:lnTo>
                  <a:pt x="3706" y="2423"/>
                </a:lnTo>
                <a:lnTo>
                  <a:pt x="3731" y="2424"/>
                </a:lnTo>
                <a:lnTo>
                  <a:pt x="3745" y="2418"/>
                </a:lnTo>
                <a:lnTo>
                  <a:pt x="3751" y="2413"/>
                </a:lnTo>
                <a:lnTo>
                  <a:pt x="3761" y="2404"/>
                </a:lnTo>
                <a:lnTo>
                  <a:pt x="3778" y="2401"/>
                </a:lnTo>
                <a:lnTo>
                  <a:pt x="3783" y="2405"/>
                </a:lnTo>
                <a:lnTo>
                  <a:pt x="3786" y="2408"/>
                </a:lnTo>
                <a:lnTo>
                  <a:pt x="3804" y="2414"/>
                </a:lnTo>
                <a:lnTo>
                  <a:pt x="3846" y="2418"/>
                </a:lnTo>
                <a:lnTo>
                  <a:pt x="3883" y="2418"/>
                </a:lnTo>
                <a:lnTo>
                  <a:pt x="3920" y="2418"/>
                </a:lnTo>
                <a:lnTo>
                  <a:pt x="3986" y="2425"/>
                </a:lnTo>
                <a:lnTo>
                  <a:pt x="4003" y="2431"/>
                </a:lnTo>
                <a:lnTo>
                  <a:pt x="4014" y="2436"/>
                </a:lnTo>
                <a:lnTo>
                  <a:pt x="4029" y="2437"/>
                </a:lnTo>
                <a:lnTo>
                  <a:pt x="4032" y="2427"/>
                </a:lnTo>
                <a:lnTo>
                  <a:pt x="4024" y="2411"/>
                </a:lnTo>
                <a:lnTo>
                  <a:pt x="4014" y="2400"/>
                </a:lnTo>
                <a:lnTo>
                  <a:pt x="4011" y="2396"/>
                </a:lnTo>
                <a:lnTo>
                  <a:pt x="4010" y="2391"/>
                </a:lnTo>
                <a:lnTo>
                  <a:pt x="4026" y="2388"/>
                </a:lnTo>
                <a:lnTo>
                  <a:pt x="4049" y="2390"/>
                </a:lnTo>
                <a:lnTo>
                  <a:pt x="4068" y="2393"/>
                </a:lnTo>
                <a:lnTo>
                  <a:pt x="4087" y="2401"/>
                </a:lnTo>
                <a:lnTo>
                  <a:pt x="4094" y="2406"/>
                </a:lnTo>
                <a:lnTo>
                  <a:pt x="4093" y="2409"/>
                </a:lnTo>
                <a:lnTo>
                  <a:pt x="4092" y="2412"/>
                </a:lnTo>
                <a:lnTo>
                  <a:pt x="4094" y="2417"/>
                </a:lnTo>
                <a:lnTo>
                  <a:pt x="4107" y="2422"/>
                </a:lnTo>
                <a:lnTo>
                  <a:pt x="4121" y="2423"/>
                </a:lnTo>
                <a:lnTo>
                  <a:pt x="4139" y="2425"/>
                </a:lnTo>
                <a:lnTo>
                  <a:pt x="4145" y="2419"/>
                </a:lnTo>
                <a:lnTo>
                  <a:pt x="4133" y="2411"/>
                </a:lnTo>
                <a:lnTo>
                  <a:pt x="4123" y="2404"/>
                </a:lnTo>
                <a:lnTo>
                  <a:pt x="4115" y="2396"/>
                </a:lnTo>
                <a:lnTo>
                  <a:pt x="4129" y="2389"/>
                </a:lnTo>
                <a:lnTo>
                  <a:pt x="4167" y="2385"/>
                </a:lnTo>
                <a:lnTo>
                  <a:pt x="4186" y="2384"/>
                </a:lnTo>
                <a:lnTo>
                  <a:pt x="4225" y="2389"/>
                </a:lnTo>
                <a:lnTo>
                  <a:pt x="4240" y="2395"/>
                </a:lnTo>
                <a:lnTo>
                  <a:pt x="4252" y="2402"/>
                </a:lnTo>
                <a:lnTo>
                  <a:pt x="4264" y="2403"/>
                </a:lnTo>
                <a:lnTo>
                  <a:pt x="4268" y="2400"/>
                </a:lnTo>
                <a:lnTo>
                  <a:pt x="4268" y="2397"/>
                </a:lnTo>
                <a:lnTo>
                  <a:pt x="4266" y="2385"/>
                </a:lnTo>
                <a:lnTo>
                  <a:pt x="4246" y="2352"/>
                </a:lnTo>
                <a:lnTo>
                  <a:pt x="4216" y="2318"/>
                </a:lnTo>
                <a:lnTo>
                  <a:pt x="4188" y="2296"/>
                </a:lnTo>
                <a:lnTo>
                  <a:pt x="4179" y="2294"/>
                </a:lnTo>
                <a:lnTo>
                  <a:pt x="4162" y="2296"/>
                </a:lnTo>
                <a:lnTo>
                  <a:pt x="4139" y="2295"/>
                </a:lnTo>
                <a:lnTo>
                  <a:pt x="4126" y="2289"/>
                </a:lnTo>
                <a:lnTo>
                  <a:pt x="4123" y="2279"/>
                </a:lnTo>
                <a:lnTo>
                  <a:pt x="4126" y="2273"/>
                </a:lnTo>
                <a:lnTo>
                  <a:pt x="4130" y="2266"/>
                </a:lnTo>
                <a:lnTo>
                  <a:pt x="4127" y="2262"/>
                </a:lnTo>
                <a:lnTo>
                  <a:pt x="4120" y="2266"/>
                </a:lnTo>
                <a:lnTo>
                  <a:pt x="4116" y="2267"/>
                </a:lnTo>
                <a:lnTo>
                  <a:pt x="4108" y="2266"/>
                </a:lnTo>
                <a:lnTo>
                  <a:pt x="4097" y="2255"/>
                </a:lnTo>
                <a:lnTo>
                  <a:pt x="4091" y="2242"/>
                </a:lnTo>
                <a:lnTo>
                  <a:pt x="4086" y="2228"/>
                </a:lnTo>
                <a:lnTo>
                  <a:pt x="4071" y="2210"/>
                </a:lnTo>
                <a:lnTo>
                  <a:pt x="4064" y="2208"/>
                </a:lnTo>
                <a:lnTo>
                  <a:pt x="4056" y="2209"/>
                </a:lnTo>
                <a:lnTo>
                  <a:pt x="4049" y="2218"/>
                </a:lnTo>
                <a:lnTo>
                  <a:pt x="4052" y="2232"/>
                </a:lnTo>
                <a:lnTo>
                  <a:pt x="4064" y="2250"/>
                </a:lnTo>
                <a:lnTo>
                  <a:pt x="4074" y="2259"/>
                </a:lnTo>
                <a:lnTo>
                  <a:pt x="4084" y="2268"/>
                </a:lnTo>
                <a:lnTo>
                  <a:pt x="4092" y="2287"/>
                </a:lnTo>
                <a:lnTo>
                  <a:pt x="4087" y="2294"/>
                </a:lnTo>
                <a:lnTo>
                  <a:pt x="4077" y="2299"/>
                </a:lnTo>
                <a:lnTo>
                  <a:pt x="4041" y="2300"/>
                </a:lnTo>
                <a:lnTo>
                  <a:pt x="3997" y="2293"/>
                </a:lnTo>
                <a:lnTo>
                  <a:pt x="3974" y="2284"/>
                </a:lnTo>
                <a:lnTo>
                  <a:pt x="3965" y="2276"/>
                </a:lnTo>
                <a:lnTo>
                  <a:pt x="3964" y="2273"/>
                </a:lnTo>
                <a:lnTo>
                  <a:pt x="3965" y="2267"/>
                </a:lnTo>
                <a:lnTo>
                  <a:pt x="3973" y="2263"/>
                </a:lnTo>
                <a:lnTo>
                  <a:pt x="3978" y="2266"/>
                </a:lnTo>
                <a:lnTo>
                  <a:pt x="3981" y="2266"/>
                </a:lnTo>
                <a:lnTo>
                  <a:pt x="3985" y="2254"/>
                </a:lnTo>
                <a:lnTo>
                  <a:pt x="3989" y="2213"/>
                </a:lnTo>
                <a:lnTo>
                  <a:pt x="3988" y="2173"/>
                </a:lnTo>
                <a:lnTo>
                  <a:pt x="3984" y="2073"/>
                </a:lnTo>
                <a:lnTo>
                  <a:pt x="4040" y="2132"/>
                </a:lnTo>
                <a:lnTo>
                  <a:pt x="4069" y="2161"/>
                </a:lnTo>
                <a:lnTo>
                  <a:pt x="4094" y="2176"/>
                </a:lnTo>
                <a:lnTo>
                  <a:pt x="4103" y="2172"/>
                </a:lnTo>
                <a:lnTo>
                  <a:pt x="4106" y="2164"/>
                </a:lnTo>
                <a:lnTo>
                  <a:pt x="4109" y="2158"/>
                </a:lnTo>
                <a:lnTo>
                  <a:pt x="4119" y="2149"/>
                </a:lnTo>
                <a:lnTo>
                  <a:pt x="4141" y="2142"/>
                </a:lnTo>
                <a:lnTo>
                  <a:pt x="4161" y="2142"/>
                </a:lnTo>
                <a:lnTo>
                  <a:pt x="4183" y="2144"/>
                </a:lnTo>
                <a:lnTo>
                  <a:pt x="4218" y="2140"/>
                </a:lnTo>
                <a:lnTo>
                  <a:pt x="4229" y="2136"/>
                </a:lnTo>
                <a:lnTo>
                  <a:pt x="4240" y="2131"/>
                </a:lnTo>
                <a:lnTo>
                  <a:pt x="4274" y="2123"/>
                </a:lnTo>
                <a:lnTo>
                  <a:pt x="4292" y="2121"/>
                </a:lnTo>
                <a:lnTo>
                  <a:pt x="4310" y="2117"/>
                </a:lnTo>
                <a:lnTo>
                  <a:pt x="4328" y="2105"/>
                </a:lnTo>
                <a:lnTo>
                  <a:pt x="4334" y="2095"/>
                </a:lnTo>
                <a:lnTo>
                  <a:pt x="4336" y="2075"/>
                </a:lnTo>
                <a:lnTo>
                  <a:pt x="4320" y="2050"/>
                </a:lnTo>
                <a:lnTo>
                  <a:pt x="4303" y="2040"/>
                </a:lnTo>
                <a:lnTo>
                  <a:pt x="4287" y="2031"/>
                </a:lnTo>
                <a:lnTo>
                  <a:pt x="4265" y="2023"/>
                </a:lnTo>
                <a:lnTo>
                  <a:pt x="4254" y="2027"/>
                </a:lnTo>
                <a:lnTo>
                  <a:pt x="4254" y="2043"/>
                </a:lnTo>
                <a:lnTo>
                  <a:pt x="4257" y="2056"/>
                </a:lnTo>
                <a:lnTo>
                  <a:pt x="4259" y="2069"/>
                </a:lnTo>
                <a:lnTo>
                  <a:pt x="4257" y="2080"/>
                </a:lnTo>
                <a:lnTo>
                  <a:pt x="4253" y="2082"/>
                </a:lnTo>
                <a:lnTo>
                  <a:pt x="4250" y="2080"/>
                </a:lnTo>
                <a:lnTo>
                  <a:pt x="4244" y="2075"/>
                </a:lnTo>
                <a:lnTo>
                  <a:pt x="4235" y="2057"/>
                </a:lnTo>
                <a:lnTo>
                  <a:pt x="4234" y="2046"/>
                </a:lnTo>
                <a:lnTo>
                  <a:pt x="4233" y="2041"/>
                </a:lnTo>
                <a:lnTo>
                  <a:pt x="4227" y="2032"/>
                </a:lnTo>
                <a:lnTo>
                  <a:pt x="4209" y="2024"/>
                </a:lnTo>
                <a:lnTo>
                  <a:pt x="4189" y="2023"/>
                </a:lnTo>
                <a:lnTo>
                  <a:pt x="4176" y="2022"/>
                </a:lnTo>
                <a:lnTo>
                  <a:pt x="4159" y="2016"/>
                </a:lnTo>
                <a:lnTo>
                  <a:pt x="4158" y="2007"/>
                </a:lnTo>
                <a:lnTo>
                  <a:pt x="4173" y="1998"/>
                </a:lnTo>
                <a:lnTo>
                  <a:pt x="4186" y="1995"/>
                </a:lnTo>
                <a:lnTo>
                  <a:pt x="4198" y="1993"/>
                </a:lnTo>
                <a:lnTo>
                  <a:pt x="4206" y="1989"/>
                </a:lnTo>
                <a:lnTo>
                  <a:pt x="4212" y="1985"/>
                </a:lnTo>
                <a:lnTo>
                  <a:pt x="4232" y="1980"/>
                </a:lnTo>
                <a:lnTo>
                  <a:pt x="4253" y="1981"/>
                </a:lnTo>
                <a:lnTo>
                  <a:pt x="4267" y="1986"/>
                </a:lnTo>
                <a:lnTo>
                  <a:pt x="4268" y="1990"/>
                </a:lnTo>
                <a:lnTo>
                  <a:pt x="4269" y="1996"/>
                </a:lnTo>
                <a:lnTo>
                  <a:pt x="4278" y="2004"/>
                </a:lnTo>
                <a:lnTo>
                  <a:pt x="4285" y="2005"/>
                </a:lnTo>
                <a:lnTo>
                  <a:pt x="4291" y="2004"/>
                </a:lnTo>
                <a:lnTo>
                  <a:pt x="4294" y="1989"/>
                </a:lnTo>
                <a:lnTo>
                  <a:pt x="4290" y="1979"/>
                </a:lnTo>
                <a:lnTo>
                  <a:pt x="4289" y="1974"/>
                </a:lnTo>
                <a:lnTo>
                  <a:pt x="4294" y="1973"/>
                </a:lnTo>
                <a:lnTo>
                  <a:pt x="4316" y="1986"/>
                </a:lnTo>
                <a:lnTo>
                  <a:pt x="4338" y="2005"/>
                </a:lnTo>
                <a:lnTo>
                  <a:pt x="4362" y="2025"/>
                </a:lnTo>
                <a:lnTo>
                  <a:pt x="4396" y="2044"/>
                </a:lnTo>
                <a:lnTo>
                  <a:pt x="4412" y="2049"/>
                </a:lnTo>
                <a:lnTo>
                  <a:pt x="4417" y="2048"/>
                </a:lnTo>
                <a:lnTo>
                  <a:pt x="4427" y="2045"/>
                </a:lnTo>
                <a:lnTo>
                  <a:pt x="4457" y="2050"/>
                </a:lnTo>
                <a:lnTo>
                  <a:pt x="4473" y="2056"/>
                </a:lnTo>
                <a:lnTo>
                  <a:pt x="4488" y="2064"/>
                </a:lnTo>
                <a:lnTo>
                  <a:pt x="4500" y="2067"/>
                </a:lnTo>
                <a:lnTo>
                  <a:pt x="4503" y="2065"/>
                </a:lnTo>
                <a:lnTo>
                  <a:pt x="4499" y="2055"/>
                </a:lnTo>
                <a:lnTo>
                  <a:pt x="4478" y="2031"/>
                </a:lnTo>
                <a:lnTo>
                  <a:pt x="4459" y="2015"/>
                </a:lnTo>
                <a:lnTo>
                  <a:pt x="4441" y="1998"/>
                </a:lnTo>
                <a:lnTo>
                  <a:pt x="4427" y="1979"/>
                </a:lnTo>
                <a:lnTo>
                  <a:pt x="4426" y="1973"/>
                </a:lnTo>
                <a:lnTo>
                  <a:pt x="4429" y="1972"/>
                </a:lnTo>
                <a:lnTo>
                  <a:pt x="4449" y="1969"/>
                </a:lnTo>
                <a:lnTo>
                  <a:pt x="4476" y="1964"/>
                </a:lnTo>
                <a:lnTo>
                  <a:pt x="4487" y="1962"/>
                </a:lnTo>
                <a:lnTo>
                  <a:pt x="4503" y="1970"/>
                </a:lnTo>
                <a:lnTo>
                  <a:pt x="4505" y="1977"/>
                </a:lnTo>
                <a:lnTo>
                  <a:pt x="4505" y="1981"/>
                </a:lnTo>
                <a:lnTo>
                  <a:pt x="4508" y="1984"/>
                </a:lnTo>
                <a:lnTo>
                  <a:pt x="4516" y="1978"/>
                </a:lnTo>
                <a:lnTo>
                  <a:pt x="4523" y="1967"/>
                </a:lnTo>
                <a:lnTo>
                  <a:pt x="4528" y="1960"/>
                </a:lnTo>
                <a:lnTo>
                  <a:pt x="4539" y="1950"/>
                </a:lnTo>
                <a:lnTo>
                  <a:pt x="4561" y="1945"/>
                </a:lnTo>
                <a:lnTo>
                  <a:pt x="4581" y="1949"/>
                </a:lnTo>
                <a:lnTo>
                  <a:pt x="4590" y="1951"/>
                </a:lnTo>
                <a:lnTo>
                  <a:pt x="4607" y="1951"/>
                </a:lnTo>
                <a:lnTo>
                  <a:pt x="4622" y="1945"/>
                </a:lnTo>
                <a:lnTo>
                  <a:pt x="4633" y="1935"/>
                </a:lnTo>
                <a:lnTo>
                  <a:pt x="4638" y="1927"/>
                </a:lnTo>
                <a:lnTo>
                  <a:pt x="4649" y="1908"/>
                </a:lnTo>
                <a:lnTo>
                  <a:pt x="4656" y="1912"/>
                </a:lnTo>
                <a:lnTo>
                  <a:pt x="4657" y="1934"/>
                </a:lnTo>
                <a:lnTo>
                  <a:pt x="4655" y="1951"/>
                </a:lnTo>
                <a:lnTo>
                  <a:pt x="4645" y="1967"/>
                </a:lnTo>
                <a:lnTo>
                  <a:pt x="4635" y="1972"/>
                </a:lnTo>
                <a:lnTo>
                  <a:pt x="4628" y="1972"/>
                </a:lnTo>
                <a:lnTo>
                  <a:pt x="4618" y="1973"/>
                </a:lnTo>
                <a:lnTo>
                  <a:pt x="4608" y="1979"/>
                </a:lnTo>
                <a:lnTo>
                  <a:pt x="4611" y="1984"/>
                </a:lnTo>
                <a:lnTo>
                  <a:pt x="4619" y="1986"/>
                </a:lnTo>
                <a:lnTo>
                  <a:pt x="4649" y="1979"/>
                </a:lnTo>
                <a:lnTo>
                  <a:pt x="4667" y="1970"/>
                </a:lnTo>
                <a:lnTo>
                  <a:pt x="4680" y="1964"/>
                </a:lnTo>
                <a:lnTo>
                  <a:pt x="4700" y="1957"/>
                </a:lnTo>
                <a:lnTo>
                  <a:pt x="4714" y="1959"/>
                </a:lnTo>
                <a:lnTo>
                  <a:pt x="4727" y="1971"/>
                </a:lnTo>
                <a:lnTo>
                  <a:pt x="4734" y="1980"/>
                </a:lnTo>
                <a:lnTo>
                  <a:pt x="4749" y="1999"/>
                </a:lnTo>
                <a:lnTo>
                  <a:pt x="4758" y="1998"/>
                </a:lnTo>
                <a:lnTo>
                  <a:pt x="4758" y="1977"/>
                </a:lnTo>
                <a:lnTo>
                  <a:pt x="4758" y="1959"/>
                </a:lnTo>
                <a:lnTo>
                  <a:pt x="4767" y="1937"/>
                </a:lnTo>
                <a:lnTo>
                  <a:pt x="4781" y="1931"/>
                </a:lnTo>
                <a:lnTo>
                  <a:pt x="4798" y="1941"/>
                </a:lnTo>
                <a:lnTo>
                  <a:pt x="4807" y="1954"/>
                </a:lnTo>
                <a:lnTo>
                  <a:pt x="4813" y="1961"/>
                </a:lnTo>
                <a:lnTo>
                  <a:pt x="4828" y="1972"/>
                </a:lnTo>
                <a:lnTo>
                  <a:pt x="4847" y="1977"/>
                </a:lnTo>
                <a:lnTo>
                  <a:pt x="4869" y="1977"/>
                </a:lnTo>
                <a:lnTo>
                  <a:pt x="4883" y="1975"/>
                </a:lnTo>
                <a:lnTo>
                  <a:pt x="4936" y="1969"/>
                </a:lnTo>
                <a:lnTo>
                  <a:pt x="4995" y="1969"/>
                </a:lnTo>
                <a:lnTo>
                  <a:pt x="5031" y="1975"/>
                </a:lnTo>
                <a:lnTo>
                  <a:pt x="5050" y="1980"/>
                </a:lnTo>
                <a:lnTo>
                  <a:pt x="5075" y="1986"/>
                </a:lnTo>
                <a:lnTo>
                  <a:pt x="5089" y="1983"/>
                </a:lnTo>
                <a:lnTo>
                  <a:pt x="5089" y="1974"/>
                </a:lnTo>
                <a:lnTo>
                  <a:pt x="5086" y="1967"/>
                </a:lnTo>
                <a:lnTo>
                  <a:pt x="5084" y="1960"/>
                </a:lnTo>
                <a:lnTo>
                  <a:pt x="5088" y="1949"/>
                </a:lnTo>
                <a:lnTo>
                  <a:pt x="5109" y="1933"/>
                </a:lnTo>
                <a:lnTo>
                  <a:pt x="5139" y="1921"/>
                </a:lnTo>
                <a:lnTo>
                  <a:pt x="5165" y="1913"/>
                </a:lnTo>
                <a:lnTo>
                  <a:pt x="5199" y="1908"/>
                </a:lnTo>
                <a:lnTo>
                  <a:pt x="5207" y="1912"/>
                </a:lnTo>
                <a:lnTo>
                  <a:pt x="5205" y="1918"/>
                </a:lnTo>
                <a:lnTo>
                  <a:pt x="5190" y="1933"/>
                </a:lnTo>
                <a:lnTo>
                  <a:pt x="5169" y="1945"/>
                </a:lnTo>
                <a:lnTo>
                  <a:pt x="5152" y="1955"/>
                </a:lnTo>
                <a:lnTo>
                  <a:pt x="5140" y="1968"/>
                </a:lnTo>
                <a:lnTo>
                  <a:pt x="5140" y="1973"/>
                </a:lnTo>
                <a:lnTo>
                  <a:pt x="5144" y="1974"/>
                </a:lnTo>
                <a:lnTo>
                  <a:pt x="5164" y="1976"/>
                </a:lnTo>
                <a:lnTo>
                  <a:pt x="5185" y="1979"/>
                </a:lnTo>
                <a:lnTo>
                  <a:pt x="5195" y="1979"/>
                </a:lnTo>
                <a:lnTo>
                  <a:pt x="5227" y="1975"/>
                </a:lnTo>
                <a:lnTo>
                  <a:pt x="5243" y="1970"/>
                </a:lnTo>
                <a:lnTo>
                  <a:pt x="5260" y="1965"/>
                </a:lnTo>
                <a:lnTo>
                  <a:pt x="5308" y="1967"/>
                </a:lnTo>
                <a:lnTo>
                  <a:pt x="5331" y="1972"/>
                </a:lnTo>
                <a:lnTo>
                  <a:pt x="5351" y="1976"/>
                </a:lnTo>
                <a:lnTo>
                  <a:pt x="5383" y="1975"/>
                </a:lnTo>
                <a:lnTo>
                  <a:pt x="5395" y="1969"/>
                </a:lnTo>
                <a:lnTo>
                  <a:pt x="5398" y="1963"/>
                </a:lnTo>
                <a:lnTo>
                  <a:pt x="5390" y="1952"/>
                </a:lnTo>
                <a:lnTo>
                  <a:pt x="5375" y="1945"/>
                </a:lnTo>
                <a:lnTo>
                  <a:pt x="5356" y="1939"/>
                </a:lnTo>
                <a:lnTo>
                  <a:pt x="5304" y="1929"/>
                </a:lnTo>
                <a:lnTo>
                  <a:pt x="5251" y="1923"/>
                </a:lnTo>
                <a:lnTo>
                  <a:pt x="5246" y="1922"/>
                </a:lnTo>
                <a:lnTo>
                  <a:pt x="5239" y="1918"/>
                </a:lnTo>
                <a:lnTo>
                  <a:pt x="5241" y="1905"/>
                </a:lnTo>
                <a:lnTo>
                  <a:pt x="5251" y="1888"/>
                </a:lnTo>
                <a:lnTo>
                  <a:pt x="5261" y="1874"/>
                </a:lnTo>
                <a:lnTo>
                  <a:pt x="5282" y="1858"/>
                </a:lnTo>
                <a:lnTo>
                  <a:pt x="5303" y="1855"/>
                </a:lnTo>
                <a:lnTo>
                  <a:pt x="5314" y="1866"/>
                </a:lnTo>
                <a:lnTo>
                  <a:pt x="5316" y="1878"/>
                </a:lnTo>
                <a:lnTo>
                  <a:pt x="5317" y="1886"/>
                </a:lnTo>
                <a:lnTo>
                  <a:pt x="5328" y="1902"/>
                </a:lnTo>
                <a:lnTo>
                  <a:pt x="5348" y="1914"/>
                </a:lnTo>
                <a:lnTo>
                  <a:pt x="5374" y="1920"/>
                </a:lnTo>
                <a:lnTo>
                  <a:pt x="5388" y="1921"/>
                </a:lnTo>
                <a:lnTo>
                  <a:pt x="5393" y="1921"/>
                </a:lnTo>
                <a:lnTo>
                  <a:pt x="5397" y="1918"/>
                </a:lnTo>
                <a:lnTo>
                  <a:pt x="5395" y="1910"/>
                </a:lnTo>
                <a:lnTo>
                  <a:pt x="5387" y="1901"/>
                </a:lnTo>
                <a:lnTo>
                  <a:pt x="5378" y="1891"/>
                </a:lnTo>
                <a:lnTo>
                  <a:pt x="5368" y="1876"/>
                </a:lnTo>
                <a:lnTo>
                  <a:pt x="5369" y="1865"/>
                </a:lnTo>
                <a:lnTo>
                  <a:pt x="5380" y="1860"/>
                </a:lnTo>
                <a:lnTo>
                  <a:pt x="5390" y="1859"/>
                </a:lnTo>
                <a:lnTo>
                  <a:pt x="5395" y="1860"/>
                </a:lnTo>
                <a:lnTo>
                  <a:pt x="5405" y="1868"/>
                </a:lnTo>
                <a:lnTo>
                  <a:pt x="5419" y="1892"/>
                </a:lnTo>
                <a:lnTo>
                  <a:pt x="5425" y="1916"/>
                </a:lnTo>
                <a:lnTo>
                  <a:pt x="5430" y="1939"/>
                </a:lnTo>
                <a:lnTo>
                  <a:pt x="5444" y="1969"/>
                </a:lnTo>
                <a:lnTo>
                  <a:pt x="5451" y="1972"/>
                </a:lnTo>
                <a:lnTo>
                  <a:pt x="5459" y="1971"/>
                </a:lnTo>
                <a:lnTo>
                  <a:pt x="5467" y="1964"/>
                </a:lnTo>
                <a:lnTo>
                  <a:pt x="5465" y="1950"/>
                </a:lnTo>
                <a:lnTo>
                  <a:pt x="5456" y="1933"/>
                </a:lnTo>
                <a:lnTo>
                  <a:pt x="5448" y="1923"/>
                </a:lnTo>
                <a:lnTo>
                  <a:pt x="5437" y="1911"/>
                </a:lnTo>
                <a:lnTo>
                  <a:pt x="5444" y="1907"/>
                </a:lnTo>
                <a:lnTo>
                  <a:pt x="5464" y="1913"/>
                </a:lnTo>
                <a:lnTo>
                  <a:pt x="5482" y="1917"/>
                </a:lnTo>
                <a:lnTo>
                  <a:pt x="5497" y="1912"/>
                </a:lnTo>
                <a:lnTo>
                  <a:pt x="5501" y="1903"/>
                </a:lnTo>
                <a:lnTo>
                  <a:pt x="5501" y="1896"/>
                </a:lnTo>
                <a:lnTo>
                  <a:pt x="5500" y="1886"/>
                </a:lnTo>
                <a:lnTo>
                  <a:pt x="5491" y="1877"/>
                </a:lnTo>
                <a:lnTo>
                  <a:pt x="5484" y="1879"/>
                </a:lnTo>
                <a:lnTo>
                  <a:pt x="5478" y="1882"/>
                </a:lnTo>
                <a:lnTo>
                  <a:pt x="5469" y="1878"/>
                </a:lnTo>
                <a:lnTo>
                  <a:pt x="5468" y="1873"/>
                </a:lnTo>
                <a:lnTo>
                  <a:pt x="5468" y="1867"/>
                </a:lnTo>
                <a:lnTo>
                  <a:pt x="5473" y="1860"/>
                </a:lnTo>
                <a:lnTo>
                  <a:pt x="5488" y="1854"/>
                </a:lnTo>
                <a:lnTo>
                  <a:pt x="5517" y="1858"/>
                </a:lnTo>
                <a:lnTo>
                  <a:pt x="5542" y="1872"/>
                </a:lnTo>
                <a:lnTo>
                  <a:pt x="5550" y="1883"/>
                </a:lnTo>
                <a:lnTo>
                  <a:pt x="5558" y="1894"/>
                </a:lnTo>
                <a:lnTo>
                  <a:pt x="5566" y="1900"/>
                </a:lnTo>
                <a:lnTo>
                  <a:pt x="5568" y="1899"/>
                </a:lnTo>
                <a:lnTo>
                  <a:pt x="5569" y="1896"/>
                </a:lnTo>
                <a:lnTo>
                  <a:pt x="5569" y="1893"/>
                </a:lnTo>
                <a:lnTo>
                  <a:pt x="5572" y="1891"/>
                </a:lnTo>
                <a:lnTo>
                  <a:pt x="5579" y="1895"/>
                </a:lnTo>
                <a:lnTo>
                  <a:pt x="5586" y="1904"/>
                </a:lnTo>
                <a:lnTo>
                  <a:pt x="5594" y="1916"/>
                </a:lnTo>
                <a:lnTo>
                  <a:pt x="5602" y="1937"/>
                </a:lnTo>
                <a:lnTo>
                  <a:pt x="5602" y="1949"/>
                </a:lnTo>
                <a:lnTo>
                  <a:pt x="5594" y="1951"/>
                </a:lnTo>
                <a:lnTo>
                  <a:pt x="5586" y="1947"/>
                </a:lnTo>
                <a:lnTo>
                  <a:pt x="5579" y="1944"/>
                </a:lnTo>
                <a:lnTo>
                  <a:pt x="5570" y="1948"/>
                </a:lnTo>
                <a:lnTo>
                  <a:pt x="5569" y="1954"/>
                </a:lnTo>
                <a:lnTo>
                  <a:pt x="5570" y="1963"/>
                </a:lnTo>
                <a:lnTo>
                  <a:pt x="5580" y="1971"/>
                </a:lnTo>
                <a:lnTo>
                  <a:pt x="5595" y="1970"/>
                </a:lnTo>
                <a:lnTo>
                  <a:pt x="5609" y="1959"/>
                </a:lnTo>
                <a:lnTo>
                  <a:pt x="5613" y="1950"/>
                </a:lnTo>
                <a:lnTo>
                  <a:pt x="5618" y="1941"/>
                </a:lnTo>
                <a:lnTo>
                  <a:pt x="5635" y="1930"/>
                </a:lnTo>
                <a:lnTo>
                  <a:pt x="5655" y="1928"/>
                </a:lnTo>
                <a:lnTo>
                  <a:pt x="5669" y="1937"/>
                </a:lnTo>
                <a:lnTo>
                  <a:pt x="5671" y="1945"/>
                </a:lnTo>
                <a:lnTo>
                  <a:pt x="5671" y="1949"/>
                </a:lnTo>
                <a:lnTo>
                  <a:pt x="5674" y="1951"/>
                </a:lnTo>
                <a:lnTo>
                  <a:pt x="5681" y="1947"/>
                </a:lnTo>
                <a:lnTo>
                  <a:pt x="5687" y="1939"/>
                </a:lnTo>
                <a:lnTo>
                  <a:pt x="5697" y="1924"/>
                </a:lnTo>
                <a:lnTo>
                  <a:pt x="5704" y="1924"/>
                </a:lnTo>
                <a:lnTo>
                  <a:pt x="5704" y="1939"/>
                </a:lnTo>
                <a:lnTo>
                  <a:pt x="5705" y="1945"/>
                </a:lnTo>
                <a:lnTo>
                  <a:pt x="5712" y="1956"/>
                </a:lnTo>
                <a:lnTo>
                  <a:pt x="5736" y="1966"/>
                </a:lnTo>
                <a:lnTo>
                  <a:pt x="5763" y="1969"/>
                </a:lnTo>
                <a:lnTo>
                  <a:pt x="5793" y="1970"/>
                </a:lnTo>
                <a:lnTo>
                  <a:pt x="5813" y="1964"/>
                </a:lnTo>
                <a:lnTo>
                  <a:pt x="5815" y="1954"/>
                </a:lnTo>
                <a:lnTo>
                  <a:pt x="5813" y="1947"/>
                </a:lnTo>
                <a:lnTo>
                  <a:pt x="5811" y="1941"/>
                </a:lnTo>
                <a:lnTo>
                  <a:pt x="5811" y="1932"/>
                </a:lnTo>
                <a:lnTo>
                  <a:pt x="5820" y="1922"/>
                </a:lnTo>
                <a:lnTo>
                  <a:pt x="5842" y="1922"/>
                </a:lnTo>
                <a:lnTo>
                  <a:pt x="5870" y="1936"/>
                </a:lnTo>
                <a:lnTo>
                  <a:pt x="5883" y="1947"/>
                </a:lnTo>
                <a:lnTo>
                  <a:pt x="5897" y="1957"/>
                </a:lnTo>
                <a:lnTo>
                  <a:pt x="5934" y="1971"/>
                </a:lnTo>
                <a:lnTo>
                  <a:pt x="5954" y="1974"/>
                </a:lnTo>
                <a:lnTo>
                  <a:pt x="5996" y="1975"/>
                </a:lnTo>
                <a:lnTo>
                  <a:pt x="6030" y="1980"/>
                </a:lnTo>
                <a:lnTo>
                  <a:pt x="6042" y="1981"/>
                </a:lnTo>
                <a:lnTo>
                  <a:pt x="6057" y="1972"/>
                </a:lnTo>
                <a:lnTo>
                  <a:pt x="6059" y="1964"/>
                </a:lnTo>
                <a:lnTo>
                  <a:pt x="6059" y="1958"/>
                </a:lnTo>
                <a:lnTo>
                  <a:pt x="6054" y="1951"/>
                </a:lnTo>
                <a:lnTo>
                  <a:pt x="6039" y="1946"/>
                </a:lnTo>
                <a:lnTo>
                  <a:pt x="6023" y="1947"/>
                </a:lnTo>
                <a:lnTo>
                  <a:pt x="6009" y="1950"/>
                </a:lnTo>
                <a:lnTo>
                  <a:pt x="5997" y="1949"/>
                </a:lnTo>
                <a:lnTo>
                  <a:pt x="5996" y="1946"/>
                </a:lnTo>
                <a:lnTo>
                  <a:pt x="5998" y="1944"/>
                </a:lnTo>
                <a:lnTo>
                  <a:pt x="6001" y="1939"/>
                </a:lnTo>
                <a:lnTo>
                  <a:pt x="5998" y="1922"/>
                </a:lnTo>
                <a:lnTo>
                  <a:pt x="5993" y="1914"/>
                </a:lnTo>
                <a:lnTo>
                  <a:pt x="5990" y="1910"/>
                </a:lnTo>
                <a:lnTo>
                  <a:pt x="5997" y="1903"/>
                </a:lnTo>
                <a:lnTo>
                  <a:pt x="6039" y="1899"/>
                </a:lnTo>
                <a:lnTo>
                  <a:pt x="6092" y="1899"/>
                </a:lnTo>
                <a:lnTo>
                  <a:pt x="6154" y="1902"/>
                </a:lnTo>
                <a:lnTo>
                  <a:pt x="6208" y="1913"/>
                </a:lnTo>
                <a:lnTo>
                  <a:pt x="6233" y="1928"/>
                </a:lnTo>
                <a:lnTo>
                  <a:pt x="6243" y="1937"/>
                </a:lnTo>
                <a:lnTo>
                  <a:pt x="6260" y="1952"/>
                </a:lnTo>
                <a:lnTo>
                  <a:pt x="6285" y="1962"/>
                </a:lnTo>
                <a:lnTo>
                  <a:pt x="6300" y="1962"/>
                </a:lnTo>
                <a:lnTo>
                  <a:pt x="6307" y="1960"/>
                </a:lnTo>
                <a:lnTo>
                  <a:pt x="6325" y="1953"/>
                </a:lnTo>
                <a:lnTo>
                  <a:pt x="6325" y="1945"/>
                </a:lnTo>
                <a:lnTo>
                  <a:pt x="6309" y="1942"/>
                </a:lnTo>
                <a:lnTo>
                  <a:pt x="6293" y="1938"/>
                </a:lnTo>
                <a:lnTo>
                  <a:pt x="6281" y="1929"/>
                </a:lnTo>
                <a:lnTo>
                  <a:pt x="6279" y="1922"/>
                </a:lnTo>
                <a:lnTo>
                  <a:pt x="6285" y="1913"/>
                </a:lnTo>
                <a:lnTo>
                  <a:pt x="6309" y="1905"/>
                </a:lnTo>
                <a:lnTo>
                  <a:pt x="6327" y="1904"/>
                </a:lnTo>
                <a:lnTo>
                  <a:pt x="6348" y="1903"/>
                </a:lnTo>
                <a:lnTo>
                  <a:pt x="6378" y="1891"/>
                </a:lnTo>
                <a:lnTo>
                  <a:pt x="6385" y="1883"/>
                </a:lnTo>
                <a:lnTo>
                  <a:pt x="6387" y="1878"/>
                </a:lnTo>
                <a:lnTo>
                  <a:pt x="6392" y="1872"/>
                </a:lnTo>
                <a:lnTo>
                  <a:pt x="6405" y="1875"/>
                </a:lnTo>
                <a:lnTo>
                  <a:pt x="6421" y="1888"/>
                </a:lnTo>
                <a:lnTo>
                  <a:pt x="6436" y="1897"/>
                </a:lnTo>
                <a:lnTo>
                  <a:pt x="6480" y="1908"/>
                </a:lnTo>
                <a:lnTo>
                  <a:pt x="6503" y="1908"/>
                </a:lnTo>
                <a:lnTo>
                  <a:pt x="6525" y="1907"/>
                </a:lnTo>
                <a:lnTo>
                  <a:pt x="6561" y="1916"/>
                </a:lnTo>
                <a:lnTo>
                  <a:pt x="6569" y="1924"/>
                </a:lnTo>
                <a:lnTo>
                  <a:pt x="6576" y="1936"/>
                </a:lnTo>
                <a:lnTo>
                  <a:pt x="6582" y="1934"/>
                </a:lnTo>
                <a:lnTo>
                  <a:pt x="6583" y="1921"/>
                </a:lnTo>
                <a:lnTo>
                  <a:pt x="6583" y="1914"/>
                </a:lnTo>
                <a:lnTo>
                  <a:pt x="6591" y="1905"/>
                </a:lnTo>
                <a:lnTo>
                  <a:pt x="6617" y="1897"/>
                </a:lnTo>
                <a:lnTo>
                  <a:pt x="6650" y="1896"/>
                </a:lnTo>
                <a:lnTo>
                  <a:pt x="6680" y="1895"/>
                </a:lnTo>
                <a:lnTo>
                  <a:pt x="6709" y="1888"/>
                </a:lnTo>
                <a:lnTo>
                  <a:pt x="6717" y="1881"/>
                </a:lnTo>
                <a:lnTo>
                  <a:pt x="6718" y="1876"/>
                </a:lnTo>
                <a:lnTo>
                  <a:pt x="6719" y="1865"/>
                </a:lnTo>
                <a:lnTo>
                  <a:pt x="6733" y="1855"/>
                </a:lnTo>
                <a:lnTo>
                  <a:pt x="6754" y="1857"/>
                </a:lnTo>
                <a:lnTo>
                  <a:pt x="6775" y="1871"/>
                </a:lnTo>
                <a:lnTo>
                  <a:pt x="6784" y="1883"/>
                </a:lnTo>
                <a:lnTo>
                  <a:pt x="6794" y="1898"/>
                </a:lnTo>
                <a:lnTo>
                  <a:pt x="6801" y="1891"/>
                </a:lnTo>
                <a:lnTo>
                  <a:pt x="6802" y="1866"/>
                </a:lnTo>
                <a:lnTo>
                  <a:pt x="6803" y="1852"/>
                </a:lnTo>
                <a:lnTo>
                  <a:pt x="6809" y="1831"/>
                </a:lnTo>
                <a:lnTo>
                  <a:pt x="6822" y="1819"/>
                </a:lnTo>
                <a:lnTo>
                  <a:pt x="6843" y="1816"/>
                </a:lnTo>
                <a:lnTo>
                  <a:pt x="6858" y="1818"/>
                </a:lnTo>
                <a:lnTo>
                  <a:pt x="6863" y="1817"/>
                </a:lnTo>
                <a:lnTo>
                  <a:pt x="6869" y="1807"/>
                </a:lnTo>
                <a:lnTo>
                  <a:pt x="6870" y="1798"/>
                </a:lnTo>
                <a:lnTo>
                  <a:pt x="6872" y="1788"/>
                </a:lnTo>
                <a:lnTo>
                  <a:pt x="6890" y="1760"/>
                </a:lnTo>
                <a:lnTo>
                  <a:pt x="6903" y="1747"/>
                </a:lnTo>
                <a:lnTo>
                  <a:pt x="6917" y="1737"/>
                </a:lnTo>
                <a:lnTo>
                  <a:pt x="6931" y="1732"/>
                </a:lnTo>
                <a:lnTo>
                  <a:pt x="6937" y="1733"/>
                </a:lnTo>
                <a:lnTo>
                  <a:pt x="6938" y="1736"/>
                </a:lnTo>
                <a:lnTo>
                  <a:pt x="6939" y="1745"/>
                </a:lnTo>
                <a:lnTo>
                  <a:pt x="6953" y="1753"/>
                </a:lnTo>
                <a:lnTo>
                  <a:pt x="6976" y="1747"/>
                </a:lnTo>
                <a:lnTo>
                  <a:pt x="7004" y="1730"/>
                </a:lnTo>
                <a:lnTo>
                  <a:pt x="7020" y="1717"/>
                </a:lnTo>
                <a:lnTo>
                  <a:pt x="7036" y="1704"/>
                </a:lnTo>
                <a:lnTo>
                  <a:pt x="7061" y="1693"/>
                </a:lnTo>
                <a:lnTo>
                  <a:pt x="7075" y="1691"/>
                </a:lnTo>
                <a:lnTo>
                  <a:pt x="7080" y="1692"/>
                </a:lnTo>
                <a:lnTo>
                  <a:pt x="7090" y="1694"/>
                </a:lnTo>
                <a:lnTo>
                  <a:pt x="7106" y="1689"/>
                </a:lnTo>
                <a:lnTo>
                  <a:pt x="7110" y="1681"/>
                </a:lnTo>
                <a:lnTo>
                  <a:pt x="7117" y="1675"/>
                </a:lnTo>
                <a:lnTo>
                  <a:pt x="7163" y="1661"/>
                </a:lnTo>
                <a:lnTo>
                  <a:pt x="7194" y="1656"/>
                </a:lnTo>
                <a:lnTo>
                  <a:pt x="7228" y="1652"/>
                </a:lnTo>
                <a:lnTo>
                  <a:pt x="7266" y="1638"/>
                </a:lnTo>
                <a:lnTo>
                  <a:pt x="7280" y="1627"/>
                </a:lnTo>
                <a:lnTo>
                  <a:pt x="7283" y="1621"/>
                </a:lnTo>
                <a:lnTo>
                  <a:pt x="7286" y="1614"/>
                </a:lnTo>
                <a:lnTo>
                  <a:pt x="7285" y="1600"/>
                </a:lnTo>
                <a:lnTo>
                  <a:pt x="7278" y="1588"/>
                </a:lnTo>
                <a:lnTo>
                  <a:pt x="7266" y="1579"/>
                </a:lnTo>
                <a:lnTo>
                  <a:pt x="7240" y="1568"/>
                </a:lnTo>
                <a:lnTo>
                  <a:pt x="7188" y="1563"/>
                </a:lnTo>
                <a:lnTo>
                  <a:pt x="7157" y="1565"/>
                </a:lnTo>
                <a:lnTo>
                  <a:pt x="7144" y="1566"/>
                </a:lnTo>
                <a:lnTo>
                  <a:pt x="7145" y="1559"/>
                </a:lnTo>
                <a:lnTo>
                  <a:pt x="7161" y="1550"/>
                </a:lnTo>
                <a:lnTo>
                  <a:pt x="7174" y="1544"/>
                </a:lnTo>
                <a:lnTo>
                  <a:pt x="7217" y="1532"/>
                </a:lnTo>
                <a:lnTo>
                  <a:pt x="7240" y="1529"/>
                </a:lnTo>
                <a:lnTo>
                  <a:pt x="7262" y="1526"/>
                </a:lnTo>
                <a:lnTo>
                  <a:pt x="7288" y="1514"/>
                </a:lnTo>
                <a:lnTo>
                  <a:pt x="7290" y="1504"/>
                </a:lnTo>
                <a:lnTo>
                  <a:pt x="7285" y="1498"/>
                </a:lnTo>
                <a:lnTo>
                  <a:pt x="7266" y="1492"/>
                </a:lnTo>
                <a:lnTo>
                  <a:pt x="7243" y="1491"/>
                </a:lnTo>
                <a:lnTo>
                  <a:pt x="7222" y="1488"/>
                </a:lnTo>
                <a:lnTo>
                  <a:pt x="7181" y="1473"/>
                </a:lnTo>
                <a:lnTo>
                  <a:pt x="7167" y="1461"/>
                </a:lnTo>
                <a:lnTo>
                  <a:pt x="7150" y="1444"/>
                </a:lnTo>
                <a:lnTo>
                  <a:pt x="7148" y="1433"/>
                </a:lnTo>
                <a:lnTo>
                  <a:pt x="7160" y="1432"/>
                </a:lnTo>
                <a:lnTo>
                  <a:pt x="7171" y="1432"/>
                </a:lnTo>
                <a:lnTo>
                  <a:pt x="7184" y="1432"/>
                </a:lnTo>
                <a:lnTo>
                  <a:pt x="7206" y="1442"/>
                </a:lnTo>
                <a:lnTo>
                  <a:pt x="7211" y="1448"/>
                </a:lnTo>
                <a:lnTo>
                  <a:pt x="7216" y="1451"/>
                </a:lnTo>
                <a:lnTo>
                  <a:pt x="7252" y="1447"/>
                </a:lnTo>
                <a:lnTo>
                  <a:pt x="7275" y="1438"/>
                </a:lnTo>
                <a:lnTo>
                  <a:pt x="7334" y="1418"/>
                </a:lnTo>
                <a:lnTo>
                  <a:pt x="7275" y="1417"/>
                </a:lnTo>
                <a:lnTo>
                  <a:pt x="7248" y="1414"/>
                </a:lnTo>
                <a:lnTo>
                  <a:pt x="7216" y="1402"/>
                </a:lnTo>
                <a:lnTo>
                  <a:pt x="7201" y="1391"/>
                </a:lnTo>
                <a:lnTo>
                  <a:pt x="7196" y="1383"/>
                </a:lnTo>
                <a:lnTo>
                  <a:pt x="7184" y="1370"/>
                </a:lnTo>
                <a:lnTo>
                  <a:pt x="7145" y="1337"/>
                </a:lnTo>
                <a:lnTo>
                  <a:pt x="7125" y="1326"/>
                </a:lnTo>
                <a:lnTo>
                  <a:pt x="7108" y="1317"/>
                </a:lnTo>
                <a:lnTo>
                  <a:pt x="7087" y="1308"/>
                </a:lnTo>
                <a:lnTo>
                  <a:pt x="7075" y="1310"/>
                </a:lnTo>
                <a:lnTo>
                  <a:pt x="7072" y="1322"/>
                </a:lnTo>
                <a:lnTo>
                  <a:pt x="7072" y="1332"/>
                </a:lnTo>
                <a:lnTo>
                  <a:pt x="7073" y="1345"/>
                </a:lnTo>
                <a:lnTo>
                  <a:pt x="7090" y="1364"/>
                </a:lnTo>
                <a:lnTo>
                  <a:pt x="7103" y="1367"/>
                </a:lnTo>
                <a:lnTo>
                  <a:pt x="7118" y="1367"/>
                </a:lnTo>
                <a:lnTo>
                  <a:pt x="7116" y="1374"/>
                </a:lnTo>
                <a:lnTo>
                  <a:pt x="7098" y="1382"/>
                </a:lnTo>
                <a:lnTo>
                  <a:pt x="7080" y="1389"/>
                </a:lnTo>
                <a:lnTo>
                  <a:pt x="7058" y="1396"/>
                </a:lnTo>
                <a:lnTo>
                  <a:pt x="7048" y="1391"/>
                </a:lnTo>
                <a:lnTo>
                  <a:pt x="7049" y="1372"/>
                </a:lnTo>
                <a:lnTo>
                  <a:pt x="7052" y="1356"/>
                </a:lnTo>
                <a:lnTo>
                  <a:pt x="7054" y="1338"/>
                </a:lnTo>
                <a:lnTo>
                  <a:pt x="7050" y="1320"/>
                </a:lnTo>
                <a:lnTo>
                  <a:pt x="7044" y="1315"/>
                </a:lnTo>
                <a:lnTo>
                  <a:pt x="7040" y="1314"/>
                </a:lnTo>
                <a:lnTo>
                  <a:pt x="7033" y="1313"/>
                </a:lnTo>
                <a:lnTo>
                  <a:pt x="7023" y="1304"/>
                </a:lnTo>
                <a:lnTo>
                  <a:pt x="7022" y="1297"/>
                </a:lnTo>
                <a:lnTo>
                  <a:pt x="7023" y="1294"/>
                </a:lnTo>
                <a:lnTo>
                  <a:pt x="7033" y="1287"/>
                </a:lnTo>
                <a:lnTo>
                  <a:pt x="7062" y="1274"/>
                </a:lnTo>
                <a:lnTo>
                  <a:pt x="7090" y="1270"/>
                </a:lnTo>
                <a:lnTo>
                  <a:pt x="7108" y="1266"/>
                </a:lnTo>
                <a:lnTo>
                  <a:pt x="7135" y="1259"/>
                </a:lnTo>
                <a:lnTo>
                  <a:pt x="7150" y="1249"/>
                </a:lnTo>
                <a:lnTo>
                  <a:pt x="7157" y="1234"/>
                </a:lnTo>
                <a:lnTo>
                  <a:pt x="7157" y="1225"/>
                </a:lnTo>
                <a:lnTo>
                  <a:pt x="7158" y="1208"/>
                </a:lnTo>
                <a:lnTo>
                  <a:pt x="7164" y="1200"/>
                </a:lnTo>
                <a:lnTo>
                  <a:pt x="7171" y="1204"/>
                </a:lnTo>
                <a:lnTo>
                  <a:pt x="7176" y="1208"/>
                </a:lnTo>
                <a:lnTo>
                  <a:pt x="7181" y="1213"/>
                </a:lnTo>
                <a:lnTo>
                  <a:pt x="7191" y="1218"/>
                </a:lnTo>
                <a:lnTo>
                  <a:pt x="7206" y="1215"/>
                </a:lnTo>
                <a:lnTo>
                  <a:pt x="7217" y="1205"/>
                </a:lnTo>
                <a:lnTo>
                  <a:pt x="7229" y="1193"/>
                </a:lnTo>
                <a:lnTo>
                  <a:pt x="7240" y="1177"/>
                </a:lnTo>
                <a:lnTo>
                  <a:pt x="7235" y="1166"/>
                </a:lnTo>
                <a:lnTo>
                  <a:pt x="7211" y="1158"/>
                </a:lnTo>
                <a:lnTo>
                  <a:pt x="7192" y="1154"/>
                </a:lnTo>
                <a:lnTo>
                  <a:pt x="7173" y="1148"/>
                </a:lnTo>
                <a:lnTo>
                  <a:pt x="7143" y="1132"/>
                </a:lnTo>
                <a:lnTo>
                  <a:pt x="7131" y="1112"/>
                </a:lnTo>
                <a:lnTo>
                  <a:pt x="7134" y="1098"/>
                </a:lnTo>
                <a:lnTo>
                  <a:pt x="7143" y="1091"/>
                </a:lnTo>
                <a:lnTo>
                  <a:pt x="7150" y="1088"/>
                </a:lnTo>
                <a:lnTo>
                  <a:pt x="7160" y="1083"/>
                </a:lnTo>
                <a:lnTo>
                  <a:pt x="7173" y="1067"/>
                </a:lnTo>
                <a:lnTo>
                  <a:pt x="7174" y="1058"/>
                </a:lnTo>
                <a:lnTo>
                  <a:pt x="7174" y="1047"/>
                </a:lnTo>
                <a:lnTo>
                  <a:pt x="7167" y="1047"/>
                </a:lnTo>
                <a:lnTo>
                  <a:pt x="7161" y="1056"/>
                </a:lnTo>
                <a:lnTo>
                  <a:pt x="7153" y="1064"/>
                </a:lnTo>
                <a:lnTo>
                  <a:pt x="7134" y="1067"/>
                </a:lnTo>
                <a:lnTo>
                  <a:pt x="7123" y="1061"/>
                </a:lnTo>
                <a:lnTo>
                  <a:pt x="7118" y="1058"/>
                </a:lnTo>
                <a:lnTo>
                  <a:pt x="7103" y="1056"/>
                </a:lnTo>
                <a:lnTo>
                  <a:pt x="7075" y="1061"/>
                </a:lnTo>
                <a:lnTo>
                  <a:pt x="7054" y="1071"/>
                </a:lnTo>
                <a:lnTo>
                  <a:pt x="7032" y="1081"/>
                </a:lnTo>
                <a:lnTo>
                  <a:pt x="6995" y="1092"/>
                </a:lnTo>
                <a:lnTo>
                  <a:pt x="6967" y="1092"/>
                </a:lnTo>
                <a:lnTo>
                  <a:pt x="6948" y="1079"/>
                </a:lnTo>
                <a:lnTo>
                  <a:pt x="6943" y="1068"/>
                </a:lnTo>
                <a:lnTo>
                  <a:pt x="6938" y="1057"/>
                </a:lnTo>
                <a:lnTo>
                  <a:pt x="6918" y="1049"/>
                </a:lnTo>
                <a:lnTo>
                  <a:pt x="6907" y="1053"/>
                </a:lnTo>
                <a:lnTo>
                  <a:pt x="6896" y="1055"/>
                </a:lnTo>
                <a:lnTo>
                  <a:pt x="6874" y="1049"/>
                </a:lnTo>
                <a:lnTo>
                  <a:pt x="6867" y="1041"/>
                </a:lnTo>
                <a:lnTo>
                  <a:pt x="6863" y="1037"/>
                </a:lnTo>
                <a:lnTo>
                  <a:pt x="6859" y="1033"/>
                </a:lnTo>
                <a:lnTo>
                  <a:pt x="6858" y="1043"/>
                </a:lnTo>
                <a:lnTo>
                  <a:pt x="6862" y="1059"/>
                </a:lnTo>
                <a:lnTo>
                  <a:pt x="6869" y="1083"/>
                </a:lnTo>
                <a:lnTo>
                  <a:pt x="6859" y="1088"/>
                </a:lnTo>
                <a:lnTo>
                  <a:pt x="6836" y="1073"/>
                </a:lnTo>
                <a:lnTo>
                  <a:pt x="6825" y="1066"/>
                </a:lnTo>
                <a:lnTo>
                  <a:pt x="6806" y="1057"/>
                </a:lnTo>
                <a:lnTo>
                  <a:pt x="6787" y="1055"/>
                </a:lnTo>
                <a:lnTo>
                  <a:pt x="6766" y="1059"/>
                </a:lnTo>
                <a:lnTo>
                  <a:pt x="6755" y="1063"/>
                </a:lnTo>
                <a:lnTo>
                  <a:pt x="6737" y="1068"/>
                </a:lnTo>
                <a:lnTo>
                  <a:pt x="6709" y="1070"/>
                </a:lnTo>
                <a:lnTo>
                  <a:pt x="6702" y="1066"/>
                </a:lnTo>
                <a:lnTo>
                  <a:pt x="6696" y="1060"/>
                </a:lnTo>
                <a:lnTo>
                  <a:pt x="6671" y="1053"/>
                </a:lnTo>
                <a:lnTo>
                  <a:pt x="6641" y="1052"/>
                </a:lnTo>
                <a:lnTo>
                  <a:pt x="6614" y="1059"/>
                </a:lnTo>
                <a:lnTo>
                  <a:pt x="6606" y="1064"/>
                </a:lnTo>
                <a:lnTo>
                  <a:pt x="6600" y="1070"/>
                </a:lnTo>
                <a:lnTo>
                  <a:pt x="6577" y="1077"/>
                </a:lnTo>
                <a:lnTo>
                  <a:pt x="6564" y="1078"/>
                </a:lnTo>
                <a:lnTo>
                  <a:pt x="6556" y="1078"/>
                </a:lnTo>
                <a:lnTo>
                  <a:pt x="6545" y="1081"/>
                </a:lnTo>
                <a:lnTo>
                  <a:pt x="6540" y="1088"/>
                </a:lnTo>
                <a:lnTo>
                  <a:pt x="6540" y="1099"/>
                </a:lnTo>
                <a:lnTo>
                  <a:pt x="6542" y="1106"/>
                </a:lnTo>
                <a:lnTo>
                  <a:pt x="6544" y="1111"/>
                </a:lnTo>
                <a:lnTo>
                  <a:pt x="6542" y="1114"/>
                </a:lnTo>
                <a:lnTo>
                  <a:pt x="6530" y="1101"/>
                </a:lnTo>
                <a:lnTo>
                  <a:pt x="6517" y="1079"/>
                </a:lnTo>
                <a:lnTo>
                  <a:pt x="6507" y="1065"/>
                </a:lnTo>
                <a:lnTo>
                  <a:pt x="6489" y="1045"/>
                </a:lnTo>
                <a:lnTo>
                  <a:pt x="6472" y="1033"/>
                </a:lnTo>
                <a:lnTo>
                  <a:pt x="6456" y="1030"/>
                </a:lnTo>
                <a:lnTo>
                  <a:pt x="6447" y="1032"/>
                </a:lnTo>
                <a:lnTo>
                  <a:pt x="6436" y="1034"/>
                </a:lnTo>
                <a:lnTo>
                  <a:pt x="6421" y="1033"/>
                </a:lnTo>
                <a:lnTo>
                  <a:pt x="6412" y="1018"/>
                </a:lnTo>
                <a:lnTo>
                  <a:pt x="6409" y="984"/>
                </a:lnTo>
                <a:lnTo>
                  <a:pt x="6406" y="957"/>
                </a:lnTo>
                <a:lnTo>
                  <a:pt x="6403" y="942"/>
                </a:lnTo>
                <a:lnTo>
                  <a:pt x="6385" y="912"/>
                </a:lnTo>
                <a:lnTo>
                  <a:pt x="6371" y="901"/>
                </a:lnTo>
                <a:lnTo>
                  <a:pt x="6356" y="887"/>
                </a:lnTo>
                <a:lnTo>
                  <a:pt x="6350" y="873"/>
                </a:lnTo>
                <a:lnTo>
                  <a:pt x="6355" y="867"/>
                </a:lnTo>
                <a:lnTo>
                  <a:pt x="6360" y="865"/>
                </a:lnTo>
                <a:lnTo>
                  <a:pt x="6367" y="860"/>
                </a:lnTo>
                <a:lnTo>
                  <a:pt x="6378" y="846"/>
                </a:lnTo>
                <a:lnTo>
                  <a:pt x="6380" y="840"/>
                </a:lnTo>
                <a:lnTo>
                  <a:pt x="6379" y="833"/>
                </a:lnTo>
                <a:lnTo>
                  <a:pt x="6369" y="830"/>
                </a:lnTo>
                <a:lnTo>
                  <a:pt x="6361" y="833"/>
                </a:lnTo>
                <a:lnTo>
                  <a:pt x="6349" y="839"/>
                </a:lnTo>
                <a:lnTo>
                  <a:pt x="6308" y="838"/>
                </a:lnTo>
                <a:lnTo>
                  <a:pt x="6266" y="827"/>
                </a:lnTo>
                <a:lnTo>
                  <a:pt x="6242" y="815"/>
                </a:lnTo>
                <a:lnTo>
                  <a:pt x="6233" y="806"/>
                </a:lnTo>
                <a:lnTo>
                  <a:pt x="6233" y="801"/>
                </a:lnTo>
                <a:lnTo>
                  <a:pt x="6233" y="797"/>
                </a:lnTo>
                <a:lnTo>
                  <a:pt x="6238" y="789"/>
                </a:lnTo>
                <a:lnTo>
                  <a:pt x="6251" y="784"/>
                </a:lnTo>
                <a:lnTo>
                  <a:pt x="6265" y="787"/>
                </a:lnTo>
                <a:lnTo>
                  <a:pt x="6278" y="788"/>
                </a:lnTo>
                <a:lnTo>
                  <a:pt x="6291" y="784"/>
                </a:lnTo>
                <a:lnTo>
                  <a:pt x="6295" y="777"/>
                </a:lnTo>
                <a:lnTo>
                  <a:pt x="6295" y="772"/>
                </a:lnTo>
                <a:lnTo>
                  <a:pt x="6297" y="763"/>
                </a:lnTo>
                <a:lnTo>
                  <a:pt x="6306" y="766"/>
                </a:lnTo>
                <a:lnTo>
                  <a:pt x="6314" y="779"/>
                </a:lnTo>
                <a:lnTo>
                  <a:pt x="6322" y="789"/>
                </a:lnTo>
                <a:lnTo>
                  <a:pt x="6341" y="802"/>
                </a:lnTo>
                <a:lnTo>
                  <a:pt x="6348" y="800"/>
                </a:lnTo>
                <a:lnTo>
                  <a:pt x="6354" y="794"/>
                </a:lnTo>
                <a:lnTo>
                  <a:pt x="6357" y="779"/>
                </a:lnTo>
                <a:lnTo>
                  <a:pt x="6355" y="772"/>
                </a:lnTo>
                <a:lnTo>
                  <a:pt x="6353" y="769"/>
                </a:lnTo>
                <a:lnTo>
                  <a:pt x="6354" y="764"/>
                </a:lnTo>
                <a:lnTo>
                  <a:pt x="6365" y="758"/>
                </a:lnTo>
                <a:lnTo>
                  <a:pt x="6378" y="757"/>
                </a:lnTo>
                <a:lnTo>
                  <a:pt x="6390" y="756"/>
                </a:lnTo>
                <a:lnTo>
                  <a:pt x="6413" y="747"/>
                </a:lnTo>
                <a:lnTo>
                  <a:pt x="6427" y="734"/>
                </a:lnTo>
                <a:lnTo>
                  <a:pt x="6430" y="719"/>
                </a:lnTo>
                <a:lnTo>
                  <a:pt x="6426" y="711"/>
                </a:lnTo>
                <a:lnTo>
                  <a:pt x="6407" y="707"/>
                </a:lnTo>
                <a:lnTo>
                  <a:pt x="6267" y="700"/>
                </a:lnTo>
                <a:lnTo>
                  <a:pt x="6165" y="698"/>
                </a:lnTo>
                <a:lnTo>
                  <a:pt x="6057" y="695"/>
                </a:lnTo>
                <a:lnTo>
                  <a:pt x="5916" y="690"/>
                </a:lnTo>
                <a:lnTo>
                  <a:pt x="5842" y="681"/>
                </a:lnTo>
                <a:lnTo>
                  <a:pt x="5819" y="671"/>
                </a:lnTo>
                <a:lnTo>
                  <a:pt x="5811" y="663"/>
                </a:lnTo>
                <a:lnTo>
                  <a:pt x="5808" y="658"/>
                </a:lnTo>
                <a:lnTo>
                  <a:pt x="5807" y="652"/>
                </a:lnTo>
                <a:lnTo>
                  <a:pt x="5808" y="645"/>
                </a:lnTo>
                <a:lnTo>
                  <a:pt x="5819" y="642"/>
                </a:lnTo>
                <a:lnTo>
                  <a:pt x="5834" y="646"/>
                </a:lnTo>
                <a:lnTo>
                  <a:pt x="5850" y="650"/>
                </a:lnTo>
                <a:lnTo>
                  <a:pt x="5878" y="643"/>
                </a:lnTo>
                <a:lnTo>
                  <a:pt x="5889" y="634"/>
                </a:lnTo>
                <a:lnTo>
                  <a:pt x="5893" y="629"/>
                </a:lnTo>
                <a:lnTo>
                  <a:pt x="5906" y="621"/>
                </a:lnTo>
                <a:lnTo>
                  <a:pt x="5931" y="616"/>
                </a:lnTo>
                <a:lnTo>
                  <a:pt x="5949" y="618"/>
                </a:lnTo>
                <a:lnTo>
                  <a:pt x="5967" y="620"/>
                </a:lnTo>
                <a:lnTo>
                  <a:pt x="5985" y="616"/>
                </a:lnTo>
                <a:lnTo>
                  <a:pt x="5991" y="611"/>
                </a:lnTo>
                <a:lnTo>
                  <a:pt x="5991" y="607"/>
                </a:lnTo>
                <a:lnTo>
                  <a:pt x="5990" y="599"/>
                </a:lnTo>
                <a:lnTo>
                  <a:pt x="5982" y="592"/>
                </a:lnTo>
                <a:lnTo>
                  <a:pt x="5976" y="595"/>
                </a:lnTo>
                <a:lnTo>
                  <a:pt x="5972" y="596"/>
                </a:lnTo>
                <a:lnTo>
                  <a:pt x="5957" y="594"/>
                </a:lnTo>
                <a:lnTo>
                  <a:pt x="5925" y="580"/>
                </a:lnTo>
                <a:lnTo>
                  <a:pt x="5900" y="563"/>
                </a:lnTo>
                <a:lnTo>
                  <a:pt x="5872" y="545"/>
                </a:lnTo>
                <a:lnTo>
                  <a:pt x="5835" y="525"/>
                </a:lnTo>
                <a:lnTo>
                  <a:pt x="5819" y="524"/>
                </a:lnTo>
                <a:lnTo>
                  <a:pt x="5812" y="528"/>
                </a:lnTo>
                <a:lnTo>
                  <a:pt x="5806" y="543"/>
                </a:lnTo>
                <a:lnTo>
                  <a:pt x="5805" y="562"/>
                </a:lnTo>
                <a:lnTo>
                  <a:pt x="5804" y="578"/>
                </a:lnTo>
                <a:lnTo>
                  <a:pt x="5796" y="603"/>
                </a:lnTo>
                <a:lnTo>
                  <a:pt x="5784" y="617"/>
                </a:lnTo>
                <a:lnTo>
                  <a:pt x="5771" y="615"/>
                </a:lnTo>
                <a:lnTo>
                  <a:pt x="5765" y="607"/>
                </a:lnTo>
                <a:lnTo>
                  <a:pt x="5761" y="600"/>
                </a:lnTo>
                <a:lnTo>
                  <a:pt x="5766" y="585"/>
                </a:lnTo>
                <a:lnTo>
                  <a:pt x="5773" y="580"/>
                </a:lnTo>
                <a:lnTo>
                  <a:pt x="5780" y="573"/>
                </a:lnTo>
                <a:lnTo>
                  <a:pt x="5784" y="543"/>
                </a:lnTo>
                <a:lnTo>
                  <a:pt x="5780" y="526"/>
                </a:lnTo>
                <a:lnTo>
                  <a:pt x="5776" y="505"/>
                </a:lnTo>
                <a:lnTo>
                  <a:pt x="5779" y="493"/>
                </a:lnTo>
                <a:lnTo>
                  <a:pt x="5786" y="494"/>
                </a:lnTo>
                <a:lnTo>
                  <a:pt x="5792" y="497"/>
                </a:lnTo>
                <a:lnTo>
                  <a:pt x="5801" y="502"/>
                </a:lnTo>
                <a:lnTo>
                  <a:pt x="5800" y="494"/>
                </a:lnTo>
                <a:lnTo>
                  <a:pt x="5790" y="481"/>
                </a:lnTo>
                <a:lnTo>
                  <a:pt x="5777" y="466"/>
                </a:lnTo>
                <a:lnTo>
                  <a:pt x="5728" y="433"/>
                </a:lnTo>
                <a:lnTo>
                  <a:pt x="5701" y="418"/>
                </a:lnTo>
                <a:lnTo>
                  <a:pt x="5667" y="402"/>
                </a:lnTo>
                <a:lnTo>
                  <a:pt x="5633" y="395"/>
                </a:lnTo>
                <a:lnTo>
                  <a:pt x="5615" y="399"/>
                </a:lnTo>
                <a:lnTo>
                  <a:pt x="5606" y="403"/>
                </a:lnTo>
                <a:lnTo>
                  <a:pt x="5590" y="414"/>
                </a:lnTo>
                <a:lnTo>
                  <a:pt x="5590" y="418"/>
                </a:lnTo>
                <a:lnTo>
                  <a:pt x="5606" y="413"/>
                </a:lnTo>
                <a:lnTo>
                  <a:pt x="5619" y="410"/>
                </a:lnTo>
                <a:lnTo>
                  <a:pt x="5628" y="418"/>
                </a:lnTo>
                <a:lnTo>
                  <a:pt x="5625" y="430"/>
                </a:lnTo>
                <a:lnTo>
                  <a:pt x="5620" y="440"/>
                </a:lnTo>
                <a:lnTo>
                  <a:pt x="5608" y="451"/>
                </a:lnTo>
                <a:lnTo>
                  <a:pt x="5588" y="451"/>
                </a:lnTo>
                <a:lnTo>
                  <a:pt x="5552" y="440"/>
                </a:lnTo>
                <a:lnTo>
                  <a:pt x="5527" y="430"/>
                </a:lnTo>
                <a:lnTo>
                  <a:pt x="5495" y="416"/>
                </a:lnTo>
                <a:lnTo>
                  <a:pt x="5472" y="414"/>
                </a:lnTo>
                <a:lnTo>
                  <a:pt x="5464" y="423"/>
                </a:lnTo>
                <a:lnTo>
                  <a:pt x="5461" y="431"/>
                </a:lnTo>
                <a:lnTo>
                  <a:pt x="5458" y="438"/>
                </a:lnTo>
                <a:lnTo>
                  <a:pt x="5452" y="446"/>
                </a:lnTo>
                <a:lnTo>
                  <a:pt x="5439" y="447"/>
                </a:lnTo>
                <a:lnTo>
                  <a:pt x="5425" y="436"/>
                </a:lnTo>
                <a:lnTo>
                  <a:pt x="5414" y="429"/>
                </a:lnTo>
                <a:lnTo>
                  <a:pt x="5384" y="424"/>
                </a:lnTo>
                <a:lnTo>
                  <a:pt x="5370" y="426"/>
                </a:lnTo>
                <a:lnTo>
                  <a:pt x="5354" y="430"/>
                </a:lnTo>
                <a:lnTo>
                  <a:pt x="5324" y="430"/>
                </a:lnTo>
                <a:lnTo>
                  <a:pt x="5300" y="422"/>
                </a:lnTo>
                <a:lnTo>
                  <a:pt x="5291" y="412"/>
                </a:lnTo>
                <a:lnTo>
                  <a:pt x="5290" y="405"/>
                </a:lnTo>
                <a:lnTo>
                  <a:pt x="5292" y="401"/>
                </a:lnTo>
                <a:lnTo>
                  <a:pt x="5294" y="395"/>
                </a:lnTo>
                <a:lnTo>
                  <a:pt x="5283" y="386"/>
                </a:lnTo>
                <a:lnTo>
                  <a:pt x="5273" y="385"/>
                </a:lnTo>
                <a:lnTo>
                  <a:pt x="5260" y="384"/>
                </a:lnTo>
                <a:lnTo>
                  <a:pt x="5253" y="375"/>
                </a:lnTo>
                <a:lnTo>
                  <a:pt x="5264" y="362"/>
                </a:lnTo>
                <a:lnTo>
                  <a:pt x="5289" y="352"/>
                </a:lnTo>
                <a:lnTo>
                  <a:pt x="5304" y="350"/>
                </a:lnTo>
                <a:lnTo>
                  <a:pt x="5310" y="350"/>
                </a:lnTo>
                <a:lnTo>
                  <a:pt x="5313" y="347"/>
                </a:lnTo>
                <a:lnTo>
                  <a:pt x="5299" y="340"/>
                </a:lnTo>
                <a:lnTo>
                  <a:pt x="5273" y="335"/>
                </a:lnTo>
                <a:lnTo>
                  <a:pt x="5243" y="331"/>
                </a:lnTo>
                <a:lnTo>
                  <a:pt x="5175" y="329"/>
                </a:lnTo>
                <a:lnTo>
                  <a:pt x="5149" y="332"/>
                </a:lnTo>
                <a:lnTo>
                  <a:pt x="5119" y="336"/>
                </a:lnTo>
                <a:lnTo>
                  <a:pt x="5093" y="330"/>
                </a:lnTo>
                <a:lnTo>
                  <a:pt x="5081" y="321"/>
                </a:lnTo>
                <a:lnTo>
                  <a:pt x="5076" y="314"/>
                </a:lnTo>
                <a:lnTo>
                  <a:pt x="5072" y="306"/>
                </a:lnTo>
                <a:lnTo>
                  <a:pt x="5057" y="296"/>
                </a:lnTo>
                <a:lnTo>
                  <a:pt x="5025" y="286"/>
                </a:lnTo>
                <a:lnTo>
                  <a:pt x="4995" y="284"/>
                </a:lnTo>
                <a:lnTo>
                  <a:pt x="4973" y="284"/>
                </a:lnTo>
                <a:lnTo>
                  <a:pt x="4946" y="281"/>
                </a:lnTo>
                <a:lnTo>
                  <a:pt x="4932" y="272"/>
                </a:lnTo>
                <a:lnTo>
                  <a:pt x="4928" y="255"/>
                </a:lnTo>
                <a:lnTo>
                  <a:pt x="4927" y="243"/>
                </a:lnTo>
                <a:lnTo>
                  <a:pt x="4928" y="224"/>
                </a:lnTo>
                <a:lnTo>
                  <a:pt x="4934" y="204"/>
                </a:lnTo>
                <a:lnTo>
                  <a:pt x="4949" y="203"/>
                </a:lnTo>
                <a:lnTo>
                  <a:pt x="4971" y="220"/>
                </a:lnTo>
                <a:lnTo>
                  <a:pt x="4986" y="238"/>
                </a:lnTo>
                <a:lnTo>
                  <a:pt x="5020" y="276"/>
                </a:lnTo>
                <a:lnTo>
                  <a:pt x="5025" y="238"/>
                </a:lnTo>
                <a:lnTo>
                  <a:pt x="5028" y="222"/>
                </a:lnTo>
                <a:lnTo>
                  <a:pt x="5042" y="205"/>
                </a:lnTo>
                <a:lnTo>
                  <a:pt x="5067" y="201"/>
                </a:lnTo>
                <a:lnTo>
                  <a:pt x="5103" y="212"/>
                </a:lnTo>
                <a:lnTo>
                  <a:pt x="5126" y="223"/>
                </a:lnTo>
                <a:lnTo>
                  <a:pt x="5148" y="233"/>
                </a:lnTo>
                <a:lnTo>
                  <a:pt x="5189" y="238"/>
                </a:lnTo>
                <a:lnTo>
                  <a:pt x="5205" y="234"/>
                </a:lnTo>
                <a:lnTo>
                  <a:pt x="5221" y="230"/>
                </a:lnTo>
                <a:lnTo>
                  <a:pt x="5248" y="224"/>
                </a:lnTo>
                <a:lnTo>
                  <a:pt x="5256" y="225"/>
                </a:lnTo>
                <a:lnTo>
                  <a:pt x="5263" y="226"/>
                </a:lnTo>
                <a:lnTo>
                  <a:pt x="5265" y="224"/>
                </a:lnTo>
                <a:lnTo>
                  <a:pt x="5261" y="222"/>
                </a:lnTo>
                <a:lnTo>
                  <a:pt x="5255" y="217"/>
                </a:lnTo>
                <a:lnTo>
                  <a:pt x="5249" y="207"/>
                </a:lnTo>
                <a:lnTo>
                  <a:pt x="5248" y="202"/>
                </a:lnTo>
                <a:lnTo>
                  <a:pt x="5250" y="197"/>
                </a:lnTo>
                <a:lnTo>
                  <a:pt x="5273" y="193"/>
                </a:lnTo>
                <a:lnTo>
                  <a:pt x="5306" y="193"/>
                </a:lnTo>
                <a:lnTo>
                  <a:pt x="5334" y="199"/>
                </a:lnTo>
                <a:lnTo>
                  <a:pt x="5341" y="203"/>
                </a:lnTo>
                <a:lnTo>
                  <a:pt x="5349" y="207"/>
                </a:lnTo>
                <a:lnTo>
                  <a:pt x="5388" y="205"/>
                </a:lnTo>
                <a:lnTo>
                  <a:pt x="5432" y="196"/>
                </a:lnTo>
                <a:lnTo>
                  <a:pt x="5458" y="186"/>
                </a:lnTo>
                <a:lnTo>
                  <a:pt x="5467" y="178"/>
                </a:lnTo>
                <a:lnTo>
                  <a:pt x="5468" y="175"/>
                </a:lnTo>
                <a:lnTo>
                  <a:pt x="5466" y="169"/>
                </a:lnTo>
                <a:lnTo>
                  <a:pt x="5450" y="159"/>
                </a:lnTo>
                <a:lnTo>
                  <a:pt x="5438" y="158"/>
                </a:lnTo>
                <a:lnTo>
                  <a:pt x="5425" y="157"/>
                </a:lnTo>
                <a:lnTo>
                  <a:pt x="5411" y="140"/>
                </a:lnTo>
                <a:lnTo>
                  <a:pt x="5410" y="127"/>
                </a:lnTo>
                <a:lnTo>
                  <a:pt x="5410" y="116"/>
                </a:lnTo>
                <a:lnTo>
                  <a:pt x="5404" y="101"/>
                </a:lnTo>
                <a:lnTo>
                  <a:pt x="5398" y="99"/>
                </a:lnTo>
                <a:lnTo>
                  <a:pt x="5392" y="101"/>
                </a:lnTo>
                <a:lnTo>
                  <a:pt x="5384" y="119"/>
                </a:lnTo>
                <a:lnTo>
                  <a:pt x="5383" y="132"/>
                </a:lnTo>
                <a:lnTo>
                  <a:pt x="5383" y="145"/>
                </a:lnTo>
                <a:lnTo>
                  <a:pt x="5375" y="162"/>
                </a:lnTo>
                <a:lnTo>
                  <a:pt x="5362" y="167"/>
                </a:lnTo>
                <a:lnTo>
                  <a:pt x="5347" y="159"/>
                </a:lnTo>
                <a:lnTo>
                  <a:pt x="5341" y="150"/>
                </a:lnTo>
                <a:lnTo>
                  <a:pt x="5337" y="140"/>
                </a:lnTo>
                <a:lnTo>
                  <a:pt x="5342" y="118"/>
                </a:lnTo>
                <a:lnTo>
                  <a:pt x="5349" y="107"/>
                </a:lnTo>
                <a:lnTo>
                  <a:pt x="5355" y="100"/>
                </a:lnTo>
                <a:lnTo>
                  <a:pt x="5359" y="90"/>
                </a:lnTo>
                <a:lnTo>
                  <a:pt x="5351" y="82"/>
                </a:lnTo>
                <a:lnTo>
                  <a:pt x="5331" y="79"/>
                </a:lnTo>
                <a:lnTo>
                  <a:pt x="5293" y="78"/>
                </a:lnTo>
                <a:lnTo>
                  <a:pt x="5261" y="79"/>
                </a:lnTo>
                <a:lnTo>
                  <a:pt x="5249" y="79"/>
                </a:lnTo>
                <a:lnTo>
                  <a:pt x="5233" y="72"/>
                </a:lnTo>
                <a:lnTo>
                  <a:pt x="5231" y="66"/>
                </a:lnTo>
                <a:lnTo>
                  <a:pt x="5230" y="58"/>
                </a:lnTo>
                <a:lnTo>
                  <a:pt x="5216" y="49"/>
                </a:lnTo>
                <a:lnTo>
                  <a:pt x="5205" y="48"/>
                </a:lnTo>
                <a:lnTo>
                  <a:pt x="5196" y="49"/>
                </a:lnTo>
                <a:lnTo>
                  <a:pt x="5182" y="59"/>
                </a:lnTo>
                <a:lnTo>
                  <a:pt x="5180" y="67"/>
                </a:lnTo>
                <a:lnTo>
                  <a:pt x="5179" y="74"/>
                </a:lnTo>
                <a:lnTo>
                  <a:pt x="5167" y="80"/>
                </a:lnTo>
                <a:lnTo>
                  <a:pt x="5157" y="77"/>
                </a:lnTo>
                <a:lnTo>
                  <a:pt x="5147" y="75"/>
                </a:lnTo>
                <a:lnTo>
                  <a:pt x="5123" y="80"/>
                </a:lnTo>
                <a:lnTo>
                  <a:pt x="5114" y="87"/>
                </a:lnTo>
                <a:lnTo>
                  <a:pt x="5105" y="95"/>
                </a:lnTo>
                <a:lnTo>
                  <a:pt x="5097" y="91"/>
                </a:lnTo>
                <a:lnTo>
                  <a:pt x="5096" y="77"/>
                </a:lnTo>
                <a:lnTo>
                  <a:pt x="5098" y="64"/>
                </a:lnTo>
                <a:lnTo>
                  <a:pt x="5114" y="40"/>
                </a:lnTo>
                <a:lnTo>
                  <a:pt x="5126" y="31"/>
                </a:lnTo>
                <a:lnTo>
                  <a:pt x="5141" y="23"/>
                </a:lnTo>
                <a:lnTo>
                  <a:pt x="5133" y="17"/>
                </a:lnTo>
                <a:lnTo>
                  <a:pt x="5109" y="20"/>
                </a:lnTo>
                <a:lnTo>
                  <a:pt x="5091" y="23"/>
                </a:lnTo>
                <a:lnTo>
                  <a:pt x="5059" y="31"/>
                </a:lnTo>
                <a:lnTo>
                  <a:pt x="5052" y="36"/>
                </a:lnTo>
                <a:lnTo>
                  <a:pt x="5049" y="38"/>
                </a:lnTo>
                <a:lnTo>
                  <a:pt x="5041" y="38"/>
                </a:lnTo>
                <a:lnTo>
                  <a:pt x="5027" y="29"/>
                </a:lnTo>
                <a:lnTo>
                  <a:pt x="5018" y="18"/>
                </a:lnTo>
                <a:lnTo>
                  <a:pt x="5009" y="8"/>
                </a:lnTo>
                <a:lnTo>
                  <a:pt x="4995" y="0"/>
                </a:lnTo>
                <a:lnTo>
                  <a:pt x="4988" y="0"/>
                </a:lnTo>
                <a:lnTo>
                  <a:pt x="4984" y="3"/>
                </a:lnTo>
                <a:lnTo>
                  <a:pt x="4980" y="9"/>
                </a:lnTo>
                <a:lnTo>
                  <a:pt x="4984" y="27"/>
                </a:lnTo>
                <a:lnTo>
                  <a:pt x="4992" y="35"/>
                </a:lnTo>
                <a:lnTo>
                  <a:pt x="5003" y="46"/>
                </a:lnTo>
                <a:lnTo>
                  <a:pt x="5011" y="63"/>
                </a:lnTo>
                <a:lnTo>
                  <a:pt x="5004" y="72"/>
                </a:lnTo>
                <a:lnTo>
                  <a:pt x="4980" y="70"/>
                </a:lnTo>
                <a:lnTo>
                  <a:pt x="4962" y="66"/>
                </a:lnTo>
                <a:lnTo>
                  <a:pt x="4940" y="60"/>
                </a:lnTo>
                <a:lnTo>
                  <a:pt x="4913" y="61"/>
                </a:lnTo>
                <a:lnTo>
                  <a:pt x="4899" y="67"/>
                </a:lnTo>
                <a:lnTo>
                  <a:pt x="4895" y="71"/>
                </a:lnTo>
                <a:lnTo>
                  <a:pt x="4886" y="79"/>
                </a:lnTo>
                <a:lnTo>
                  <a:pt x="4877" y="78"/>
                </a:lnTo>
                <a:lnTo>
                  <a:pt x="4876" y="69"/>
                </a:lnTo>
                <a:lnTo>
                  <a:pt x="4875" y="58"/>
                </a:lnTo>
                <a:lnTo>
                  <a:pt x="4867" y="49"/>
                </a:lnTo>
                <a:lnTo>
                  <a:pt x="4854" y="51"/>
                </a:lnTo>
                <a:lnTo>
                  <a:pt x="4842" y="66"/>
                </a:lnTo>
                <a:lnTo>
                  <a:pt x="4837" y="77"/>
                </a:lnTo>
                <a:lnTo>
                  <a:pt x="4833" y="94"/>
                </a:lnTo>
                <a:lnTo>
                  <a:pt x="4828" y="95"/>
                </a:lnTo>
                <a:lnTo>
                  <a:pt x="4827" y="79"/>
                </a:lnTo>
                <a:lnTo>
                  <a:pt x="4828" y="67"/>
                </a:lnTo>
                <a:lnTo>
                  <a:pt x="4836" y="45"/>
                </a:lnTo>
                <a:lnTo>
                  <a:pt x="4843" y="40"/>
                </a:lnTo>
                <a:lnTo>
                  <a:pt x="4853" y="32"/>
                </a:lnTo>
                <a:lnTo>
                  <a:pt x="4860" y="19"/>
                </a:lnTo>
                <a:lnTo>
                  <a:pt x="4851" y="9"/>
                </a:lnTo>
                <a:lnTo>
                  <a:pt x="4826" y="2"/>
                </a:lnTo>
                <a:lnTo>
                  <a:pt x="4809" y="1"/>
                </a:lnTo>
                <a:lnTo>
                  <a:pt x="4795" y="2"/>
                </a:lnTo>
                <a:lnTo>
                  <a:pt x="4776" y="5"/>
                </a:lnTo>
                <a:lnTo>
                  <a:pt x="4764" y="12"/>
                </a:lnTo>
                <a:lnTo>
                  <a:pt x="4758" y="24"/>
                </a:lnTo>
                <a:lnTo>
                  <a:pt x="4758" y="33"/>
                </a:lnTo>
                <a:lnTo>
                  <a:pt x="4757" y="46"/>
                </a:lnTo>
                <a:lnTo>
                  <a:pt x="4749" y="62"/>
                </a:lnTo>
                <a:lnTo>
                  <a:pt x="4735" y="64"/>
                </a:lnTo>
                <a:lnTo>
                  <a:pt x="4714" y="52"/>
                </a:lnTo>
                <a:lnTo>
                  <a:pt x="4701" y="40"/>
                </a:lnTo>
                <a:lnTo>
                  <a:pt x="4689" y="28"/>
                </a:lnTo>
                <a:lnTo>
                  <a:pt x="4666" y="16"/>
                </a:lnTo>
                <a:lnTo>
                  <a:pt x="4651" y="17"/>
                </a:lnTo>
                <a:lnTo>
                  <a:pt x="4647" y="31"/>
                </a:lnTo>
                <a:lnTo>
                  <a:pt x="4650" y="43"/>
                </a:lnTo>
                <a:lnTo>
                  <a:pt x="4654" y="55"/>
                </a:lnTo>
                <a:lnTo>
                  <a:pt x="4651" y="62"/>
                </a:lnTo>
                <a:lnTo>
                  <a:pt x="4645" y="56"/>
                </a:lnTo>
                <a:lnTo>
                  <a:pt x="4634" y="46"/>
                </a:lnTo>
                <a:lnTo>
                  <a:pt x="4601" y="26"/>
                </a:lnTo>
                <a:lnTo>
                  <a:pt x="4564" y="13"/>
                </a:lnTo>
                <a:lnTo>
                  <a:pt x="4543" y="10"/>
                </a:lnTo>
                <a:lnTo>
                  <a:pt x="4532" y="12"/>
                </a:lnTo>
                <a:lnTo>
                  <a:pt x="4530" y="15"/>
                </a:lnTo>
                <a:close/>
                <a:moveTo>
                  <a:pt x="4292" y="101"/>
                </a:moveTo>
                <a:lnTo>
                  <a:pt x="4287" y="106"/>
                </a:lnTo>
                <a:lnTo>
                  <a:pt x="4273" y="109"/>
                </a:lnTo>
                <a:lnTo>
                  <a:pt x="4267" y="106"/>
                </a:lnTo>
                <a:lnTo>
                  <a:pt x="4261" y="101"/>
                </a:lnTo>
                <a:lnTo>
                  <a:pt x="4258" y="87"/>
                </a:lnTo>
                <a:lnTo>
                  <a:pt x="4262" y="81"/>
                </a:lnTo>
                <a:lnTo>
                  <a:pt x="4266" y="75"/>
                </a:lnTo>
                <a:lnTo>
                  <a:pt x="4280" y="72"/>
                </a:lnTo>
                <a:lnTo>
                  <a:pt x="4287" y="76"/>
                </a:lnTo>
                <a:lnTo>
                  <a:pt x="4292" y="80"/>
                </a:lnTo>
                <a:lnTo>
                  <a:pt x="4295" y="94"/>
                </a:lnTo>
                <a:lnTo>
                  <a:pt x="4292" y="101"/>
                </a:lnTo>
                <a:close/>
                <a:moveTo>
                  <a:pt x="3289" y="99"/>
                </a:moveTo>
                <a:lnTo>
                  <a:pt x="3287" y="111"/>
                </a:lnTo>
                <a:lnTo>
                  <a:pt x="3282" y="116"/>
                </a:lnTo>
                <a:lnTo>
                  <a:pt x="3273" y="111"/>
                </a:lnTo>
                <a:lnTo>
                  <a:pt x="3263" y="99"/>
                </a:lnTo>
                <a:lnTo>
                  <a:pt x="3260" y="92"/>
                </a:lnTo>
                <a:lnTo>
                  <a:pt x="3264" y="83"/>
                </a:lnTo>
                <a:lnTo>
                  <a:pt x="3270" y="82"/>
                </a:lnTo>
                <a:lnTo>
                  <a:pt x="3278" y="83"/>
                </a:lnTo>
                <a:lnTo>
                  <a:pt x="3288" y="92"/>
                </a:lnTo>
                <a:lnTo>
                  <a:pt x="3289" y="99"/>
                </a:lnTo>
                <a:close/>
                <a:moveTo>
                  <a:pt x="5316" y="129"/>
                </a:moveTo>
                <a:lnTo>
                  <a:pt x="5315" y="132"/>
                </a:lnTo>
                <a:lnTo>
                  <a:pt x="5303" y="140"/>
                </a:lnTo>
                <a:lnTo>
                  <a:pt x="5270" y="154"/>
                </a:lnTo>
                <a:lnTo>
                  <a:pt x="5240" y="162"/>
                </a:lnTo>
                <a:lnTo>
                  <a:pt x="5199" y="170"/>
                </a:lnTo>
                <a:lnTo>
                  <a:pt x="5177" y="170"/>
                </a:lnTo>
                <a:lnTo>
                  <a:pt x="5177" y="163"/>
                </a:lnTo>
                <a:lnTo>
                  <a:pt x="5182" y="157"/>
                </a:lnTo>
                <a:lnTo>
                  <a:pt x="5192" y="148"/>
                </a:lnTo>
                <a:lnTo>
                  <a:pt x="5231" y="131"/>
                </a:lnTo>
                <a:lnTo>
                  <a:pt x="5253" y="127"/>
                </a:lnTo>
                <a:lnTo>
                  <a:pt x="5296" y="121"/>
                </a:lnTo>
                <a:lnTo>
                  <a:pt x="5312" y="119"/>
                </a:lnTo>
                <a:lnTo>
                  <a:pt x="5315" y="120"/>
                </a:lnTo>
                <a:lnTo>
                  <a:pt x="5316" y="129"/>
                </a:lnTo>
                <a:close/>
                <a:moveTo>
                  <a:pt x="4670" y="273"/>
                </a:moveTo>
                <a:lnTo>
                  <a:pt x="4677" y="270"/>
                </a:lnTo>
                <a:lnTo>
                  <a:pt x="4690" y="276"/>
                </a:lnTo>
                <a:lnTo>
                  <a:pt x="4691" y="283"/>
                </a:lnTo>
                <a:lnTo>
                  <a:pt x="4690" y="286"/>
                </a:lnTo>
                <a:lnTo>
                  <a:pt x="4683" y="293"/>
                </a:lnTo>
                <a:lnTo>
                  <a:pt x="4665" y="300"/>
                </a:lnTo>
                <a:lnTo>
                  <a:pt x="4648" y="301"/>
                </a:lnTo>
                <a:lnTo>
                  <a:pt x="4631" y="301"/>
                </a:lnTo>
                <a:lnTo>
                  <a:pt x="4608" y="297"/>
                </a:lnTo>
                <a:lnTo>
                  <a:pt x="4606" y="294"/>
                </a:lnTo>
                <a:lnTo>
                  <a:pt x="4603" y="282"/>
                </a:lnTo>
                <a:lnTo>
                  <a:pt x="4594" y="256"/>
                </a:lnTo>
                <a:lnTo>
                  <a:pt x="4588" y="238"/>
                </a:lnTo>
                <a:lnTo>
                  <a:pt x="4597" y="237"/>
                </a:lnTo>
                <a:lnTo>
                  <a:pt x="4617" y="253"/>
                </a:lnTo>
                <a:lnTo>
                  <a:pt x="4630" y="263"/>
                </a:lnTo>
                <a:lnTo>
                  <a:pt x="4660" y="274"/>
                </a:lnTo>
                <a:lnTo>
                  <a:pt x="4670" y="273"/>
                </a:lnTo>
                <a:close/>
                <a:moveTo>
                  <a:pt x="3618" y="268"/>
                </a:moveTo>
                <a:lnTo>
                  <a:pt x="3620" y="274"/>
                </a:lnTo>
                <a:lnTo>
                  <a:pt x="3617" y="283"/>
                </a:lnTo>
                <a:lnTo>
                  <a:pt x="3611" y="284"/>
                </a:lnTo>
                <a:lnTo>
                  <a:pt x="3604" y="283"/>
                </a:lnTo>
                <a:lnTo>
                  <a:pt x="3594" y="274"/>
                </a:lnTo>
                <a:lnTo>
                  <a:pt x="3593" y="268"/>
                </a:lnTo>
                <a:lnTo>
                  <a:pt x="3593" y="261"/>
                </a:lnTo>
                <a:lnTo>
                  <a:pt x="3597" y="252"/>
                </a:lnTo>
                <a:lnTo>
                  <a:pt x="3599" y="251"/>
                </a:lnTo>
                <a:lnTo>
                  <a:pt x="3603" y="252"/>
                </a:lnTo>
                <a:lnTo>
                  <a:pt x="3613" y="261"/>
                </a:lnTo>
                <a:lnTo>
                  <a:pt x="3618" y="268"/>
                </a:lnTo>
                <a:close/>
                <a:moveTo>
                  <a:pt x="3999" y="284"/>
                </a:moveTo>
                <a:lnTo>
                  <a:pt x="4029" y="281"/>
                </a:lnTo>
                <a:lnTo>
                  <a:pt x="4056" y="286"/>
                </a:lnTo>
                <a:lnTo>
                  <a:pt x="4065" y="295"/>
                </a:lnTo>
                <a:lnTo>
                  <a:pt x="4065" y="301"/>
                </a:lnTo>
                <a:lnTo>
                  <a:pt x="4065" y="304"/>
                </a:lnTo>
                <a:lnTo>
                  <a:pt x="4056" y="311"/>
                </a:lnTo>
                <a:lnTo>
                  <a:pt x="4032" y="318"/>
                </a:lnTo>
                <a:lnTo>
                  <a:pt x="4008" y="319"/>
                </a:lnTo>
                <a:lnTo>
                  <a:pt x="3986" y="318"/>
                </a:lnTo>
                <a:lnTo>
                  <a:pt x="3954" y="311"/>
                </a:lnTo>
                <a:lnTo>
                  <a:pt x="3936" y="296"/>
                </a:lnTo>
                <a:lnTo>
                  <a:pt x="3934" y="278"/>
                </a:lnTo>
                <a:lnTo>
                  <a:pt x="3941" y="266"/>
                </a:lnTo>
                <a:lnTo>
                  <a:pt x="3947" y="258"/>
                </a:lnTo>
                <a:lnTo>
                  <a:pt x="3958" y="258"/>
                </a:lnTo>
                <a:lnTo>
                  <a:pt x="3964" y="268"/>
                </a:lnTo>
                <a:lnTo>
                  <a:pt x="3970" y="275"/>
                </a:lnTo>
                <a:lnTo>
                  <a:pt x="3989" y="284"/>
                </a:lnTo>
                <a:lnTo>
                  <a:pt x="3999" y="284"/>
                </a:lnTo>
                <a:close/>
                <a:moveTo>
                  <a:pt x="4420" y="286"/>
                </a:moveTo>
                <a:lnTo>
                  <a:pt x="4419" y="292"/>
                </a:lnTo>
                <a:lnTo>
                  <a:pt x="4405" y="300"/>
                </a:lnTo>
                <a:lnTo>
                  <a:pt x="4395" y="301"/>
                </a:lnTo>
                <a:lnTo>
                  <a:pt x="4384" y="300"/>
                </a:lnTo>
                <a:lnTo>
                  <a:pt x="4377" y="287"/>
                </a:lnTo>
                <a:lnTo>
                  <a:pt x="4379" y="276"/>
                </a:lnTo>
                <a:lnTo>
                  <a:pt x="4384" y="268"/>
                </a:lnTo>
                <a:lnTo>
                  <a:pt x="4397" y="260"/>
                </a:lnTo>
                <a:lnTo>
                  <a:pt x="4410" y="263"/>
                </a:lnTo>
                <a:lnTo>
                  <a:pt x="4419" y="276"/>
                </a:lnTo>
                <a:lnTo>
                  <a:pt x="4420" y="286"/>
                </a:lnTo>
                <a:close/>
                <a:moveTo>
                  <a:pt x="4881" y="274"/>
                </a:moveTo>
                <a:lnTo>
                  <a:pt x="4883" y="280"/>
                </a:lnTo>
                <a:lnTo>
                  <a:pt x="4882" y="287"/>
                </a:lnTo>
                <a:lnTo>
                  <a:pt x="4870" y="293"/>
                </a:lnTo>
                <a:lnTo>
                  <a:pt x="4855" y="293"/>
                </a:lnTo>
                <a:lnTo>
                  <a:pt x="4823" y="290"/>
                </a:lnTo>
                <a:lnTo>
                  <a:pt x="4810" y="283"/>
                </a:lnTo>
                <a:lnTo>
                  <a:pt x="4813" y="275"/>
                </a:lnTo>
                <a:lnTo>
                  <a:pt x="4817" y="268"/>
                </a:lnTo>
                <a:lnTo>
                  <a:pt x="4823" y="260"/>
                </a:lnTo>
                <a:lnTo>
                  <a:pt x="4842" y="252"/>
                </a:lnTo>
                <a:lnTo>
                  <a:pt x="4861" y="254"/>
                </a:lnTo>
                <a:lnTo>
                  <a:pt x="4877" y="265"/>
                </a:lnTo>
                <a:lnTo>
                  <a:pt x="4881" y="274"/>
                </a:lnTo>
                <a:close/>
                <a:moveTo>
                  <a:pt x="4163" y="345"/>
                </a:moveTo>
                <a:lnTo>
                  <a:pt x="4166" y="371"/>
                </a:lnTo>
                <a:lnTo>
                  <a:pt x="4178" y="424"/>
                </a:lnTo>
                <a:lnTo>
                  <a:pt x="4186" y="441"/>
                </a:lnTo>
                <a:lnTo>
                  <a:pt x="4196" y="463"/>
                </a:lnTo>
                <a:lnTo>
                  <a:pt x="4193" y="465"/>
                </a:lnTo>
                <a:lnTo>
                  <a:pt x="4177" y="446"/>
                </a:lnTo>
                <a:lnTo>
                  <a:pt x="4166" y="434"/>
                </a:lnTo>
                <a:lnTo>
                  <a:pt x="4154" y="427"/>
                </a:lnTo>
                <a:lnTo>
                  <a:pt x="4150" y="429"/>
                </a:lnTo>
                <a:lnTo>
                  <a:pt x="4150" y="433"/>
                </a:lnTo>
                <a:lnTo>
                  <a:pt x="4149" y="439"/>
                </a:lnTo>
                <a:lnTo>
                  <a:pt x="4145" y="445"/>
                </a:lnTo>
                <a:lnTo>
                  <a:pt x="4134" y="447"/>
                </a:lnTo>
                <a:lnTo>
                  <a:pt x="4115" y="434"/>
                </a:lnTo>
                <a:lnTo>
                  <a:pt x="4100" y="412"/>
                </a:lnTo>
                <a:lnTo>
                  <a:pt x="4096" y="398"/>
                </a:lnTo>
                <a:lnTo>
                  <a:pt x="4093" y="383"/>
                </a:lnTo>
                <a:lnTo>
                  <a:pt x="4081" y="366"/>
                </a:lnTo>
                <a:lnTo>
                  <a:pt x="4074" y="365"/>
                </a:lnTo>
                <a:lnTo>
                  <a:pt x="4068" y="369"/>
                </a:lnTo>
                <a:lnTo>
                  <a:pt x="4061" y="381"/>
                </a:lnTo>
                <a:lnTo>
                  <a:pt x="4062" y="390"/>
                </a:lnTo>
                <a:lnTo>
                  <a:pt x="4062" y="395"/>
                </a:lnTo>
                <a:lnTo>
                  <a:pt x="4056" y="398"/>
                </a:lnTo>
                <a:lnTo>
                  <a:pt x="4049" y="395"/>
                </a:lnTo>
                <a:lnTo>
                  <a:pt x="4039" y="386"/>
                </a:lnTo>
                <a:lnTo>
                  <a:pt x="4031" y="366"/>
                </a:lnTo>
                <a:lnTo>
                  <a:pt x="4036" y="348"/>
                </a:lnTo>
                <a:lnTo>
                  <a:pt x="4052" y="338"/>
                </a:lnTo>
                <a:lnTo>
                  <a:pt x="4064" y="340"/>
                </a:lnTo>
                <a:lnTo>
                  <a:pt x="4080" y="343"/>
                </a:lnTo>
                <a:lnTo>
                  <a:pt x="4110" y="340"/>
                </a:lnTo>
                <a:lnTo>
                  <a:pt x="4126" y="328"/>
                </a:lnTo>
                <a:lnTo>
                  <a:pt x="4126" y="318"/>
                </a:lnTo>
                <a:lnTo>
                  <a:pt x="4118" y="312"/>
                </a:lnTo>
                <a:lnTo>
                  <a:pt x="4111" y="309"/>
                </a:lnTo>
                <a:lnTo>
                  <a:pt x="4097" y="302"/>
                </a:lnTo>
                <a:lnTo>
                  <a:pt x="4083" y="290"/>
                </a:lnTo>
                <a:lnTo>
                  <a:pt x="4086" y="280"/>
                </a:lnTo>
                <a:lnTo>
                  <a:pt x="4106" y="277"/>
                </a:lnTo>
                <a:lnTo>
                  <a:pt x="4121" y="279"/>
                </a:lnTo>
                <a:lnTo>
                  <a:pt x="4131" y="282"/>
                </a:lnTo>
                <a:lnTo>
                  <a:pt x="4146" y="290"/>
                </a:lnTo>
                <a:lnTo>
                  <a:pt x="4156" y="305"/>
                </a:lnTo>
                <a:lnTo>
                  <a:pt x="4162" y="329"/>
                </a:lnTo>
                <a:lnTo>
                  <a:pt x="4163" y="345"/>
                </a:lnTo>
                <a:close/>
                <a:moveTo>
                  <a:pt x="4273" y="286"/>
                </a:moveTo>
                <a:lnTo>
                  <a:pt x="4277" y="286"/>
                </a:lnTo>
                <a:lnTo>
                  <a:pt x="4279" y="288"/>
                </a:lnTo>
                <a:lnTo>
                  <a:pt x="4272" y="294"/>
                </a:lnTo>
                <a:lnTo>
                  <a:pt x="4260" y="299"/>
                </a:lnTo>
                <a:lnTo>
                  <a:pt x="4245" y="305"/>
                </a:lnTo>
                <a:lnTo>
                  <a:pt x="4217" y="307"/>
                </a:lnTo>
                <a:lnTo>
                  <a:pt x="4198" y="302"/>
                </a:lnTo>
                <a:lnTo>
                  <a:pt x="4191" y="289"/>
                </a:lnTo>
                <a:lnTo>
                  <a:pt x="4194" y="281"/>
                </a:lnTo>
                <a:lnTo>
                  <a:pt x="4199" y="275"/>
                </a:lnTo>
                <a:lnTo>
                  <a:pt x="4219" y="272"/>
                </a:lnTo>
                <a:lnTo>
                  <a:pt x="4229" y="274"/>
                </a:lnTo>
                <a:lnTo>
                  <a:pt x="4253" y="282"/>
                </a:lnTo>
                <a:lnTo>
                  <a:pt x="4273" y="286"/>
                </a:lnTo>
                <a:close/>
                <a:moveTo>
                  <a:pt x="4353" y="284"/>
                </a:moveTo>
                <a:lnTo>
                  <a:pt x="4351" y="291"/>
                </a:lnTo>
                <a:lnTo>
                  <a:pt x="4337" y="300"/>
                </a:lnTo>
                <a:lnTo>
                  <a:pt x="4326" y="301"/>
                </a:lnTo>
                <a:lnTo>
                  <a:pt x="4317" y="300"/>
                </a:lnTo>
                <a:lnTo>
                  <a:pt x="4308" y="291"/>
                </a:lnTo>
                <a:lnTo>
                  <a:pt x="4310" y="284"/>
                </a:lnTo>
                <a:lnTo>
                  <a:pt x="4316" y="277"/>
                </a:lnTo>
                <a:lnTo>
                  <a:pt x="4330" y="268"/>
                </a:lnTo>
                <a:lnTo>
                  <a:pt x="4338" y="268"/>
                </a:lnTo>
                <a:lnTo>
                  <a:pt x="4344" y="268"/>
                </a:lnTo>
                <a:lnTo>
                  <a:pt x="4352" y="277"/>
                </a:lnTo>
                <a:lnTo>
                  <a:pt x="4353" y="284"/>
                </a:lnTo>
                <a:close/>
                <a:moveTo>
                  <a:pt x="4505" y="284"/>
                </a:moveTo>
                <a:lnTo>
                  <a:pt x="4517" y="293"/>
                </a:lnTo>
                <a:lnTo>
                  <a:pt x="4512" y="301"/>
                </a:lnTo>
                <a:lnTo>
                  <a:pt x="4493" y="301"/>
                </a:lnTo>
                <a:lnTo>
                  <a:pt x="4477" y="300"/>
                </a:lnTo>
                <a:lnTo>
                  <a:pt x="4456" y="291"/>
                </a:lnTo>
                <a:lnTo>
                  <a:pt x="4454" y="284"/>
                </a:lnTo>
                <a:lnTo>
                  <a:pt x="4454" y="277"/>
                </a:lnTo>
                <a:lnTo>
                  <a:pt x="4461" y="269"/>
                </a:lnTo>
                <a:lnTo>
                  <a:pt x="4475" y="269"/>
                </a:lnTo>
                <a:lnTo>
                  <a:pt x="4493" y="277"/>
                </a:lnTo>
                <a:lnTo>
                  <a:pt x="4505" y="284"/>
                </a:lnTo>
                <a:close/>
                <a:moveTo>
                  <a:pt x="4772" y="322"/>
                </a:moveTo>
                <a:lnTo>
                  <a:pt x="4767" y="330"/>
                </a:lnTo>
                <a:lnTo>
                  <a:pt x="4742" y="343"/>
                </a:lnTo>
                <a:lnTo>
                  <a:pt x="4714" y="348"/>
                </a:lnTo>
                <a:lnTo>
                  <a:pt x="4697" y="346"/>
                </a:lnTo>
                <a:lnTo>
                  <a:pt x="4692" y="341"/>
                </a:lnTo>
                <a:lnTo>
                  <a:pt x="4691" y="337"/>
                </a:lnTo>
                <a:lnTo>
                  <a:pt x="4693" y="330"/>
                </a:lnTo>
                <a:lnTo>
                  <a:pt x="4714" y="317"/>
                </a:lnTo>
                <a:lnTo>
                  <a:pt x="4729" y="314"/>
                </a:lnTo>
                <a:lnTo>
                  <a:pt x="4759" y="307"/>
                </a:lnTo>
                <a:lnTo>
                  <a:pt x="4772" y="303"/>
                </a:lnTo>
                <a:lnTo>
                  <a:pt x="4774" y="303"/>
                </a:lnTo>
                <a:lnTo>
                  <a:pt x="4774" y="314"/>
                </a:lnTo>
                <a:lnTo>
                  <a:pt x="4772" y="322"/>
                </a:lnTo>
                <a:close/>
                <a:moveTo>
                  <a:pt x="4272" y="396"/>
                </a:moveTo>
                <a:lnTo>
                  <a:pt x="4276" y="433"/>
                </a:lnTo>
                <a:lnTo>
                  <a:pt x="4271" y="443"/>
                </a:lnTo>
                <a:lnTo>
                  <a:pt x="4260" y="431"/>
                </a:lnTo>
                <a:lnTo>
                  <a:pt x="4250" y="418"/>
                </a:lnTo>
                <a:lnTo>
                  <a:pt x="4242" y="406"/>
                </a:lnTo>
                <a:lnTo>
                  <a:pt x="4231" y="384"/>
                </a:lnTo>
                <a:lnTo>
                  <a:pt x="4227" y="363"/>
                </a:lnTo>
                <a:lnTo>
                  <a:pt x="4229" y="338"/>
                </a:lnTo>
                <a:lnTo>
                  <a:pt x="4232" y="322"/>
                </a:lnTo>
                <a:lnTo>
                  <a:pt x="4234" y="320"/>
                </a:lnTo>
                <a:lnTo>
                  <a:pt x="4244" y="322"/>
                </a:lnTo>
                <a:lnTo>
                  <a:pt x="4250" y="325"/>
                </a:lnTo>
                <a:lnTo>
                  <a:pt x="4256" y="332"/>
                </a:lnTo>
                <a:lnTo>
                  <a:pt x="4268" y="371"/>
                </a:lnTo>
                <a:lnTo>
                  <a:pt x="4272" y="396"/>
                </a:lnTo>
                <a:close/>
                <a:moveTo>
                  <a:pt x="4459" y="330"/>
                </a:moveTo>
                <a:lnTo>
                  <a:pt x="4461" y="337"/>
                </a:lnTo>
                <a:lnTo>
                  <a:pt x="4453" y="356"/>
                </a:lnTo>
                <a:lnTo>
                  <a:pt x="4444" y="365"/>
                </a:lnTo>
                <a:lnTo>
                  <a:pt x="4437" y="372"/>
                </a:lnTo>
                <a:lnTo>
                  <a:pt x="4427" y="377"/>
                </a:lnTo>
                <a:lnTo>
                  <a:pt x="4421" y="370"/>
                </a:lnTo>
                <a:lnTo>
                  <a:pt x="4420" y="352"/>
                </a:lnTo>
                <a:lnTo>
                  <a:pt x="4421" y="340"/>
                </a:lnTo>
                <a:lnTo>
                  <a:pt x="4428" y="324"/>
                </a:lnTo>
                <a:lnTo>
                  <a:pt x="4440" y="318"/>
                </a:lnTo>
                <a:lnTo>
                  <a:pt x="4453" y="323"/>
                </a:lnTo>
                <a:lnTo>
                  <a:pt x="4459" y="330"/>
                </a:lnTo>
                <a:close/>
                <a:moveTo>
                  <a:pt x="4942" y="345"/>
                </a:moveTo>
                <a:lnTo>
                  <a:pt x="4936" y="353"/>
                </a:lnTo>
                <a:lnTo>
                  <a:pt x="4930" y="365"/>
                </a:lnTo>
                <a:lnTo>
                  <a:pt x="4931" y="374"/>
                </a:lnTo>
                <a:lnTo>
                  <a:pt x="4941" y="382"/>
                </a:lnTo>
                <a:lnTo>
                  <a:pt x="4949" y="387"/>
                </a:lnTo>
                <a:lnTo>
                  <a:pt x="4963" y="397"/>
                </a:lnTo>
                <a:lnTo>
                  <a:pt x="4976" y="411"/>
                </a:lnTo>
                <a:lnTo>
                  <a:pt x="4973" y="423"/>
                </a:lnTo>
                <a:lnTo>
                  <a:pt x="4955" y="431"/>
                </a:lnTo>
                <a:lnTo>
                  <a:pt x="4939" y="433"/>
                </a:lnTo>
                <a:lnTo>
                  <a:pt x="4927" y="433"/>
                </a:lnTo>
                <a:lnTo>
                  <a:pt x="4910" y="431"/>
                </a:lnTo>
                <a:lnTo>
                  <a:pt x="4904" y="421"/>
                </a:lnTo>
                <a:lnTo>
                  <a:pt x="4904" y="401"/>
                </a:lnTo>
                <a:lnTo>
                  <a:pt x="4906" y="385"/>
                </a:lnTo>
                <a:lnTo>
                  <a:pt x="4909" y="358"/>
                </a:lnTo>
                <a:lnTo>
                  <a:pt x="4904" y="343"/>
                </a:lnTo>
                <a:lnTo>
                  <a:pt x="4894" y="343"/>
                </a:lnTo>
                <a:lnTo>
                  <a:pt x="4886" y="345"/>
                </a:lnTo>
                <a:lnTo>
                  <a:pt x="4875" y="348"/>
                </a:lnTo>
                <a:lnTo>
                  <a:pt x="4861" y="344"/>
                </a:lnTo>
                <a:lnTo>
                  <a:pt x="4860" y="337"/>
                </a:lnTo>
                <a:lnTo>
                  <a:pt x="4860" y="333"/>
                </a:lnTo>
                <a:lnTo>
                  <a:pt x="4868" y="327"/>
                </a:lnTo>
                <a:lnTo>
                  <a:pt x="4891" y="320"/>
                </a:lnTo>
                <a:lnTo>
                  <a:pt x="4911" y="319"/>
                </a:lnTo>
                <a:lnTo>
                  <a:pt x="4942" y="319"/>
                </a:lnTo>
                <a:lnTo>
                  <a:pt x="4954" y="326"/>
                </a:lnTo>
                <a:lnTo>
                  <a:pt x="4949" y="337"/>
                </a:lnTo>
                <a:lnTo>
                  <a:pt x="4942" y="345"/>
                </a:lnTo>
                <a:close/>
                <a:moveTo>
                  <a:pt x="5017" y="330"/>
                </a:moveTo>
                <a:lnTo>
                  <a:pt x="5006" y="335"/>
                </a:lnTo>
                <a:lnTo>
                  <a:pt x="4996" y="348"/>
                </a:lnTo>
                <a:lnTo>
                  <a:pt x="4997" y="360"/>
                </a:lnTo>
                <a:lnTo>
                  <a:pt x="5010" y="368"/>
                </a:lnTo>
                <a:lnTo>
                  <a:pt x="5020" y="369"/>
                </a:lnTo>
                <a:lnTo>
                  <a:pt x="5030" y="369"/>
                </a:lnTo>
                <a:lnTo>
                  <a:pt x="5042" y="378"/>
                </a:lnTo>
                <a:lnTo>
                  <a:pt x="5045" y="392"/>
                </a:lnTo>
                <a:lnTo>
                  <a:pt x="5037" y="405"/>
                </a:lnTo>
                <a:lnTo>
                  <a:pt x="5028" y="411"/>
                </a:lnTo>
                <a:lnTo>
                  <a:pt x="5024" y="414"/>
                </a:lnTo>
                <a:lnTo>
                  <a:pt x="5013" y="414"/>
                </a:lnTo>
                <a:lnTo>
                  <a:pt x="4996" y="406"/>
                </a:lnTo>
                <a:lnTo>
                  <a:pt x="4976" y="383"/>
                </a:lnTo>
                <a:lnTo>
                  <a:pt x="4968" y="357"/>
                </a:lnTo>
                <a:lnTo>
                  <a:pt x="4971" y="345"/>
                </a:lnTo>
                <a:lnTo>
                  <a:pt x="4976" y="334"/>
                </a:lnTo>
                <a:lnTo>
                  <a:pt x="4998" y="321"/>
                </a:lnTo>
                <a:lnTo>
                  <a:pt x="5010" y="320"/>
                </a:lnTo>
                <a:lnTo>
                  <a:pt x="5021" y="321"/>
                </a:lnTo>
                <a:lnTo>
                  <a:pt x="5024" y="326"/>
                </a:lnTo>
                <a:lnTo>
                  <a:pt x="5017" y="330"/>
                </a:lnTo>
                <a:close/>
                <a:moveTo>
                  <a:pt x="4336" y="342"/>
                </a:moveTo>
                <a:lnTo>
                  <a:pt x="4335" y="349"/>
                </a:lnTo>
                <a:lnTo>
                  <a:pt x="4326" y="357"/>
                </a:lnTo>
                <a:lnTo>
                  <a:pt x="4311" y="361"/>
                </a:lnTo>
                <a:lnTo>
                  <a:pt x="4298" y="357"/>
                </a:lnTo>
                <a:lnTo>
                  <a:pt x="4293" y="352"/>
                </a:lnTo>
                <a:lnTo>
                  <a:pt x="4291" y="346"/>
                </a:lnTo>
                <a:lnTo>
                  <a:pt x="4299" y="336"/>
                </a:lnTo>
                <a:lnTo>
                  <a:pt x="4308" y="335"/>
                </a:lnTo>
                <a:lnTo>
                  <a:pt x="4320" y="336"/>
                </a:lnTo>
                <a:lnTo>
                  <a:pt x="4335" y="339"/>
                </a:lnTo>
                <a:lnTo>
                  <a:pt x="4336" y="342"/>
                </a:lnTo>
                <a:close/>
                <a:moveTo>
                  <a:pt x="4399" y="345"/>
                </a:moveTo>
                <a:lnTo>
                  <a:pt x="4394" y="349"/>
                </a:lnTo>
                <a:lnTo>
                  <a:pt x="4375" y="350"/>
                </a:lnTo>
                <a:lnTo>
                  <a:pt x="4366" y="347"/>
                </a:lnTo>
                <a:lnTo>
                  <a:pt x="4358" y="343"/>
                </a:lnTo>
                <a:lnTo>
                  <a:pt x="4364" y="338"/>
                </a:lnTo>
                <a:lnTo>
                  <a:pt x="4376" y="337"/>
                </a:lnTo>
                <a:lnTo>
                  <a:pt x="4390" y="337"/>
                </a:lnTo>
                <a:lnTo>
                  <a:pt x="4400" y="340"/>
                </a:lnTo>
                <a:lnTo>
                  <a:pt x="4401" y="343"/>
                </a:lnTo>
                <a:lnTo>
                  <a:pt x="4399" y="345"/>
                </a:lnTo>
                <a:close/>
                <a:moveTo>
                  <a:pt x="5231" y="367"/>
                </a:moveTo>
                <a:lnTo>
                  <a:pt x="5229" y="373"/>
                </a:lnTo>
                <a:lnTo>
                  <a:pt x="5210" y="376"/>
                </a:lnTo>
                <a:lnTo>
                  <a:pt x="5197" y="374"/>
                </a:lnTo>
                <a:lnTo>
                  <a:pt x="5171" y="365"/>
                </a:lnTo>
                <a:lnTo>
                  <a:pt x="5164" y="359"/>
                </a:lnTo>
                <a:lnTo>
                  <a:pt x="5166" y="356"/>
                </a:lnTo>
                <a:lnTo>
                  <a:pt x="5184" y="352"/>
                </a:lnTo>
                <a:lnTo>
                  <a:pt x="5197" y="352"/>
                </a:lnTo>
                <a:lnTo>
                  <a:pt x="5210" y="353"/>
                </a:lnTo>
                <a:lnTo>
                  <a:pt x="5229" y="361"/>
                </a:lnTo>
                <a:lnTo>
                  <a:pt x="5231" y="367"/>
                </a:lnTo>
                <a:close/>
                <a:moveTo>
                  <a:pt x="4792" y="396"/>
                </a:moveTo>
                <a:lnTo>
                  <a:pt x="4792" y="404"/>
                </a:lnTo>
                <a:lnTo>
                  <a:pt x="4789" y="413"/>
                </a:lnTo>
                <a:lnTo>
                  <a:pt x="4780" y="413"/>
                </a:lnTo>
                <a:lnTo>
                  <a:pt x="4767" y="403"/>
                </a:lnTo>
                <a:lnTo>
                  <a:pt x="4747" y="384"/>
                </a:lnTo>
                <a:lnTo>
                  <a:pt x="4741" y="375"/>
                </a:lnTo>
                <a:lnTo>
                  <a:pt x="4742" y="373"/>
                </a:lnTo>
                <a:lnTo>
                  <a:pt x="4756" y="369"/>
                </a:lnTo>
                <a:lnTo>
                  <a:pt x="4767" y="369"/>
                </a:lnTo>
                <a:lnTo>
                  <a:pt x="4777" y="370"/>
                </a:lnTo>
                <a:lnTo>
                  <a:pt x="4791" y="384"/>
                </a:lnTo>
                <a:lnTo>
                  <a:pt x="4792" y="396"/>
                </a:lnTo>
                <a:close/>
                <a:moveTo>
                  <a:pt x="5220" y="431"/>
                </a:moveTo>
                <a:lnTo>
                  <a:pt x="5208" y="433"/>
                </a:lnTo>
                <a:lnTo>
                  <a:pt x="5181" y="433"/>
                </a:lnTo>
                <a:lnTo>
                  <a:pt x="5169" y="431"/>
                </a:lnTo>
                <a:lnTo>
                  <a:pt x="5163" y="430"/>
                </a:lnTo>
                <a:lnTo>
                  <a:pt x="5160" y="426"/>
                </a:lnTo>
                <a:lnTo>
                  <a:pt x="5171" y="423"/>
                </a:lnTo>
                <a:lnTo>
                  <a:pt x="5189" y="423"/>
                </a:lnTo>
                <a:lnTo>
                  <a:pt x="5208" y="423"/>
                </a:lnTo>
                <a:lnTo>
                  <a:pt x="5222" y="426"/>
                </a:lnTo>
                <a:lnTo>
                  <a:pt x="5223" y="430"/>
                </a:lnTo>
                <a:lnTo>
                  <a:pt x="5220" y="431"/>
                </a:lnTo>
                <a:close/>
                <a:moveTo>
                  <a:pt x="3796" y="450"/>
                </a:moveTo>
                <a:lnTo>
                  <a:pt x="3795" y="458"/>
                </a:lnTo>
                <a:lnTo>
                  <a:pt x="3788" y="471"/>
                </a:lnTo>
                <a:lnTo>
                  <a:pt x="3777" y="479"/>
                </a:lnTo>
                <a:lnTo>
                  <a:pt x="3764" y="480"/>
                </a:lnTo>
                <a:lnTo>
                  <a:pt x="3758" y="477"/>
                </a:lnTo>
                <a:lnTo>
                  <a:pt x="3753" y="473"/>
                </a:lnTo>
                <a:lnTo>
                  <a:pt x="3751" y="459"/>
                </a:lnTo>
                <a:lnTo>
                  <a:pt x="3758" y="446"/>
                </a:lnTo>
                <a:lnTo>
                  <a:pt x="3771" y="437"/>
                </a:lnTo>
                <a:lnTo>
                  <a:pt x="3780" y="436"/>
                </a:lnTo>
                <a:lnTo>
                  <a:pt x="3786" y="437"/>
                </a:lnTo>
                <a:lnTo>
                  <a:pt x="3795" y="445"/>
                </a:lnTo>
                <a:lnTo>
                  <a:pt x="3796" y="450"/>
                </a:lnTo>
                <a:close/>
                <a:moveTo>
                  <a:pt x="3910" y="460"/>
                </a:moveTo>
                <a:lnTo>
                  <a:pt x="3902" y="468"/>
                </a:lnTo>
                <a:lnTo>
                  <a:pt x="3886" y="476"/>
                </a:lnTo>
                <a:lnTo>
                  <a:pt x="3872" y="474"/>
                </a:lnTo>
                <a:lnTo>
                  <a:pt x="3863" y="461"/>
                </a:lnTo>
                <a:lnTo>
                  <a:pt x="3862" y="451"/>
                </a:lnTo>
                <a:lnTo>
                  <a:pt x="3864" y="445"/>
                </a:lnTo>
                <a:lnTo>
                  <a:pt x="3883" y="437"/>
                </a:lnTo>
                <a:lnTo>
                  <a:pt x="3897" y="436"/>
                </a:lnTo>
                <a:lnTo>
                  <a:pt x="3915" y="437"/>
                </a:lnTo>
                <a:lnTo>
                  <a:pt x="3922" y="443"/>
                </a:lnTo>
                <a:lnTo>
                  <a:pt x="3916" y="453"/>
                </a:lnTo>
                <a:lnTo>
                  <a:pt x="3910" y="460"/>
                </a:lnTo>
                <a:close/>
                <a:moveTo>
                  <a:pt x="5417" y="487"/>
                </a:moveTo>
                <a:lnTo>
                  <a:pt x="5415" y="493"/>
                </a:lnTo>
                <a:lnTo>
                  <a:pt x="5401" y="497"/>
                </a:lnTo>
                <a:lnTo>
                  <a:pt x="5392" y="494"/>
                </a:lnTo>
                <a:lnTo>
                  <a:pt x="5372" y="484"/>
                </a:lnTo>
                <a:lnTo>
                  <a:pt x="5367" y="477"/>
                </a:lnTo>
                <a:lnTo>
                  <a:pt x="5368" y="475"/>
                </a:lnTo>
                <a:lnTo>
                  <a:pt x="5382" y="471"/>
                </a:lnTo>
                <a:lnTo>
                  <a:pt x="5392" y="471"/>
                </a:lnTo>
                <a:lnTo>
                  <a:pt x="5401" y="471"/>
                </a:lnTo>
                <a:lnTo>
                  <a:pt x="5415" y="480"/>
                </a:lnTo>
                <a:lnTo>
                  <a:pt x="5417" y="487"/>
                </a:lnTo>
                <a:close/>
                <a:moveTo>
                  <a:pt x="2453" y="506"/>
                </a:moveTo>
                <a:lnTo>
                  <a:pt x="2459" y="517"/>
                </a:lnTo>
                <a:lnTo>
                  <a:pt x="2458" y="531"/>
                </a:lnTo>
                <a:lnTo>
                  <a:pt x="2446" y="534"/>
                </a:lnTo>
                <a:lnTo>
                  <a:pt x="2426" y="525"/>
                </a:lnTo>
                <a:lnTo>
                  <a:pt x="2415" y="516"/>
                </a:lnTo>
                <a:lnTo>
                  <a:pt x="2398" y="499"/>
                </a:lnTo>
                <a:lnTo>
                  <a:pt x="2395" y="489"/>
                </a:lnTo>
                <a:lnTo>
                  <a:pt x="2405" y="487"/>
                </a:lnTo>
                <a:lnTo>
                  <a:pt x="2413" y="487"/>
                </a:lnTo>
                <a:lnTo>
                  <a:pt x="2425" y="488"/>
                </a:lnTo>
                <a:lnTo>
                  <a:pt x="2447" y="498"/>
                </a:lnTo>
                <a:lnTo>
                  <a:pt x="2453" y="506"/>
                </a:lnTo>
                <a:close/>
                <a:moveTo>
                  <a:pt x="5747" y="504"/>
                </a:moveTo>
                <a:lnTo>
                  <a:pt x="5749" y="510"/>
                </a:lnTo>
                <a:lnTo>
                  <a:pt x="5741" y="520"/>
                </a:lnTo>
                <a:lnTo>
                  <a:pt x="5731" y="521"/>
                </a:lnTo>
                <a:lnTo>
                  <a:pt x="5720" y="520"/>
                </a:lnTo>
                <a:lnTo>
                  <a:pt x="5705" y="510"/>
                </a:lnTo>
                <a:lnTo>
                  <a:pt x="5704" y="504"/>
                </a:lnTo>
                <a:lnTo>
                  <a:pt x="5705" y="497"/>
                </a:lnTo>
                <a:lnTo>
                  <a:pt x="5713" y="488"/>
                </a:lnTo>
                <a:lnTo>
                  <a:pt x="5719" y="487"/>
                </a:lnTo>
                <a:lnTo>
                  <a:pt x="5727" y="488"/>
                </a:lnTo>
                <a:lnTo>
                  <a:pt x="5742" y="497"/>
                </a:lnTo>
                <a:lnTo>
                  <a:pt x="5747" y="504"/>
                </a:lnTo>
                <a:close/>
                <a:moveTo>
                  <a:pt x="5580" y="541"/>
                </a:moveTo>
                <a:lnTo>
                  <a:pt x="5577" y="548"/>
                </a:lnTo>
                <a:lnTo>
                  <a:pt x="5571" y="543"/>
                </a:lnTo>
                <a:lnTo>
                  <a:pt x="5570" y="531"/>
                </a:lnTo>
                <a:lnTo>
                  <a:pt x="5570" y="518"/>
                </a:lnTo>
                <a:lnTo>
                  <a:pt x="5573" y="508"/>
                </a:lnTo>
                <a:lnTo>
                  <a:pt x="5577" y="507"/>
                </a:lnTo>
                <a:lnTo>
                  <a:pt x="5579" y="509"/>
                </a:lnTo>
                <a:lnTo>
                  <a:pt x="5582" y="514"/>
                </a:lnTo>
                <a:lnTo>
                  <a:pt x="5583" y="531"/>
                </a:lnTo>
                <a:lnTo>
                  <a:pt x="5580" y="541"/>
                </a:lnTo>
                <a:close/>
                <a:moveTo>
                  <a:pt x="5704" y="557"/>
                </a:moveTo>
                <a:lnTo>
                  <a:pt x="5703" y="563"/>
                </a:lnTo>
                <a:lnTo>
                  <a:pt x="5694" y="566"/>
                </a:lnTo>
                <a:lnTo>
                  <a:pt x="5687" y="563"/>
                </a:lnTo>
                <a:lnTo>
                  <a:pt x="5681" y="559"/>
                </a:lnTo>
                <a:lnTo>
                  <a:pt x="5672" y="543"/>
                </a:lnTo>
                <a:lnTo>
                  <a:pt x="5671" y="536"/>
                </a:lnTo>
                <a:lnTo>
                  <a:pt x="5672" y="529"/>
                </a:lnTo>
                <a:lnTo>
                  <a:pt x="5681" y="526"/>
                </a:lnTo>
                <a:lnTo>
                  <a:pt x="5687" y="529"/>
                </a:lnTo>
                <a:lnTo>
                  <a:pt x="5694" y="534"/>
                </a:lnTo>
                <a:lnTo>
                  <a:pt x="5703" y="549"/>
                </a:lnTo>
                <a:lnTo>
                  <a:pt x="5704" y="557"/>
                </a:lnTo>
                <a:close/>
                <a:moveTo>
                  <a:pt x="2511" y="595"/>
                </a:moveTo>
                <a:lnTo>
                  <a:pt x="2510" y="602"/>
                </a:lnTo>
                <a:lnTo>
                  <a:pt x="2501" y="610"/>
                </a:lnTo>
                <a:lnTo>
                  <a:pt x="2487" y="614"/>
                </a:lnTo>
                <a:lnTo>
                  <a:pt x="2474" y="610"/>
                </a:lnTo>
                <a:lnTo>
                  <a:pt x="2469" y="605"/>
                </a:lnTo>
                <a:lnTo>
                  <a:pt x="2467" y="599"/>
                </a:lnTo>
                <a:lnTo>
                  <a:pt x="2475" y="589"/>
                </a:lnTo>
                <a:lnTo>
                  <a:pt x="2484" y="588"/>
                </a:lnTo>
                <a:lnTo>
                  <a:pt x="2495" y="589"/>
                </a:lnTo>
                <a:lnTo>
                  <a:pt x="2510" y="592"/>
                </a:lnTo>
                <a:lnTo>
                  <a:pt x="2511" y="595"/>
                </a:lnTo>
                <a:close/>
                <a:moveTo>
                  <a:pt x="2377" y="673"/>
                </a:moveTo>
                <a:lnTo>
                  <a:pt x="2376" y="679"/>
                </a:lnTo>
                <a:lnTo>
                  <a:pt x="2366" y="688"/>
                </a:lnTo>
                <a:lnTo>
                  <a:pt x="2359" y="689"/>
                </a:lnTo>
                <a:lnTo>
                  <a:pt x="2353" y="688"/>
                </a:lnTo>
                <a:lnTo>
                  <a:pt x="2343" y="679"/>
                </a:lnTo>
                <a:lnTo>
                  <a:pt x="2342" y="673"/>
                </a:lnTo>
                <a:lnTo>
                  <a:pt x="2343" y="666"/>
                </a:lnTo>
                <a:lnTo>
                  <a:pt x="2353" y="657"/>
                </a:lnTo>
                <a:lnTo>
                  <a:pt x="2359" y="656"/>
                </a:lnTo>
                <a:lnTo>
                  <a:pt x="2366" y="657"/>
                </a:lnTo>
                <a:lnTo>
                  <a:pt x="2376" y="666"/>
                </a:lnTo>
                <a:lnTo>
                  <a:pt x="2377" y="673"/>
                </a:lnTo>
                <a:close/>
                <a:moveTo>
                  <a:pt x="5805" y="706"/>
                </a:moveTo>
                <a:lnTo>
                  <a:pt x="5803" y="719"/>
                </a:lnTo>
                <a:lnTo>
                  <a:pt x="5798" y="724"/>
                </a:lnTo>
                <a:lnTo>
                  <a:pt x="5789" y="719"/>
                </a:lnTo>
                <a:lnTo>
                  <a:pt x="5780" y="706"/>
                </a:lnTo>
                <a:lnTo>
                  <a:pt x="5777" y="699"/>
                </a:lnTo>
                <a:lnTo>
                  <a:pt x="5781" y="690"/>
                </a:lnTo>
                <a:lnTo>
                  <a:pt x="5787" y="689"/>
                </a:lnTo>
                <a:lnTo>
                  <a:pt x="5794" y="690"/>
                </a:lnTo>
                <a:lnTo>
                  <a:pt x="5804" y="699"/>
                </a:lnTo>
                <a:lnTo>
                  <a:pt x="5805" y="706"/>
                </a:lnTo>
                <a:close/>
                <a:moveTo>
                  <a:pt x="1229" y="769"/>
                </a:moveTo>
                <a:lnTo>
                  <a:pt x="1242" y="786"/>
                </a:lnTo>
                <a:lnTo>
                  <a:pt x="1240" y="789"/>
                </a:lnTo>
                <a:lnTo>
                  <a:pt x="1224" y="775"/>
                </a:lnTo>
                <a:lnTo>
                  <a:pt x="1205" y="760"/>
                </a:lnTo>
                <a:lnTo>
                  <a:pt x="1194" y="746"/>
                </a:lnTo>
                <a:lnTo>
                  <a:pt x="1196" y="741"/>
                </a:lnTo>
                <a:lnTo>
                  <a:pt x="1201" y="740"/>
                </a:lnTo>
                <a:lnTo>
                  <a:pt x="1211" y="747"/>
                </a:lnTo>
                <a:lnTo>
                  <a:pt x="1229" y="769"/>
                </a:lnTo>
                <a:close/>
                <a:moveTo>
                  <a:pt x="6092" y="774"/>
                </a:moveTo>
                <a:lnTo>
                  <a:pt x="6101" y="780"/>
                </a:lnTo>
                <a:lnTo>
                  <a:pt x="6108" y="795"/>
                </a:lnTo>
                <a:lnTo>
                  <a:pt x="6106" y="800"/>
                </a:lnTo>
                <a:lnTo>
                  <a:pt x="6099" y="803"/>
                </a:lnTo>
                <a:lnTo>
                  <a:pt x="6072" y="795"/>
                </a:lnTo>
                <a:lnTo>
                  <a:pt x="6056" y="784"/>
                </a:lnTo>
                <a:lnTo>
                  <a:pt x="6043" y="774"/>
                </a:lnTo>
                <a:lnTo>
                  <a:pt x="6037" y="763"/>
                </a:lnTo>
                <a:lnTo>
                  <a:pt x="6039" y="759"/>
                </a:lnTo>
                <a:lnTo>
                  <a:pt x="6050" y="756"/>
                </a:lnTo>
                <a:lnTo>
                  <a:pt x="6076" y="764"/>
                </a:lnTo>
                <a:lnTo>
                  <a:pt x="6092" y="774"/>
                </a:lnTo>
                <a:close/>
                <a:moveTo>
                  <a:pt x="6177" y="808"/>
                </a:moveTo>
                <a:lnTo>
                  <a:pt x="6175" y="814"/>
                </a:lnTo>
                <a:lnTo>
                  <a:pt x="6161" y="824"/>
                </a:lnTo>
                <a:lnTo>
                  <a:pt x="6152" y="825"/>
                </a:lnTo>
                <a:lnTo>
                  <a:pt x="6142" y="824"/>
                </a:lnTo>
                <a:lnTo>
                  <a:pt x="6128" y="814"/>
                </a:lnTo>
                <a:lnTo>
                  <a:pt x="6127" y="808"/>
                </a:lnTo>
                <a:lnTo>
                  <a:pt x="6128" y="801"/>
                </a:lnTo>
                <a:lnTo>
                  <a:pt x="6142" y="791"/>
                </a:lnTo>
                <a:lnTo>
                  <a:pt x="6152" y="790"/>
                </a:lnTo>
                <a:lnTo>
                  <a:pt x="6161" y="791"/>
                </a:lnTo>
                <a:lnTo>
                  <a:pt x="6175" y="801"/>
                </a:lnTo>
                <a:lnTo>
                  <a:pt x="6177" y="808"/>
                </a:lnTo>
                <a:close/>
                <a:moveTo>
                  <a:pt x="5983" y="825"/>
                </a:moveTo>
                <a:lnTo>
                  <a:pt x="5986" y="831"/>
                </a:lnTo>
                <a:lnTo>
                  <a:pt x="5982" y="840"/>
                </a:lnTo>
                <a:lnTo>
                  <a:pt x="5976" y="841"/>
                </a:lnTo>
                <a:lnTo>
                  <a:pt x="5969" y="840"/>
                </a:lnTo>
                <a:lnTo>
                  <a:pt x="5958" y="831"/>
                </a:lnTo>
                <a:lnTo>
                  <a:pt x="5957" y="825"/>
                </a:lnTo>
                <a:lnTo>
                  <a:pt x="5957" y="818"/>
                </a:lnTo>
                <a:lnTo>
                  <a:pt x="5962" y="809"/>
                </a:lnTo>
                <a:lnTo>
                  <a:pt x="5965" y="808"/>
                </a:lnTo>
                <a:lnTo>
                  <a:pt x="5969" y="809"/>
                </a:lnTo>
                <a:lnTo>
                  <a:pt x="5979" y="818"/>
                </a:lnTo>
                <a:lnTo>
                  <a:pt x="5983" y="825"/>
                </a:lnTo>
                <a:close/>
                <a:moveTo>
                  <a:pt x="907" y="909"/>
                </a:moveTo>
                <a:lnTo>
                  <a:pt x="905" y="921"/>
                </a:lnTo>
                <a:lnTo>
                  <a:pt x="900" y="926"/>
                </a:lnTo>
                <a:lnTo>
                  <a:pt x="891" y="921"/>
                </a:lnTo>
                <a:lnTo>
                  <a:pt x="882" y="909"/>
                </a:lnTo>
                <a:lnTo>
                  <a:pt x="879" y="902"/>
                </a:lnTo>
                <a:lnTo>
                  <a:pt x="883" y="893"/>
                </a:lnTo>
                <a:lnTo>
                  <a:pt x="888" y="892"/>
                </a:lnTo>
                <a:lnTo>
                  <a:pt x="896" y="893"/>
                </a:lnTo>
                <a:lnTo>
                  <a:pt x="906" y="902"/>
                </a:lnTo>
                <a:lnTo>
                  <a:pt x="907" y="909"/>
                </a:lnTo>
                <a:close/>
                <a:moveTo>
                  <a:pt x="6371" y="960"/>
                </a:moveTo>
                <a:lnTo>
                  <a:pt x="6374" y="966"/>
                </a:lnTo>
                <a:lnTo>
                  <a:pt x="6365" y="976"/>
                </a:lnTo>
                <a:lnTo>
                  <a:pt x="6356" y="977"/>
                </a:lnTo>
                <a:lnTo>
                  <a:pt x="6346" y="976"/>
                </a:lnTo>
                <a:lnTo>
                  <a:pt x="6326" y="966"/>
                </a:lnTo>
                <a:lnTo>
                  <a:pt x="6320" y="960"/>
                </a:lnTo>
                <a:lnTo>
                  <a:pt x="6318" y="952"/>
                </a:lnTo>
                <a:lnTo>
                  <a:pt x="6326" y="943"/>
                </a:lnTo>
                <a:lnTo>
                  <a:pt x="6336" y="942"/>
                </a:lnTo>
                <a:lnTo>
                  <a:pt x="6347" y="943"/>
                </a:lnTo>
                <a:lnTo>
                  <a:pt x="6366" y="952"/>
                </a:lnTo>
                <a:lnTo>
                  <a:pt x="6371" y="960"/>
                </a:lnTo>
                <a:close/>
                <a:moveTo>
                  <a:pt x="6203" y="977"/>
                </a:moveTo>
                <a:lnTo>
                  <a:pt x="6204" y="980"/>
                </a:lnTo>
                <a:lnTo>
                  <a:pt x="6203" y="986"/>
                </a:lnTo>
                <a:lnTo>
                  <a:pt x="6192" y="992"/>
                </a:lnTo>
                <a:lnTo>
                  <a:pt x="6178" y="993"/>
                </a:lnTo>
                <a:lnTo>
                  <a:pt x="6164" y="992"/>
                </a:lnTo>
                <a:lnTo>
                  <a:pt x="6145" y="983"/>
                </a:lnTo>
                <a:lnTo>
                  <a:pt x="6143" y="977"/>
                </a:lnTo>
                <a:lnTo>
                  <a:pt x="6145" y="970"/>
                </a:lnTo>
                <a:lnTo>
                  <a:pt x="6157" y="961"/>
                </a:lnTo>
                <a:lnTo>
                  <a:pt x="6167" y="960"/>
                </a:lnTo>
                <a:lnTo>
                  <a:pt x="6177" y="961"/>
                </a:lnTo>
                <a:lnTo>
                  <a:pt x="6197" y="970"/>
                </a:lnTo>
                <a:lnTo>
                  <a:pt x="6203" y="977"/>
                </a:lnTo>
                <a:close/>
                <a:moveTo>
                  <a:pt x="6388" y="1044"/>
                </a:moveTo>
                <a:lnTo>
                  <a:pt x="6383" y="1051"/>
                </a:lnTo>
                <a:lnTo>
                  <a:pt x="6368" y="1060"/>
                </a:lnTo>
                <a:lnTo>
                  <a:pt x="6361" y="1061"/>
                </a:lnTo>
                <a:lnTo>
                  <a:pt x="6355" y="1060"/>
                </a:lnTo>
                <a:lnTo>
                  <a:pt x="6352" y="1051"/>
                </a:lnTo>
                <a:lnTo>
                  <a:pt x="6355" y="1044"/>
                </a:lnTo>
                <a:lnTo>
                  <a:pt x="6359" y="1037"/>
                </a:lnTo>
                <a:lnTo>
                  <a:pt x="6374" y="1027"/>
                </a:lnTo>
                <a:lnTo>
                  <a:pt x="6381" y="1027"/>
                </a:lnTo>
                <a:lnTo>
                  <a:pt x="6388" y="1027"/>
                </a:lnTo>
                <a:lnTo>
                  <a:pt x="6391" y="1037"/>
                </a:lnTo>
                <a:lnTo>
                  <a:pt x="6388" y="1044"/>
                </a:lnTo>
                <a:close/>
                <a:moveTo>
                  <a:pt x="6262" y="1154"/>
                </a:moveTo>
                <a:lnTo>
                  <a:pt x="6262" y="1163"/>
                </a:lnTo>
                <a:lnTo>
                  <a:pt x="6257" y="1177"/>
                </a:lnTo>
                <a:lnTo>
                  <a:pt x="6254" y="1179"/>
                </a:lnTo>
                <a:lnTo>
                  <a:pt x="6248" y="1173"/>
                </a:lnTo>
                <a:lnTo>
                  <a:pt x="6238" y="1154"/>
                </a:lnTo>
                <a:lnTo>
                  <a:pt x="6235" y="1144"/>
                </a:lnTo>
                <a:lnTo>
                  <a:pt x="6239" y="1130"/>
                </a:lnTo>
                <a:lnTo>
                  <a:pt x="6244" y="1129"/>
                </a:lnTo>
                <a:lnTo>
                  <a:pt x="6251" y="1130"/>
                </a:lnTo>
                <a:lnTo>
                  <a:pt x="6261" y="1144"/>
                </a:lnTo>
                <a:lnTo>
                  <a:pt x="6262" y="1154"/>
                </a:lnTo>
                <a:close/>
                <a:moveTo>
                  <a:pt x="6971" y="1135"/>
                </a:moveTo>
                <a:lnTo>
                  <a:pt x="6970" y="1142"/>
                </a:lnTo>
                <a:lnTo>
                  <a:pt x="6961" y="1151"/>
                </a:lnTo>
                <a:lnTo>
                  <a:pt x="6947" y="1154"/>
                </a:lnTo>
                <a:lnTo>
                  <a:pt x="6934" y="1150"/>
                </a:lnTo>
                <a:lnTo>
                  <a:pt x="6928" y="1145"/>
                </a:lnTo>
                <a:lnTo>
                  <a:pt x="6926" y="1139"/>
                </a:lnTo>
                <a:lnTo>
                  <a:pt x="6935" y="1130"/>
                </a:lnTo>
                <a:lnTo>
                  <a:pt x="6944" y="1129"/>
                </a:lnTo>
                <a:lnTo>
                  <a:pt x="6955" y="1129"/>
                </a:lnTo>
                <a:lnTo>
                  <a:pt x="6970" y="1133"/>
                </a:lnTo>
                <a:lnTo>
                  <a:pt x="6971" y="1135"/>
                </a:lnTo>
                <a:close/>
                <a:moveTo>
                  <a:pt x="6414" y="1230"/>
                </a:moveTo>
                <a:lnTo>
                  <a:pt x="6420" y="1234"/>
                </a:lnTo>
                <a:lnTo>
                  <a:pt x="6423" y="1240"/>
                </a:lnTo>
                <a:lnTo>
                  <a:pt x="6409" y="1246"/>
                </a:lnTo>
                <a:lnTo>
                  <a:pt x="6380" y="1246"/>
                </a:lnTo>
                <a:lnTo>
                  <a:pt x="6352" y="1246"/>
                </a:lnTo>
                <a:lnTo>
                  <a:pt x="6337" y="1240"/>
                </a:lnTo>
                <a:lnTo>
                  <a:pt x="6340" y="1234"/>
                </a:lnTo>
                <a:lnTo>
                  <a:pt x="6346" y="1230"/>
                </a:lnTo>
                <a:lnTo>
                  <a:pt x="6367" y="1217"/>
                </a:lnTo>
                <a:lnTo>
                  <a:pt x="6380" y="1213"/>
                </a:lnTo>
                <a:lnTo>
                  <a:pt x="6392" y="1217"/>
                </a:lnTo>
                <a:lnTo>
                  <a:pt x="6414" y="1230"/>
                </a:lnTo>
                <a:close/>
                <a:moveTo>
                  <a:pt x="332" y="1281"/>
                </a:moveTo>
                <a:lnTo>
                  <a:pt x="330" y="1293"/>
                </a:lnTo>
                <a:lnTo>
                  <a:pt x="325" y="1297"/>
                </a:lnTo>
                <a:lnTo>
                  <a:pt x="316" y="1293"/>
                </a:lnTo>
                <a:lnTo>
                  <a:pt x="307" y="1281"/>
                </a:lnTo>
                <a:lnTo>
                  <a:pt x="304" y="1273"/>
                </a:lnTo>
                <a:lnTo>
                  <a:pt x="308" y="1264"/>
                </a:lnTo>
                <a:lnTo>
                  <a:pt x="314" y="1263"/>
                </a:lnTo>
                <a:lnTo>
                  <a:pt x="321" y="1264"/>
                </a:lnTo>
                <a:lnTo>
                  <a:pt x="331" y="1273"/>
                </a:lnTo>
                <a:lnTo>
                  <a:pt x="332" y="1281"/>
                </a:lnTo>
                <a:close/>
                <a:moveTo>
                  <a:pt x="7004" y="1314"/>
                </a:moveTo>
                <a:lnTo>
                  <a:pt x="7003" y="1326"/>
                </a:lnTo>
                <a:lnTo>
                  <a:pt x="6998" y="1331"/>
                </a:lnTo>
                <a:lnTo>
                  <a:pt x="6988" y="1326"/>
                </a:lnTo>
                <a:lnTo>
                  <a:pt x="6979" y="1314"/>
                </a:lnTo>
                <a:lnTo>
                  <a:pt x="6977" y="1307"/>
                </a:lnTo>
                <a:lnTo>
                  <a:pt x="6980" y="1298"/>
                </a:lnTo>
                <a:lnTo>
                  <a:pt x="6986" y="1297"/>
                </a:lnTo>
                <a:lnTo>
                  <a:pt x="6993" y="1298"/>
                </a:lnTo>
                <a:lnTo>
                  <a:pt x="7003" y="1307"/>
                </a:lnTo>
                <a:lnTo>
                  <a:pt x="7004" y="1314"/>
                </a:lnTo>
                <a:close/>
                <a:moveTo>
                  <a:pt x="268" y="1337"/>
                </a:moveTo>
                <a:lnTo>
                  <a:pt x="276" y="1334"/>
                </a:lnTo>
                <a:lnTo>
                  <a:pt x="279" y="1338"/>
                </a:lnTo>
                <a:lnTo>
                  <a:pt x="274" y="1346"/>
                </a:lnTo>
                <a:lnTo>
                  <a:pt x="268" y="1353"/>
                </a:lnTo>
                <a:lnTo>
                  <a:pt x="254" y="1357"/>
                </a:lnTo>
                <a:lnTo>
                  <a:pt x="241" y="1351"/>
                </a:lnTo>
                <a:lnTo>
                  <a:pt x="233" y="1336"/>
                </a:lnTo>
                <a:lnTo>
                  <a:pt x="233" y="1326"/>
                </a:lnTo>
                <a:lnTo>
                  <a:pt x="233" y="1316"/>
                </a:lnTo>
                <a:lnTo>
                  <a:pt x="238" y="1318"/>
                </a:lnTo>
                <a:lnTo>
                  <a:pt x="243" y="1327"/>
                </a:lnTo>
                <a:lnTo>
                  <a:pt x="246" y="1334"/>
                </a:lnTo>
                <a:lnTo>
                  <a:pt x="261" y="1340"/>
                </a:lnTo>
                <a:lnTo>
                  <a:pt x="268" y="1337"/>
                </a:lnTo>
                <a:close/>
                <a:moveTo>
                  <a:pt x="6507" y="1347"/>
                </a:moveTo>
                <a:lnTo>
                  <a:pt x="6509" y="1354"/>
                </a:lnTo>
                <a:lnTo>
                  <a:pt x="6500" y="1364"/>
                </a:lnTo>
                <a:lnTo>
                  <a:pt x="6490" y="1365"/>
                </a:lnTo>
                <a:lnTo>
                  <a:pt x="6479" y="1364"/>
                </a:lnTo>
                <a:lnTo>
                  <a:pt x="6470" y="1354"/>
                </a:lnTo>
                <a:lnTo>
                  <a:pt x="6472" y="1347"/>
                </a:lnTo>
                <a:lnTo>
                  <a:pt x="6481" y="1334"/>
                </a:lnTo>
                <a:lnTo>
                  <a:pt x="6490" y="1331"/>
                </a:lnTo>
                <a:lnTo>
                  <a:pt x="6497" y="1334"/>
                </a:lnTo>
                <a:lnTo>
                  <a:pt x="6507" y="1347"/>
                </a:lnTo>
                <a:close/>
                <a:moveTo>
                  <a:pt x="6189" y="1392"/>
                </a:moveTo>
                <a:lnTo>
                  <a:pt x="6183" y="1395"/>
                </a:lnTo>
                <a:lnTo>
                  <a:pt x="6166" y="1396"/>
                </a:lnTo>
                <a:lnTo>
                  <a:pt x="6157" y="1393"/>
                </a:lnTo>
                <a:lnTo>
                  <a:pt x="6149" y="1390"/>
                </a:lnTo>
                <a:lnTo>
                  <a:pt x="6155" y="1384"/>
                </a:lnTo>
                <a:lnTo>
                  <a:pt x="6167" y="1383"/>
                </a:lnTo>
                <a:lnTo>
                  <a:pt x="6179" y="1383"/>
                </a:lnTo>
                <a:lnTo>
                  <a:pt x="6190" y="1386"/>
                </a:lnTo>
                <a:lnTo>
                  <a:pt x="6191" y="1390"/>
                </a:lnTo>
                <a:lnTo>
                  <a:pt x="6189" y="1392"/>
                </a:lnTo>
                <a:close/>
                <a:moveTo>
                  <a:pt x="6381" y="1432"/>
                </a:moveTo>
                <a:lnTo>
                  <a:pt x="6397" y="1443"/>
                </a:lnTo>
                <a:lnTo>
                  <a:pt x="6413" y="1460"/>
                </a:lnTo>
                <a:lnTo>
                  <a:pt x="6410" y="1471"/>
                </a:lnTo>
                <a:lnTo>
                  <a:pt x="6388" y="1470"/>
                </a:lnTo>
                <a:lnTo>
                  <a:pt x="6371" y="1463"/>
                </a:lnTo>
                <a:lnTo>
                  <a:pt x="6354" y="1455"/>
                </a:lnTo>
                <a:lnTo>
                  <a:pt x="6331" y="1435"/>
                </a:lnTo>
                <a:lnTo>
                  <a:pt x="6329" y="1428"/>
                </a:lnTo>
                <a:lnTo>
                  <a:pt x="6329" y="1422"/>
                </a:lnTo>
                <a:lnTo>
                  <a:pt x="6335" y="1416"/>
                </a:lnTo>
                <a:lnTo>
                  <a:pt x="6355" y="1419"/>
                </a:lnTo>
                <a:lnTo>
                  <a:pt x="6381" y="1432"/>
                </a:lnTo>
                <a:close/>
                <a:moveTo>
                  <a:pt x="6599" y="1432"/>
                </a:moveTo>
                <a:lnTo>
                  <a:pt x="6598" y="1438"/>
                </a:lnTo>
                <a:lnTo>
                  <a:pt x="6588" y="1448"/>
                </a:lnTo>
                <a:lnTo>
                  <a:pt x="6581" y="1449"/>
                </a:lnTo>
                <a:lnTo>
                  <a:pt x="6575" y="1448"/>
                </a:lnTo>
                <a:lnTo>
                  <a:pt x="6572" y="1438"/>
                </a:lnTo>
                <a:lnTo>
                  <a:pt x="6574" y="1432"/>
                </a:lnTo>
                <a:lnTo>
                  <a:pt x="6578" y="1425"/>
                </a:lnTo>
                <a:lnTo>
                  <a:pt x="6588" y="1416"/>
                </a:lnTo>
                <a:lnTo>
                  <a:pt x="6593" y="1415"/>
                </a:lnTo>
                <a:lnTo>
                  <a:pt x="6595" y="1416"/>
                </a:lnTo>
                <a:lnTo>
                  <a:pt x="6599" y="1425"/>
                </a:lnTo>
                <a:lnTo>
                  <a:pt x="6599" y="1432"/>
                </a:lnTo>
                <a:close/>
                <a:moveTo>
                  <a:pt x="273" y="1449"/>
                </a:moveTo>
                <a:lnTo>
                  <a:pt x="276" y="1456"/>
                </a:lnTo>
                <a:lnTo>
                  <a:pt x="272" y="1465"/>
                </a:lnTo>
                <a:lnTo>
                  <a:pt x="266" y="1466"/>
                </a:lnTo>
                <a:lnTo>
                  <a:pt x="259" y="1465"/>
                </a:lnTo>
                <a:lnTo>
                  <a:pt x="249" y="1456"/>
                </a:lnTo>
                <a:lnTo>
                  <a:pt x="248" y="1449"/>
                </a:lnTo>
                <a:lnTo>
                  <a:pt x="248" y="1442"/>
                </a:lnTo>
                <a:lnTo>
                  <a:pt x="252" y="1432"/>
                </a:lnTo>
                <a:lnTo>
                  <a:pt x="254" y="1432"/>
                </a:lnTo>
                <a:lnTo>
                  <a:pt x="258" y="1432"/>
                </a:lnTo>
                <a:lnTo>
                  <a:pt x="268" y="1442"/>
                </a:lnTo>
                <a:lnTo>
                  <a:pt x="273" y="1449"/>
                </a:lnTo>
                <a:close/>
                <a:moveTo>
                  <a:pt x="6054" y="1443"/>
                </a:moveTo>
                <a:lnTo>
                  <a:pt x="6049" y="1446"/>
                </a:lnTo>
                <a:lnTo>
                  <a:pt x="6030" y="1447"/>
                </a:lnTo>
                <a:lnTo>
                  <a:pt x="6021" y="1444"/>
                </a:lnTo>
                <a:lnTo>
                  <a:pt x="6014" y="1441"/>
                </a:lnTo>
                <a:lnTo>
                  <a:pt x="6019" y="1434"/>
                </a:lnTo>
                <a:lnTo>
                  <a:pt x="6031" y="1433"/>
                </a:lnTo>
                <a:lnTo>
                  <a:pt x="6045" y="1433"/>
                </a:lnTo>
                <a:lnTo>
                  <a:pt x="6055" y="1436"/>
                </a:lnTo>
                <a:lnTo>
                  <a:pt x="6056" y="1441"/>
                </a:lnTo>
                <a:lnTo>
                  <a:pt x="6054" y="1443"/>
                </a:lnTo>
                <a:close/>
                <a:moveTo>
                  <a:pt x="7090" y="1473"/>
                </a:moveTo>
                <a:lnTo>
                  <a:pt x="7088" y="1476"/>
                </a:lnTo>
                <a:lnTo>
                  <a:pt x="7073" y="1485"/>
                </a:lnTo>
                <a:lnTo>
                  <a:pt x="7062" y="1489"/>
                </a:lnTo>
                <a:lnTo>
                  <a:pt x="7053" y="1492"/>
                </a:lnTo>
                <a:lnTo>
                  <a:pt x="7045" y="1489"/>
                </a:lnTo>
                <a:lnTo>
                  <a:pt x="7047" y="1483"/>
                </a:lnTo>
                <a:lnTo>
                  <a:pt x="7051" y="1477"/>
                </a:lnTo>
                <a:lnTo>
                  <a:pt x="7065" y="1468"/>
                </a:lnTo>
                <a:lnTo>
                  <a:pt x="7078" y="1465"/>
                </a:lnTo>
                <a:lnTo>
                  <a:pt x="7089" y="1468"/>
                </a:lnTo>
                <a:lnTo>
                  <a:pt x="7090" y="1473"/>
                </a:lnTo>
                <a:close/>
                <a:moveTo>
                  <a:pt x="289" y="1542"/>
                </a:moveTo>
                <a:lnTo>
                  <a:pt x="279" y="1561"/>
                </a:lnTo>
                <a:lnTo>
                  <a:pt x="271" y="1567"/>
                </a:lnTo>
                <a:lnTo>
                  <a:pt x="268" y="1566"/>
                </a:lnTo>
                <a:lnTo>
                  <a:pt x="265" y="1552"/>
                </a:lnTo>
                <a:lnTo>
                  <a:pt x="264" y="1542"/>
                </a:lnTo>
                <a:lnTo>
                  <a:pt x="265" y="1532"/>
                </a:lnTo>
                <a:lnTo>
                  <a:pt x="274" y="1517"/>
                </a:lnTo>
                <a:lnTo>
                  <a:pt x="282" y="1516"/>
                </a:lnTo>
                <a:lnTo>
                  <a:pt x="288" y="1517"/>
                </a:lnTo>
                <a:lnTo>
                  <a:pt x="291" y="1532"/>
                </a:lnTo>
                <a:lnTo>
                  <a:pt x="289" y="1542"/>
                </a:lnTo>
                <a:close/>
                <a:moveTo>
                  <a:pt x="436" y="1572"/>
                </a:moveTo>
                <a:lnTo>
                  <a:pt x="424" y="1581"/>
                </a:lnTo>
                <a:lnTo>
                  <a:pt x="420" y="1577"/>
                </a:lnTo>
                <a:lnTo>
                  <a:pt x="427" y="1562"/>
                </a:lnTo>
                <a:lnTo>
                  <a:pt x="432" y="1551"/>
                </a:lnTo>
                <a:lnTo>
                  <a:pt x="443" y="1540"/>
                </a:lnTo>
                <a:lnTo>
                  <a:pt x="447" y="1542"/>
                </a:lnTo>
                <a:lnTo>
                  <a:pt x="450" y="1547"/>
                </a:lnTo>
                <a:lnTo>
                  <a:pt x="444" y="1563"/>
                </a:lnTo>
                <a:lnTo>
                  <a:pt x="436" y="1572"/>
                </a:lnTo>
                <a:close/>
                <a:moveTo>
                  <a:pt x="7096" y="1560"/>
                </a:moveTo>
                <a:lnTo>
                  <a:pt x="7106" y="1565"/>
                </a:lnTo>
                <a:lnTo>
                  <a:pt x="7120" y="1583"/>
                </a:lnTo>
                <a:lnTo>
                  <a:pt x="7124" y="1603"/>
                </a:lnTo>
                <a:lnTo>
                  <a:pt x="7118" y="1617"/>
                </a:lnTo>
                <a:lnTo>
                  <a:pt x="7110" y="1618"/>
                </a:lnTo>
                <a:lnTo>
                  <a:pt x="7102" y="1616"/>
                </a:lnTo>
                <a:lnTo>
                  <a:pt x="7077" y="1597"/>
                </a:lnTo>
                <a:lnTo>
                  <a:pt x="7064" y="1584"/>
                </a:lnTo>
                <a:lnTo>
                  <a:pt x="7054" y="1572"/>
                </a:lnTo>
                <a:lnTo>
                  <a:pt x="7047" y="1556"/>
                </a:lnTo>
                <a:lnTo>
                  <a:pt x="7055" y="1550"/>
                </a:lnTo>
                <a:lnTo>
                  <a:pt x="7078" y="1554"/>
                </a:lnTo>
                <a:lnTo>
                  <a:pt x="7096" y="1560"/>
                </a:lnTo>
                <a:close/>
                <a:moveTo>
                  <a:pt x="5915" y="1599"/>
                </a:moveTo>
                <a:lnTo>
                  <a:pt x="5911" y="1607"/>
                </a:lnTo>
                <a:lnTo>
                  <a:pt x="5895" y="1617"/>
                </a:lnTo>
                <a:lnTo>
                  <a:pt x="5887" y="1618"/>
                </a:lnTo>
                <a:lnTo>
                  <a:pt x="5883" y="1618"/>
                </a:lnTo>
                <a:lnTo>
                  <a:pt x="5879" y="1614"/>
                </a:lnTo>
                <a:lnTo>
                  <a:pt x="5881" y="1604"/>
                </a:lnTo>
                <a:lnTo>
                  <a:pt x="5890" y="1592"/>
                </a:lnTo>
                <a:lnTo>
                  <a:pt x="5899" y="1582"/>
                </a:lnTo>
                <a:lnTo>
                  <a:pt x="5914" y="1574"/>
                </a:lnTo>
                <a:lnTo>
                  <a:pt x="5922" y="1576"/>
                </a:lnTo>
                <a:lnTo>
                  <a:pt x="5921" y="1589"/>
                </a:lnTo>
                <a:lnTo>
                  <a:pt x="5915" y="1599"/>
                </a:lnTo>
                <a:close/>
                <a:moveTo>
                  <a:pt x="7101" y="1663"/>
                </a:moveTo>
                <a:lnTo>
                  <a:pt x="7096" y="1664"/>
                </a:lnTo>
                <a:lnTo>
                  <a:pt x="7067" y="1654"/>
                </a:lnTo>
                <a:lnTo>
                  <a:pt x="7049" y="1645"/>
                </a:lnTo>
                <a:lnTo>
                  <a:pt x="7029" y="1634"/>
                </a:lnTo>
                <a:lnTo>
                  <a:pt x="7018" y="1621"/>
                </a:lnTo>
                <a:lnTo>
                  <a:pt x="7020" y="1615"/>
                </a:lnTo>
                <a:lnTo>
                  <a:pt x="7025" y="1613"/>
                </a:lnTo>
                <a:lnTo>
                  <a:pt x="7034" y="1612"/>
                </a:lnTo>
                <a:lnTo>
                  <a:pt x="7061" y="1622"/>
                </a:lnTo>
                <a:lnTo>
                  <a:pt x="7088" y="1640"/>
                </a:lnTo>
                <a:lnTo>
                  <a:pt x="7101" y="1653"/>
                </a:lnTo>
                <a:lnTo>
                  <a:pt x="7103" y="1660"/>
                </a:lnTo>
                <a:lnTo>
                  <a:pt x="7101" y="1663"/>
                </a:lnTo>
                <a:close/>
                <a:moveTo>
                  <a:pt x="7258" y="1618"/>
                </a:moveTo>
                <a:lnTo>
                  <a:pt x="7257" y="1625"/>
                </a:lnTo>
                <a:lnTo>
                  <a:pt x="7241" y="1634"/>
                </a:lnTo>
                <a:lnTo>
                  <a:pt x="7215" y="1634"/>
                </a:lnTo>
                <a:lnTo>
                  <a:pt x="7187" y="1625"/>
                </a:lnTo>
                <a:lnTo>
                  <a:pt x="7174" y="1618"/>
                </a:lnTo>
                <a:lnTo>
                  <a:pt x="7168" y="1614"/>
                </a:lnTo>
                <a:lnTo>
                  <a:pt x="7164" y="1608"/>
                </a:lnTo>
                <a:lnTo>
                  <a:pt x="7177" y="1602"/>
                </a:lnTo>
                <a:lnTo>
                  <a:pt x="7204" y="1600"/>
                </a:lnTo>
                <a:lnTo>
                  <a:pt x="7225" y="1602"/>
                </a:lnTo>
                <a:lnTo>
                  <a:pt x="7249" y="1608"/>
                </a:lnTo>
                <a:lnTo>
                  <a:pt x="7258" y="1614"/>
                </a:lnTo>
                <a:lnTo>
                  <a:pt x="7258" y="1618"/>
                </a:lnTo>
                <a:close/>
                <a:moveTo>
                  <a:pt x="1758" y="1778"/>
                </a:moveTo>
                <a:lnTo>
                  <a:pt x="1760" y="1788"/>
                </a:lnTo>
                <a:lnTo>
                  <a:pt x="1757" y="1802"/>
                </a:lnTo>
                <a:lnTo>
                  <a:pt x="1751" y="1803"/>
                </a:lnTo>
                <a:lnTo>
                  <a:pt x="1744" y="1802"/>
                </a:lnTo>
                <a:lnTo>
                  <a:pt x="1735" y="1788"/>
                </a:lnTo>
                <a:lnTo>
                  <a:pt x="1734" y="1778"/>
                </a:lnTo>
                <a:lnTo>
                  <a:pt x="1735" y="1769"/>
                </a:lnTo>
                <a:lnTo>
                  <a:pt x="1738" y="1754"/>
                </a:lnTo>
                <a:lnTo>
                  <a:pt x="1741" y="1752"/>
                </a:lnTo>
                <a:lnTo>
                  <a:pt x="1748" y="1758"/>
                </a:lnTo>
                <a:lnTo>
                  <a:pt x="1758" y="1778"/>
                </a:lnTo>
                <a:close/>
                <a:moveTo>
                  <a:pt x="6099" y="1835"/>
                </a:moveTo>
                <a:lnTo>
                  <a:pt x="6095" y="1836"/>
                </a:lnTo>
                <a:lnTo>
                  <a:pt x="6078" y="1822"/>
                </a:lnTo>
                <a:lnTo>
                  <a:pt x="6059" y="1798"/>
                </a:lnTo>
                <a:lnTo>
                  <a:pt x="6044" y="1773"/>
                </a:lnTo>
                <a:lnTo>
                  <a:pt x="6042" y="1762"/>
                </a:lnTo>
                <a:lnTo>
                  <a:pt x="6043" y="1760"/>
                </a:lnTo>
                <a:lnTo>
                  <a:pt x="6048" y="1761"/>
                </a:lnTo>
                <a:lnTo>
                  <a:pt x="6062" y="1774"/>
                </a:lnTo>
                <a:lnTo>
                  <a:pt x="6074" y="1788"/>
                </a:lnTo>
                <a:lnTo>
                  <a:pt x="6087" y="1805"/>
                </a:lnTo>
                <a:lnTo>
                  <a:pt x="6100" y="1830"/>
                </a:lnTo>
                <a:lnTo>
                  <a:pt x="6099" y="1835"/>
                </a:lnTo>
                <a:close/>
                <a:moveTo>
                  <a:pt x="1272" y="1835"/>
                </a:moveTo>
                <a:lnTo>
                  <a:pt x="1279" y="1829"/>
                </a:lnTo>
                <a:lnTo>
                  <a:pt x="1289" y="1825"/>
                </a:lnTo>
                <a:lnTo>
                  <a:pt x="1297" y="1828"/>
                </a:lnTo>
                <a:lnTo>
                  <a:pt x="1304" y="1840"/>
                </a:lnTo>
                <a:lnTo>
                  <a:pt x="1307" y="1851"/>
                </a:lnTo>
                <a:lnTo>
                  <a:pt x="1312" y="1866"/>
                </a:lnTo>
                <a:lnTo>
                  <a:pt x="1330" y="1886"/>
                </a:lnTo>
                <a:lnTo>
                  <a:pt x="1339" y="1888"/>
                </a:lnTo>
                <a:lnTo>
                  <a:pt x="1349" y="1889"/>
                </a:lnTo>
                <a:lnTo>
                  <a:pt x="1361" y="1899"/>
                </a:lnTo>
                <a:lnTo>
                  <a:pt x="1363" y="1906"/>
                </a:lnTo>
                <a:lnTo>
                  <a:pt x="1364" y="1912"/>
                </a:lnTo>
                <a:lnTo>
                  <a:pt x="1376" y="1915"/>
                </a:lnTo>
                <a:lnTo>
                  <a:pt x="1384" y="1911"/>
                </a:lnTo>
                <a:lnTo>
                  <a:pt x="1392" y="1907"/>
                </a:lnTo>
                <a:lnTo>
                  <a:pt x="1396" y="1909"/>
                </a:lnTo>
                <a:lnTo>
                  <a:pt x="1391" y="1914"/>
                </a:lnTo>
                <a:lnTo>
                  <a:pt x="1384" y="1921"/>
                </a:lnTo>
                <a:lnTo>
                  <a:pt x="1368" y="1931"/>
                </a:lnTo>
                <a:lnTo>
                  <a:pt x="1361" y="1932"/>
                </a:lnTo>
                <a:lnTo>
                  <a:pt x="1347" y="1934"/>
                </a:lnTo>
                <a:lnTo>
                  <a:pt x="1336" y="1937"/>
                </a:lnTo>
                <a:lnTo>
                  <a:pt x="1332" y="1939"/>
                </a:lnTo>
                <a:lnTo>
                  <a:pt x="1338" y="1954"/>
                </a:lnTo>
                <a:lnTo>
                  <a:pt x="1346" y="1964"/>
                </a:lnTo>
                <a:lnTo>
                  <a:pt x="1356" y="1978"/>
                </a:lnTo>
                <a:lnTo>
                  <a:pt x="1351" y="1988"/>
                </a:lnTo>
                <a:lnTo>
                  <a:pt x="1333" y="1989"/>
                </a:lnTo>
                <a:lnTo>
                  <a:pt x="1323" y="1988"/>
                </a:lnTo>
                <a:lnTo>
                  <a:pt x="1308" y="1983"/>
                </a:lnTo>
                <a:lnTo>
                  <a:pt x="1299" y="1969"/>
                </a:lnTo>
                <a:lnTo>
                  <a:pt x="1294" y="1945"/>
                </a:lnTo>
                <a:lnTo>
                  <a:pt x="1292" y="1927"/>
                </a:lnTo>
                <a:lnTo>
                  <a:pt x="1290" y="1908"/>
                </a:lnTo>
                <a:lnTo>
                  <a:pt x="1285" y="1884"/>
                </a:lnTo>
                <a:lnTo>
                  <a:pt x="1275" y="1869"/>
                </a:lnTo>
                <a:lnTo>
                  <a:pt x="1258" y="1861"/>
                </a:lnTo>
                <a:lnTo>
                  <a:pt x="1246" y="1859"/>
                </a:lnTo>
                <a:lnTo>
                  <a:pt x="1228" y="1857"/>
                </a:lnTo>
                <a:lnTo>
                  <a:pt x="1205" y="1851"/>
                </a:lnTo>
                <a:lnTo>
                  <a:pt x="1195" y="1841"/>
                </a:lnTo>
                <a:lnTo>
                  <a:pt x="1197" y="1828"/>
                </a:lnTo>
                <a:lnTo>
                  <a:pt x="1202" y="1818"/>
                </a:lnTo>
                <a:lnTo>
                  <a:pt x="1206" y="1814"/>
                </a:lnTo>
                <a:lnTo>
                  <a:pt x="1213" y="1810"/>
                </a:lnTo>
                <a:lnTo>
                  <a:pt x="1223" y="1814"/>
                </a:lnTo>
                <a:lnTo>
                  <a:pt x="1231" y="1827"/>
                </a:lnTo>
                <a:lnTo>
                  <a:pt x="1235" y="1835"/>
                </a:lnTo>
                <a:lnTo>
                  <a:pt x="1244" y="1845"/>
                </a:lnTo>
                <a:lnTo>
                  <a:pt x="1254" y="1847"/>
                </a:lnTo>
                <a:lnTo>
                  <a:pt x="1265" y="1841"/>
                </a:lnTo>
                <a:lnTo>
                  <a:pt x="1272" y="1835"/>
                </a:lnTo>
                <a:close/>
                <a:moveTo>
                  <a:pt x="1645" y="1846"/>
                </a:moveTo>
                <a:lnTo>
                  <a:pt x="1653" y="1866"/>
                </a:lnTo>
                <a:lnTo>
                  <a:pt x="1655" y="1883"/>
                </a:lnTo>
                <a:lnTo>
                  <a:pt x="1650" y="1887"/>
                </a:lnTo>
                <a:lnTo>
                  <a:pt x="1645" y="1888"/>
                </a:lnTo>
                <a:lnTo>
                  <a:pt x="1642" y="1888"/>
                </a:lnTo>
                <a:lnTo>
                  <a:pt x="1640" y="1891"/>
                </a:lnTo>
                <a:lnTo>
                  <a:pt x="1648" y="1901"/>
                </a:lnTo>
                <a:lnTo>
                  <a:pt x="1660" y="1911"/>
                </a:lnTo>
                <a:lnTo>
                  <a:pt x="1674" y="1923"/>
                </a:lnTo>
                <a:lnTo>
                  <a:pt x="1681" y="1938"/>
                </a:lnTo>
                <a:lnTo>
                  <a:pt x="1679" y="1946"/>
                </a:lnTo>
                <a:lnTo>
                  <a:pt x="1664" y="1954"/>
                </a:lnTo>
                <a:lnTo>
                  <a:pt x="1623" y="1958"/>
                </a:lnTo>
                <a:lnTo>
                  <a:pt x="1592" y="1957"/>
                </a:lnTo>
                <a:lnTo>
                  <a:pt x="1575" y="1955"/>
                </a:lnTo>
                <a:lnTo>
                  <a:pt x="1570" y="1945"/>
                </a:lnTo>
                <a:lnTo>
                  <a:pt x="1579" y="1935"/>
                </a:lnTo>
                <a:lnTo>
                  <a:pt x="1587" y="1923"/>
                </a:lnTo>
                <a:lnTo>
                  <a:pt x="1598" y="1882"/>
                </a:lnTo>
                <a:lnTo>
                  <a:pt x="1599" y="1859"/>
                </a:lnTo>
                <a:lnTo>
                  <a:pt x="1600" y="1836"/>
                </a:lnTo>
                <a:lnTo>
                  <a:pt x="1606" y="1810"/>
                </a:lnTo>
                <a:lnTo>
                  <a:pt x="1618" y="1806"/>
                </a:lnTo>
                <a:lnTo>
                  <a:pt x="1635" y="1826"/>
                </a:lnTo>
                <a:lnTo>
                  <a:pt x="1645" y="1846"/>
                </a:lnTo>
                <a:close/>
                <a:moveTo>
                  <a:pt x="6008" y="1820"/>
                </a:moveTo>
                <a:lnTo>
                  <a:pt x="6007" y="1826"/>
                </a:lnTo>
                <a:lnTo>
                  <a:pt x="5993" y="1836"/>
                </a:lnTo>
                <a:lnTo>
                  <a:pt x="5983" y="1837"/>
                </a:lnTo>
                <a:lnTo>
                  <a:pt x="5973" y="1836"/>
                </a:lnTo>
                <a:lnTo>
                  <a:pt x="5958" y="1826"/>
                </a:lnTo>
                <a:lnTo>
                  <a:pt x="5957" y="1820"/>
                </a:lnTo>
                <a:lnTo>
                  <a:pt x="5958" y="1813"/>
                </a:lnTo>
                <a:lnTo>
                  <a:pt x="5973" y="1804"/>
                </a:lnTo>
                <a:lnTo>
                  <a:pt x="5983" y="1803"/>
                </a:lnTo>
                <a:lnTo>
                  <a:pt x="5993" y="1804"/>
                </a:lnTo>
                <a:lnTo>
                  <a:pt x="6007" y="1813"/>
                </a:lnTo>
                <a:lnTo>
                  <a:pt x="6008" y="1820"/>
                </a:lnTo>
                <a:close/>
                <a:moveTo>
                  <a:pt x="1481" y="1856"/>
                </a:moveTo>
                <a:lnTo>
                  <a:pt x="1479" y="1862"/>
                </a:lnTo>
                <a:lnTo>
                  <a:pt x="1460" y="1870"/>
                </a:lnTo>
                <a:lnTo>
                  <a:pt x="1447" y="1871"/>
                </a:lnTo>
                <a:lnTo>
                  <a:pt x="1429" y="1871"/>
                </a:lnTo>
                <a:lnTo>
                  <a:pt x="1422" y="1864"/>
                </a:lnTo>
                <a:lnTo>
                  <a:pt x="1427" y="1855"/>
                </a:lnTo>
                <a:lnTo>
                  <a:pt x="1434" y="1848"/>
                </a:lnTo>
                <a:lnTo>
                  <a:pt x="1442" y="1839"/>
                </a:lnTo>
                <a:lnTo>
                  <a:pt x="1458" y="1831"/>
                </a:lnTo>
                <a:lnTo>
                  <a:pt x="1473" y="1833"/>
                </a:lnTo>
                <a:lnTo>
                  <a:pt x="1481" y="1846"/>
                </a:lnTo>
                <a:lnTo>
                  <a:pt x="1481" y="1856"/>
                </a:lnTo>
                <a:close/>
                <a:moveTo>
                  <a:pt x="1795" y="1884"/>
                </a:moveTo>
                <a:lnTo>
                  <a:pt x="1784" y="1888"/>
                </a:lnTo>
                <a:lnTo>
                  <a:pt x="1770" y="1903"/>
                </a:lnTo>
                <a:lnTo>
                  <a:pt x="1768" y="1921"/>
                </a:lnTo>
                <a:lnTo>
                  <a:pt x="1779" y="1938"/>
                </a:lnTo>
                <a:lnTo>
                  <a:pt x="1789" y="1942"/>
                </a:lnTo>
                <a:lnTo>
                  <a:pt x="1796" y="1946"/>
                </a:lnTo>
                <a:lnTo>
                  <a:pt x="1801" y="1963"/>
                </a:lnTo>
                <a:lnTo>
                  <a:pt x="1799" y="1972"/>
                </a:lnTo>
                <a:lnTo>
                  <a:pt x="1796" y="1977"/>
                </a:lnTo>
                <a:lnTo>
                  <a:pt x="1789" y="1980"/>
                </a:lnTo>
                <a:lnTo>
                  <a:pt x="1772" y="1965"/>
                </a:lnTo>
                <a:lnTo>
                  <a:pt x="1754" y="1939"/>
                </a:lnTo>
                <a:lnTo>
                  <a:pt x="1739" y="1913"/>
                </a:lnTo>
                <a:lnTo>
                  <a:pt x="1722" y="1879"/>
                </a:lnTo>
                <a:lnTo>
                  <a:pt x="1719" y="1864"/>
                </a:lnTo>
                <a:lnTo>
                  <a:pt x="1721" y="1859"/>
                </a:lnTo>
                <a:lnTo>
                  <a:pt x="1731" y="1857"/>
                </a:lnTo>
                <a:lnTo>
                  <a:pt x="1743" y="1861"/>
                </a:lnTo>
                <a:lnTo>
                  <a:pt x="1754" y="1863"/>
                </a:lnTo>
                <a:lnTo>
                  <a:pt x="1767" y="1853"/>
                </a:lnTo>
                <a:lnTo>
                  <a:pt x="1768" y="1840"/>
                </a:lnTo>
                <a:lnTo>
                  <a:pt x="1768" y="1831"/>
                </a:lnTo>
                <a:lnTo>
                  <a:pt x="1772" y="1822"/>
                </a:lnTo>
                <a:lnTo>
                  <a:pt x="1781" y="1826"/>
                </a:lnTo>
                <a:lnTo>
                  <a:pt x="1795" y="1846"/>
                </a:lnTo>
                <a:lnTo>
                  <a:pt x="1809" y="1865"/>
                </a:lnTo>
                <a:lnTo>
                  <a:pt x="1811" y="1878"/>
                </a:lnTo>
                <a:lnTo>
                  <a:pt x="1803" y="1883"/>
                </a:lnTo>
                <a:lnTo>
                  <a:pt x="1795" y="1884"/>
                </a:lnTo>
                <a:close/>
                <a:moveTo>
                  <a:pt x="4919" y="1873"/>
                </a:moveTo>
                <a:lnTo>
                  <a:pt x="4913" y="1878"/>
                </a:lnTo>
                <a:lnTo>
                  <a:pt x="4898" y="1882"/>
                </a:lnTo>
                <a:lnTo>
                  <a:pt x="4891" y="1879"/>
                </a:lnTo>
                <a:lnTo>
                  <a:pt x="4882" y="1876"/>
                </a:lnTo>
                <a:lnTo>
                  <a:pt x="4843" y="1880"/>
                </a:lnTo>
                <a:lnTo>
                  <a:pt x="4819" y="1886"/>
                </a:lnTo>
                <a:lnTo>
                  <a:pt x="4789" y="1893"/>
                </a:lnTo>
                <a:lnTo>
                  <a:pt x="4755" y="1892"/>
                </a:lnTo>
                <a:lnTo>
                  <a:pt x="4738" y="1885"/>
                </a:lnTo>
                <a:lnTo>
                  <a:pt x="4729" y="1879"/>
                </a:lnTo>
                <a:lnTo>
                  <a:pt x="4720" y="1872"/>
                </a:lnTo>
                <a:lnTo>
                  <a:pt x="4713" y="1864"/>
                </a:lnTo>
                <a:lnTo>
                  <a:pt x="4730" y="1861"/>
                </a:lnTo>
                <a:lnTo>
                  <a:pt x="4770" y="1866"/>
                </a:lnTo>
                <a:lnTo>
                  <a:pt x="4808" y="1870"/>
                </a:lnTo>
                <a:lnTo>
                  <a:pt x="4839" y="1865"/>
                </a:lnTo>
                <a:lnTo>
                  <a:pt x="4850" y="1855"/>
                </a:lnTo>
                <a:lnTo>
                  <a:pt x="4853" y="1848"/>
                </a:lnTo>
                <a:lnTo>
                  <a:pt x="4856" y="1840"/>
                </a:lnTo>
                <a:lnTo>
                  <a:pt x="4863" y="1831"/>
                </a:lnTo>
                <a:lnTo>
                  <a:pt x="4878" y="1830"/>
                </a:lnTo>
                <a:lnTo>
                  <a:pt x="4895" y="1838"/>
                </a:lnTo>
                <a:lnTo>
                  <a:pt x="4907" y="1846"/>
                </a:lnTo>
                <a:lnTo>
                  <a:pt x="4919" y="1860"/>
                </a:lnTo>
                <a:lnTo>
                  <a:pt x="4920" y="1869"/>
                </a:lnTo>
                <a:lnTo>
                  <a:pt x="4919" y="1873"/>
                </a:lnTo>
                <a:close/>
                <a:moveTo>
                  <a:pt x="1388" y="1854"/>
                </a:moveTo>
                <a:lnTo>
                  <a:pt x="1390" y="1861"/>
                </a:lnTo>
                <a:lnTo>
                  <a:pt x="1382" y="1870"/>
                </a:lnTo>
                <a:lnTo>
                  <a:pt x="1373" y="1871"/>
                </a:lnTo>
                <a:lnTo>
                  <a:pt x="1362" y="1870"/>
                </a:lnTo>
                <a:lnTo>
                  <a:pt x="1347" y="1861"/>
                </a:lnTo>
                <a:lnTo>
                  <a:pt x="1346" y="1854"/>
                </a:lnTo>
                <a:lnTo>
                  <a:pt x="1347" y="1847"/>
                </a:lnTo>
                <a:lnTo>
                  <a:pt x="1355" y="1837"/>
                </a:lnTo>
                <a:lnTo>
                  <a:pt x="1361" y="1837"/>
                </a:lnTo>
                <a:lnTo>
                  <a:pt x="1369" y="1837"/>
                </a:lnTo>
                <a:lnTo>
                  <a:pt x="1383" y="1847"/>
                </a:lnTo>
                <a:lnTo>
                  <a:pt x="1388" y="1854"/>
                </a:lnTo>
                <a:close/>
                <a:moveTo>
                  <a:pt x="1561" y="1879"/>
                </a:moveTo>
                <a:lnTo>
                  <a:pt x="1565" y="1893"/>
                </a:lnTo>
                <a:lnTo>
                  <a:pt x="1566" y="1910"/>
                </a:lnTo>
                <a:lnTo>
                  <a:pt x="1558" y="1912"/>
                </a:lnTo>
                <a:lnTo>
                  <a:pt x="1543" y="1900"/>
                </a:lnTo>
                <a:lnTo>
                  <a:pt x="1535" y="1888"/>
                </a:lnTo>
                <a:lnTo>
                  <a:pt x="1526" y="1873"/>
                </a:lnTo>
                <a:lnTo>
                  <a:pt x="1524" y="1859"/>
                </a:lnTo>
                <a:lnTo>
                  <a:pt x="1528" y="1855"/>
                </a:lnTo>
                <a:lnTo>
                  <a:pt x="1531" y="1854"/>
                </a:lnTo>
                <a:lnTo>
                  <a:pt x="1539" y="1856"/>
                </a:lnTo>
                <a:lnTo>
                  <a:pt x="1555" y="1870"/>
                </a:lnTo>
                <a:lnTo>
                  <a:pt x="1561" y="1879"/>
                </a:lnTo>
                <a:close/>
                <a:moveTo>
                  <a:pt x="2055" y="1959"/>
                </a:moveTo>
                <a:lnTo>
                  <a:pt x="2054" y="1964"/>
                </a:lnTo>
                <a:lnTo>
                  <a:pt x="2045" y="1971"/>
                </a:lnTo>
                <a:lnTo>
                  <a:pt x="2038" y="1972"/>
                </a:lnTo>
                <a:lnTo>
                  <a:pt x="2032" y="1971"/>
                </a:lnTo>
                <a:lnTo>
                  <a:pt x="2023" y="1961"/>
                </a:lnTo>
                <a:lnTo>
                  <a:pt x="2022" y="1954"/>
                </a:lnTo>
                <a:lnTo>
                  <a:pt x="2020" y="1947"/>
                </a:lnTo>
                <a:lnTo>
                  <a:pt x="2009" y="1941"/>
                </a:lnTo>
                <a:lnTo>
                  <a:pt x="2002" y="1944"/>
                </a:lnTo>
                <a:lnTo>
                  <a:pt x="1994" y="1945"/>
                </a:lnTo>
                <a:lnTo>
                  <a:pt x="1983" y="1944"/>
                </a:lnTo>
                <a:lnTo>
                  <a:pt x="1967" y="1935"/>
                </a:lnTo>
                <a:lnTo>
                  <a:pt x="1954" y="1912"/>
                </a:lnTo>
                <a:lnTo>
                  <a:pt x="1954" y="1888"/>
                </a:lnTo>
                <a:lnTo>
                  <a:pt x="1961" y="1878"/>
                </a:lnTo>
                <a:lnTo>
                  <a:pt x="1966" y="1872"/>
                </a:lnTo>
                <a:lnTo>
                  <a:pt x="1977" y="1867"/>
                </a:lnTo>
                <a:lnTo>
                  <a:pt x="1990" y="1872"/>
                </a:lnTo>
                <a:lnTo>
                  <a:pt x="2007" y="1888"/>
                </a:lnTo>
                <a:lnTo>
                  <a:pt x="2017" y="1901"/>
                </a:lnTo>
                <a:lnTo>
                  <a:pt x="2032" y="1920"/>
                </a:lnTo>
                <a:lnTo>
                  <a:pt x="2053" y="1951"/>
                </a:lnTo>
                <a:lnTo>
                  <a:pt x="2055" y="1959"/>
                </a:lnTo>
                <a:close/>
                <a:moveTo>
                  <a:pt x="3971" y="1919"/>
                </a:moveTo>
                <a:lnTo>
                  <a:pt x="3967" y="1921"/>
                </a:lnTo>
                <a:lnTo>
                  <a:pt x="3954" y="1913"/>
                </a:lnTo>
                <a:lnTo>
                  <a:pt x="3941" y="1894"/>
                </a:lnTo>
                <a:lnTo>
                  <a:pt x="3931" y="1873"/>
                </a:lnTo>
                <a:lnTo>
                  <a:pt x="3930" y="1863"/>
                </a:lnTo>
                <a:lnTo>
                  <a:pt x="3931" y="1859"/>
                </a:lnTo>
                <a:lnTo>
                  <a:pt x="3935" y="1858"/>
                </a:lnTo>
                <a:lnTo>
                  <a:pt x="3946" y="1866"/>
                </a:lnTo>
                <a:lnTo>
                  <a:pt x="3956" y="1878"/>
                </a:lnTo>
                <a:lnTo>
                  <a:pt x="3965" y="1891"/>
                </a:lnTo>
                <a:lnTo>
                  <a:pt x="3973" y="1914"/>
                </a:lnTo>
                <a:lnTo>
                  <a:pt x="3971" y="1919"/>
                </a:lnTo>
                <a:close/>
                <a:moveTo>
                  <a:pt x="5139" y="1871"/>
                </a:moveTo>
                <a:lnTo>
                  <a:pt x="5141" y="1877"/>
                </a:lnTo>
                <a:lnTo>
                  <a:pt x="5132" y="1881"/>
                </a:lnTo>
                <a:lnTo>
                  <a:pt x="5123" y="1878"/>
                </a:lnTo>
                <a:lnTo>
                  <a:pt x="5103" y="1869"/>
                </a:lnTo>
                <a:lnTo>
                  <a:pt x="5096" y="1859"/>
                </a:lnTo>
                <a:lnTo>
                  <a:pt x="5103" y="1855"/>
                </a:lnTo>
                <a:lnTo>
                  <a:pt x="5111" y="1854"/>
                </a:lnTo>
                <a:lnTo>
                  <a:pt x="5119" y="1855"/>
                </a:lnTo>
                <a:lnTo>
                  <a:pt x="5133" y="1864"/>
                </a:lnTo>
                <a:lnTo>
                  <a:pt x="5139" y="1871"/>
                </a:lnTo>
                <a:close/>
                <a:moveTo>
                  <a:pt x="6258" y="1879"/>
                </a:moveTo>
                <a:lnTo>
                  <a:pt x="6260" y="1881"/>
                </a:lnTo>
                <a:lnTo>
                  <a:pt x="6257" y="1884"/>
                </a:lnTo>
                <a:lnTo>
                  <a:pt x="6245" y="1885"/>
                </a:lnTo>
                <a:lnTo>
                  <a:pt x="6231" y="1883"/>
                </a:lnTo>
                <a:lnTo>
                  <a:pt x="6216" y="1880"/>
                </a:lnTo>
                <a:lnTo>
                  <a:pt x="6191" y="1871"/>
                </a:lnTo>
                <a:lnTo>
                  <a:pt x="6183" y="1866"/>
                </a:lnTo>
                <a:lnTo>
                  <a:pt x="6181" y="1864"/>
                </a:lnTo>
                <a:lnTo>
                  <a:pt x="6183" y="1862"/>
                </a:lnTo>
                <a:lnTo>
                  <a:pt x="6197" y="1861"/>
                </a:lnTo>
                <a:lnTo>
                  <a:pt x="6211" y="1863"/>
                </a:lnTo>
                <a:lnTo>
                  <a:pt x="6226" y="1866"/>
                </a:lnTo>
                <a:lnTo>
                  <a:pt x="6252" y="1875"/>
                </a:lnTo>
                <a:lnTo>
                  <a:pt x="6258" y="1879"/>
                </a:lnTo>
                <a:close/>
                <a:moveTo>
                  <a:pt x="2133" y="1893"/>
                </a:moveTo>
                <a:lnTo>
                  <a:pt x="2142" y="1890"/>
                </a:lnTo>
                <a:lnTo>
                  <a:pt x="2156" y="1896"/>
                </a:lnTo>
                <a:lnTo>
                  <a:pt x="2157" y="1903"/>
                </a:lnTo>
                <a:lnTo>
                  <a:pt x="2156" y="1910"/>
                </a:lnTo>
                <a:lnTo>
                  <a:pt x="2149" y="1918"/>
                </a:lnTo>
                <a:lnTo>
                  <a:pt x="2134" y="1921"/>
                </a:lnTo>
                <a:lnTo>
                  <a:pt x="2113" y="1916"/>
                </a:lnTo>
                <a:lnTo>
                  <a:pt x="2099" y="1911"/>
                </a:lnTo>
                <a:lnTo>
                  <a:pt x="2089" y="1906"/>
                </a:lnTo>
                <a:lnTo>
                  <a:pt x="2081" y="1891"/>
                </a:lnTo>
                <a:lnTo>
                  <a:pt x="2084" y="1883"/>
                </a:lnTo>
                <a:lnTo>
                  <a:pt x="2090" y="1874"/>
                </a:lnTo>
                <a:lnTo>
                  <a:pt x="2098" y="1874"/>
                </a:lnTo>
                <a:lnTo>
                  <a:pt x="2101" y="1883"/>
                </a:lnTo>
                <a:lnTo>
                  <a:pt x="2106" y="1890"/>
                </a:lnTo>
                <a:lnTo>
                  <a:pt x="2123" y="1895"/>
                </a:lnTo>
                <a:lnTo>
                  <a:pt x="2133" y="1893"/>
                </a:lnTo>
                <a:close/>
                <a:moveTo>
                  <a:pt x="4716" y="1919"/>
                </a:moveTo>
                <a:lnTo>
                  <a:pt x="4712" y="1921"/>
                </a:lnTo>
                <a:lnTo>
                  <a:pt x="4698" y="1917"/>
                </a:lnTo>
                <a:lnTo>
                  <a:pt x="4684" y="1906"/>
                </a:lnTo>
                <a:lnTo>
                  <a:pt x="4674" y="1893"/>
                </a:lnTo>
                <a:lnTo>
                  <a:pt x="4673" y="1886"/>
                </a:lnTo>
                <a:lnTo>
                  <a:pt x="4674" y="1883"/>
                </a:lnTo>
                <a:lnTo>
                  <a:pt x="4677" y="1881"/>
                </a:lnTo>
                <a:lnTo>
                  <a:pt x="4687" y="1883"/>
                </a:lnTo>
                <a:lnTo>
                  <a:pt x="4698" y="1891"/>
                </a:lnTo>
                <a:lnTo>
                  <a:pt x="4707" y="1900"/>
                </a:lnTo>
                <a:lnTo>
                  <a:pt x="4716" y="1916"/>
                </a:lnTo>
                <a:lnTo>
                  <a:pt x="4716" y="1919"/>
                </a:lnTo>
                <a:close/>
                <a:moveTo>
                  <a:pt x="1523" y="1923"/>
                </a:moveTo>
                <a:lnTo>
                  <a:pt x="1530" y="1939"/>
                </a:lnTo>
                <a:lnTo>
                  <a:pt x="1556" y="1974"/>
                </a:lnTo>
                <a:lnTo>
                  <a:pt x="1571" y="1989"/>
                </a:lnTo>
                <a:lnTo>
                  <a:pt x="1606" y="2023"/>
                </a:lnTo>
                <a:lnTo>
                  <a:pt x="1569" y="2023"/>
                </a:lnTo>
                <a:lnTo>
                  <a:pt x="1555" y="2022"/>
                </a:lnTo>
                <a:lnTo>
                  <a:pt x="1529" y="2013"/>
                </a:lnTo>
                <a:lnTo>
                  <a:pt x="1523" y="2005"/>
                </a:lnTo>
                <a:lnTo>
                  <a:pt x="1517" y="1999"/>
                </a:lnTo>
                <a:lnTo>
                  <a:pt x="1503" y="1994"/>
                </a:lnTo>
                <a:lnTo>
                  <a:pt x="1496" y="1997"/>
                </a:lnTo>
                <a:lnTo>
                  <a:pt x="1490" y="2001"/>
                </a:lnTo>
                <a:lnTo>
                  <a:pt x="1482" y="1996"/>
                </a:lnTo>
                <a:lnTo>
                  <a:pt x="1481" y="1990"/>
                </a:lnTo>
                <a:lnTo>
                  <a:pt x="1483" y="1983"/>
                </a:lnTo>
                <a:lnTo>
                  <a:pt x="1497" y="1973"/>
                </a:lnTo>
                <a:lnTo>
                  <a:pt x="1508" y="1972"/>
                </a:lnTo>
                <a:lnTo>
                  <a:pt x="1516" y="1972"/>
                </a:lnTo>
                <a:lnTo>
                  <a:pt x="1525" y="1970"/>
                </a:lnTo>
                <a:lnTo>
                  <a:pt x="1524" y="1960"/>
                </a:lnTo>
                <a:lnTo>
                  <a:pt x="1513" y="1945"/>
                </a:lnTo>
                <a:lnTo>
                  <a:pt x="1502" y="1934"/>
                </a:lnTo>
                <a:lnTo>
                  <a:pt x="1491" y="1929"/>
                </a:lnTo>
                <a:lnTo>
                  <a:pt x="1486" y="1933"/>
                </a:lnTo>
                <a:lnTo>
                  <a:pt x="1485" y="1937"/>
                </a:lnTo>
                <a:lnTo>
                  <a:pt x="1483" y="1942"/>
                </a:lnTo>
                <a:lnTo>
                  <a:pt x="1478" y="1948"/>
                </a:lnTo>
                <a:lnTo>
                  <a:pt x="1466" y="1946"/>
                </a:lnTo>
                <a:lnTo>
                  <a:pt x="1454" y="1937"/>
                </a:lnTo>
                <a:lnTo>
                  <a:pt x="1442" y="1927"/>
                </a:lnTo>
                <a:lnTo>
                  <a:pt x="1432" y="1911"/>
                </a:lnTo>
                <a:lnTo>
                  <a:pt x="1436" y="1901"/>
                </a:lnTo>
                <a:lnTo>
                  <a:pt x="1456" y="1895"/>
                </a:lnTo>
                <a:lnTo>
                  <a:pt x="1473" y="1894"/>
                </a:lnTo>
                <a:lnTo>
                  <a:pt x="1483" y="1894"/>
                </a:lnTo>
                <a:lnTo>
                  <a:pt x="1499" y="1897"/>
                </a:lnTo>
                <a:lnTo>
                  <a:pt x="1511" y="1904"/>
                </a:lnTo>
                <a:lnTo>
                  <a:pt x="1520" y="1915"/>
                </a:lnTo>
                <a:lnTo>
                  <a:pt x="1523" y="1923"/>
                </a:lnTo>
                <a:close/>
                <a:moveTo>
                  <a:pt x="5785" y="1908"/>
                </a:moveTo>
                <a:lnTo>
                  <a:pt x="5782" y="1914"/>
                </a:lnTo>
                <a:lnTo>
                  <a:pt x="5770" y="1922"/>
                </a:lnTo>
                <a:lnTo>
                  <a:pt x="5763" y="1923"/>
                </a:lnTo>
                <a:lnTo>
                  <a:pt x="5757" y="1922"/>
                </a:lnTo>
                <a:lnTo>
                  <a:pt x="5745" y="1914"/>
                </a:lnTo>
                <a:lnTo>
                  <a:pt x="5742" y="1908"/>
                </a:lnTo>
                <a:lnTo>
                  <a:pt x="5742" y="1902"/>
                </a:lnTo>
                <a:lnTo>
                  <a:pt x="5753" y="1893"/>
                </a:lnTo>
                <a:lnTo>
                  <a:pt x="5763" y="1893"/>
                </a:lnTo>
                <a:lnTo>
                  <a:pt x="5774" y="1893"/>
                </a:lnTo>
                <a:lnTo>
                  <a:pt x="5785" y="1902"/>
                </a:lnTo>
                <a:lnTo>
                  <a:pt x="5785" y="1908"/>
                </a:lnTo>
                <a:close/>
                <a:moveTo>
                  <a:pt x="2605" y="1921"/>
                </a:moveTo>
                <a:lnTo>
                  <a:pt x="2607" y="1928"/>
                </a:lnTo>
                <a:lnTo>
                  <a:pt x="2599" y="1938"/>
                </a:lnTo>
                <a:lnTo>
                  <a:pt x="2589" y="1939"/>
                </a:lnTo>
                <a:lnTo>
                  <a:pt x="2578" y="1938"/>
                </a:lnTo>
                <a:lnTo>
                  <a:pt x="2563" y="1928"/>
                </a:lnTo>
                <a:lnTo>
                  <a:pt x="2562" y="1921"/>
                </a:lnTo>
                <a:lnTo>
                  <a:pt x="2563" y="1914"/>
                </a:lnTo>
                <a:lnTo>
                  <a:pt x="2571" y="1905"/>
                </a:lnTo>
                <a:lnTo>
                  <a:pt x="2577" y="1904"/>
                </a:lnTo>
                <a:lnTo>
                  <a:pt x="2585" y="1905"/>
                </a:lnTo>
                <a:lnTo>
                  <a:pt x="2600" y="1914"/>
                </a:lnTo>
                <a:lnTo>
                  <a:pt x="2605" y="1921"/>
                </a:lnTo>
                <a:close/>
                <a:moveTo>
                  <a:pt x="3736" y="1923"/>
                </a:moveTo>
                <a:lnTo>
                  <a:pt x="3742" y="1934"/>
                </a:lnTo>
                <a:lnTo>
                  <a:pt x="3743" y="1946"/>
                </a:lnTo>
                <a:lnTo>
                  <a:pt x="3735" y="1949"/>
                </a:lnTo>
                <a:lnTo>
                  <a:pt x="3720" y="1940"/>
                </a:lnTo>
                <a:lnTo>
                  <a:pt x="3710" y="1930"/>
                </a:lnTo>
                <a:lnTo>
                  <a:pt x="3702" y="1919"/>
                </a:lnTo>
                <a:lnTo>
                  <a:pt x="3700" y="1908"/>
                </a:lnTo>
                <a:lnTo>
                  <a:pt x="3704" y="1905"/>
                </a:lnTo>
                <a:lnTo>
                  <a:pt x="3707" y="1904"/>
                </a:lnTo>
                <a:lnTo>
                  <a:pt x="3715" y="1905"/>
                </a:lnTo>
                <a:lnTo>
                  <a:pt x="3732" y="1915"/>
                </a:lnTo>
                <a:lnTo>
                  <a:pt x="3736" y="1923"/>
                </a:lnTo>
                <a:close/>
                <a:moveTo>
                  <a:pt x="4944" y="1911"/>
                </a:moveTo>
                <a:lnTo>
                  <a:pt x="4943" y="1915"/>
                </a:lnTo>
                <a:lnTo>
                  <a:pt x="4934" y="1926"/>
                </a:lnTo>
                <a:lnTo>
                  <a:pt x="4927" y="1930"/>
                </a:lnTo>
                <a:lnTo>
                  <a:pt x="4921" y="1933"/>
                </a:lnTo>
                <a:lnTo>
                  <a:pt x="4911" y="1929"/>
                </a:lnTo>
                <a:lnTo>
                  <a:pt x="4910" y="1923"/>
                </a:lnTo>
                <a:lnTo>
                  <a:pt x="4911" y="1915"/>
                </a:lnTo>
                <a:lnTo>
                  <a:pt x="4921" y="1905"/>
                </a:lnTo>
                <a:lnTo>
                  <a:pt x="4927" y="1904"/>
                </a:lnTo>
                <a:lnTo>
                  <a:pt x="4934" y="1905"/>
                </a:lnTo>
                <a:lnTo>
                  <a:pt x="4943" y="1908"/>
                </a:lnTo>
                <a:lnTo>
                  <a:pt x="4944" y="1911"/>
                </a:lnTo>
                <a:close/>
                <a:moveTo>
                  <a:pt x="1734" y="1939"/>
                </a:moveTo>
                <a:lnTo>
                  <a:pt x="1733" y="1951"/>
                </a:lnTo>
                <a:lnTo>
                  <a:pt x="1728" y="1955"/>
                </a:lnTo>
                <a:lnTo>
                  <a:pt x="1718" y="1951"/>
                </a:lnTo>
                <a:lnTo>
                  <a:pt x="1709" y="1939"/>
                </a:lnTo>
                <a:lnTo>
                  <a:pt x="1707" y="1932"/>
                </a:lnTo>
                <a:lnTo>
                  <a:pt x="1710" y="1922"/>
                </a:lnTo>
                <a:lnTo>
                  <a:pt x="1716" y="1921"/>
                </a:lnTo>
                <a:lnTo>
                  <a:pt x="1723" y="1922"/>
                </a:lnTo>
                <a:lnTo>
                  <a:pt x="1733" y="1932"/>
                </a:lnTo>
                <a:lnTo>
                  <a:pt x="1734" y="1939"/>
                </a:lnTo>
                <a:close/>
                <a:moveTo>
                  <a:pt x="1932" y="1949"/>
                </a:moveTo>
                <a:lnTo>
                  <a:pt x="1927" y="1952"/>
                </a:lnTo>
                <a:lnTo>
                  <a:pt x="1909" y="1953"/>
                </a:lnTo>
                <a:lnTo>
                  <a:pt x="1900" y="1950"/>
                </a:lnTo>
                <a:lnTo>
                  <a:pt x="1892" y="1947"/>
                </a:lnTo>
                <a:lnTo>
                  <a:pt x="1898" y="1941"/>
                </a:lnTo>
                <a:lnTo>
                  <a:pt x="1910" y="1940"/>
                </a:lnTo>
                <a:lnTo>
                  <a:pt x="1923" y="1940"/>
                </a:lnTo>
                <a:lnTo>
                  <a:pt x="1933" y="1943"/>
                </a:lnTo>
                <a:lnTo>
                  <a:pt x="1934" y="1947"/>
                </a:lnTo>
                <a:lnTo>
                  <a:pt x="1932" y="1949"/>
                </a:lnTo>
                <a:close/>
                <a:moveTo>
                  <a:pt x="4410" y="1949"/>
                </a:moveTo>
                <a:lnTo>
                  <a:pt x="4402" y="1954"/>
                </a:lnTo>
                <a:lnTo>
                  <a:pt x="4396" y="1976"/>
                </a:lnTo>
                <a:lnTo>
                  <a:pt x="4399" y="1989"/>
                </a:lnTo>
                <a:lnTo>
                  <a:pt x="4401" y="2002"/>
                </a:lnTo>
                <a:lnTo>
                  <a:pt x="4398" y="2017"/>
                </a:lnTo>
                <a:lnTo>
                  <a:pt x="4392" y="2023"/>
                </a:lnTo>
                <a:lnTo>
                  <a:pt x="4388" y="2023"/>
                </a:lnTo>
                <a:lnTo>
                  <a:pt x="4381" y="2021"/>
                </a:lnTo>
                <a:lnTo>
                  <a:pt x="4372" y="2004"/>
                </a:lnTo>
                <a:lnTo>
                  <a:pt x="4369" y="1981"/>
                </a:lnTo>
                <a:lnTo>
                  <a:pt x="4375" y="1958"/>
                </a:lnTo>
                <a:lnTo>
                  <a:pt x="4381" y="1950"/>
                </a:lnTo>
                <a:lnTo>
                  <a:pt x="4386" y="1946"/>
                </a:lnTo>
                <a:lnTo>
                  <a:pt x="4402" y="1940"/>
                </a:lnTo>
                <a:lnTo>
                  <a:pt x="4410" y="1940"/>
                </a:lnTo>
                <a:lnTo>
                  <a:pt x="4418" y="1941"/>
                </a:lnTo>
                <a:lnTo>
                  <a:pt x="4418" y="1945"/>
                </a:lnTo>
                <a:lnTo>
                  <a:pt x="4410" y="1949"/>
                </a:lnTo>
                <a:close/>
                <a:moveTo>
                  <a:pt x="1227" y="1962"/>
                </a:moveTo>
                <a:lnTo>
                  <a:pt x="1226" y="1966"/>
                </a:lnTo>
                <a:lnTo>
                  <a:pt x="1218" y="1976"/>
                </a:lnTo>
                <a:lnTo>
                  <a:pt x="1211" y="1980"/>
                </a:lnTo>
                <a:lnTo>
                  <a:pt x="1204" y="1983"/>
                </a:lnTo>
                <a:lnTo>
                  <a:pt x="1195" y="1979"/>
                </a:lnTo>
                <a:lnTo>
                  <a:pt x="1194" y="1974"/>
                </a:lnTo>
                <a:lnTo>
                  <a:pt x="1195" y="1966"/>
                </a:lnTo>
                <a:lnTo>
                  <a:pt x="1204" y="1956"/>
                </a:lnTo>
                <a:lnTo>
                  <a:pt x="1211" y="1955"/>
                </a:lnTo>
                <a:lnTo>
                  <a:pt x="1218" y="1956"/>
                </a:lnTo>
                <a:lnTo>
                  <a:pt x="1226" y="1959"/>
                </a:lnTo>
                <a:lnTo>
                  <a:pt x="1227" y="1962"/>
                </a:lnTo>
                <a:close/>
                <a:moveTo>
                  <a:pt x="704" y="1987"/>
                </a:moveTo>
                <a:lnTo>
                  <a:pt x="703" y="1995"/>
                </a:lnTo>
                <a:lnTo>
                  <a:pt x="694" y="2010"/>
                </a:lnTo>
                <a:lnTo>
                  <a:pt x="687" y="2015"/>
                </a:lnTo>
                <a:lnTo>
                  <a:pt x="681" y="2017"/>
                </a:lnTo>
                <a:lnTo>
                  <a:pt x="671" y="2009"/>
                </a:lnTo>
                <a:lnTo>
                  <a:pt x="670" y="1999"/>
                </a:lnTo>
                <a:lnTo>
                  <a:pt x="671" y="1988"/>
                </a:lnTo>
                <a:lnTo>
                  <a:pt x="681" y="1973"/>
                </a:lnTo>
                <a:lnTo>
                  <a:pt x="687" y="1972"/>
                </a:lnTo>
                <a:lnTo>
                  <a:pt x="694" y="1973"/>
                </a:lnTo>
                <a:lnTo>
                  <a:pt x="703" y="1981"/>
                </a:lnTo>
                <a:lnTo>
                  <a:pt x="704" y="1987"/>
                </a:lnTo>
                <a:close/>
                <a:moveTo>
                  <a:pt x="966" y="2028"/>
                </a:moveTo>
                <a:lnTo>
                  <a:pt x="952" y="2034"/>
                </a:lnTo>
                <a:lnTo>
                  <a:pt x="928" y="2032"/>
                </a:lnTo>
                <a:lnTo>
                  <a:pt x="918" y="2025"/>
                </a:lnTo>
                <a:lnTo>
                  <a:pt x="914" y="2019"/>
                </a:lnTo>
                <a:lnTo>
                  <a:pt x="910" y="2009"/>
                </a:lnTo>
                <a:lnTo>
                  <a:pt x="913" y="1994"/>
                </a:lnTo>
                <a:lnTo>
                  <a:pt x="932" y="1983"/>
                </a:lnTo>
                <a:lnTo>
                  <a:pt x="959" y="1984"/>
                </a:lnTo>
                <a:lnTo>
                  <a:pt x="971" y="1992"/>
                </a:lnTo>
                <a:lnTo>
                  <a:pt x="977" y="1998"/>
                </a:lnTo>
                <a:lnTo>
                  <a:pt x="983" y="2008"/>
                </a:lnTo>
                <a:lnTo>
                  <a:pt x="980" y="2019"/>
                </a:lnTo>
                <a:lnTo>
                  <a:pt x="966" y="2028"/>
                </a:lnTo>
                <a:close/>
                <a:moveTo>
                  <a:pt x="1437" y="1982"/>
                </a:moveTo>
                <a:lnTo>
                  <a:pt x="1450" y="1988"/>
                </a:lnTo>
                <a:lnTo>
                  <a:pt x="1463" y="2000"/>
                </a:lnTo>
                <a:lnTo>
                  <a:pt x="1461" y="2011"/>
                </a:lnTo>
                <a:lnTo>
                  <a:pt x="1444" y="2014"/>
                </a:lnTo>
                <a:lnTo>
                  <a:pt x="1430" y="2011"/>
                </a:lnTo>
                <a:lnTo>
                  <a:pt x="1417" y="2007"/>
                </a:lnTo>
                <a:lnTo>
                  <a:pt x="1399" y="1993"/>
                </a:lnTo>
                <a:lnTo>
                  <a:pt x="1396" y="1987"/>
                </a:lnTo>
                <a:lnTo>
                  <a:pt x="1396" y="1981"/>
                </a:lnTo>
                <a:lnTo>
                  <a:pt x="1400" y="1974"/>
                </a:lnTo>
                <a:lnTo>
                  <a:pt x="1414" y="1974"/>
                </a:lnTo>
                <a:lnTo>
                  <a:pt x="1437" y="1982"/>
                </a:lnTo>
                <a:close/>
                <a:moveTo>
                  <a:pt x="4020" y="2005"/>
                </a:moveTo>
                <a:lnTo>
                  <a:pt x="4025" y="2004"/>
                </a:lnTo>
                <a:lnTo>
                  <a:pt x="4027" y="1995"/>
                </a:lnTo>
                <a:lnTo>
                  <a:pt x="4024" y="1989"/>
                </a:lnTo>
                <a:lnTo>
                  <a:pt x="4021" y="1982"/>
                </a:lnTo>
                <a:lnTo>
                  <a:pt x="4023" y="1973"/>
                </a:lnTo>
                <a:lnTo>
                  <a:pt x="4029" y="1972"/>
                </a:lnTo>
                <a:lnTo>
                  <a:pt x="4036" y="1973"/>
                </a:lnTo>
                <a:lnTo>
                  <a:pt x="4051" y="1988"/>
                </a:lnTo>
                <a:lnTo>
                  <a:pt x="4055" y="1999"/>
                </a:lnTo>
                <a:lnTo>
                  <a:pt x="4058" y="2007"/>
                </a:lnTo>
                <a:lnTo>
                  <a:pt x="4057" y="2016"/>
                </a:lnTo>
                <a:lnTo>
                  <a:pt x="4043" y="2022"/>
                </a:lnTo>
                <a:lnTo>
                  <a:pt x="4020" y="2020"/>
                </a:lnTo>
                <a:lnTo>
                  <a:pt x="4002" y="2016"/>
                </a:lnTo>
                <a:lnTo>
                  <a:pt x="3974" y="1999"/>
                </a:lnTo>
                <a:lnTo>
                  <a:pt x="3968" y="1989"/>
                </a:lnTo>
                <a:lnTo>
                  <a:pt x="3964" y="1976"/>
                </a:lnTo>
                <a:lnTo>
                  <a:pt x="3971" y="1973"/>
                </a:lnTo>
                <a:lnTo>
                  <a:pt x="3983" y="1984"/>
                </a:lnTo>
                <a:lnTo>
                  <a:pt x="3992" y="1992"/>
                </a:lnTo>
                <a:lnTo>
                  <a:pt x="4012" y="2004"/>
                </a:lnTo>
                <a:lnTo>
                  <a:pt x="4020" y="2005"/>
                </a:lnTo>
                <a:close/>
                <a:moveTo>
                  <a:pt x="1701" y="2016"/>
                </a:moveTo>
                <a:lnTo>
                  <a:pt x="1701" y="2024"/>
                </a:lnTo>
                <a:lnTo>
                  <a:pt x="1698" y="2033"/>
                </a:lnTo>
                <a:lnTo>
                  <a:pt x="1688" y="2033"/>
                </a:lnTo>
                <a:lnTo>
                  <a:pt x="1675" y="2023"/>
                </a:lnTo>
                <a:lnTo>
                  <a:pt x="1664" y="2016"/>
                </a:lnTo>
                <a:lnTo>
                  <a:pt x="1642" y="2011"/>
                </a:lnTo>
                <a:lnTo>
                  <a:pt x="1633" y="2015"/>
                </a:lnTo>
                <a:lnTo>
                  <a:pt x="1627" y="2017"/>
                </a:lnTo>
                <a:lnTo>
                  <a:pt x="1617" y="2014"/>
                </a:lnTo>
                <a:lnTo>
                  <a:pt x="1616" y="2008"/>
                </a:lnTo>
                <a:lnTo>
                  <a:pt x="1616" y="2003"/>
                </a:lnTo>
                <a:lnTo>
                  <a:pt x="1623" y="1997"/>
                </a:lnTo>
                <a:lnTo>
                  <a:pt x="1641" y="1990"/>
                </a:lnTo>
                <a:lnTo>
                  <a:pt x="1658" y="1989"/>
                </a:lnTo>
                <a:lnTo>
                  <a:pt x="1677" y="1990"/>
                </a:lnTo>
                <a:lnTo>
                  <a:pt x="1694" y="1999"/>
                </a:lnTo>
                <a:lnTo>
                  <a:pt x="1701" y="2010"/>
                </a:lnTo>
                <a:lnTo>
                  <a:pt x="1701" y="2016"/>
                </a:lnTo>
                <a:close/>
                <a:moveTo>
                  <a:pt x="2062" y="2031"/>
                </a:moveTo>
                <a:lnTo>
                  <a:pt x="2082" y="2062"/>
                </a:lnTo>
                <a:lnTo>
                  <a:pt x="2088" y="2084"/>
                </a:lnTo>
                <a:lnTo>
                  <a:pt x="2082" y="2090"/>
                </a:lnTo>
                <a:lnTo>
                  <a:pt x="2074" y="2091"/>
                </a:lnTo>
                <a:lnTo>
                  <a:pt x="2066" y="2088"/>
                </a:lnTo>
                <a:lnTo>
                  <a:pt x="2043" y="2059"/>
                </a:lnTo>
                <a:lnTo>
                  <a:pt x="2032" y="2040"/>
                </a:lnTo>
                <a:lnTo>
                  <a:pt x="2022" y="2019"/>
                </a:lnTo>
                <a:lnTo>
                  <a:pt x="2017" y="1993"/>
                </a:lnTo>
                <a:lnTo>
                  <a:pt x="2027" y="1991"/>
                </a:lnTo>
                <a:lnTo>
                  <a:pt x="2048" y="2011"/>
                </a:lnTo>
                <a:lnTo>
                  <a:pt x="2062" y="2031"/>
                </a:lnTo>
                <a:close/>
                <a:moveTo>
                  <a:pt x="3944" y="2020"/>
                </a:moveTo>
                <a:lnTo>
                  <a:pt x="3946" y="2028"/>
                </a:lnTo>
                <a:lnTo>
                  <a:pt x="3935" y="2033"/>
                </a:lnTo>
                <a:lnTo>
                  <a:pt x="3923" y="2030"/>
                </a:lnTo>
                <a:lnTo>
                  <a:pt x="3912" y="2025"/>
                </a:lnTo>
                <a:lnTo>
                  <a:pt x="3898" y="2010"/>
                </a:lnTo>
                <a:lnTo>
                  <a:pt x="3897" y="2002"/>
                </a:lnTo>
                <a:lnTo>
                  <a:pt x="3898" y="1995"/>
                </a:lnTo>
                <a:lnTo>
                  <a:pt x="3909" y="1991"/>
                </a:lnTo>
                <a:lnTo>
                  <a:pt x="3925" y="1996"/>
                </a:lnTo>
                <a:lnTo>
                  <a:pt x="3939" y="2011"/>
                </a:lnTo>
                <a:lnTo>
                  <a:pt x="3944" y="2020"/>
                </a:lnTo>
                <a:close/>
                <a:moveTo>
                  <a:pt x="2169" y="2043"/>
                </a:moveTo>
                <a:lnTo>
                  <a:pt x="2165" y="2051"/>
                </a:lnTo>
                <a:lnTo>
                  <a:pt x="2159" y="2045"/>
                </a:lnTo>
                <a:lnTo>
                  <a:pt x="2159" y="2033"/>
                </a:lnTo>
                <a:lnTo>
                  <a:pt x="2158" y="2020"/>
                </a:lnTo>
                <a:lnTo>
                  <a:pt x="2162" y="2010"/>
                </a:lnTo>
                <a:lnTo>
                  <a:pt x="2165" y="2009"/>
                </a:lnTo>
                <a:lnTo>
                  <a:pt x="2167" y="2011"/>
                </a:lnTo>
                <a:lnTo>
                  <a:pt x="2170" y="2016"/>
                </a:lnTo>
                <a:lnTo>
                  <a:pt x="2172" y="2034"/>
                </a:lnTo>
                <a:lnTo>
                  <a:pt x="2169" y="2043"/>
                </a:lnTo>
                <a:close/>
                <a:moveTo>
                  <a:pt x="3685" y="2025"/>
                </a:moveTo>
                <a:lnTo>
                  <a:pt x="3691" y="2035"/>
                </a:lnTo>
                <a:lnTo>
                  <a:pt x="3692" y="2047"/>
                </a:lnTo>
                <a:lnTo>
                  <a:pt x="3684" y="2050"/>
                </a:lnTo>
                <a:lnTo>
                  <a:pt x="3669" y="2041"/>
                </a:lnTo>
                <a:lnTo>
                  <a:pt x="3660" y="2031"/>
                </a:lnTo>
                <a:lnTo>
                  <a:pt x="3652" y="2021"/>
                </a:lnTo>
                <a:lnTo>
                  <a:pt x="3650" y="2010"/>
                </a:lnTo>
                <a:lnTo>
                  <a:pt x="3654" y="2007"/>
                </a:lnTo>
                <a:lnTo>
                  <a:pt x="3657" y="2005"/>
                </a:lnTo>
                <a:lnTo>
                  <a:pt x="3665" y="2007"/>
                </a:lnTo>
                <a:lnTo>
                  <a:pt x="3681" y="2017"/>
                </a:lnTo>
                <a:lnTo>
                  <a:pt x="3685" y="2025"/>
                </a:lnTo>
                <a:close/>
                <a:moveTo>
                  <a:pt x="3829" y="2023"/>
                </a:moveTo>
                <a:lnTo>
                  <a:pt x="3828" y="2029"/>
                </a:lnTo>
                <a:lnTo>
                  <a:pt x="3819" y="2039"/>
                </a:lnTo>
                <a:lnTo>
                  <a:pt x="3812" y="2040"/>
                </a:lnTo>
                <a:lnTo>
                  <a:pt x="3806" y="2039"/>
                </a:lnTo>
                <a:lnTo>
                  <a:pt x="3797" y="2029"/>
                </a:lnTo>
                <a:lnTo>
                  <a:pt x="3796" y="2023"/>
                </a:lnTo>
                <a:lnTo>
                  <a:pt x="3797" y="2016"/>
                </a:lnTo>
                <a:lnTo>
                  <a:pt x="3806" y="2007"/>
                </a:lnTo>
                <a:lnTo>
                  <a:pt x="3812" y="2005"/>
                </a:lnTo>
                <a:lnTo>
                  <a:pt x="3819" y="2007"/>
                </a:lnTo>
                <a:lnTo>
                  <a:pt x="3828" y="2016"/>
                </a:lnTo>
                <a:lnTo>
                  <a:pt x="3829" y="2023"/>
                </a:lnTo>
                <a:close/>
                <a:moveTo>
                  <a:pt x="3898" y="2050"/>
                </a:moveTo>
                <a:lnTo>
                  <a:pt x="3911" y="2065"/>
                </a:lnTo>
                <a:lnTo>
                  <a:pt x="3907" y="2074"/>
                </a:lnTo>
                <a:lnTo>
                  <a:pt x="3890" y="2071"/>
                </a:lnTo>
                <a:lnTo>
                  <a:pt x="3876" y="2068"/>
                </a:lnTo>
                <a:lnTo>
                  <a:pt x="3854" y="2052"/>
                </a:lnTo>
                <a:lnTo>
                  <a:pt x="3849" y="2043"/>
                </a:lnTo>
                <a:lnTo>
                  <a:pt x="3847" y="2033"/>
                </a:lnTo>
                <a:lnTo>
                  <a:pt x="3853" y="2024"/>
                </a:lnTo>
                <a:lnTo>
                  <a:pt x="3869" y="2026"/>
                </a:lnTo>
                <a:lnTo>
                  <a:pt x="3888" y="2039"/>
                </a:lnTo>
                <a:lnTo>
                  <a:pt x="3898" y="2050"/>
                </a:lnTo>
                <a:close/>
                <a:moveTo>
                  <a:pt x="1557" y="2056"/>
                </a:moveTo>
                <a:lnTo>
                  <a:pt x="1560" y="2063"/>
                </a:lnTo>
                <a:lnTo>
                  <a:pt x="1556" y="2072"/>
                </a:lnTo>
                <a:lnTo>
                  <a:pt x="1551" y="2073"/>
                </a:lnTo>
                <a:lnTo>
                  <a:pt x="1542" y="2072"/>
                </a:lnTo>
                <a:lnTo>
                  <a:pt x="1532" y="2063"/>
                </a:lnTo>
                <a:lnTo>
                  <a:pt x="1531" y="2056"/>
                </a:lnTo>
                <a:lnTo>
                  <a:pt x="1532" y="2049"/>
                </a:lnTo>
                <a:lnTo>
                  <a:pt x="1535" y="2040"/>
                </a:lnTo>
                <a:lnTo>
                  <a:pt x="1538" y="2040"/>
                </a:lnTo>
                <a:lnTo>
                  <a:pt x="1542" y="2040"/>
                </a:lnTo>
                <a:lnTo>
                  <a:pt x="1553" y="2049"/>
                </a:lnTo>
                <a:lnTo>
                  <a:pt x="1557" y="2056"/>
                </a:lnTo>
                <a:close/>
                <a:moveTo>
                  <a:pt x="4072" y="2106"/>
                </a:moveTo>
                <a:lnTo>
                  <a:pt x="4068" y="2108"/>
                </a:lnTo>
                <a:lnTo>
                  <a:pt x="4055" y="2099"/>
                </a:lnTo>
                <a:lnTo>
                  <a:pt x="4042" y="2080"/>
                </a:lnTo>
                <a:lnTo>
                  <a:pt x="4033" y="2058"/>
                </a:lnTo>
                <a:lnTo>
                  <a:pt x="4032" y="2048"/>
                </a:lnTo>
                <a:lnTo>
                  <a:pt x="4033" y="2045"/>
                </a:lnTo>
                <a:lnTo>
                  <a:pt x="4037" y="2044"/>
                </a:lnTo>
                <a:lnTo>
                  <a:pt x="4047" y="2052"/>
                </a:lnTo>
                <a:lnTo>
                  <a:pt x="4057" y="2063"/>
                </a:lnTo>
                <a:lnTo>
                  <a:pt x="4066" y="2077"/>
                </a:lnTo>
                <a:lnTo>
                  <a:pt x="4074" y="2100"/>
                </a:lnTo>
                <a:lnTo>
                  <a:pt x="4072" y="2106"/>
                </a:lnTo>
                <a:close/>
                <a:moveTo>
                  <a:pt x="1701" y="2063"/>
                </a:moveTo>
                <a:lnTo>
                  <a:pt x="1700" y="2067"/>
                </a:lnTo>
                <a:lnTo>
                  <a:pt x="1690" y="2077"/>
                </a:lnTo>
                <a:lnTo>
                  <a:pt x="1683" y="2081"/>
                </a:lnTo>
                <a:lnTo>
                  <a:pt x="1677" y="2084"/>
                </a:lnTo>
                <a:lnTo>
                  <a:pt x="1668" y="2080"/>
                </a:lnTo>
                <a:lnTo>
                  <a:pt x="1667" y="2075"/>
                </a:lnTo>
                <a:lnTo>
                  <a:pt x="1668" y="2067"/>
                </a:lnTo>
                <a:lnTo>
                  <a:pt x="1677" y="2057"/>
                </a:lnTo>
                <a:lnTo>
                  <a:pt x="1683" y="2056"/>
                </a:lnTo>
                <a:lnTo>
                  <a:pt x="1690" y="2057"/>
                </a:lnTo>
                <a:lnTo>
                  <a:pt x="1700" y="2060"/>
                </a:lnTo>
                <a:lnTo>
                  <a:pt x="1701" y="2063"/>
                </a:lnTo>
                <a:close/>
                <a:moveTo>
                  <a:pt x="2139" y="2091"/>
                </a:moveTo>
                <a:lnTo>
                  <a:pt x="2138" y="2103"/>
                </a:lnTo>
                <a:lnTo>
                  <a:pt x="2133" y="2107"/>
                </a:lnTo>
                <a:lnTo>
                  <a:pt x="2123" y="2103"/>
                </a:lnTo>
                <a:lnTo>
                  <a:pt x="2114" y="2091"/>
                </a:lnTo>
                <a:lnTo>
                  <a:pt x="2112" y="2083"/>
                </a:lnTo>
                <a:lnTo>
                  <a:pt x="2115" y="2074"/>
                </a:lnTo>
                <a:lnTo>
                  <a:pt x="2121" y="2073"/>
                </a:lnTo>
                <a:lnTo>
                  <a:pt x="2128" y="2074"/>
                </a:lnTo>
                <a:lnTo>
                  <a:pt x="2138" y="2083"/>
                </a:lnTo>
                <a:lnTo>
                  <a:pt x="2139" y="2091"/>
                </a:lnTo>
                <a:close/>
                <a:moveTo>
                  <a:pt x="4214" y="2116"/>
                </a:moveTo>
                <a:lnTo>
                  <a:pt x="4210" y="2118"/>
                </a:lnTo>
                <a:lnTo>
                  <a:pt x="4198" y="2107"/>
                </a:lnTo>
                <a:lnTo>
                  <a:pt x="4194" y="2096"/>
                </a:lnTo>
                <a:lnTo>
                  <a:pt x="4188" y="2080"/>
                </a:lnTo>
                <a:lnTo>
                  <a:pt x="4192" y="2075"/>
                </a:lnTo>
                <a:lnTo>
                  <a:pt x="4202" y="2085"/>
                </a:lnTo>
                <a:lnTo>
                  <a:pt x="4210" y="2095"/>
                </a:lnTo>
                <a:lnTo>
                  <a:pt x="4216" y="2111"/>
                </a:lnTo>
                <a:lnTo>
                  <a:pt x="4214" y="2116"/>
                </a:lnTo>
                <a:close/>
                <a:moveTo>
                  <a:pt x="2689" y="2172"/>
                </a:moveTo>
                <a:lnTo>
                  <a:pt x="2684" y="2174"/>
                </a:lnTo>
                <a:lnTo>
                  <a:pt x="2665" y="2165"/>
                </a:lnTo>
                <a:lnTo>
                  <a:pt x="2645" y="2148"/>
                </a:lnTo>
                <a:lnTo>
                  <a:pt x="2631" y="2130"/>
                </a:lnTo>
                <a:lnTo>
                  <a:pt x="2630" y="2122"/>
                </a:lnTo>
                <a:lnTo>
                  <a:pt x="2630" y="2120"/>
                </a:lnTo>
                <a:lnTo>
                  <a:pt x="2635" y="2119"/>
                </a:lnTo>
                <a:lnTo>
                  <a:pt x="2650" y="2125"/>
                </a:lnTo>
                <a:lnTo>
                  <a:pt x="2663" y="2136"/>
                </a:lnTo>
                <a:lnTo>
                  <a:pt x="2677" y="2147"/>
                </a:lnTo>
                <a:lnTo>
                  <a:pt x="2690" y="2166"/>
                </a:lnTo>
                <a:lnTo>
                  <a:pt x="2689" y="2172"/>
                </a:lnTo>
                <a:close/>
                <a:moveTo>
                  <a:pt x="3930" y="2159"/>
                </a:moveTo>
                <a:lnTo>
                  <a:pt x="3929" y="2165"/>
                </a:lnTo>
                <a:lnTo>
                  <a:pt x="3915" y="2174"/>
                </a:lnTo>
                <a:lnTo>
                  <a:pt x="3905" y="2175"/>
                </a:lnTo>
                <a:lnTo>
                  <a:pt x="3896" y="2174"/>
                </a:lnTo>
                <a:lnTo>
                  <a:pt x="3884" y="2168"/>
                </a:lnTo>
                <a:lnTo>
                  <a:pt x="3880" y="2156"/>
                </a:lnTo>
                <a:lnTo>
                  <a:pt x="3884" y="2143"/>
                </a:lnTo>
                <a:lnTo>
                  <a:pt x="3890" y="2136"/>
                </a:lnTo>
                <a:lnTo>
                  <a:pt x="3895" y="2132"/>
                </a:lnTo>
                <a:lnTo>
                  <a:pt x="3909" y="2131"/>
                </a:lnTo>
                <a:lnTo>
                  <a:pt x="3921" y="2138"/>
                </a:lnTo>
                <a:lnTo>
                  <a:pt x="3929" y="2151"/>
                </a:lnTo>
                <a:lnTo>
                  <a:pt x="3930" y="2159"/>
                </a:lnTo>
                <a:close/>
                <a:moveTo>
                  <a:pt x="2590" y="2195"/>
                </a:moveTo>
                <a:lnTo>
                  <a:pt x="2587" y="2203"/>
                </a:lnTo>
                <a:lnTo>
                  <a:pt x="2581" y="2197"/>
                </a:lnTo>
                <a:lnTo>
                  <a:pt x="2580" y="2185"/>
                </a:lnTo>
                <a:lnTo>
                  <a:pt x="2580" y="2172"/>
                </a:lnTo>
                <a:lnTo>
                  <a:pt x="2583" y="2161"/>
                </a:lnTo>
                <a:lnTo>
                  <a:pt x="2587" y="2160"/>
                </a:lnTo>
                <a:lnTo>
                  <a:pt x="2589" y="2162"/>
                </a:lnTo>
                <a:lnTo>
                  <a:pt x="2592" y="2168"/>
                </a:lnTo>
                <a:lnTo>
                  <a:pt x="2593" y="2186"/>
                </a:lnTo>
                <a:lnTo>
                  <a:pt x="2590" y="2195"/>
                </a:lnTo>
                <a:close/>
                <a:moveTo>
                  <a:pt x="2190" y="2208"/>
                </a:moveTo>
                <a:lnTo>
                  <a:pt x="2189" y="2221"/>
                </a:lnTo>
                <a:lnTo>
                  <a:pt x="2184" y="2225"/>
                </a:lnTo>
                <a:lnTo>
                  <a:pt x="2174" y="2221"/>
                </a:lnTo>
                <a:lnTo>
                  <a:pt x="2165" y="2208"/>
                </a:lnTo>
                <a:lnTo>
                  <a:pt x="2163" y="2201"/>
                </a:lnTo>
                <a:lnTo>
                  <a:pt x="2166" y="2192"/>
                </a:lnTo>
                <a:lnTo>
                  <a:pt x="2172" y="2192"/>
                </a:lnTo>
                <a:lnTo>
                  <a:pt x="2179" y="2192"/>
                </a:lnTo>
                <a:lnTo>
                  <a:pt x="2189" y="2201"/>
                </a:lnTo>
                <a:lnTo>
                  <a:pt x="2190" y="2208"/>
                </a:lnTo>
                <a:close/>
                <a:moveTo>
                  <a:pt x="3908" y="2330"/>
                </a:moveTo>
                <a:lnTo>
                  <a:pt x="3915" y="2356"/>
                </a:lnTo>
                <a:lnTo>
                  <a:pt x="3917" y="2383"/>
                </a:lnTo>
                <a:lnTo>
                  <a:pt x="3914" y="2393"/>
                </a:lnTo>
                <a:lnTo>
                  <a:pt x="3912" y="2394"/>
                </a:lnTo>
                <a:lnTo>
                  <a:pt x="3906" y="2392"/>
                </a:lnTo>
                <a:lnTo>
                  <a:pt x="3897" y="2378"/>
                </a:lnTo>
                <a:lnTo>
                  <a:pt x="3897" y="2369"/>
                </a:lnTo>
                <a:lnTo>
                  <a:pt x="3895" y="2359"/>
                </a:lnTo>
                <a:lnTo>
                  <a:pt x="3879" y="2345"/>
                </a:lnTo>
                <a:lnTo>
                  <a:pt x="3868" y="2344"/>
                </a:lnTo>
                <a:lnTo>
                  <a:pt x="3851" y="2343"/>
                </a:lnTo>
                <a:lnTo>
                  <a:pt x="3849" y="2336"/>
                </a:lnTo>
                <a:lnTo>
                  <a:pt x="3862" y="2326"/>
                </a:lnTo>
                <a:lnTo>
                  <a:pt x="3874" y="2318"/>
                </a:lnTo>
                <a:lnTo>
                  <a:pt x="3878" y="2307"/>
                </a:lnTo>
                <a:lnTo>
                  <a:pt x="3874" y="2300"/>
                </a:lnTo>
                <a:lnTo>
                  <a:pt x="3870" y="2296"/>
                </a:lnTo>
                <a:lnTo>
                  <a:pt x="3861" y="2289"/>
                </a:lnTo>
                <a:lnTo>
                  <a:pt x="3842" y="2265"/>
                </a:lnTo>
                <a:lnTo>
                  <a:pt x="3825" y="2234"/>
                </a:lnTo>
                <a:lnTo>
                  <a:pt x="3813" y="2206"/>
                </a:lnTo>
                <a:lnTo>
                  <a:pt x="3812" y="2197"/>
                </a:lnTo>
                <a:lnTo>
                  <a:pt x="3813" y="2192"/>
                </a:lnTo>
                <a:lnTo>
                  <a:pt x="3819" y="2192"/>
                </a:lnTo>
                <a:lnTo>
                  <a:pt x="3838" y="2209"/>
                </a:lnTo>
                <a:lnTo>
                  <a:pt x="3871" y="2255"/>
                </a:lnTo>
                <a:lnTo>
                  <a:pt x="3900" y="2307"/>
                </a:lnTo>
                <a:lnTo>
                  <a:pt x="3908" y="2330"/>
                </a:lnTo>
                <a:close/>
                <a:moveTo>
                  <a:pt x="2542" y="2237"/>
                </a:moveTo>
                <a:lnTo>
                  <a:pt x="2539" y="2252"/>
                </a:lnTo>
                <a:lnTo>
                  <a:pt x="2527" y="2268"/>
                </a:lnTo>
                <a:lnTo>
                  <a:pt x="2512" y="2270"/>
                </a:lnTo>
                <a:lnTo>
                  <a:pt x="2501" y="2256"/>
                </a:lnTo>
                <a:lnTo>
                  <a:pt x="2499" y="2242"/>
                </a:lnTo>
                <a:lnTo>
                  <a:pt x="2499" y="2227"/>
                </a:lnTo>
                <a:lnTo>
                  <a:pt x="2507" y="2213"/>
                </a:lnTo>
                <a:lnTo>
                  <a:pt x="2516" y="2209"/>
                </a:lnTo>
                <a:lnTo>
                  <a:pt x="2522" y="2208"/>
                </a:lnTo>
                <a:lnTo>
                  <a:pt x="2532" y="2210"/>
                </a:lnTo>
                <a:lnTo>
                  <a:pt x="2543" y="2225"/>
                </a:lnTo>
                <a:lnTo>
                  <a:pt x="2542" y="2237"/>
                </a:lnTo>
                <a:close/>
                <a:moveTo>
                  <a:pt x="2861" y="2235"/>
                </a:moveTo>
                <a:lnTo>
                  <a:pt x="2856" y="2238"/>
                </a:lnTo>
                <a:lnTo>
                  <a:pt x="2838" y="2240"/>
                </a:lnTo>
                <a:lnTo>
                  <a:pt x="2829" y="2237"/>
                </a:lnTo>
                <a:lnTo>
                  <a:pt x="2822" y="2233"/>
                </a:lnTo>
                <a:lnTo>
                  <a:pt x="2827" y="2227"/>
                </a:lnTo>
                <a:lnTo>
                  <a:pt x="2839" y="2227"/>
                </a:lnTo>
                <a:lnTo>
                  <a:pt x="2852" y="2226"/>
                </a:lnTo>
                <a:lnTo>
                  <a:pt x="2862" y="2230"/>
                </a:lnTo>
                <a:lnTo>
                  <a:pt x="2863" y="2233"/>
                </a:lnTo>
                <a:lnTo>
                  <a:pt x="2861" y="2235"/>
                </a:lnTo>
                <a:close/>
                <a:moveTo>
                  <a:pt x="3558" y="2240"/>
                </a:moveTo>
                <a:lnTo>
                  <a:pt x="3557" y="2249"/>
                </a:lnTo>
                <a:lnTo>
                  <a:pt x="3549" y="2263"/>
                </a:lnTo>
                <a:lnTo>
                  <a:pt x="3542" y="2268"/>
                </a:lnTo>
                <a:lnTo>
                  <a:pt x="3535" y="2270"/>
                </a:lnTo>
                <a:lnTo>
                  <a:pt x="3526" y="2262"/>
                </a:lnTo>
                <a:lnTo>
                  <a:pt x="3525" y="2253"/>
                </a:lnTo>
                <a:lnTo>
                  <a:pt x="3526" y="2241"/>
                </a:lnTo>
                <a:lnTo>
                  <a:pt x="3535" y="2226"/>
                </a:lnTo>
                <a:lnTo>
                  <a:pt x="3542" y="2225"/>
                </a:lnTo>
                <a:lnTo>
                  <a:pt x="3549" y="2226"/>
                </a:lnTo>
                <a:lnTo>
                  <a:pt x="3557" y="2234"/>
                </a:lnTo>
                <a:lnTo>
                  <a:pt x="3558" y="2240"/>
                </a:lnTo>
                <a:close/>
                <a:moveTo>
                  <a:pt x="3804" y="2259"/>
                </a:moveTo>
                <a:lnTo>
                  <a:pt x="3815" y="2273"/>
                </a:lnTo>
                <a:lnTo>
                  <a:pt x="3821" y="2287"/>
                </a:lnTo>
                <a:lnTo>
                  <a:pt x="3819" y="2292"/>
                </a:lnTo>
                <a:lnTo>
                  <a:pt x="3816" y="2293"/>
                </a:lnTo>
                <a:lnTo>
                  <a:pt x="3807" y="2291"/>
                </a:lnTo>
                <a:lnTo>
                  <a:pt x="3786" y="2273"/>
                </a:lnTo>
                <a:lnTo>
                  <a:pt x="3778" y="2259"/>
                </a:lnTo>
                <a:lnTo>
                  <a:pt x="3771" y="2245"/>
                </a:lnTo>
                <a:lnTo>
                  <a:pt x="3765" y="2227"/>
                </a:lnTo>
                <a:lnTo>
                  <a:pt x="3766" y="2225"/>
                </a:lnTo>
                <a:lnTo>
                  <a:pt x="3778" y="2232"/>
                </a:lnTo>
                <a:lnTo>
                  <a:pt x="3804" y="2259"/>
                </a:lnTo>
                <a:close/>
                <a:moveTo>
                  <a:pt x="3685" y="2261"/>
                </a:moveTo>
                <a:lnTo>
                  <a:pt x="3691" y="2271"/>
                </a:lnTo>
                <a:lnTo>
                  <a:pt x="3692" y="2283"/>
                </a:lnTo>
                <a:lnTo>
                  <a:pt x="3684" y="2286"/>
                </a:lnTo>
                <a:lnTo>
                  <a:pt x="3669" y="2277"/>
                </a:lnTo>
                <a:lnTo>
                  <a:pt x="3660" y="2268"/>
                </a:lnTo>
                <a:lnTo>
                  <a:pt x="3652" y="2257"/>
                </a:lnTo>
                <a:lnTo>
                  <a:pt x="3650" y="2245"/>
                </a:lnTo>
                <a:lnTo>
                  <a:pt x="3654" y="2242"/>
                </a:lnTo>
                <a:lnTo>
                  <a:pt x="3657" y="2242"/>
                </a:lnTo>
                <a:lnTo>
                  <a:pt x="3665" y="2243"/>
                </a:lnTo>
                <a:lnTo>
                  <a:pt x="3681" y="2254"/>
                </a:lnTo>
                <a:lnTo>
                  <a:pt x="3685" y="2261"/>
                </a:lnTo>
                <a:close/>
                <a:moveTo>
                  <a:pt x="3378" y="2271"/>
                </a:moveTo>
                <a:lnTo>
                  <a:pt x="3368" y="2273"/>
                </a:lnTo>
                <a:lnTo>
                  <a:pt x="3345" y="2273"/>
                </a:lnTo>
                <a:lnTo>
                  <a:pt x="3335" y="2271"/>
                </a:lnTo>
                <a:lnTo>
                  <a:pt x="3332" y="2269"/>
                </a:lnTo>
                <a:lnTo>
                  <a:pt x="3330" y="2266"/>
                </a:lnTo>
                <a:lnTo>
                  <a:pt x="3340" y="2263"/>
                </a:lnTo>
                <a:lnTo>
                  <a:pt x="3356" y="2263"/>
                </a:lnTo>
                <a:lnTo>
                  <a:pt x="3372" y="2263"/>
                </a:lnTo>
                <a:lnTo>
                  <a:pt x="3382" y="2266"/>
                </a:lnTo>
                <a:lnTo>
                  <a:pt x="3381" y="2269"/>
                </a:lnTo>
                <a:lnTo>
                  <a:pt x="3378" y="2271"/>
                </a:lnTo>
                <a:close/>
                <a:moveTo>
                  <a:pt x="2866" y="2335"/>
                </a:moveTo>
                <a:lnTo>
                  <a:pt x="2860" y="2341"/>
                </a:lnTo>
                <a:lnTo>
                  <a:pt x="2841" y="2350"/>
                </a:lnTo>
                <a:lnTo>
                  <a:pt x="2830" y="2353"/>
                </a:lnTo>
                <a:lnTo>
                  <a:pt x="2816" y="2345"/>
                </a:lnTo>
                <a:lnTo>
                  <a:pt x="2815" y="2335"/>
                </a:lnTo>
                <a:lnTo>
                  <a:pt x="2816" y="2324"/>
                </a:lnTo>
                <a:lnTo>
                  <a:pt x="2830" y="2317"/>
                </a:lnTo>
                <a:lnTo>
                  <a:pt x="2841" y="2319"/>
                </a:lnTo>
                <a:lnTo>
                  <a:pt x="2860" y="2328"/>
                </a:lnTo>
                <a:lnTo>
                  <a:pt x="2866" y="2335"/>
                </a:lnTo>
                <a:close/>
                <a:moveTo>
                  <a:pt x="3474" y="2323"/>
                </a:moveTo>
                <a:lnTo>
                  <a:pt x="3473" y="2332"/>
                </a:lnTo>
                <a:lnTo>
                  <a:pt x="3467" y="2344"/>
                </a:lnTo>
                <a:lnTo>
                  <a:pt x="3456" y="2352"/>
                </a:lnTo>
                <a:lnTo>
                  <a:pt x="3444" y="2353"/>
                </a:lnTo>
                <a:lnTo>
                  <a:pt x="3437" y="2350"/>
                </a:lnTo>
                <a:lnTo>
                  <a:pt x="3432" y="2346"/>
                </a:lnTo>
                <a:lnTo>
                  <a:pt x="3430" y="2333"/>
                </a:lnTo>
                <a:lnTo>
                  <a:pt x="3437" y="2319"/>
                </a:lnTo>
                <a:lnTo>
                  <a:pt x="3451" y="2310"/>
                </a:lnTo>
                <a:lnTo>
                  <a:pt x="3459" y="2309"/>
                </a:lnTo>
                <a:lnTo>
                  <a:pt x="3465" y="2310"/>
                </a:lnTo>
                <a:lnTo>
                  <a:pt x="3473" y="2318"/>
                </a:lnTo>
                <a:lnTo>
                  <a:pt x="3474" y="2323"/>
                </a:lnTo>
                <a:close/>
                <a:moveTo>
                  <a:pt x="3745" y="2326"/>
                </a:moveTo>
                <a:lnTo>
                  <a:pt x="3743" y="2339"/>
                </a:lnTo>
                <a:lnTo>
                  <a:pt x="3738" y="2344"/>
                </a:lnTo>
                <a:lnTo>
                  <a:pt x="3729" y="2339"/>
                </a:lnTo>
                <a:lnTo>
                  <a:pt x="3720" y="2326"/>
                </a:lnTo>
                <a:lnTo>
                  <a:pt x="3717" y="2319"/>
                </a:lnTo>
                <a:lnTo>
                  <a:pt x="3721" y="2310"/>
                </a:lnTo>
                <a:lnTo>
                  <a:pt x="3726" y="2309"/>
                </a:lnTo>
                <a:lnTo>
                  <a:pt x="3734" y="2310"/>
                </a:lnTo>
                <a:lnTo>
                  <a:pt x="3744" y="2319"/>
                </a:lnTo>
                <a:lnTo>
                  <a:pt x="3745" y="2326"/>
                </a:lnTo>
                <a:close/>
                <a:moveTo>
                  <a:pt x="3066" y="2350"/>
                </a:moveTo>
                <a:lnTo>
                  <a:pt x="3056" y="2359"/>
                </a:lnTo>
                <a:lnTo>
                  <a:pt x="3035" y="2368"/>
                </a:lnTo>
                <a:lnTo>
                  <a:pt x="3028" y="2365"/>
                </a:lnTo>
                <a:lnTo>
                  <a:pt x="3024" y="2361"/>
                </a:lnTo>
                <a:lnTo>
                  <a:pt x="3029" y="2348"/>
                </a:lnTo>
                <a:lnTo>
                  <a:pt x="3036" y="2342"/>
                </a:lnTo>
                <a:lnTo>
                  <a:pt x="3050" y="2335"/>
                </a:lnTo>
                <a:lnTo>
                  <a:pt x="3069" y="2327"/>
                </a:lnTo>
                <a:lnTo>
                  <a:pt x="3077" y="2330"/>
                </a:lnTo>
                <a:lnTo>
                  <a:pt x="3073" y="2341"/>
                </a:lnTo>
                <a:lnTo>
                  <a:pt x="3066" y="235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89377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4D4D4D"/>
      </a:dk1>
      <a:lt1>
        <a:srgbClr val="FFFFFF"/>
      </a:lt1>
      <a:dk2>
        <a:srgbClr val="28889C"/>
      </a:dk2>
      <a:lt2>
        <a:srgbClr val="E7E6E6"/>
      </a:lt2>
      <a:accent1>
        <a:srgbClr val="425563"/>
      </a:accent1>
      <a:accent2>
        <a:srgbClr val="C85A8C"/>
      </a:accent2>
      <a:accent3>
        <a:srgbClr val="CE0106"/>
      </a:accent3>
      <a:accent4>
        <a:srgbClr val="EBC83C"/>
      </a:accent4>
      <a:accent5>
        <a:srgbClr val="00A08C"/>
      </a:accent5>
      <a:accent6>
        <a:srgbClr val="3B5998"/>
      </a:accent6>
      <a:hlink>
        <a:srgbClr val="1DA1F2"/>
      </a:hlink>
      <a:folHlink>
        <a:srgbClr val="954F72"/>
      </a:folHlink>
    </a:clrScheme>
    <a:fontScheme name="メイリオ‗SegoeUI">
      <a:majorFont>
        <a:latin typeface="Segoe UI"/>
        <a:ea typeface="メイリオ"/>
        <a:cs typeface=""/>
      </a:majorFont>
      <a:minorFont>
        <a:latin typeface="Segoe UI"/>
        <a:ea typeface="メイリオ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accent1"/>
          </a:solidFill>
        </a:ln>
        <a:effectLst/>
      </a:spPr>
      <a:bodyPr rtlCol="0" anchor="ctr"/>
      <a:lstStyle>
        <a:defPPr algn="l">
          <a:lnSpc>
            <a:spcPct val="130000"/>
          </a:lnSpc>
          <a:spcAft>
            <a:spcPts val="600"/>
          </a:spcAft>
          <a:defRPr dirty="0">
            <a:solidFill>
              <a:schemeClr val="accen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spcAft>
            <a:spcPts val="600"/>
          </a:spcAft>
          <a:defRPr kumimoji="1" sz="1600" dirty="0" smtClean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95</Words>
  <Application>Microsoft Office PowerPoint</Application>
  <PresentationFormat>ワイド画面</PresentationFormat>
  <Paragraphs>4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メイリオ</vt:lpstr>
      <vt:lpstr>游ゴシック</vt:lpstr>
      <vt:lpstr>Arial</vt:lpstr>
      <vt:lpstr>Segoe UI</vt:lpstr>
      <vt:lpstr>Office テーマ</vt:lpstr>
      <vt:lpstr>プレゼン資料に使える 手書き風図形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2021-01-28T13:14:54Z</dcterms:created>
  <dcterms:modified xsi:type="dcterms:W3CDTF">2021-09-12T09:40:31Z</dcterms:modified>
</cp:coreProperties>
</file>